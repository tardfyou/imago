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b0e661df954315" /><Relationship Type="http://schemas.openxmlformats.org/officeDocument/2006/relationships/extended-properties" Target="/docProps/app.xml" Id="R410490e1cda3470f" /><Relationship Type="http://schemas.openxmlformats.org/officeDocument/2006/relationships/officeDocument" Target="/ppt/presentation.xml" Id="Rabcd9ecba6974c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b189a3d2394d21"/>
  </p:sldMasterIdLst>
  <p:notesMasterIdLst>
    <p:notesMasterId xmlns:r="http://schemas.openxmlformats.org/officeDocument/2006/relationships" r:id="Ra21c22b36a1e46ac"/>
  </p:notesMasterIdLst>
  <p:sldIdLst>
    <p:sldId xmlns:r="http://schemas.openxmlformats.org/officeDocument/2006/relationships" id="256" r:id="R424424e7cc4f4cfb"/>
  </p:sldIdLst>
  <p:sldSz cx="6915150" cy="5257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849f61def5443e" /><Relationship Type="http://schemas.openxmlformats.org/officeDocument/2006/relationships/slideMaster" Target="/ppt/slideMasters/slideMaster1.xml" Id="Raeb189a3d2394d21" /><Relationship Type="http://schemas.openxmlformats.org/officeDocument/2006/relationships/notesMaster" Target="/ppt/notesMasters/notesMaster1.xml" Id="Ra21c22b36a1e46ac" /><Relationship Type="http://schemas.openxmlformats.org/officeDocument/2006/relationships/presProps" Target="/ppt/presProps.xml" Id="R5d32ba32b82f419a" /><Relationship Type="http://schemas.openxmlformats.org/officeDocument/2006/relationships/tableStyles" Target="/ppt/tableStyles.xml" Id="R816bc7e668c34930" /><Relationship Type="http://schemas.openxmlformats.org/officeDocument/2006/relationships/slide" Target="/ppt/slides/slide1.xml" Id="R424424e7cc4f4c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975a04f1724e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5f82d82a0145da" /><Relationship Type="http://schemas.openxmlformats.org/officeDocument/2006/relationships/notesMaster" Target="/ppt/notesMasters/notesMaster1.xml" Id="R30b365f64812478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素材ID：SE-025</ns1:t>
            </ns1:r>
          </ns1:p>
          <ns1:p>
            <ns1:r>
              <ns1:t>论文：AsFuzzer: Differential Testing of Assemblers with Error-Driven Grammar Inference</ns1:t>
            </ns1:r>
          </ns1:p>
          <ns1:p>
            <ns1:r>
              <ns1:t>会议：ISSTA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4，PDF第8页</ns1:t>
            </ns1:r>
          </ns1:p>
          <ns1:p>
            <ns1:r>
              <ns1:t>类型：实验图表</ns1:t>
            </ns1:r>
          </ns1:p>
          <ns1:p>
            <ns1:r>
              <ns1:t>借鉴点：四格覆盖率曲线用相同布局对照架构和编译器，适合展示随测试预算增加的收益和饱和点。</ns1:t>
            </ns1:r>
          </ns1:p>
          <ns1:p>
            <ns1:r>
              <ns1:t>论文URL：https://softsec.kaist.ac.kr/~sangkilc/papers/kim-issta24.pdf</ns1:t>
            </ns1:r>
          </ns1:p>
          <ns1:p>
            <ns1:r>
              <ns1:t>官方获奖URL：https://www2.sigsoft.org/awards/distinguishedpaper/#the-33rd-acm-sigsoft-international-symposium-on-software-testing-and-analysis-issta-2024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669b2b87749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76d1a325834694" /><Relationship Type="http://schemas.openxmlformats.org/officeDocument/2006/relationships/slideLayout" Target="/ppt/slideLayouts/slideLayout1.xml" Id="Rb530c1ce72c64b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30c1ce72c64b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59ca385ba4c34" /><Relationship Type="http://schemas.openxmlformats.org/officeDocument/2006/relationships/notesSlide" Target="/ppt/notesSlides/notesSlide1.xml" Id="Rdcaeb7305f7445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7DD2B-5F6D-419B-91F7-8C71FED1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" y="76768"/>
            <a:ext cx="3244684" cy="1937798"/>
          </a:xfrm>
          <a:custGeom xmlns:a="http://schemas.openxmlformats.org/drawingml/2006/main">
            <a:pathLst>
              <a:path w="3244684" h="1937798">
                <a:moveTo>
                  <a:pt x="0" y="0"/>
                </a:moveTo>
                <a:lnTo>
                  <a:pt x="3244684" y="0"/>
                </a:lnTo>
                <a:lnTo>
                  <a:pt x="3244684" y="1937798"/>
                </a:lnTo>
                <a:lnTo>
                  <a:pt x="0" y="19377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AF6BC-9A09-47C9-994B-3F3DBB0D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" y="76768"/>
            <a:ext cx="3244684" cy="1937798"/>
          </a:xfrm>
          <a:custGeom xmlns:a="http://schemas.openxmlformats.org/drawingml/2006/main">
            <a:pathLst>
              <a:path w="3244684" h="1937798">
                <a:moveTo>
                  <a:pt x="0" y="0"/>
                </a:moveTo>
                <a:lnTo>
                  <a:pt x="3244684" y="0"/>
                </a:lnTo>
                <a:lnTo>
                  <a:pt x="3244684" y="1937798"/>
                </a:lnTo>
                <a:lnTo>
                  <a:pt x="0" y="19377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195A3-988F-4EB8-B579-9C0D335A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" y="76768"/>
            <a:ext cx="3244684" cy="1937798"/>
          </a:xfrm>
          <a:custGeom xmlns:a="http://schemas.openxmlformats.org/drawingml/2006/main">
            <a:pathLst>
              <a:path w="3244684" h="1937798" fill="none">
                <a:moveTo>
                  <a:pt x="0" y="0"/>
                </a:moveTo>
                <a:lnTo>
                  <a:pt x="3244684" y="0"/>
                </a:lnTo>
                <a:lnTo>
                  <a:pt x="3244684" y="1937798"/>
                </a:lnTo>
                <a:lnTo>
                  <a:pt x="0" y="193779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042" cap="rnd">
            <a:solidFill>
              <a:srgbClr val="FFFFFF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682E7-AE06-4CA3-B5AE-236DE4BC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87" y="200246"/>
            <a:ext cx="2374275" cy="1179984"/>
          </a:xfrm>
          <a:custGeom xmlns:a="http://schemas.openxmlformats.org/drawingml/2006/main">
            <a:pathLst>
              <a:path w="2374275" h="1179984">
                <a:moveTo>
                  <a:pt x="2374275" y="1179984"/>
                </a:moveTo>
                <a:lnTo>
                  <a:pt x="2374275" y="0"/>
                </a:lnTo>
                <a:lnTo>
                  <a:pt x="0" y="0"/>
                </a:lnTo>
                <a:lnTo>
                  <a:pt x="0" y="1179984"/>
                </a:lnTo>
                <a:lnTo>
                  <a:pt x="2374275" y="11799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C8C7C-F870-485F-94CE-BCAC6FA9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87" y="1326625"/>
            <a:ext cx="2374208" cy="10"/>
          </a:xfrm>
          <a:custGeom xmlns:a="http://schemas.openxmlformats.org/drawingml/2006/main">
            <a:pathLst>
              <a:path w="2374208" h="1" fill="none">
                <a:moveTo>
                  <a:pt x="0" y="0"/>
                </a:moveTo>
                <a:lnTo>
                  <a:pt x="23742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7DEDC-8061-46C7-99AE-C2757C19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87" y="1003508"/>
            <a:ext cx="2374208" cy="10"/>
          </a:xfrm>
          <a:custGeom xmlns:a="http://schemas.openxmlformats.org/drawingml/2006/main">
            <a:pathLst>
              <a:path w="2374208" h="1" fill="none">
                <a:moveTo>
                  <a:pt x="0" y="0"/>
                </a:moveTo>
                <a:lnTo>
                  <a:pt x="23742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F0C6B-A0B9-4AD0-9F98-6390D288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87" y="680392"/>
            <a:ext cx="2374208" cy="10"/>
          </a:xfrm>
          <a:custGeom xmlns:a="http://schemas.openxmlformats.org/drawingml/2006/main">
            <a:pathLst>
              <a:path w="2374208" h="1" fill="none">
                <a:moveTo>
                  <a:pt x="0" y="0"/>
                </a:moveTo>
                <a:lnTo>
                  <a:pt x="23742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7182F-44C0-435F-B85B-014C3235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87" y="357275"/>
            <a:ext cx="2374208" cy="10"/>
          </a:xfrm>
          <a:custGeom xmlns:a="http://schemas.openxmlformats.org/drawingml/2006/main">
            <a:pathLst>
              <a:path w="2374208" h="1" fill="none">
                <a:moveTo>
                  <a:pt x="0" y="0"/>
                </a:moveTo>
                <a:lnTo>
                  <a:pt x="23742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02484-7B8C-4981-8C95-CFCEC175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95" y="200246"/>
            <a:ext cx="10" cy="1179984"/>
          </a:xfrm>
          <a:custGeom xmlns:a="http://schemas.openxmlformats.org/drawingml/2006/main">
            <a:pathLst>
              <a:path w="1" h="1179984" fill="none"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9DDE4-9B2B-4797-B94E-A070E9CE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51" y="200246"/>
            <a:ext cx="10" cy="1179984"/>
          </a:xfrm>
          <a:custGeom xmlns:a="http://schemas.openxmlformats.org/drawingml/2006/main">
            <a:pathLst>
              <a:path w="1" h="1179984" fill="none"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F5706-8DCC-42FE-90B0-6907EAF3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574" y="200246"/>
            <a:ext cx="10" cy="1179984"/>
          </a:xfrm>
          <a:custGeom xmlns:a="http://schemas.openxmlformats.org/drawingml/2006/main">
            <a:pathLst>
              <a:path w="1" h="1179984" fill="none"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37C55-5371-4F6D-9822-BF0ED826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208" y="200246"/>
            <a:ext cx="10" cy="1179984"/>
          </a:xfrm>
          <a:custGeom xmlns:a="http://schemas.openxmlformats.org/drawingml/2006/main">
            <a:pathLst>
              <a:path w="1" h="1179984" fill="none"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F3288-A406-450A-8DB2-0A95A95C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931" y="200246"/>
            <a:ext cx="10" cy="1179984"/>
          </a:xfrm>
          <a:custGeom xmlns:a="http://schemas.openxmlformats.org/drawingml/2006/main">
            <a:pathLst>
              <a:path w="1" h="1179984" fill="none"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D1FCCD-8814-4664-B0A7-4F48A917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564" y="200246"/>
            <a:ext cx="10" cy="1179984"/>
          </a:xfrm>
          <a:custGeom xmlns:a="http://schemas.openxmlformats.org/drawingml/2006/main">
            <a:pathLst>
              <a:path w="1" h="1179984" fill="none"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832BD-1033-4D5F-87A8-C219C8C7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95" y="253851"/>
            <a:ext cx="2158369" cy="1072774"/>
          </a:xfrm>
          <a:custGeom xmlns:a="http://schemas.openxmlformats.org/drawingml/2006/main">
            <a:pathLst>
              <a:path w="2158369" h="1072774" fill="none">
                <a:moveTo>
                  <a:pt x="0" y="1072774"/>
                </a:moveTo>
                <a:lnTo>
                  <a:pt x="43127" y="595895"/>
                </a:lnTo>
                <a:lnTo>
                  <a:pt x="86345" y="326384"/>
                </a:lnTo>
                <a:lnTo>
                  <a:pt x="129494" y="171901"/>
                </a:lnTo>
                <a:lnTo>
                  <a:pt x="172622" y="89882"/>
                </a:lnTo>
                <a:lnTo>
                  <a:pt x="215839" y="44637"/>
                </a:lnTo>
                <a:lnTo>
                  <a:pt x="258966" y="22014"/>
                </a:lnTo>
                <a:lnTo>
                  <a:pt x="302184" y="11627"/>
                </a:lnTo>
                <a:lnTo>
                  <a:pt x="345311" y="7143"/>
                </a:lnTo>
                <a:lnTo>
                  <a:pt x="388528" y="2659"/>
                </a:lnTo>
                <a:lnTo>
                  <a:pt x="431656" y="1329"/>
                </a:lnTo>
                <a:lnTo>
                  <a:pt x="474873" y="631"/>
                </a:lnTo>
                <a:lnTo>
                  <a:pt x="518000" y="631"/>
                </a:lnTo>
                <a:lnTo>
                  <a:pt x="561218" y="0"/>
                </a:lnTo>
                <a:lnTo>
                  <a:pt x="2158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4DAF4A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ECE98-F87E-4F77-B1E4-BDFBD5D3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95" y="1268446"/>
            <a:ext cx="2158369" cy="58179"/>
          </a:xfrm>
          <a:custGeom xmlns:a="http://schemas.openxmlformats.org/drawingml/2006/main">
            <a:pathLst>
              <a:path w="2158369" h="58179" fill="none">
                <a:moveTo>
                  <a:pt x="0" y="58179"/>
                </a:moveTo>
                <a:lnTo>
                  <a:pt x="43127" y="8450"/>
                </a:lnTo>
                <a:lnTo>
                  <a:pt x="86345" y="7120"/>
                </a:lnTo>
                <a:lnTo>
                  <a:pt x="129494" y="5813"/>
                </a:lnTo>
                <a:lnTo>
                  <a:pt x="172622" y="5813"/>
                </a:lnTo>
                <a:lnTo>
                  <a:pt x="215839" y="5182"/>
                </a:lnTo>
                <a:lnTo>
                  <a:pt x="302184" y="5182"/>
                </a:lnTo>
                <a:lnTo>
                  <a:pt x="345311" y="4574"/>
                </a:lnTo>
                <a:lnTo>
                  <a:pt x="388528" y="3876"/>
                </a:lnTo>
                <a:lnTo>
                  <a:pt x="431656" y="3245"/>
                </a:lnTo>
                <a:lnTo>
                  <a:pt x="518000" y="3245"/>
                </a:lnTo>
                <a:lnTo>
                  <a:pt x="561218" y="2636"/>
                </a:lnTo>
                <a:lnTo>
                  <a:pt x="604345" y="2636"/>
                </a:lnTo>
                <a:lnTo>
                  <a:pt x="647472" y="1307"/>
                </a:lnTo>
                <a:lnTo>
                  <a:pt x="733817" y="1307"/>
                </a:lnTo>
                <a:lnTo>
                  <a:pt x="777034" y="699"/>
                </a:lnTo>
                <a:lnTo>
                  <a:pt x="2072024" y="699"/>
                </a:lnTo>
                <a:lnTo>
                  <a:pt x="2115241" y="0"/>
                </a:lnTo>
                <a:lnTo>
                  <a:pt x="2158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77EB8"/>
            </a:solidFill>
            <a:custDash>
              <a:ds d="100000" sp="100000"/>
            </a:custDash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FBCAB-CCD2-42F4-8E43-41F15DA9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95" y="1227775"/>
            <a:ext cx="2158369" cy="98850"/>
          </a:xfrm>
          <a:custGeom xmlns:a="http://schemas.openxmlformats.org/drawingml/2006/main">
            <a:pathLst>
              <a:path w="2158369" h="98850" fill="none">
                <a:moveTo>
                  <a:pt x="0" y="98850"/>
                </a:moveTo>
                <a:lnTo>
                  <a:pt x="43127" y="0"/>
                </a:lnTo>
                <a:lnTo>
                  <a:pt x="2158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FFA500"/>
            </a:solidFill>
            <a:custDash>
              <a:ds d="700000" sp="300000"/>
            </a:custDash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8D44A-6BB5-4946-864E-DEF5ADE0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87" y="200246"/>
            <a:ext cx="2374275" cy="1179984"/>
          </a:xfrm>
          <a:custGeom xmlns:a="http://schemas.openxmlformats.org/drawingml/2006/main">
            <a:pathLst>
              <a:path w="2374275" h="1179984" fill="none">
                <a:moveTo>
                  <a:pt x="2374275" y="0"/>
                </a:moveTo>
                <a:lnTo>
                  <a:pt x="2374275" y="1179984"/>
                </a:lnTo>
                <a:moveTo>
                  <a:pt x="2374275" y="1179984"/>
                </a:moveTo>
                <a:lnTo>
                  <a:pt x="0" y="1179984"/>
                </a:lnTo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rnd">
            <a:solidFill>
              <a:srgbClr val="333333"/>
            </a:solidFill>
            <a:round/>
          </a:ln>
        </p:spPr>
      </p:sp>
      <p:sp>
        <p:nvSpPr>
          <p:cNvPr id="19" name="Text 0">
            <a:extLst xmlns:a="http://schemas.openxmlformats.org/drawingml/2006/main">
              <a:ext uri="{FF2B5EF4-FFF2-40B4-BE49-F238E27FC236}">
                <a16:creationId xmlns:a16="http://schemas.microsoft.com/office/drawing/2014/main" id="{8549EAE0-31F2-4EC0-A874-6074726C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44" y="1271146"/>
            <a:ext cx="62729" cy="100868"/>
          </a:xfrm>
          <a:custGeom xmlns:a="http://schemas.openxmlformats.org/drawingml/2006/main">
            <a:pathLst>
              <a:path w="62729" h="100868">
                <a:moveTo>
                  <a:pt x="31365" y="0"/>
                </a:moveTo>
                <a:cubicBezTo>
                  <a:pt x="22442" y="0"/>
                  <a:pt x="14329" y="4058"/>
                  <a:pt x="9329" y="10682"/>
                </a:cubicBezTo>
                <a:cubicBezTo>
                  <a:pt x="3109" y="19336"/>
                  <a:pt x="0" y="32316"/>
                  <a:pt x="0" y="50436"/>
                </a:cubicBezTo>
                <a:cubicBezTo>
                  <a:pt x="0" y="83428"/>
                  <a:pt x="10814" y="100868"/>
                  <a:pt x="31365" y="100868"/>
                </a:cubicBezTo>
                <a:cubicBezTo>
                  <a:pt x="51643" y="100868"/>
                  <a:pt x="62729" y="83428"/>
                  <a:pt x="62729" y="51247"/>
                </a:cubicBezTo>
                <a:cubicBezTo>
                  <a:pt x="62729" y="32316"/>
                  <a:pt x="59756" y="19606"/>
                  <a:pt x="53401" y="10682"/>
                </a:cubicBezTo>
                <a:cubicBezTo>
                  <a:pt x="48398" y="3922"/>
                  <a:pt x="40423" y="0"/>
                  <a:pt x="31365" y="0"/>
                </a:cubicBezTo>
                <a:moveTo>
                  <a:pt x="31365" y="10546"/>
                </a:moveTo>
                <a:cubicBezTo>
                  <a:pt x="44208" y="10546"/>
                  <a:pt x="50562" y="23664"/>
                  <a:pt x="50562" y="50166"/>
                </a:cubicBezTo>
                <a:cubicBezTo>
                  <a:pt x="50562" y="78019"/>
                  <a:pt x="44342" y="90999"/>
                  <a:pt x="31094" y="90999"/>
                </a:cubicBezTo>
                <a:cubicBezTo>
                  <a:pt x="18521" y="90999"/>
                  <a:pt x="12167" y="77479"/>
                  <a:pt x="12167" y="50570"/>
                </a:cubicBezTo>
                <a:cubicBezTo>
                  <a:pt x="12167" y="23664"/>
                  <a:pt x="18521" y="10546"/>
                  <a:pt x="31365" y="1054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500">
            <a:extLst xmlns:a="http://schemas.openxmlformats.org/drawingml/2006/main">
              <a:ext uri="{FF2B5EF4-FFF2-40B4-BE49-F238E27FC236}">
                <a16:creationId xmlns:a16="http://schemas.microsoft.com/office/drawing/2014/main" id="{1B43B223-CA7B-4636-9DD5-FEEE2264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66" y="948033"/>
            <a:ext cx="199007" cy="100868"/>
          </a:xfrm>
          <a:custGeom xmlns:a="http://schemas.openxmlformats.org/drawingml/2006/main">
            <a:pathLst>
              <a:path w="199007" h="100868">
                <a:moveTo>
                  <a:pt x="59622" y="1848"/>
                </a:moveTo>
                <a:lnTo>
                  <a:pt x="10139" y="1848"/>
                </a:lnTo>
                <a:lnTo>
                  <a:pt x="2975" y="54067"/>
                </a:lnTo>
                <a:lnTo>
                  <a:pt x="13925" y="54067"/>
                </a:lnTo>
                <a:cubicBezTo>
                  <a:pt x="19468" y="47437"/>
                  <a:pt x="24066" y="45137"/>
                  <a:pt x="31637" y="45137"/>
                </a:cubicBezTo>
                <a:cubicBezTo>
                  <a:pt x="44481" y="45137"/>
                  <a:pt x="52456" y="53931"/>
                  <a:pt x="52456" y="68136"/>
                </a:cubicBezTo>
                <a:cubicBezTo>
                  <a:pt x="52456" y="81937"/>
                  <a:pt x="44481" y="90325"/>
                  <a:pt x="31501" y="90325"/>
                </a:cubicBezTo>
                <a:cubicBezTo>
                  <a:pt x="21091" y="90325"/>
                  <a:pt x="14737" y="85048"/>
                  <a:pt x="11897" y="74224"/>
                </a:cubicBezTo>
                <a:lnTo>
                  <a:pt x="0" y="74224"/>
                </a:lnTo>
                <a:cubicBezTo>
                  <a:pt x="1624" y="82071"/>
                  <a:pt x="2975" y="85859"/>
                  <a:pt x="5813" y="89378"/>
                </a:cubicBezTo>
                <a:cubicBezTo>
                  <a:pt x="11222" y="96679"/>
                  <a:pt x="20955" y="100868"/>
                  <a:pt x="31771" y="100868"/>
                </a:cubicBezTo>
                <a:cubicBezTo>
                  <a:pt x="51105" y="100868"/>
                  <a:pt x="64625" y="86807"/>
                  <a:pt x="64625" y="66513"/>
                </a:cubicBezTo>
                <a:cubicBezTo>
                  <a:pt x="64625" y="47573"/>
                  <a:pt x="52051" y="34591"/>
                  <a:pt x="33665" y="34591"/>
                </a:cubicBezTo>
                <a:cubicBezTo>
                  <a:pt x="26905" y="34591"/>
                  <a:pt x="21498" y="36349"/>
                  <a:pt x="15955" y="40406"/>
                </a:cubicBezTo>
                <a:lnTo>
                  <a:pt x="19740" y="13611"/>
                </a:lnTo>
                <a:lnTo>
                  <a:pt x="59622" y="13611"/>
                </a:lnTo>
                <a:lnTo>
                  <a:pt x="59622" y="1848"/>
                </a:lnTo>
                <a:close/>
                <a:moveTo>
                  <a:pt x="100045" y="0"/>
                </a:moveTo>
                <a:cubicBezTo>
                  <a:pt x="91123" y="0"/>
                  <a:pt x="83010" y="4058"/>
                  <a:pt x="78009" y="10682"/>
                </a:cubicBezTo>
                <a:cubicBezTo>
                  <a:pt x="71789" y="19336"/>
                  <a:pt x="68681" y="32316"/>
                  <a:pt x="68681" y="50436"/>
                </a:cubicBezTo>
                <a:cubicBezTo>
                  <a:pt x="68681" y="83428"/>
                  <a:pt x="79494" y="100868"/>
                  <a:pt x="100045" y="100868"/>
                </a:cubicBezTo>
                <a:cubicBezTo>
                  <a:pt x="120324" y="100868"/>
                  <a:pt x="131410" y="83428"/>
                  <a:pt x="131410" y="51247"/>
                </a:cubicBezTo>
                <a:cubicBezTo>
                  <a:pt x="131410" y="32316"/>
                  <a:pt x="128437" y="19606"/>
                  <a:pt x="122081" y="10682"/>
                </a:cubicBezTo>
                <a:cubicBezTo>
                  <a:pt x="117079" y="3922"/>
                  <a:pt x="109103" y="0"/>
                  <a:pt x="100045" y="0"/>
                </a:cubicBezTo>
                <a:moveTo>
                  <a:pt x="100045" y="10546"/>
                </a:moveTo>
                <a:cubicBezTo>
                  <a:pt x="112889" y="10546"/>
                  <a:pt x="119243" y="23664"/>
                  <a:pt x="119243" y="50166"/>
                </a:cubicBezTo>
                <a:cubicBezTo>
                  <a:pt x="119243" y="78019"/>
                  <a:pt x="113023" y="90999"/>
                  <a:pt x="99775" y="90999"/>
                </a:cubicBezTo>
                <a:cubicBezTo>
                  <a:pt x="87201" y="90999"/>
                  <a:pt x="80848" y="77479"/>
                  <a:pt x="80848" y="50570"/>
                </a:cubicBezTo>
                <a:cubicBezTo>
                  <a:pt x="80848" y="23664"/>
                  <a:pt x="87201" y="10546"/>
                  <a:pt x="100045" y="10546"/>
                </a:cubicBezTo>
                <a:close/>
                <a:moveTo>
                  <a:pt x="167643" y="0"/>
                </a:moveTo>
                <a:cubicBezTo>
                  <a:pt x="158721" y="0"/>
                  <a:pt x="150607" y="4058"/>
                  <a:pt x="145607" y="10682"/>
                </a:cubicBezTo>
                <a:cubicBezTo>
                  <a:pt x="139387" y="19336"/>
                  <a:pt x="136278" y="32316"/>
                  <a:pt x="136278" y="50436"/>
                </a:cubicBezTo>
                <a:cubicBezTo>
                  <a:pt x="136278" y="83428"/>
                  <a:pt x="147092" y="100868"/>
                  <a:pt x="167643" y="100868"/>
                </a:cubicBezTo>
                <a:cubicBezTo>
                  <a:pt x="187921" y="100868"/>
                  <a:pt x="199007" y="83428"/>
                  <a:pt x="199007" y="51247"/>
                </a:cubicBezTo>
                <a:cubicBezTo>
                  <a:pt x="199007" y="32316"/>
                  <a:pt x="196035" y="19606"/>
                  <a:pt x="189679" y="10682"/>
                </a:cubicBezTo>
                <a:cubicBezTo>
                  <a:pt x="184676" y="3922"/>
                  <a:pt x="176701" y="0"/>
                  <a:pt x="167643" y="0"/>
                </a:cubicBezTo>
                <a:moveTo>
                  <a:pt x="167643" y="10546"/>
                </a:moveTo>
                <a:cubicBezTo>
                  <a:pt x="180486" y="10546"/>
                  <a:pt x="186840" y="23664"/>
                  <a:pt x="186840" y="50166"/>
                </a:cubicBezTo>
                <a:cubicBezTo>
                  <a:pt x="186840" y="78019"/>
                  <a:pt x="180621" y="90999"/>
                  <a:pt x="167372" y="90999"/>
                </a:cubicBezTo>
                <a:cubicBezTo>
                  <a:pt x="154799" y="90999"/>
                  <a:pt x="148445" y="77479"/>
                  <a:pt x="148445" y="50570"/>
                </a:cubicBezTo>
                <a:cubicBezTo>
                  <a:pt x="148445" y="23664"/>
                  <a:pt x="154799" y="10546"/>
                  <a:pt x="167643" y="1054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1000">
            <a:extLst xmlns:a="http://schemas.openxmlformats.org/drawingml/2006/main">
              <a:ext uri="{FF2B5EF4-FFF2-40B4-BE49-F238E27FC236}">
                <a16:creationId xmlns:a16="http://schemas.microsoft.com/office/drawing/2014/main" id="{32F129F5-8764-4BB4-BBB3-8EB3C1DD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27" y="624875"/>
            <a:ext cx="257547" cy="100914"/>
          </a:xfrm>
          <a:custGeom xmlns:a="http://schemas.openxmlformats.org/drawingml/2006/main">
            <a:pathLst>
              <a:path w="257547" h="100914">
                <a:moveTo>
                  <a:pt x="21225" y="28120"/>
                </a:moveTo>
                <a:lnTo>
                  <a:pt x="21225" y="97745"/>
                </a:lnTo>
                <a:lnTo>
                  <a:pt x="33124" y="97745"/>
                </a:lnTo>
                <a:lnTo>
                  <a:pt x="33124" y="0"/>
                </a:lnTo>
                <a:lnTo>
                  <a:pt x="25281" y="0"/>
                </a:lnTo>
                <a:cubicBezTo>
                  <a:pt x="21091" y="15006"/>
                  <a:pt x="18387" y="17033"/>
                  <a:pt x="0" y="19468"/>
                </a:cubicBezTo>
                <a:lnTo>
                  <a:pt x="0" y="28120"/>
                </a:lnTo>
                <a:lnTo>
                  <a:pt x="21225" y="28120"/>
                </a:lnTo>
                <a:close/>
                <a:moveTo>
                  <a:pt x="90987" y="45"/>
                </a:moveTo>
                <a:cubicBezTo>
                  <a:pt x="82065" y="45"/>
                  <a:pt x="73951" y="4103"/>
                  <a:pt x="68951" y="10727"/>
                </a:cubicBezTo>
                <a:cubicBezTo>
                  <a:pt x="62731" y="19381"/>
                  <a:pt x="59622" y="32361"/>
                  <a:pt x="59622" y="50482"/>
                </a:cubicBezTo>
                <a:cubicBezTo>
                  <a:pt x="59622" y="83474"/>
                  <a:pt x="70436" y="100914"/>
                  <a:pt x="90987" y="100914"/>
                </a:cubicBezTo>
                <a:cubicBezTo>
                  <a:pt x="111265" y="100914"/>
                  <a:pt x="122352" y="83474"/>
                  <a:pt x="122352" y="51292"/>
                </a:cubicBezTo>
                <a:cubicBezTo>
                  <a:pt x="122352" y="32361"/>
                  <a:pt x="119379" y="19651"/>
                  <a:pt x="113023" y="10727"/>
                </a:cubicBezTo>
                <a:cubicBezTo>
                  <a:pt x="108020" y="3967"/>
                  <a:pt x="100045" y="45"/>
                  <a:pt x="90987" y="45"/>
                </a:cubicBezTo>
                <a:moveTo>
                  <a:pt x="90987" y="10591"/>
                </a:moveTo>
                <a:cubicBezTo>
                  <a:pt x="103831" y="10591"/>
                  <a:pt x="110184" y="23709"/>
                  <a:pt x="110184" y="50211"/>
                </a:cubicBezTo>
                <a:cubicBezTo>
                  <a:pt x="110184" y="78065"/>
                  <a:pt x="103965" y="91045"/>
                  <a:pt x="90717" y="91045"/>
                </a:cubicBezTo>
                <a:cubicBezTo>
                  <a:pt x="78143" y="91045"/>
                  <a:pt x="71789" y="77524"/>
                  <a:pt x="71789" y="50616"/>
                </a:cubicBezTo>
                <a:cubicBezTo>
                  <a:pt x="71789" y="23709"/>
                  <a:pt x="78143" y="10591"/>
                  <a:pt x="90987" y="10591"/>
                </a:cubicBezTo>
                <a:close/>
                <a:moveTo>
                  <a:pt x="158584" y="45"/>
                </a:moveTo>
                <a:cubicBezTo>
                  <a:pt x="149662" y="45"/>
                  <a:pt x="141549" y="4103"/>
                  <a:pt x="136548" y="10727"/>
                </a:cubicBezTo>
                <a:cubicBezTo>
                  <a:pt x="130329" y="19381"/>
                  <a:pt x="127220" y="32361"/>
                  <a:pt x="127220" y="50482"/>
                </a:cubicBezTo>
                <a:cubicBezTo>
                  <a:pt x="127220" y="83474"/>
                  <a:pt x="138034" y="100914"/>
                  <a:pt x="158584" y="100914"/>
                </a:cubicBezTo>
                <a:cubicBezTo>
                  <a:pt x="178863" y="100914"/>
                  <a:pt x="189949" y="83474"/>
                  <a:pt x="189949" y="51292"/>
                </a:cubicBezTo>
                <a:cubicBezTo>
                  <a:pt x="189949" y="32361"/>
                  <a:pt x="186976" y="19651"/>
                  <a:pt x="180621" y="10727"/>
                </a:cubicBezTo>
                <a:cubicBezTo>
                  <a:pt x="175618" y="3967"/>
                  <a:pt x="167643" y="45"/>
                  <a:pt x="158584" y="45"/>
                </a:cubicBezTo>
                <a:moveTo>
                  <a:pt x="158584" y="10591"/>
                </a:moveTo>
                <a:cubicBezTo>
                  <a:pt x="171428" y="10591"/>
                  <a:pt x="177782" y="23709"/>
                  <a:pt x="177782" y="50211"/>
                </a:cubicBezTo>
                <a:cubicBezTo>
                  <a:pt x="177782" y="78065"/>
                  <a:pt x="171562" y="91045"/>
                  <a:pt x="158314" y="91045"/>
                </a:cubicBezTo>
                <a:cubicBezTo>
                  <a:pt x="145741" y="91045"/>
                  <a:pt x="139387" y="77524"/>
                  <a:pt x="139387" y="50616"/>
                </a:cubicBezTo>
                <a:cubicBezTo>
                  <a:pt x="139387" y="23709"/>
                  <a:pt x="145741" y="10591"/>
                  <a:pt x="158584" y="10591"/>
                </a:cubicBezTo>
                <a:close/>
                <a:moveTo>
                  <a:pt x="226182" y="45"/>
                </a:moveTo>
                <a:cubicBezTo>
                  <a:pt x="217260" y="45"/>
                  <a:pt x="209147" y="4103"/>
                  <a:pt x="204146" y="10727"/>
                </a:cubicBezTo>
                <a:cubicBezTo>
                  <a:pt x="197926" y="19381"/>
                  <a:pt x="194818" y="32361"/>
                  <a:pt x="194818" y="50482"/>
                </a:cubicBezTo>
                <a:cubicBezTo>
                  <a:pt x="194818" y="83474"/>
                  <a:pt x="205631" y="100914"/>
                  <a:pt x="226182" y="100914"/>
                </a:cubicBezTo>
                <a:cubicBezTo>
                  <a:pt x="246461" y="100914"/>
                  <a:pt x="257547" y="83474"/>
                  <a:pt x="257547" y="51292"/>
                </a:cubicBezTo>
                <a:cubicBezTo>
                  <a:pt x="257547" y="32361"/>
                  <a:pt x="254574" y="19651"/>
                  <a:pt x="248218" y="10727"/>
                </a:cubicBezTo>
                <a:cubicBezTo>
                  <a:pt x="243216" y="3967"/>
                  <a:pt x="235240" y="45"/>
                  <a:pt x="226182" y="45"/>
                </a:cubicBezTo>
                <a:moveTo>
                  <a:pt x="226182" y="10591"/>
                </a:moveTo>
                <a:cubicBezTo>
                  <a:pt x="239026" y="10591"/>
                  <a:pt x="245380" y="23709"/>
                  <a:pt x="245380" y="50211"/>
                </a:cubicBezTo>
                <a:cubicBezTo>
                  <a:pt x="245380" y="78065"/>
                  <a:pt x="239160" y="91045"/>
                  <a:pt x="225912" y="91045"/>
                </a:cubicBezTo>
                <a:cubicBezTo>
                  <a:pt x="213338" y="91045"/>
                  <a:pt x="206985" y="77524"/>
                  <a:pt x="206985" y="50616"/>
                </a:cubicBezTo>
                <a:cubicBezTo>
                  <a:pt x="206985" y="23709"/>
                  <a:pt x="213338" y="10591"/>
                  <a:pt x="226182" y="1059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1500">
            <a:extLst xmlns:a="http://schemas.openxmlformats.org/drawingml/2006/main">
              <a:ext uri="{FF2B5EF4-FFF2-40B4-BE49-F238E27FC236}">
                <a16:creationId xmlns:a16="http://schemas.microsoft.com/office/drawing/2014/main" id="{D333500A-F5D5-40AB-B957-0068EEF8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27" y="301762"/>
            <a:ext cx="257547" cy="100914"/>
          </a:xfrm>
          <a:custGeom xmlns:a="http://schemas.openxmlformats.org/drawingml/2006/main">
            <a:pathLst>
              <a:path w="257547" h="100914">
                <a:moveTo>
                  <a:pt x="21225" y="28120"/>
                </a:moveTo>
                <a:lnTo>
                  <a:pt x="21225" y="97745"/>
                </a:lnTo>
                <a:lnTo>
                  <a:pt x="33124" y="97745"/>
                </a:lnTo>
                <a:lnTo>
                  <a:pt x="33124" y="0"/>
                </a:lnTo>
                <a:lnTo>
                  <a:pt x="25281" y="0"/>
                </a:lnTo>
                <a:cubicBezTo>
                  <a:pt x="21091" y="15006"/>
                  <a:pt x="18387" y="17033"/>
                  <a:pt x="0" y="19468"/>
                </a:cubicBezTo>
                <a:lnTo>
                  <a:pt x="0" y="28120"/>
                </a:lnTo>
                <a:lnTo>
                  <a:pt x="21225" y="28120"/>
                </a:lnTo>
                <a:close/>
                <a:moveTo>
                  <a:pt x="118162" y="1894"/>
                </a:moveTo>
                <a:lnTo>
                  <a:pt x="68679" y="1894"/>
                </a:lnTo>
                <a:lnTo>
                  <a:pt x="61514" y="54112"/>
                </a:lnTo>
                <a:lnTo>
                  <a:pt x="72464" y="54112"/>
                </a:lnTo>
                <a:cubicBezTo>
                  <a:pt x="78007" y="47482"/>
                  <a:pt x="82605" y="45182"/>
                  <a:pt x="90176" y="45182"/>
                </a:cubicBezTo>
                <a:cubicBezTo>
                  <a:pt x="103020" y="45182"/>
                  <a:pt x="110995" y="53976"/>
                  <a:pt x="110995" y="68181"/>
                </a:cubicBezTo>
                <a:cubicBezTo>
                  <a:pt x="110995" y="81982"/>
                  <a:pt x="103020" y="90370"/>
                  <a:pt x="90040" y="90370"/>
                </a:cubicBezTo>
                <a:cubicBezTo>
                  <a:pt x="79631" y="90370"/>
                  <a:pt x="73277" y="85093"/>
                  <a:pt x="70436" y="74269"/>
                </a:cubicBezTo>
                <a:lnTo>
                  <a:pt x="58539" y="74269"/>
                </a:lnTo>
                <a:cubicBezTo>
                  <a:pt x="60163" y="82116"/>
                  <a:pt x="61514" y="85904"/>
                  <a:pt x="64353" y="89423"/>
                </a:cubicBezTo>
                <a:cubicBezTo>
                  <a:pt x="69762" y="96724"/>
                  <a:pt x="79494" y="100914"/>
                  <a:pt x="90310" y="100914"/>
                </a:cubicBezTo>
                <a:cubicBezTo>
                  <a:pt x="109644" y="100914"/>
                  <a:pt x="123164" y="86853"/>
                  <a:pt x="123164" y="66558"/>
                </a:cubicBezTo>
                <a:cubicBezTo>
                  <a:pt x="123164" y="47618"/>
                  <a:pt x="110591" y="34636"/>
                  <a:pt x="92204" y="34636"/>
                </a:cubicBezTo>
                <a:cubicBezTo>
                  <a:pt x="85444" y="34636"/>
                  <a:pt x="80037" y="36394"/>
                  <a:pt x="74494" y="40452"/>
                </a:cubicBezTo>
                <a:lnTo>
                  <a:pt x="78279" y="13656"/>
                </a:lnTo>
                <a:lnTo>
                  <a:pt x="118162" y="13656"/>
                </a:lnTo>
                <a:lnTo>
                  <a:pt x="118162" y="1894"/>
                </a:lnTo>
                <a:close/>
                <a:moveTo>
                  <a:pt x="158584" y="45"/>
                </a:moveTo>
                <a:cubicBezTo>
                  <a:pt x="149662" y="45"/>
                  <a:pt x="141549" y="4103"/>
                  <a:pt x="136548" y="10727"/>
                </a:cubicBezTo>
                <a:cubicBezTo>
                  <a:pt x="130329" y="19381"/>
                  <a:pt x="127220" y="32361"/>
                  <a:pt x="127220" y="50482"/>
                </a:cubicBezTo>
                <a:cubicBezTo>
                  <a:pt x="127220" y="83474"/>
                  <a:pt x="138034" y="100914"/>
                  <a:pt x="158584" y="100914"/>
                </a:cubicBezTo>
                <a:cubicBezTo>
                  <a:pt x="178863" y="100914"/>
                  <a:pt x="189949" y="83474"/>
                  <a:pt x="189949" y="51292"/>
                </a:cubicBezTo>
                <a:cubicBezTo>
                  <a:pt x="189949" y="32361"/>
                  <a:pt x="186976" y="19651"/>
                  <a:pt x="180621" y="10727"/>
                </a:cubicBezTo>
                <a:cubicBezTo>
                  <a:pt x="175618" y="3967"/>
                  <a:pt x="167643" y="45"/>
                  <a:pt x="158584" y="45"/>
                </a:cubicBezTo>
                <a:moveTo>
                  <a:pt x="158584" y="10591"/>
                </a:moveTo>
                <a:cubicBezTo>
                  <a:pt x="171428" y="10591"/>
                  <a:pt x="177782" y="23709"/>
                  <a:pt x="177782" y="50211"/>
                </a:cubicBezTo>
                <a:cubicBezTo>
                  <a:pt x="177782" y="78065"/>
                  <a:pt x="171562" y="91045"/>
                  <a:pt x="158314" y="91045"/>
                </a:cubicBezTo>
                <a:cubicBezTo>
                  <a:pt x="145741" y="91045"/>
                  <a:pt x="139387" y="77524"/>
                  <a:pt x="139387" y="50616"/>
                </a:cubicBezTo>
                <a:cubicBezTo>
                  <a:pt x="139387" y="23709"/>
                  <a:pt x="145741" y="10591"/>
                  <a:pt x="158584" y="10591"/>
                </a:cubicBezTo>
                <a:close/>
                <a:moveTo>
                  <a:pt x="226182" y="45"/>
                </a:moveTo>
                <a:cubicBezTo>
                  <a:pt x="217260" y="45"/>
                  <a:pt x="209147" y="4103"/>
                  <a:pt x="204146" y="10727"/>
                </a:cubicBezTo>
                <a:cubicBezTo>
                  <a:pt x="197926" y="19381"/>
                  <a:pt x="194818" y="32361"/>
                  <a:pt x="194818" y="50482"/>
                </a:cubicBezTo>
                <a:cubicBezTo>
                  <a:pt x="194818" y="83474"/>
                  <a:pt x="205631" y="100914"/>
                  <a:pt x="226182" y="100914"/>
                </a:cubicBezTo>
                <a:cubicBezTo>
                  <a:pt x="246461" y="100914"/>
                  <a:pt x="257547" y="83474"/>
                  <a:pt x="257547" y="51292"/>
                </a:cubicBezTo>
                <a:cubicBezTo>
                  <a:pt x="257547" y="32361"/>
                  <a:pt x="254574" y="19651"/>
                  <a:pt x="248218" y="10727"/>
                </a:cubicBezTo>
                <a:cubicBezTo>
                  <a:pt x="243216" y="3967"/>
                  <a:pt x="235240" y="45"/>
                  <a:pt x="226182" y="45"/>
                </a:cubicBezTo>
                <a:moveTo>
                  <a:pt x="226182" y="10591"/>
                </a:moveTo>
                <a:cubicBezTo>
                  <a:pt x="239026" y="10591"/>
                  <a:pt x="245380" y="23709"/>
                  <a:pt x="245380" y="50211"/>
                </a:cubicBezTo>
                <a:cubicBezTo>
                  <a:pt x="245380" y="78065"/>
                  <a:pt x="239160" y="91045"/>
                  <a:pt x="225912" y="91045"/>
                </a:cubicBezTo>
                <a:cubicBezTo>
                  <a:pt x="213338" y="91045"/>
                  <a:pt x="206985" y="77524"/>
                  <a:pt x="206985" y="50616"/>
                </a:cubicBezTo>
                <a:cubicBezTo>
                  <a:pt x="206985" y="23709"/>
                  <a:pt x="213338" y="10591"/>
                  <a:pt x="226182" y="1059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0B4A0-8B8D-4D58-A0BB-BF5F6E59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03" y="1326625"/>
            <a:ext cx="61784" cy="10"/>
          </a:xfrm>
          <a:custGeom xmlns:a="http://schemas.openxmlformats.org/drawingml/2006/main">
            <a:pathLst>
              <a:path w="61784" h="1" fill="none">
                <a:moveTo>
                  <a:pt x="0" y="0"/>
                </a:moveTo>
                <a:lnTo>
                  <a:pt x="61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BA186-1116-43A5-B298-B80D4807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03" y="1003508"/>
            <a:ext cx="61784" cy="10"/>
          </a:xfrm>
          <a:custGeom xmlns:a="http://schemas.openxmlformats.org/drawingml/2006/main">
            <a:pathLst>
              <a:path w="61784" h="1" fill="none">
                <a:moveTo>
                  <a:pt x="0" y="0"/>
                </a:moveTo>
                <a:lnTo>
                  <a:pt x="61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BC03B-AC57-4E2D-81BF-D9DD72F6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03" y="680392"/>
            <a:ext cx="61784" cy="10"/>
          </a:xfrm>
          <a:custGeom xmlns:a="http://schemas.openxmlformats.org/drawingml/2006/main">
            <a:pathLst>
              <a:path w="61784" h="1" fill="none">
                <a:moveTo>
                  <a:pt x="0" y="0"/>
                </a:moveTo>
                <a:lnTo>
                  <a:pt x="61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5FA8B-98EF-4670-BC6B-E96490E9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03" y="357275"/>
            <a:ext cx="61784" cy="10"/>
          </a:xfrm>
          <a:custGeom xmlns:a="http://schemas.openxmlformats.org/drawingml/2006/main">
            <a:pathLst>
              <a:path w="61784" h="1" fill="none">
                <a:moveTo>
                  <a:pt x="0" y="0"/>
                </a:moveTo>
                <a:lnTo>
                  <a:pt x="61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75F57-08AB-4586-9AA4-31BA1342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95" y="1380230"/>
            <a:ext cx="10" cy="61784"/>
          </a:xfrm>
          <a:custGeom xmlns:a="http://schemas.openxmlformats.org/drawingml/2006/main">
            <a:pathLst>
              <a:path w="1" h="61784" fill="none">
                <a:moveTo>
                  <a:pt x="0" y="61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5569B-2AFF-4CE5-8B17-EDDA03D0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51" y="1380230"/>
            <a:ext cx="10" cy="61784"/>
          </a:xfrm>
          <a:custGeom xmlns:a="http://schemas.openxmlformats.org/drawingml/2006/main">
            <a:pathLst>
              <a:path w="1" h="61784" fill="none">
                <a:moveTo>
                  <a:pt x="0" y="61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CA77B-4B58-4D06-9AF1-D0F384AA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574" y="1380230"/>
            <a:ext cx="10" cy="61784"/>
          </a:xfrm>
          <a:custGeom xmlns:a="http://schemas.openxmlformats.org/drawingml/2006/main">
            <a:pathLst>
              <a:path w="1" h="61784" fill="none">
                <a:moveTo>
                  <a:pt x="0" y="61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950D0-E685-4985-B350-99C7EA4E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208" y="1380230"/>
            <a:ext cx="10" cy="61784"/>
          </a:xfrm>
          <a:custGeom xmlns:a="http://schemas.openxmlformats.org/drawingml/2006/main">
            <a:pathLst>
              <a:path w="1" h="61784" fill="none">
                <a:moveTo>
                  <a:pt x="0" y="61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379A51-B249-4340-B24C-701C78E0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931" y="1380230"/>
            <a:ext cx="10" cy="61784"/>
          </a:xfrm>
          <a:custGeom xmlns:a="http://schemas.openxmlformats.org/drawingml/2006/main">
            <a:pathLst>
              <a:path w="1" h="61784" fill="none">
                <a:moveTo>
                  <a:pt x="0" y="61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4D3AC-7B09-44A7-B410-9FFE8F14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564" y="1380230"/>
            <a:ext cx="10" cy="61784"/>
          </a:xfrm>
          <a:custGeom xmlns:a="http://schemas.openxmlformats.org/drawingml/2006/main">
            <a:pathLst>
              <a:path w="1" h="61784" fill="none">
                <a:moveTo>
                  <a:pt x="0" y="61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33" name="Text 0.0">
            <a:extLst xmlns:a="http://schemas.openxmlformats.org/drawingml/2006/main">
              <a:ext uri="{FF2B5EF4-FFF2-40B4-BE49-F238E27FC236}">
                <a16:creationId xmlns:a16="http://schemas.microsoft.com/office/drawing/2014/main" id="{CD41C104-3E5D-4E5E-B71A-99883C9D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88" y="1492246"/>
            <a:ext cx="175347" cy="100868"/>
          </a:xfrm>
          <a:custGeom xmlns:a="http://schemas.openxmlformats.org/drawingml/2006/main">
            <a:pathLst>
              <a:path w="175347" h="100868">
                <a:moveTo>
                  <a:pt x="31365" y="0"/>
                </a:moveTo>
                <a:cubicBezTo>
                  <a:pt x="22442" y="0"/>
                  <a:pt x="14329" y="4058"/>
                  <a:pt x="9329" y="10682"/>
                </a:cubicBezTo>
                <a:cubicBezTo>
                  <a:pt x="3109" y="19336"/>
                  <a:pt x="0" y="32316"/>
                  <a:pt x="0" y="50436"/>
                </a:cubicBezTo>
                <a:cubicBezTo>
                  <a:pt x="0" y="83428"/>
                  <a:pt x="10814" y="100868"/>
                  <a:pt x="31365" y="100868"/>
                </a:cubicBezTo>
                <a:cubicBezTo>
                  <a:pt x="51643" y="100868"/>
                  <a:pt x="62729" y="83428"/>
                  <a:pt x="62729" y="51247"/>
                </a:cubicBezTo>
                <a:cubicBezTo>
                  <a:pt x="62729" y="32316"/>
                  <a:pt x="59756" y="19606"/>
                  <a:pt x="53401" y="10682"/>
                </a:cubicBezTo>
                <a:cubicBezTo>
                  <a:pt x="48398" y="3922"/>
                  <a:pt x="40423" y="0"/>
                  <a:pt x="31365" y="0"/>
                </a:cubicBezTo>
                <a:moveTo>
                  <a:pt x="31365" y="10546"/>
                </a:moveTo>
                <a:cubicBezTo>
                  <a:pt x="44208" y="10546"/>
                  <a:pt x="50562" y="23664"/>
                  <a:pt x="50562" y="50166"/>
                </a:cubicBezTo>
                <a:cubicBezTo>
                  <a:pt x="50562" y="78019"/>
                  <a:pt x="44342" y="90999"/>
                  <a:pt x="31094" y="90999"/>
                </a:cubicBezTo>
                <a:cubicBezTo>
                  <a:pt x="18521" y="90999"/>
                  <a:pt x="12167" y="77479"/>
                  <a:pt x="12167" y="50570"/>
                </a:cubicBezTo>
                <a:cubicBezTo>
                  <a:pt x="12167" y="23664"/>
                  <a:pt x="18521" y="10546"/>
                  <a:pt x="31365" y="10546"/>
                </a:cubicBezTo>
                <a:close/>
                <a:moveTo>
                  <a:pt x="87606" y="83641"/>
                </a:moveTo>
                <a:lnTo>
                  <a:pt x="73545" y="83641"/>
                </a:lnTo>
                <a:lnTo>
                  <a:pt x="73545" y="97700"/>
                </a:lnTo>
                <a:lnTo>
                  <a:pt x="87606" y="97700"/>
                </a:lnTo>
                <a:lnTo>
                  <a:pt x="87606" y="83641"/>
                </a:lnTo>
                <a:close/>
                <a:moveTo>
                  <a:pt x="143982" y="0"/>
                </a:moveTo>
                <a:cubicBezTo>
                  <a:pt x="135060" y="0"/>
                  <a:pt x="126947" y="4058"/>
                  <a:pt x="121946" y="10682"/>
                </a:cubicBezTo>
                <a:cubicBezTo>
                  <a:pt x="115726" y="19336"/>
                  <a:pt x="112618" y="32316"/>
                  <a:pt x="112618" y="50436"/>
                </a:cubicBezTo>
                <a:cubicBezTo>
                  <a:pt x="112618" y="83428"/>
                  <a:pt x="123431" y="100868"/>
                  <a:pt x="143982" y="100868"/>
                </a:cubicBezTo>
                <a:cubicBezTo>
                  <a:pt x="164261" y="100868"/>
                  <a:pt x="175347" y="83428"/>
                  <a:pt x="175347" y="51247"/>
                </a:cubicBezTo>
                <a:cubicBezTo>
                  <a:pt x="175347" y="32316"/>
                  <a:pt x="172374" y="19606"/>
                  <a:pt x="166018" y="10682"/>
                </a:cubicBezTo>
                <a:cubicBezTo>
                  <a:pt x="161016" y="3922"/>
                  <a:pt x="153040" y="0"/>
                  <a:pt x="143982" y="0"/>
                </a:cubicBezTo>
                <a:moveTo>
                  <a:pt x="143982" y="10546"/>
                </a:moveTo>
                <a:cubicBezTo>
                  <a:pt x="156826" y="10546"/>
                  <a:pt x="163180" y="23664"/>
                  <a:pt x="163180" y="50166"/>
                </a:cubicBezTo>
                <a:cubicBezTo>
                  <a:pt x="163180" y="78019"/>
                  <a:pt x="156960" y="90999"/>
                  <a:pt x="143712" y="90999"/>
                </a:cubicBezTo>
                <a:cubicBezTo>
                  <a:pt x="131138" y="90999"/>
                  <a:pt x="124785" y="77479"/>
                  <a:pt x="124785" y="50570"/>
                </a:cubicBezTo>
                <a:cubicBezTo>
                  <a:pt x="124785" y="23664"/>
                  <a:pt x="131138" y="10546"/>
                  <a:pt x="143982" y="1054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0.2">
            <a:extLst xmlns:a="http://schemas.openxmlformats.org/drawingml/2006/main">
              <a:ext uri="{FF2B5EF4-FFF2-40B4-BE49-F238E27FC236}">
                <a16:creationId xmlns:a16="http://schemas.microsoft.com/office/drawing/2014/main" id="{32A8A008-F8EF-447F-9781-97F2B613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566" y="1492246"/>
            <a:ext cx="175887" cy="100868"/>
          </a:xfrm>
          <a:custGeom xmlns:a="http://schemas.openxmlformats.org/drawingml/2006/main">
            <a:pathLst>
              <a:path w="175887" h="100868">
                <a:moveTo>
                  <a:pt x="31365" y="0"/>
                </a:moveTo>
                <a:cubicBezTo>
                  <a:pt x="22442" y="0"/>
                  <a:pt x="14329" y="4058"/>
                  <a:pt x="9329" y="10682"/>
                </a:cubicBezTo>
                <a:cubicBezTo>
                  <a:pt x="3109" y="19336"/>
                  <a:pt x="0" y="32316"/>
                  <a:pt x="0" y="50436"/>
                </a:cubicBezTo>
                <a:cubicBezTo>
                  <a:pt x="0" y="83428"/>
                  <a:pt x="10814" y="100868"/>
                  <a:pt x="31365" y="100868"/>
                </a:cubicBezTo>
                <a:cubicBezTo>
                  <a:pt x="51643" y="100868"/>
                  <a:pt x="62729" y="83428"/>
                  <a:pt x="62729" y="51247"/>
                </a:cubicBezTo>
                <a:cubicBezTo>
                  <a:pt x="62729" y="32316"/>
                  <a:pt x="59756" y="19606"/>
                  <a:pt x="53401" y="10682"/>
                </a:cubicBezTo>
                <a:cubicBezTo>
                  <a:pt x="48398" y="3922"/>
                  <a:pt x="40423" y="0"/>
                  <a:pt x="31365" y="0"/>
                </a:cubicBezTo>
                <a:moveTo>
                  <a:pt x="31365" y="10546"/>
                </a:moveTo>
                <a:cubicBezTo>
                  <a:pt x="44208" y="10546"/>
                  <a:pt x="50562" y="23664"/>
                  <a:pt x="50562" y="50166"/>
                </a:cubicBezTo>
                <a:cubicBezTo>
                  <a:pt x="50562" y="78019"/>
                  <a:pt x="44342" y="90999"/>
                  <a:pt x="31094" y="90999"/>
                </a:cubicBezTo>
                <a:cubicBezTo>
                  <a:pt x="18521" y="90999"/>
                  <a:pt x="12167" y="77479"/>
                  <a:pt x="12167" y="50570"/>
                </a:cubicBezTo>
                <a:cubicBezTo>
                  <a:pt x="12167" y="23664"/>
                  <a:pt x="18521" y="10546"/>
                  <a:pt x="31365" y="10546"/>
                </a:cubicBezTo>
                <a:close/>
                <a:moveTo>
                  <a:pt x="87606" y="83641"/>
                </a:moveTo>
                <a:lnTo>
                  <a:pt x="73545" y="83641"/>
                </a:lnTo>
                <a:lnTo>
                  <a:pt x="73545" y="97700"/>
                </a:lnTo>
                <a:lnTo>
                  <a:pt x="87606" y="97700"/>
                </a:lnTo>
                <a:lnTo>
                  <a:pt x="87606" y="83641"/>
                </a:lnTo>
                <a:close/>
                <a:moveTo>
                  <a:pt x="175213" y="85941"/>
                </a:moveTo>
                <a:lnTo>
                  <a:pt x="124785" y="85941"/>
                </a:lnTo>
                <a:cubicBezTo>
                  <a:pt x="126002" y="77836"/>
                  <a:pt x="130328" y="72701"/>
                  <a:pt x="142088" y="65539"/>
                </a:cubicBezTo>
                <a:lnTo>
                  <a:pt x="155609" y="57972"/>
                </a:lnTo>
                <a:cubicBezTo>
                  <a:pt x="168993" y="50541"/>
                  <a:pt x="175887" y="40542"/>
                  <a:pt x="175887" y="28518"/>
                </a:cubicBezTo>
                <a:cubicBezTo>
                  <a:pt x="175887" y="20410"/>
                  <a:pt x="172644" y="12844"/>
                  <a:pt x="166965" y="7573"/>
                </a:cubicBezTo>
                <a:cubicBezTo>
                  <a:pt x="161288" y="2434"/>
                  <a:pt x="154258" y="0"/>
                  <a:pt x="145199" y="0"/>
                </a:cubicBezTo>
                <a:cubicBezTo>
                  <a:pt x="133032" y="0"/>
                  <a:pt x="123974" y="4328"/>
                  <a:pt x="118701" y="12708"/>
                </a:cubicBezTo>
                <a:cubicBezTo>
                  <a:pt x="115320" y="17842"/>
                  <a:pt x="113833" y="23924"/>
                  <a:pt x="113562" y="33786"/>
                </a:cubicBezTo>
                <a:lnTo>
                  <a:pt x="125459" y="33786"/>
                </a:lnTo>
                <a:cubicBezTo>
                  <a:pt x="125866" y="27167"/>
                  <a:pt x="126676" y="23247"/>
                  <a:pt x="128300" y="20004"/>
                </a:cubicBezTo>
                <a:cubicBezTo>
                  <a:pt x="131409" y="14059"/>
                  <a:pt x="137628" y="10412"/>
                  <a:pt x="144793" y="10412"/>
                </a:cubicBezTo>
                <a:cubicBezTo>
                  <a:pt x="155609" y="10412"/>
                  <a:pt x="163720" y="18249"/>
                  <a:pt x="163720" y="28788"/>
                </a:cubicBezTo>
                <a:cubicBezTo>
                  <a:pt x="163720" y="36625"/>
                  <a:pt x="159260" y="43381"/>
                  <a:pt x="150742" y="48243"/>
                </a:cubicBezTo>
                <a:lnTo>
                  <a:pt x="138303" y="55540"/>
                </a:lnTo>
                <a:cubicBezTo>
                  <a:pt x="118295" y="67026"/>
                  <a:pt x="112482" y="76214"/>
                  <a:pt x="111401" y="97568"/>
                </a:cubicBezTo>
                <a:lnTo>
                  <a:pt x="175213" y="97568"/>
                </a:lnTo>
                <a:lnTo>
                  <a:pt x="175213" y="85941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0.4">
            <a:extLst xmlns:a="http://schemas.openxmlformats.org/drawingml/2006/main">
              <a:ext uri="{FF2B5EF4-FFF2-40B4-BE49-F238E27FC236}">
                <a16:creationId xmlns:a16="http://schemas.microsoft.com/office/drawing/2014/main" id="{F1994AFD-7890-428F-B2D0-67DAD621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244" y="1492213"/>
            <a:ext cx="177104" cy="100901"/>
          </a:xfrm>
          <a:custGeom xmlns:a="http://schemas.openxmlformats.org/drawingml/2006/main">
            <a:pathLst>
              <a:path w="177104" h="100901">
                <a:moveTo>
                  <a:pt x="31365" y="33"/>
                </a:moveTo>
                <a:cubicBezTo>
                  <a:pt x="22442" y="33"/>
                  <a:pt x="14329" y="4091"/>
                  <a:pt x="9329" y="10715"/>
                </a:cubicBezTo>
                <a:cubicBezTo>
                  <a:pt x="3109" y="19369"/>
                  <a:pt x="0" y="32349"/>
                  <a:pt x="0" y="50469"/>
                </a:cubicBezTo>
                <a:cubicBezTo>
                  <a:pt x="0" y="83461"/>
                  <a:pt x="10814" y="100901"/>
                  <a:pt x="31365" y="100901"/>
                </a:cubicBezTo>
                <a:cubicBezTo>
                  <a:pt x="51643" y="100901"/>
                  <a:pt x="62729" y="83461"/>
                  <a:pt x="62729" y="51280"/>
                </a:cubicBezTo>
                <a:cubicBezTo>
                  <a:pt x="62729" y="32349"/>
                  <a:pt x="59756" y="19639"/>
                  <a:pt x="53401" y="10715"/>
                </a:cubicBezTo>
                <a:cubicBezTo>
                  <a:pt x="48398" y="3955"/>
                  <a:pt x="40423" y="33"/>
                  <a:pt x="31365" y="33"/>
                </a:cubicBezTo>
                <a:moveTo>
                  <a:pt x="31365" y="10579"/>
                </a:moveTo>
                <a:cubicBezTo>
                  <a:pt x="44208" y="10579"/>
                  <a:pt x="50562" y="23697"/>
                  <a:pt x="50562" y="50199"/>
                </a:cubicBezTo>
                <a:cubicBezTo>
                  <a:pt x="50562" y="78052"/>
                  <a:pt x="44342" y="91032"/>
                  <a:pt x="31094" y="91032"/>
                </a:cubicBezTo>
                <a:cubicBezTo>
                  <a:pt x="18521" y="91032"/>
                  <a:pt x="12167" y="77512"/>
                  <a:pt x="12167" y="50603"/>
                </a:cubicBezTo>
                <a:cubicBezTo>
                  <a:pt x="12167" y="23697"/>
                  <a:pt x="18521" y="10579"/>
                  <a:pt x="31365" y="10579"/>
                </a:cubicBezTo>
                <a:close/>
                <a:moveTo>
                  <a:pt x="87606" y="83674"/>
                </a:moveTo>
                <a:lnTo>
                  <a:pt x="73545" y="83674"/>
                </a:lnTo>
                <a:lnTo>
                  <a:pt x="73545" y="97733"/>
                </a:lnTo>
                <a:lnTo>
                  <a:pt x="87606" y="97733"/>
                </a:lnTo>
                <a:lnTo>
                  <a:pt x="87606" y="83674"/>
                </a:lnTo>
                <a:close/>
                <a:moveTo>
                  <a:pt x="151013" y="74088"/>
                </a:moveTo>
                <a:lnTo>
                  <a:pt x="151013" y="97733"/>
                </a:lnTo>
                <a:lnTo>
                  <a:pt x="162909" y="97733"/>
                </a:lnTo>
                <a:lnTo>
                  <a:pt x="162909" y="74088"/>
                </a:lnTo>
                <a:lnTo>
                  <a:pt x="177104" y="74088"/>
                </a:lnTo>
                <a:lnTo>
                  <a:pt x="177104" y="63406"/>
                </a:lnTo>
                <a:lnTo>
                  <a:pt x="162909" y="63406"/>
                </a:lnTo>
                <a:lnTo>
                  <a:pt x="162909" y="0"/>
                </a:lnTo>
                <a:lnTo>
                  <a:pt x="154121" y="0"/>
                </a:lnTo>
                <a:lnTo>
                  <a:pt x="110590" y="61514"/>
                </a:lnTo>
                <a:lnTo>
                  <a:pt x="110590" y="74088"/>
                </a:lnTo>
                <a:lnTo>
                  <a:pt x="151013" y="74088"/>
                </a:lnTo>
                <a:moveTo>
                  <a:pt x="151013" y="63406"/>
                </a:moveTo>
                <a:lnTo>
                  <a:pt x="120999" y="63406"/>
                </a:lnTo>
                <a:lnTo>
                  <a:pt x="151013" y="20278"/>
                </a:lnTo>
                <a:lnTo>
                  <a:pt x="151013" y="63406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0.6">
            <a:extLst xmlns:a="http://schemas.openxmlformats.org/drawingml/2006/main">
              <a:ext uri="{FF2B5EF4-FFF2-40B4-BE49-F238E27FC236}">
                <a16:creationId xmlns:a16="http://schemas.microsoft.com/office/drawing/2014/main" id="{A33995DA-19E1-4EAB-91FC-90AA681B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923" y="1492246"/>
            <a:ext cx="176160" cy="100868"/>
          </a:xfrm>
          <a:custGeom xmlns:a="http://schemas.openxmlformats.org/drawingml/2006/main">
            <a:pathLst>
              <a:path w="176160" h="100868">
                <a:moveTo>
                  <a:pt x="31365" y="0"/>
                </a:moveTo>
                <a:cubicBezTo>
                  <a:pt x="22442" y="0"/>
                  <a:pt x="14329" y="4058"/>
                  <a:pt x="9329" y="10682"/>
                </a:cubicBezTo>
                <a:cubicBezTo>
                  <a:pt x="3109" y="19336"/>
                  <a:pt x="0" y="32316"/>
                  <a:pt x="0" y="50436"/>
                </a:cubicBezTo>
                <a:cubicBezTo>
                  <a:pt x="0" y="83428"/>
                  <a:pt x="10814" y="100868"/>
                  <a:pt x="31365" y="100868"/>
                </a:cubicBezTo>
                <a:cubicBezTo>
                  <a:pt x="51643" y="100868"/>
                  <a:pt x="62729" y="83428"/>
                  <a:pt x="62729" y="51247"/>
                </a:cubicBezTo>
                <a:cubicBezTo>
                  <a:pt x="62729" y="32316"/>
                  <a:pt x="59756" y="19606"/>
                  <a:pt x="53401" y="10682"/>
                </a:cubicBezTo>
                <a:cubicBezTo>
                  <a:pt x="48398" y="3922"/>
                  <a:pt x="40423" y="0"/>
                  <a:pt x="31365" y="0"/>
                </a:cubicBezTo>
                <a:moveTo>
                  <a:pt x="31365" y="10546"/>
                </a:moveTo>
                <a:cubicBezTo>
                  <a:pt x="44208" y="10546"/>
                  <a:pt x="50562" y="23664"/>
                  <a:pt x="50562" y="50166"/>
                </a:cubicBezTo>
                <a:cubicBezTo>
                  <a:pt x="50562" y="78019"/>
                  <a:pt x="44342" y="90999"/>
                  <a:pt x="31094" y="90999"/>
                </a:cubicBezTo>
                <a:cubicBezTo>
                  <a:pt x="18521" y="90999"/>
                  <a:pt x="12167" y="77479"/>
                  <a:pt x="12167" y="50570"/>
                </a:cubicBezTo>
                <a:cubicBezTo>
                  <a:pt x="12167" y="23664"/>
                  <a:pt x="18521" y="10546"/>
                  <a:pt x="31365" y="10546"/>
                </a:cubicBezTo>
                <a:close/>
                <a:moveTo>
                  <a:pt x="87606" y="83641"/>
                </a:moveTo>
                <a:lnTo>
                  <a:pt x="73545" y="83641"/>
                </a:lnTo>
                <a:lnTo>
                  <a:pt x="73545" y="97700"/>
                </a:lnTo>
                <a:lnTo>
                  <a:pt x="87606" y="97700"/>
                </a:lnTo>
                <a:lnTo>
                  <a:pt x="87606" y="83641"/>
                </a:lnTo>
                <a:close/>
                <a:moveTo>
                  <a:pt x="174130" y="25444"/>
                </a:moveTo>
                <a:cubicBezTo>
                  <a:pt x="171832" y="9465"/>
                  <a:pt x="161558" y="0"/>
                  <a:pt x="146957" y="0"/>
                </a:cubicBezTo>
                <a:cubicBezTo>
                  <a:pt x="136411" y="0"/>
                  <a:pt x="126947" y="5139"/>
                  <a:pt x="121270" y="13933"/>
                </a:cubicBezTo>
                <a:cubicBezTo>
                  <a:pt x="115186" y="23548"/>
                  <a:pt x="112618" y="35466"/>
                  <a:pt x="112618" y="53176"/>
                </a:cubicBezTo>
                <a:cubicBezTo>
                  <a:pt x="112618" y="69656"/>
                  <a:pt x="114916" y="80058"/>
                  <a:pt x="120729" y="88703"/>
                </a:cubicBezTo>
                <a:cubicBezTo>
                  <a:pt x="125866" y="96679"/>
                  <a:pt x="134247" y="100868"/>
                  <a:pt x="144793" y="100868"/>
                </a:cubicBezTo>
                <a:cubicBezTo>
                  <a:pt x="163046" y="100868"/>
                  <a:pt x="176160" y="87218"/>
                  <a:pt x="176160" y="68169"/>
                </a:cubicBezTo>
                <a:cubicBezTo>
                  <a:pt x="176160" y="50203"/>
                  <a:pt x="163991" y="37496"/>
                  <a:pt x="146821" y="37496"/>
                </a:cubicBezTo>
                <a:cubicBezTo>
                  <a:pt x="137358" y="37496"/>
                  <a:pt x="129922" y="41011"/>
                  <a:pt x="124785" y="48177"/>
                </a:cubicBezTo>
                <a:cubicBezTo>
                  <a:pt x="124919" y="23955"/>
                  <a:pt x="132490" y="10546"/>
                  <a:pt x="146146" y="10546"/>
                </a:cubicBezTo>
                <a:cubicBezTo>
                  <a:pt x="154528" y="10546"/>
                  <a:pt x="160341" y="15963"/>
                  <a:pt x="162233" y="25444"/>
                </a:cubicBezTo>
                <a:lnTo>
                  <a:pt x="174130" y="25444"/>
                </a:lnTo>
                <a:moveTo>
                  <a:pt x="145334" y="48041"/>
                </a:moveTo>
                <a:cubicBezTo>
                  <a:pt x="156826" y="48041"/>
                  <a:pt x="163991" y="56146"/>
                  <a:pt x="163991" y="69116"/>
                </a:cubicBezTo>
                <a:cubicBezTo>
                  <a:pt x="163991" y="81409"/>
                  <a:pt x="155879" y="90325"/>
                  <a:pt x="144929" y="90325"/>
                </a:cubicBezTo>
                <a:cubicBezTo>
                  <a:pt x="133843" y="90325"/>
                  <a:pt x="125459" y="81002"/>
                  <a:pt x="125459" y="68575"/>
                </a:cubicBezTo>
                <a:cubicBezTo>
                  <a:pt x="125459" y="56417"/>
                  <a:pt x="133573" y="48041"/>
                  <a:pt x="145334" y="4804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0.8">
            <a:extLst xmlns:a="http://schemas.openxmlformats.org/drawingml/2006/main">
              <a:ext uri="{FF2B5EF4-FFF2-40B4-BE49-F238E27FC236}">
                <a16:creationId xmlns:a16="http://schemas.microsoft.com/office/drawing/2014/main" id="{D2285E8D-7219-43A2-9D7B-670C3320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601" y="1492246"/>
            <a:ext cx="176160" cy="100868"/>
          </a:xfrm>
          <a:custGeom xmlns:a="http://schemas.openxmlformats.org/drawingml/2006/main">
            <a:pathLst>
              <a:path w="176160" h="100868">
                <a:moveTo>
                  <a:pt x="31365" y="0"/>
                </a:moveTo>
                <a:cubicBezTo>
                  <a:pt x="22442" y="0"/>
                  <a:pt x="14329" y="4058"/>
                  <a:pt x="9329" y="10682"/>
                </a:cubicBezTo>
                <a:cubicBezTo>
                  <a:pt x="3109" y="19336"/>
                  <a:pt x="0" y="32316"/>
                  <a:pt x="0" y="50436"/>
                </a:cubicBezTo>
                <a:cubicBezTo>
                  <a:pt x="0" y="83428"/>
                  <a:pt x="10814" y="100868"/>
                  <a:pt x="31365" y="100868"/>
                </a:cubicBezTo>
                <a:cubicBezTo>
                  <a:pt x="51643" y="100868"/>
                  <a:pt x="62729" y="83428"/>
                  <a:pt x="62729" y="51247"/>
                </a:cubicBezTo>
                <a:cubicBezTo>
                  <a:pt x="62729" y="32316"/>
                  <a:pt x="59756" y="19606"/>
                  <a:pt x="53401" y="10682"/>
                </a:cubicBezTo>
                <a:cubicBezTo>
                  <a:pt x="48398" y="3922"/>
                  <a:pt x="40423" y="0"/>
                  <a:pt x="31365" y="0"/>
                </a:cubicBezTo>
                <a:moveTo>
                  <a:pt x="31365" y="10546"/>
                </a:moveTo>
                <a:cubicBezTo>
                  <a:pt x="44208" y="10546"/>
                  <a:pt x="50562" y="23664"/>
                  <a:pt x="50562" y="50166"/>
                </a:cubicBezTo>
                <a:cubicBezTo>
                  <a:pt x="50562" y="78019"/>
                  <a:pt x="44342" y="90999"/>
                  <a:pt x="31094" y="90999"/>
                </a:cubicBezTo>
                <a:cubicBezTo>
                  <a:pt x="18521" y="90999"/>
                  <a:pt x="12167" y="77479"/>
                  <a:pt x="12167" y="50570"/>
                </a:cubicBezTo>
                <a:cubicBezTo>
                  <a:pt x="12167" y="23664"/>
                  <a:pt x="18521" y="10546"/>
                  <a:pt x="31365" y="10546"/>
                </a:cubicBezTo>
                <a:close/>
                <a:moveTo>
                  <a:pt x="87606" y="83641"/>
                </a:moveTo>
                <a:lnTo>
                  <a:pt x="73545" y="83641"/>
                </a:lnTo>
                <a:lnTo>
                  <a:pt x="73545" y="97700"/>
                </a:lnTo>
                <a:lnTo>
                  <a:pt x="87606" y="97700"/>
                </a:lnTo>
                <a:lnTo>
                  <a:pt x="87606" y="83641"/>
                </a:lnTo>
                <a:close/>
                <a:moveTo>
                  <a:pt x="159665" y="46215"/>
                </a:moveTo>
                <a:cubicBezTo>
                  <a:pt x="169670" y="40132"/>
                  <a:pt x="172779" y="35270"/>
                  <a:pt x="172779" y="26084"/>
                </a:cubicBezTo>
                <a:cubicBezTo>
                  <a:pt x="172779" y="10682"/>
                  <a:pt x="161016" y="0"/>
                  <a:pt x="143982" y="0"/>
                </a:cubicBezTo>
                <a:cubicBezTo>
                  <a:pt x="127083" y="0"/>
                  <a:pt x="115186" y="10682"/>
                  <a:pt x="115186" y="25947"/>
                </a:cubicBezTo>
                <a:cubicBezTo>
                  <a:pt x="115186" y="35270"/>
                  <a:pt x="118295" y="39998"/>
                  <a:pt x="128164" y="46215"/>
                </a:cubicBezTo>
                <a:cubicBezTo>
                  <a:pt x="117214" y="51759"/>
                  <a:pt x="111805" y="59742"/>
                  <a:pt x="111805" y="70568"/>
                </a:cubicBezTo>
                <a:cubicBezTo>
                  <a:pt x="111805" y="88429"/>
                  <a:pt x="124919" y="100868"/>
                  <a:pt x="143982" y="100868"/>
                </a:cubicBezTo>
                <a:cubicBezTo>
                  <a:pt x="162910" y="100868"/>
                  <a:pt x="176160" y="88429"/>
                  <a:pt x="176160" y="70568"/>
                </a:cubicBezTo>
                <a:cubicBezTo>
                  <a:pt x="176160" y="59742"/>
                  <a:pt x="170751" y="51759"/>
                  <a:pt x="159665" y="46215"/>
                </a:cubicBezTo>
                <a:moveTo>
                  <a:pt x="143982" y="10546"/>
                </a:moveTo>
                <a:cubicBezTo>
                  <a:pt x="154122" y="10546"/>
                  <a:pt x="160612" y="16625"/>
                  <a:pt x="160612" y="26354"/>
                </a:cubicBezTo>
                <a:cubicBezTo>
                  <a:pt x="160612" y="35540"/>
                  <a:pt x="153987" y="41619"/>
                  <a:pt x="143982" y="41619"/>
                </a:cubicBezTo>
                <a:cubicBezTo>
                  <a:pt x="133843" y="41619"/>
                  <a:pt x="127353" y="35540"/>
                  <a:pt x="127353" y="26084"/>
                </a:cubicBezTo>
                <a:cubicBezTo>
                  <a:pt x="127353" y="16625"/>
                  <a:pt x="133843" y="10546"/>
                  <a:pt x="143982" y="10546"/>
                </a:cubicBezTo>
                <a:moveTo>
                  <a:pt x="143982" y="51622"/>
                </a:moveTo>
                <a:cubicBezTo>
                  <a:pt x="155879" y="51622"/>
                  <a:pt x="163991" y="59472"/>
                  <a:pt x="163991" y="70838"/>
                </a:cubicBezTo>
                <a:cubicBezTo>
                  <a:pt x="163991" y="82611"/>
                  <a:pt x="156015" y="90325"/>
                  <a:pt x="143712" y="90325"/>
                </a:cubicBezTo>
                <a:cubicBezTo>
                  <a:pt x="132086" y="90325"/>
                  <a:pt x="123974" y="82341"/>
                  <a:pt x="123974" y="70975"/>
                </a:cubicBezTo>
                <a:cubicBezTo>
                  <a:pt x="123974" y="59336"/>
                  <a:pt x="131949" y="51622"/>
                  <a:pt x="143982" y="51622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1.0">
            <a:extLst xmlns:a="http://schemas.openxmlformats.org/drawingml/2006/main">
              <a:ext uri="{FF2B5EF4-FFF2-40B4-BE49-F238E27FC236}">
                <a16:creationId xmlns:a16="http://schemas.microsoft.com/office/drawing/2014/main" id="{B1CABC5B-27CB-43CC-8815-A601D3B0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255" y="1492201"/>
            <a:ext cx="167372" cy="100914"/>
          </a:xfrm>
          <a:custGeom xmlns:a="http://schemas.openxmlformats.org/drawingml/2006/main">
            <a:pathLst>
              <a:path w="167372" h="100914">
                <a:moveTo>
                  <a:pt x="21225" y="28120"/>
                </a:moveTo>
                <a:lnTo>
                  <a:pt x="21225" y="97745"/>
                </a:lnTo>
                <a:lnTo>
                  <a:pt x="33124" y="97745"/>
                </a:lnTo>
                <a:lnTo>
                  <a:pt x="33124" y="0"/>
                </a:lnTo>
                <a:lnTo>
                  <a:pt x="25281" y="0"/>
                </a:lnTo>
                <a:cubicBezTo>
                  <a:pt x="21091" y="15006"/>
                  <a:pt x="18387" y="17033"/>
                  <a:pt x="0" y="19468"/>
                </a:cubicBezTo>
                <a:lnTo>
                  <a:pt x="0" y="28120"/>
                </a:lnTo>
                <a:lnTo>
                  <a:pt x="21225" y="28120"/>
                </a:lnTo>
                <a:close/>
                <a:moveTo>
                  <a:pt x="79631" y="83686"/>
                </a:moveTo>
                <a:lnTo>
                  <a:pt x="65570" y="83686"/>
                </a:lnTo>
                <a:lnTo>
                  <a:pt x="65570" y="97745"/>
                </a:lnTo>
                <a:lnTo>
                  <a:pt x="79631" y="97745"/>
                </a:lnTo>
                <a:lnTo>
                  <a:pt x="79631" y="83686"/>
                </a:lnTo>
                <a:close/>
                <a:moveTo>
                  <a:pt x="136007" y="45"/>
                </a:moveTo>
                <a:cubicBezTo>
                  <a:pt x="127085" y="45"/>
                  <a:pt x="118972" y="4103"/>
                  <a:pt x="113971" y="10727"/>
                </a:cubicBezTo>
                <a:cubicBezTo>
                  <a:pt x="107751" y="19381"/>
                  <a:pt x="104643" y="32361"/>
                  <a:pt x="104643" y="50482"/>
                </a:cubicBezTo>
                <a:cubicBezTo>
                  <a:pt x="104643" y="83474"/>
                  <a:pt x="115456" y="100914"/>
                  <a:pt x="136007" y="100914"/>
                </a:cubicBezTo>
                <a:cubicBezTo>
                  <a:pt x="156286" y="100914"/>
                  <a:pt x="167372" y="83474"/>
                  <a:pt x="167372" y="51292"/>
                </a:cubicBezTo>
                <a:cubicBezTo>
                  <a:pt x="167372" y="32361"/>
                  <a:pt x="164399" y="19651"/>
                  <a:pt x="158043" y="10727"/>
                </a:cubicBezTo>
                <a:cubicBezTo>
                  <a:pt x="153041" y="3967"/>
                  <a:pt x="145065" y="45"/>
                  <a:pt x="136007" y="45"/>
                </a:cubicBezTo>
                <a:moveTo>
                  <a:pt x="136007" y="10591"/>
                </a:moveTo>
                <a:cubicBezTo>
                  <a:pt x="148851" y="10591"/>
                  <a:pt x="155205" y="23709"/>
                  <a:pt x="155205" y="50211"/>
                </a:cubicBezTo>
                <a:cubicBezTo>
                  <a:pt x="155205" y="78065"/>
                  <a:pt x="148985" y="91045"/>
                  <a:pt x="135737" y="91045"/>
                </a:cubicBezTo>
                <a:cubicBezTo>
                  <a:pt x="123163" y="91045"/>
                  <a:pt x="116810" y="77524"/>
                  <a:pt x="116810" y="50616"/>
                </a:cubicBezTo>
                <a:cubicBezTo>
                  <a:pt x="116810" y="23709"/>
                  <a:pt x="123163" y="10591"/>
                  <a:pt x="136007" y="1059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#ofTestCases(inmillion)">
            <a:extLst xmlns:a="http://schemas.openxmlformats.org/drawingml/2006/main">
              <a:ext uri="{FF2B5EF4-FFF2-40B4-BE49-F238E27FC236}">
                <a16:creationId xmlns:a16="http://schemas.microsoft.com/office/drawing/2014/main" id="{94E0D8B9-135A-4734-8D06-36E1B7D2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30" y="1708880"/>
            <a:ext cx="1885793" cy="150426"/>
          </a:xfrm>
          <a:custGeom xmlns:a="http://schemas.openxmlformats.org/drawingml/2006/main">
            <a:pathLst>
              <a:path w="1885793" h="150426">
                <a:moveTo>
                  <a:pt x="74291" y="6881"/>
                </a:moveTo>
                <a:lnTo>
                  <a:pt x="62144" y="6881"/>
                </a:lnTo>
                <a:lnTo>
                  <a:pt x="56623" y="37795"/>
                </a:lnTo>
                <a:lnTo>
                  <a:pt x="36907" y="37795"/>
                </a:lnTo>
                <a:lnTo>
                  <a:pt x="42587" y="6881"/>
                </a:lnTo>
                <a:lnTo>
                  <a:pt x="30599" y="6881"/>
                </a:lnTo>
                <a:lnTo>
                  <a:pt x="24922" y="37795"/>
                </a:lnTo>
                <a:lnTo>
                  <a:pt x="5836" y="37795"/>
                </a:lnTo>
                <a:lnTo>
                  <a:pt x="5836" y="48520"/>
                </a:lnTo>
                <a:lnTo>
                  <a:pt x="22871" y="48520"/>
                </a:lnTo>
                <a:lnTo>
                  <a:pt x="17981" y="75995"/>
                </a:lnTo>
                <a:lnTo>
                  <a:pt x="0" y="75995"/>
                </a:lnTo>
                <a:lnTo>
                  <a:pt x="0" y="86719"/>
                </a:lnTo>
                <a:lnTo>
                  <a:pt x="15930" y="86719"/>
                </a:lnTo>
                <a:lnTo>
                  <a:pt x="9937" y="119990"/>
                </a:lnTo>
                <a:lnTo>
                  <a:pt x="21925" y="119990"/>
                </a:lnTo>
                <a:lnTo>
                  <a:pt x="28075" y="86719"/>
                </a:lnTo>
                <a:lnTo>
                  <a:pt x="47634" y="86719"/>
                </a:lnTo>
                <a:lnTo>
                  <a:pt x="41641" y="119990"/>
                </a:lnTo>
                <a:lnTo>
                  <a:pt x="53627" y="119990"/>
                </a:lnTo>
                <a:lnTo>
                  <a:pt x="59778" y="86719"/>
                </a:lnTo>
                <a:lnTo>
                  <a:pt x="78233" y="86719"/>
                </a:lnTo>
                <a:lnTo>
                  <a:pt x="78233" y="75995"/>
                </a:lnTo>
                <a:lnTo>
                  <a:pt x="61673" y="75995"/>
                </a:lnTo>
                <a:lnTo>
                  <a:pt x="66561" y="48520"/>
                </a:lnTo>
                <a:lnTo>
                  <a:pt x="83280" y="48520"/>
                </a:lnTo>
                <a:lnTo>
                  <a:pt x="83280" y="37795"/>
                </a:lnTo>
                <a:lnTo>
                  <a:pt x="68611" y="37795"/>
                </a:lnTo>
                <a:lnTo>
                  <a:pt x="74291" y="6881"/>
                </a:lnTo>
                <a:moveTo>
                  <a:pt x="54575" y="48520"/>
                </a:moveTo>
                <a:lnTo>
                  <a:pt x="49685" y="75995"/>
                </a:lnTo>
                <a:lnTo>
                  <a:pt x="29969" y="75995"/>
                </a:lnTo>
                <a:lnTo>
                  <a:pt x="35016" y="48520"/>
                </a:lnTo>
                <a:lnTo>
                  <a:pt x="54575" y="48520"/>
                </a:lnTo>
                <a:close/>
                <a:moveTo>
                  <a:pt x="175866" y="31884"/>
                </a:moveTo>
                <a:cubicBezTo>
                  <a:pt x="152523" y="31884"/>
                  <a:pt x="138643" y="48452"/>
                  <a:pt x="138643" y="76248"/>
                </a:cubicBezTo>
                <a:cubicBezTo>
                  <a:pt x="138643" y="104200"/>
                  <a:pt x="152523" y="120606"/>
                  <a:pt x="176025" y="120606"/>
                </a:cubicBezTo>
                <a:cubicBezTo>
                  <a:pt x="199367" y="120606"/>
                  <a:pt x="213406" y="104041"/>
                  <a:pt x="213406" y="76878"/>
                </a:cubicBezTo>
                <a:cubicBezTo>
                  <a:pt x="213406" y="48137"/>
                  <a:pt x="199842" y="31884"/>
                  <a:pt x="175866" y="31884"/>
                </a:cubicBezTo>
                <a:moveTo>
                  <a:pt x="176025" y="44031"/>
                </a:moveTo>
                <a:cubicBezTo>
                  <a:pt x="190850" y="44031"/>
                  <a:pt x="199683" y="56190"/>
                  <a:pt x="199683" y="76719"/>
                </a:cubicBezTo>
                <a:cubicBezTo>
                  <a:pt x="199683" y="96303"/>
                  <a:pt x="190535" y="108462"/>
                  <a:pt x="176025" y="108462"/>
                </a:cubicBezTo>
                <a:cubicBezTo>
                  <a:pt x="161355" y="108462"/>
                  <a:pt x="152364" y="96303"/>
                  <a:pt x="152364" y="76248"/>
                </a:cubicBezTo>
                <a:cubicBezTo>
                  <a:pt x="152364" y="56190"/>
                  <a:pt x="161355" y="44031"/>
                  <a:pt x="176025" y="44031"/>
                </a:cubicBezTo>
                <a:close/>
                <a:moveTo>
                  <a:pt x="263879" y="34195"/>
                </a:moveTo>
                <a:lnTo>
                  <a:pt x="250156" y="34195"/>
                </a:lnTo>
                <a:lnTo>
                  <a:pt x="250156" y="21261"/>
                </a:lnTo>
                <a:cubicBezTo>
                  <a:pt x="250156" y="15740"/>
                  <a:pt x="253152" y="12903"/>
                  <a:pt x="259304" y="12903"/>
                </a:cubicBezTo>
                <a:cubicBezTo>
                  <a:pt x="260409" y="12903"/>
                  <a:pt x="260883" y="12903"/>
                  <a:pt x="263879" y="13059"/>
                </a:cubicBezTo>
                <a:lnTo>
                  <a:pt x="263879" y="2176"/>
                </a:lnTo>
                <a:cubicBezTo>
                  <a:pt x="260883" y="1545"/>
                  <a:pt x="259147" y="1386"/>
                  <a:pt x="256466" y="1386"/>
                </a:cubicBezTo>
                <a:cubicBezTo>
                  <a:pt x="244320" y="1386"/>
                  <a:pt x="237066" y="8327"/>
                  <a:pt x="237066" y="20156"/>
                </a:cubicBezTo>
                <a:lnTo>
                  <a:pt x="237066" y="34195"/>
                </a:lnTo>
                <a:lnTo>
                  <a:pt x="226024" y="34195"/>
                </a:lnTo>
                <a:lnTo>
                  <a:pt x="226024" y="44922"/>
                </a:lnTo>
                <a:lnTo>
                  <a:pt x="237066" y="44922"/>
                </a:lnTo>
                <a:lnTo>
                  <a:pt x="237066" y="116910"/>
                </a:lnTo>
                <a:lnTo>
                  <a:pt x="250156" y="116910"/>
                </a:lnTo>
                <a:lnTo>
                  <a:pt x="250156" y="44922"/>
                </a:lnTo>
                <a:lnTo>
                  <a:pt x="263879" y="44922"/>
                </a:lnTo>
                <a:lnTo>
                  <a:pt x="263879" y="34195"/>
                </a:lnTo>
                <a:close/>
                <a:moveTo>
                  <a:pt x="369082" y="14936"/>
                </a:moveTo>
                <a:lnTo>
                  <a:pt x="406779" y="14936"/>
                </a:lnTo>
                <a:lnTo>
                  <a:pt x="406779" y="2002"/>
                </a:lnTo>
                <a:lnTo>
                  <a:pt x="316560" y="2002"/>
                </a:lnTo>
                <a:lnTo>
                  <a:pt x="316560" y="14936"/>
                </a:lnTo>
                <a:lnTo>
                  <a:pt x="354413" y="14936"/>
                </a:lnTo>
                <a:lnTo>
                  <a:pt x="354413" y="116910"/>
                </a:lnTo>
                <a:lnTo>
                  <a:pt x="369082" y="116910"/>
                </a:lnTo>
                <a:lnTo>
                  <a:pt x="369082" y="14936"/>
                </a:lnTo>
                <a:close/>
                <a:moveTo>
                  <a:pt x="484225" y="80041"/>
                </a:moveTo>
                <a:cubicBezTo>
                  <a:pt x="484225" y="67420"/>
                  <a:pt x="483277" y="59834"/>
                  <a:pt x="480911" y="53670"/>
                </a:cubicBezTo>
                <a:cubicBezTo>
                  <a:pt x="475549" y="40087"/>
                  <a:pt x="462931" y="31884"/>
                  <a:pt x="447475" y="31884"/>
                </a:cubicBezTo>
                <a:cubicBezTo>
                  <a:pt x="424445" y="31884"/>
                  <a:pt x="409619" y="49403"/>
                  <a:pt x="409619" y="76729"/>
                </a:cubicBezTo>
                <a:cubicBezTo>
                  <a:pt x="409619" y="104041"/>
                  <a:pt x="423814" y="120606"/>
                  <a:pt x="447159" y="120606"/>
                </a:cubicBezTo>
                <a:cubicBezTo>
                  <a:pt x="466086" y="120606"/>
                  <a:pt x="479176" y="109882"/>
                  <a:pt x="482490" y="91882"/>
                </a:cubicBezTo>
                <a:lnTo>
                  <a:pt x="469241" y="91882"/>
                </a:lnTo>
                <a:cubicBezTo>
                  <a:pt x="465612" y="102777"/>
                  <a:pt x="458199" y="108462"/>
                  <a:pt x="447631" y="108462"/>
                </a:cubicBezTo>
                <a:cubicBezTo>
                  <a:pt x="439272" y="108462"/>
                  <a:pt x="432175" y="104674"/>
                  <a:pt x="427759" y="97725"/>
                </a:cubicBezTo>
                <a:cubicBezTo>
                  <a:pt x="424603" y="92989"/>
                  <a:pt x="423499" y="88250"/>
                  <a:pt x="423342" y="80041"/>
                </a:cubicBezTo>
                <a:lnTo>
                  <a:pt x="484225" y="80041"/>
                </a:lnTo>
                <a:moveTo>
                  <a:pt x="423658" y="69314"/>
                </a:moveTo>
                <a:cubicBezTo>
                  <a:pt x="424760" y="53985"/>
                  <a:pt x="434067" y="44031"/>
                  <a:pt x="447316" y="44031"/>
                </a:cubicBezTo>
                <a:cubicBezTo>
                  <a:pt x="460724" y="44031"/>
                  <a:pt x="470028" y="54460"/>
                  <a:pt x="470028" y="69314"/>
                </a:cubicBezTo>
                <a:lnTo>
                  <a:pt x="423658" y="69314"/>
                </a:lnTo>
                <a:close/>
                <a:moveTo>
                  <a:pt x="562614" y="57297"/>
                </a:moveTo>
                <a:cubicBezTo>
                  <a:pt x="562458" y="41035"/>
                  <a:pt x="551731" y="31884"/>
                  <a:pt x="532645" y="31884"/>
                </a:cubicBezTo>
                <a:cubicBezTo>
                  <a:pt x="513404" y="31884"/>
                  <a:pt x="500944" y="41822"/>
                  <a:pt x="500944" y="57138"/>
                </a:cubicBezTo>
                <a:cubicBezTo>
                  <a:pt x="500944" y="70087"/>
                  <a:pt x="507567" y="76248"/>
                  <a:pt x="527127" y="80984"/>
                </a:cubicBezTo>
                <a:lnTo>
                  <a:pt x="539430" y="83985"/>
                </a:lnTo>
                <a:cubicBezTo>
                  <a:pt x="548578" y="86195"/>
                  <a:pt x="552205" y="89511"/>
                  <a:pt x="552205" y="95355"/>
                </a:cubicBezTo>
                <a:cubicBezTo>
                  <a:pt x="552205" y="103251"/>
                  <a:pt x="544477" y="108462"/>
                  <a:pt x="532963" y="108462"/>
                </a:cubicBezTo>
                <a:cubicBezTo>
                  <a:pt x="525863" y="108462"/>
                  <a:pt x="519870" y="106409"/>
                  <a:pt x="516559" y="102936"/>
                </a:cubicBezTo>
                <a:cubicBezTo>
                  <a:pt x="514508" y="100565"/>
                  <a:pt x="513562" y="98197"/>
                  <a:pt x="512773" y="92354"/>
                </a:cubicBezTo>
                <a:lnTo>
                  <a:pt x="498893" y="92354"/>
                </a:lnTo>
                <a:cubicBezTo>
                  <a:pt x="499524" y="111458"/>
                  <a:pt x="510248" y="120606"/>
                  <a:pt x="531858" y="120606"/>
                </a:cubicBezTo>
                <a:cubicBezTo>
                  <a:pt x="552679" y="120606"/>
                  <a:pt x="565928" y="110356"/>
                  <a:pt x="565928" y="94407"/>
                </a:cubicBezTo>
                <a:cubicBezTo>
                  <a:pt x="565928" y="82089"/>
                  <a:pt x="558987" y="75299"/>
                  <a:pt x="542583" y="71350"/>
                </a:cubicBezTo>
                <a:lnTo>
                  <a:pt x="529964" y="68351"/>
                </a:lnTo>
                <a:cubicBezTo>
                  <a:pt x="519240" y="65824"/>
                  <a:pt x="514665" y="62349"/>
                  <a:pt x="514665" y="56505"/>
                </a:cubicBezTo>
                <a:cubicBezTo>
                  <a:pt x="514665" y="48768"/>
                  <a:pt x="521447" y="44031"/>
                  <a:pt x="532174" y="44031"/>
                </a:cubicBezTo>
                <a:cubicBezTo>
                  <a:pt x="542742" y="44031"/>
                  <a:pt x="548419" y="48611"/>
                  <a:pt x="548734" y="57297"/>
                </a:cubicBezTo>
                <a:lnTo>
                  <a:pt x="562614" y="57297"/>
                </a:lnTo>
                <a:close/>
                <a:moveTo>
                  <a:pt x="601101" y="34195"/>
                </a:moveTo>
                <a:lnTo>
                  <a:pt x="587537" y="34195"/>
                </a:lnTo>
                <a:lnTo>
                  <a:pt x="587537" y="11483"/>
                </a:lnTo>
                <a:lnTo>
                  <a:pt x="574444" y="11483"/>
                </a:lnTo>
                <a:lnTo>
                  <a:pt x="574444" y="34195"/>
                </a:lnTo>
                <a:lnTo>
                  <a:pt x="563246" y="34195"/>
                </a:lnTo>
                <a:lnTo>
                  <a:pt x="563246" y="44922"/>
                </a:lnTo>
                <a:lnTo>
                  <a:pt x="574444" y="44922"/>
                </a:lnTo>
                <a:lnTo>
                  <a:pt x="574444" y="107514"/>
                </a:lnTo>
                <a:cubicBezTo>
                  <a:pt x="574444" y="116033"/>
                  <a:pt x="580122" y="120606"/>
                  <a:pt x="590374" y="120606"/>
                </a:cubicBezTo>
                <a:cubicBezTo>
                  <a:pt x="593845" y="120606"/>
                  <a:pt x="596685" y="120291"/>
                  <a:pt x="601101" y="119504"/>
                </a:cubicBezTo>
                <a:lnTo>
                  <a:pt x="601101" y="108462"/>
                </a:lnTo>
                <a:cubicBezTo>
                  <a:pt x="599207" y="108936"/>
                  <a:pt x="597472" y="109092"/>
                  <a:pt x="594791" y="109092"/>
                </a:cubicBezTo>
                <a:cubicBezTo>
                  <a:pt x="589113" y="109092"/>
                  <a:pt x="587537" y="107514"/>
                  <a:pt x="587537" y="101665"/>
                </a:cubicBezTo>
                <a:lnTo>
                  <a:pt x="587537" y="44922"/>
                </a:lnTo>
                <a:lnTo>
                  <a:pt x="601101" y="44922"/>
                </a:lnTo>
                <a:lnTo>
                  <a:pt x="601101" y="34195"/>
                </a:lnTo>
                <a:close/>
                <a:moveTo>
                  <a:pt x="755673" y="37567"/>
                </a:moveTo>
                <a:cubicBezTo>
                  <a:pt x="751100" y="12303"/>
                  <a:pt x="736590" y="0"/>
                  <a:pt x="711353" y="0"/>
                </a:cubicBezTo>
                <a:cubicBezTo>
                  <a:pt x="695894" y="0"/>
                  <a:pt x="683434" y="4890"/>
                  <a:pt x="674917" y="14356"/>
                </a:cubicBezTo>
                <a:cubicBezTo>
                  <a:pt x="664508" y="25726"/>
                  <a:pt x="658828" y="42147"/>
                  <a:pt x="658828" y="60777"/>
                </a:cubicBezTo>
                <a:cubicBezTo>
                  <a:pt x="658828" y="79725"/>
                  <a:pt x="664664" y="95990"/>
                  <a:pt x="675391" y="107201"/>
                </a:cubicBezTo>
                <a:cubicBezTo>
                  <a:pt x="684380" y="116349"/>
                  <a:pt x="695738" y="120606"/>
                  <a:pt x="710722" y="120606"/>
                </a:cubicBezTo>
                <a:cubicBezTo>
                  <a:pt x="738797" y="120606"/>
                  <a:pt x="754570" y="105463"/>
                  <a:pt x="758038" y="74989"/>
                </a:cubicBezTo>
                <a:lnTo>
                  <a:pt x="742898" y="74989"/>
                </a:lnTo>
                <a:cubicBezTo>
                  <a:pt x="741637" y="82883"/>
                  <a:pt x="740058" y="88253"/>
                  <a:pt x="737692" y="92833"/>
                </a:cubicBezTo>
                <a:cubicBezTo>
                  <a:pt x="732960" y="102305"/>
                  <a:pt x="723182" y="107675"/>
                  <a:pt x="710878" y="107675"/>
                </a:cubicBezTo>
                <a:cubicBezTo>
                  <a:pt x="688007" y="107675"/>
                  <a:pt x="673497" y="89357"/>
                  <a:pt x="673497" y="60621"/>
                </a:cubicBezTo>
                <a:cubicBezTo>
                  <a:pt x="673497" y="31093"/>
                  <a:pt x="687220" y="12934"/>
                  <a:pt x="709617" y="12934"/>
                </a:cubicBezTo>
                <a:cubicBezTo>
                  <a:pt x="718924" y="12934"/>
                  <a:pt x="727598" y="15620"/>
                  <a:pt x="732330" y="20200"/>
                </a:cubicBezTo>
                <a:cubicBezTo>
                  <a:pt x="736590" y="24147"/>
                  <a:pt x="738955" y="28883"/>
                  <a:pt x="740688" y="37567"/>
                </a:cubicBezTo>
                <a:lnTo>
                  <a:pt x="755673" y="37567"/>
                </a:lnTo>
                <a:close/>
                <a:moveTo>
                  <a:pt x="848259" y="109251"/>
                </a:moveTo>
                <a:cubicBezTo>
                  <a:pt x="846841" y="109567"/>
                  <a:pt x="846208" y="109567"/>
                  <a:pt x="845421" y="109567"/>
                </a:cubicBezTo>
                <a:cubicBezTo>
                  <a:pt x="840846" y="109567"/>
                  <a:pt x="838324" y="107198"/>
                  <a:pt x="838324" y="103092"/>
                </a:cubicBezTo>
                <a:lnTo>
                  <a:pt x="838324" y="54452"/>
                </a:lnTo>
                <a:cubicBezTo>
                  <a:pt x="838324" y="39771"/>
                  <a:pt x="827597" y="31884"/>
                  <a:pt x="807251" y="31884"/>
                </a:cubicBezTo>
                <a:cubicBezTo>
                  <a:pt x="795106" y="31884"/>
                  <a:pt x="785484" y="35355"/>
                  <a:pt x="779807" y="41507"/>
                </a:cubicBezTo>
                <a:cubicBezTo>
                  <a:pt x="776021" y="45769"/>
                  <a:pt x="774442" y="50505"/>
                  <a:pt x="774127" y="58717"/>
                </a:cubicBezTo>
                <a:lnTo>
                  <a:pt x="787376" y="58717"/>
                </a:lnTo>
                <a:cubicBezTo>
                  <a:pt x="788481" y="48611"/>
                  <a:pt x="794476" y="44031"/>
                  <a:pt x="806777" y="44031"/>
                </a:cubicBezTo>
                <a:cubicBezTo>
                  <a:pt x="818764" y="44031"/>
                  <a:pt x="825231" y="48452"/>
                  <a:pt x="825231" y="56349"/>
                </a:cubicBezTo>
                <a:lnTo>
                  <a:pt x="825231" y="59822"/>
                </a:lnTo>
                <a:cubicBezTo>
                  <a:pt x="825075" y="65509"/>
                  <a:pt x="822235" y="67562"/>
                  <a:pt x="811508" y="68982"/>
                </a:cubicBezTo>
                <a:cubicBezTo>
                  <a:pt x="792897" y="71350"/>
                  <a:pt x="790057" y="71983"/>
                  <a:pt x="785010" y="74036"/>
                </a:cubicBezTo>
                <a:cubicBezTo>
                  <a:pt x="775390" y="78142"/>
                  <a:pt x="770500" y="85405"/>
                  <a:pt x="770500" y="96144"/>
                </a:cubicBezTo>
                <a:cubicBezTo>
                  <a:pt x="770500" y="111143"/>
                  <a:pt x="780909" y="120606"/>
                  <a:pt x="797629" y="120606"/>
                </a:cubicBezTo>
                <a:cubicBezTo>
                  <a:pt x="808040" y="120606"/>
                  <a:pt x="816399" y="116979"/>
                  <a:pt x="825705" y="108462"/>
                </a:cubicBezTo>
                <a:cubicBezTo>
                  <a:pt x="826651" y="116979"/>
                  <a:pt x="830752" y="120606"/>
                  <a:pt x="839270" y="120606"/>
                </a:cubicBezTo>
                <a:cubicBezTo>
                  <a:pt x="842107" y="120606"/>
                  <a:pt x="843843" y="120291"/>
                  <a:pt x="848259" y="119189"/>
                </a:cubicBezTo>
                <a:lnTo>
                  <a:pt x="848259" y="109251"/>
                </a:lnTo>
                <a:moveTo>
                  <a:pt x="825231" y="90934"/>
                </a:moveTo>
                <a:cubicBezTo>
                  <a:pt x="825231" y="95355"/>
                  <a:pt x="823970" y="98038"/>
                  <a:pt x="820026" y="101670"/>
                </a:cubicBezTo>
                <a:cubicBezTo>
                  <a:pt x="814663" y="106568"/>
                  <a:pt x="808196" y="109092"/>
                  <a:pt x="800468" y="109092"/>
                </a:cubicBezTo>
                <a:cubicBezTo>
                  <a:pt x="790216" y="109092"/>
                  <a:pt x="784223" y="104197"/>
                  <a:pt x="784223" y="95829"/>
                </a:cubicBezTo>
                <a:cubicBezTo>
                  <a:pt x="784223" y="87143"/>
                  <a:pt x="789901" y="82722"/>
                  <a:pt x="804095" y="80669"/>
                </a:cubicBezTo>
                <a:cubicBezTo>
                  <a:pt x="818134" y="78772"/>
                  <a:pt x="820815" y="78142"/>
                  <a:pt x="825231" y="76089"/>
                </a:cubicBezTo>
                <a:lnTo>
                  <a:pt x="825231" y="90934"/>
                </a:lnTo>
                <a:close/>
                <a:moveTo>
                  <a:pt x="923180" y="57297"/>
                </a:moveTo>
                <a:cubicBezTo>
                  <a:pt x="923023" y="41035"/>
                  <a:pt x="912296" y="31884"/>
                  <a:pt x="893211" y="31884"/>
                </a:cubicBezTo>
                <a:cubicBezTo>
                  <a:pt x="873969" y="31884"/>
                  <a:pt x="861509" y="41822"/>
                  <a:pt x="861509" y="57138"/>
                </a:cubicBezTo>
                <a:cubicBezTo>
                  <a:pt x="861509" y="70087"/>
                  <a:pt x="868133" y="76248"/>
                  <a:pt x="887692" y="80984"/>
                </a:cubicBezTo>
                <a:lnTo>
                  <a:pt x="899995" y="83985"/>
                </a:lnTo>
                <a:cubicBezTo>
                  <a:pt x="909143" y="86195"/>
                  <a:pt x="912770" y="89511"/>
                  <a:pt x="912770" y="95355"/>
                </a:cubicBezTo>
                <a:cubicBezTo>
                  <a:pt x="912770" y="103251"/>
                  <a:pt x="905042" y="108462"/>
                  <a:pt x="893529" y="108462"/>
                </a:cubicBezTo>
                <a:cubicBezTo>
                  <a:pt x="886429" y="108462"/>
                  <a:pt x="880436" y="106409"/>
                  <a:pt x="877124" y="102936"/>
                </a:cubicBezTo>
                <a:cubicBezTo>
                  <a:pt x="875074" y="100565"/>
                  <a:pt x="874128" y="98197"/>
                  <a:pt x="873338" y="92354"/>
                </a:cubicBezTo>
                <a:lnTo>
                  <a:pt x="859459" y="92354"/>
                </a:lnTo>
                <a:cubicBezTo>
                  <a:pt x="860089" y="111458"/>
                  <a:pt x="870814" y="120606"/>
                  <a:pt x="892424" y="120606"/>
                </a:cubicBezTo>
                <a:cubicBezTo>
                  <a:pt x="913245" y="120606"/>
                  <a:pt x="926494" y="110356"/>
                  <a:pt x="926494" y="94407"/>
                </a:cubicBezTo>
                <a:cubicBezTo>
                  <a:pt x="926494" y="82089"/>
                  <a:pt x="919553" y="75299"/>
                  <a:pt x="903148" y="71350"/>
                </a:cubicBezTo>
                <a:lnTo>
                  <a:pt x="890530" y="68351"/>
                </a:lnTo>
                <a:cubicBezTo>
                  <a:pt x="879805" y="65824"/>
                  <a:pt x="875230" y="62349"/>
                  <a:pt x="875230" y="56505"/>
                </a:cubicBezTo>
                <a:cubicBezTo>
                  <a:pt x="875230" y="48768"/>
                  <a:pt x="882012" y="44031"/>
                  <a:pt x="892739" y="44031"/>
                </a:cubicBezTo>
                <a:cubicBezTo>
                  <a:pt x="903307" y="44031"/>
                  <a:pt x="908985" y="48611"/>
                  <a:pt x="909300" y="57297"/>
                </a:cubicBezTo>
                <a:lnTo>
                  <a:pt x="923180" y="57297"/>
                </a:lnTo>
                <a:close/>
                <a:moveTo>
                  <a:pt x="1002519" y="80041"/>
                </a:moveTo>
                <a:cubicBezTo>
                  <a:pt x="1002519" y="67420"/>
                  <a:pt x="1001570" y="59834"/>
                  <a:pt x="999205" y="53670"/>
                </a:cubicBezTo>
                <a:cubicBezTo>
                  <a:pt x="993842" y="40087"/>
                  <a:pt x="981224" y="31884"/>
                  <a:pt x="965768" y="31884"/>
                </a:cubicBezTo>
                <a:cubicBezTo>
                  <a:pt x="942738" y="31884"/>
                  <a:pt x="927912" y="49403"/>
                  <a:pt x="927912" y="76729"/>
                </a:cubicBezTo>
                <a:cubicBezTo>
                  <a:pt x="927912" y="104041"/>
                  <a:pt x="942107" y="120606"/>
                  <a:pt x="965453" y="120606"/>
                </a:cubicBezTo>
                <a:cubicBezTo>
                  <a:pt x="984379" y="120606"/>
                  <a:pt x="997469" y="109882"/>
                  <a:pt x="1000783" y="91882"/>
                </a:cubicBezTo>
                <a:lnTo>
                  <a:pt x="987534" y="91882"/>
                </a:lnTo>
                <a:cubicBezTo>
                  <a:pt x="983905" y="102777"/>
                  <a:pt x="976492" y="108462"/>
                  <a:pt x="965924" y="108462"/>
                </a:cubicBezTo>
                <a:cubicBezTo>
                  <a:pt x="957566" y="108462"/>
                  <a:pt x="950468" y="104674"/>
                  <a:pt x="946052" y="97725"/>
                </a:cubicBezTo>
                <a:cubicBezTo>
                  <a:pt x="942897" y="92989"/>
                  <a:pt x="941792" y="88250"/>
                  <a:pt x="941635" y="80041"/>
                </a:cubicBezTo>
                <a:lnTo>
                  <a:pt x="1002519" y="80041"/>
                </a:lnTo>
                <a:moveTo>
                  <a:pt x="941951" y="69314"/>
                </a:moveTo>
                <a:cubicBezTo>
                  <a:pt x="943053" y="53985"/>
                  <a:pt x="952360" y="44031"/>
                  <a:pt x="965609" y="44031"/>
                </a:cubicBezTo>
                <a:cubicBezTo>
                  <a:pt x="979017" y="44031"/>
                  <a:pt x="988321" y="54460"/>
                  <a:pt x="988321" y="69314"/>
                </a:cubicBezTo>
                <a:lnTo>
                  <a:pt x="941951" y="69314"/>
                </a:lnTo>
                <a:close/>
                <a:moveTo>
                  <a:pt x="1080907" y="57297"/>
                </a:moveTo>
                <a:cubicBezTo>
                  <a:pt x="1080751" y="41035"/>
                  <a:pt x="1070024" y="31884"/>
                  <a:pt x="1050939" y="31884"/>
                </a:cubicBezTo>
                <a:cubicBezTo>
                  <a:pt x="1031697" y="31884"/>
                  <a:pt x="1019237" y="41822"/>
                  <a:pt x="1019237" y="57138"/>
                </a:cubicBezTo>
                <a:cubicBezTo>
                  <a:pt x="1019237" y="70087"/>
                  <a:pt x="1025860" y="76248"/>
                  <a:pt x="1045420" y="80984"/>
                </a:cubicBezTo>
                <a:lnTo>
                  <a:pt x="1057723" y="83985"/>
                </a:lnTo>
                <a:cubicBezTo>
                  <a:pt x="1066871" y="86195"/>
                  <a:pt x="1070498" y="89511"/>
                  <a:pt x="1070498" y="95355"/>
                </a:cubicBezTo>
                <a:cubicBezTo>
                  <a:pt x="1070498" y="103251"/>
                  <a:pt x="1062770" y="108462"/>
                  <a:pt x="1051256" y="108462"/>
                </a:cubicBezTo>
                <a:cubicBezTo>
                  <a:pt x="1044156" y="108462"/>
                  <a:pt x="1038164" y="106409"/>
                  <a:pt x="1034852" y="102936"/>
                </a:cubicBezTo>
                <a:cubicBezTo>
                  <a:pt x="1032801" y="100565"/>
                  <a:pt x="1031856" y="98197"/>
                  <a:pt x="1031066" y="92354"/>
                </a:cubicBezTo>
                <a:lnTo>
                  <a:pt x="1017187" y="92354"/>
                </a:lnTo>
                <a:cubicBezTo>
                  <a:pt x="1017817" y="111458"/>
                  <a:pt x="1028542" y="120606"/>
                  <a:pt x="1050152" y="120606"/>
                </a:cubicBezTo>
                <a:cubicBezTo>
                  <a:pt x="1070972" y="120606"/>
                  <a:pt x="1084221" y="110356"/>
                  <a:pt x="1084221" y="94407"/>
                </a:cubicBezTo>
                <a:cubicBezTo>
                  <a:pt x="1084221" y="82089"/>
                  <a:pt x="1077280" y="75299"/>
                  <a:pt x="1060876" y="71350"/>
                </a:cubicBezTo>
                <a:lnTo>
                  <a:pt x="1048258" y="68351"/>
                </a:lnTo>
                <a:cubicBezTo>
                  <a:pt x="1037533" y="65824"/>
                  <a:pt x="1032958" y="62349"/>
                  <a:pt x="1032958" y="56505"/>
                </a:cubicBezTo>
                <a:cubicBezTo>
                  <a:pt x="1032958" y="48768"/>
                  <a:pt x="1039740" y="44031"/>
                  <a:pt x="1050467" y="44031"/>
                </a:cubicBezTo>
                <a:cubicBezTo>
                  <a:pt x="1061035" y="44031"/>
                  <a:pt x="1066712" y="48611"/>
                  <a:pt x="1067028" y="57297"/>
                </a:cubicBezTo>
                <a:lnTo>
                  <a:pt x="1080907" y="57297"/>
                </a:lnTo>
                <a:close/>
                <a:moveTo>
                  <a:pt x="1161665" y="2002"/>
                </a:moveTo>
                <a:cubicBezTo>
                  <a:pt x="1145891" y="22667"/>
                  <a:pt x="1135956" y="51372"/>
                  <a:pt x="1135956" y="76135"/>
                </a:cubicBezTo>
                <a:cubicBezTo>
                  <a:pt x="1135956" y="101056"/>
                  <a:pt x="1145891" y="129764"/>
                  <a:pt x="1161665" y="150426"/>
                </a:cubicBezTo>
                <a:lnTo>
                  <a:pt x="1170341" y="150426"/>
                </a:lnTo>
                <a:cubicBezTo>
                  <a:pt x="1156459" y="127870"/>
                  <a:pt x="1148731" y="101372"/>
                  <a:pt x="1148731" y="76135"/>
                </a:cubicBezTo>
                <a:cubicBezTo>
                  <a:pt x="1148731" y="51056"/>
                  <a:pt x="1156459" y="24402"/>
                  <a:pt x="1170341" y="2002"/>
                </a:cubicBezTo>
                <a:lnTo>
                  <a:pt x="1161665" y="2002"/>
                </a:lnTo>
                <a:close/>
                <a:moveTo>
                  <a:pt x="1193210" y="34195"/>
                </a:moveTo>
                <a:lnTo>
                  <a:pt x="1180118" y="34195"/>
                </a:lnTo>
                <a:lnTo>
                  <a:pt x="1180118" y="116910"/>
                </a:lnTo>
                <a:lnTo>
                  <a:pt x="1193210" y="116910"/>
                </a:lnTo>
                <a:lnTo>
                  <a:pt x="1193210" y="34195"/>
                </a:lnTo>
                <a:moveTo>
                  <a:pt x="1193210" y="2002"/>
                </a:moveTo>
                <a:lnTo>
                  <a:pt x="1179961" y="2002"/>
                </a:lnTo>
                <a:lnTo>
                  <a:pt x="1179961" y="18566"/>
                </a:lnTo>
                <a:lnTo>
                  <a:pt x="1193210" y="18566"/>
                </a:lnTo>
                <a:lnTo>
                  <a:pt x="1193210" y="2002"/>
                </a:lnTo>
                <a:close/>
                <a:moveTo>
                  <a:pt x="1225544" y="34195"/>
                </a:moveTo>
                <a:lnTo>
                  <a:pt x="1225544" y="116910"/>
                </a:lnTo>
                <a:lnTo>
                  <a:pt x="1238793" y="116910"/>
                </a:lnTo>
                <a:lnTo>
                  <a:pt x="1238793" y="71292"/>
                </a:lnTo>
                <a:cubicBezTo>
                  <a:pt x="1238793" y="54443"/>
                  <a:pt x="1247626" y="43401"/>
                  <a:pt x="1261190" y="43401"/>
                </a:cubicBezTo>
                <a:cubicBezTo>
                  <a:pt x="1271602" y="43401"/>
                  <a:pt x="1278225" y="49711"/>
                  <a:pt x="1278225" y="59648"/>
                </a:cubicBezTo>
                <a:lnTo>
                  <a:pt x="1278225" y="116910"/>
                </a:lnTo>
                <a:lnTo>
                  <a:pt x="1291318" y="116910"/>
                </a:lnTo>
                <a:lnTo>
                  <a:pt x="1291318" y="54443"/>
                </a:lnTo>
                <a:cubicBezTo>
                  <a:pt x="1291318" y="40720"/>
                  <a:pt x="1281065" y="31884"/>
                  <a:pt x="1265135" y="31884"/>
                </a:cubicBezTo>
                <a:cubicBezTo>
                  <a:pt x="1252832" y="31829"/>
                  <a:pt x="1244945" y="36563"/>
                  <a:pt x="1237689" y="48077"/>
                </a:cubicBezTo>
                <a:lnTo>
                  <a:pt x="1237689" y="34195"/>
                </a:lnTo>
                <a:lnTo>
                  <a:pt x="1225544" y="34195"/>
                </a:lnTo>
                <a:close/>
                <a:moveTo>
                  <a:pt x="1360717" y="34195"/>
                </a:moveTo>
                <a:lnTo>
                  <a:pt x="1360717" y="116910"/>
                </a:lnTo>
                <a:lnTo>
                  <a:pt x="1373966" y="116910"/>
                </a:lnTo>
                <a:lnTo>
                  <a:pt x="1373966" y="64977"/>
                </a:lnTo>
                <a:cubicBezTo>
                  <a:pt x="1373966" y="53023"/>
                  <a:pt x="1382642" y="43401"/>
                  <a:pt x="1393367" y="43401"/>
                </a:cubicBezTo>
                <a:cubicBezTo>
                  <a:pt x="1403145" y="43401"/>
                  <a:pt x="1408666" y="49393"/>
                  <a:pt x="1408666" y="59964"/>
                </a:cubicBezTo>
                <a:lnTo>
                  <a:pt x="1408666" y="116910"/>
                </a:lnTo>
                <a:lnTo>
                  <a:pt x="1421915" y="116910"/>
                </a:lnTo>
                <a:lnTo>
                  <a:pt x="1421915" y="65011"/>
                </a:lnTo>
                <a:cubicBezTo>
                  <a:pt x="1421915" y="53023"/>
                  <a:pt x="1430592" y="43401"/>
                  <a:pt x="1441316" y="43401"/>
                </a:cubicBezTo>
                <a:cubicBezTo>
                  <a:pt x="1450938" y="43401"/>
                  <a:pt x="1456616" y="49552"/>
                  <a:pt x="1456616" y="59964"/>
                </a:cubicBezTo>
                <a:lnTo>
                  <a:pt x="1456616" y="116910"/>
                </a:lnTo>
                <a:lnTo>
                  <a:pt x="1469865" y="116910"/>
                </a:lnTo>
                <a:lnTo>
                  <a:pt x="1469865" y="54917"/>
                </a:lnTo>
                <a:cubicBezTo>
                  <a:pt x="1469865" y="40087"/>
                  <a:pt x="1461347" y="31884"/>
                  <a:pt x="1445891" y="31884"/>
                </a:cubicBezTo>
                <a:cubicBezTo>
                  <a:pt x="1434849" y="31884"/>
                  <a:pt x="1428223" y="35198"/>
                  <a:pt x="1420495" y="44505"/>
                </a:cubicBezTo>
                <a:cubicBezTo>
                  <a:pt x="1415607" y="35670"/>
                  <a:pt x="1408981" y="31884"/>
                  <a:pt x="1398257" y="31884"/>
                </a:cubicBezTo>
                <a:cubicBezTo>
                  <a:pt x="1387215" y="31829"/>
                  <a:pt x="1379802" y="35930"/>
                  <a:pt x="1372861" y="45868"/>
                </a:cubicBezTo>
                <a:lnTo>
                  <a:pt x="1372861" y="34195"/>
                </a:lnTo>
                <a:lnTo>
                  <a:pt x="1360717" y="34195"/>
                </a:lnTo>
                <a:close/>
                <a:moveTo>
                  <a:pt x="1508666" y="34195"/>
                </a:moveTo>
                <a:lnTo>
                  <a:pt x="1495573" y="34195"/>
                </a:lnTo>
                <a:lnTo>
                  <a:pt x="1495573" y="116910"/>
                </a:lnTo>
                <a:lnTo>
                  <a:pt x="1508666" y="116910"/>
                </a:lnTo>
                <a:lnTo>
                  <a:pt x="1508666" y="34195"/>
                </a:lnTo>
                <a:moveTo>
                  <a:pt x="1508666" y="2002"/>
                </a:moveTo>
                <a:lnTo>
                  <a:pt x="1495417" y="2002"/>
                </a:lnTo>
                <a:lnTo>
                  <a:pt x="1495417" y="18566"/>
                </a:lnTo>
                <a:lnTo>
                  <a:pt x="1508666" y="18566"/>
                </a:lnTo>
                <a:lnTo>
                  <a:pt x="1508666" y="2002"/>
                </a:lnTo>
                <a:close/>
                <a:moveTo>
                  <a:pt x="1553934" y="2002"/>
                </a:moveTo>
                <a:lnTo>
                  <a:pt x="1540685" y="2002"/>
                </a:lnTo>
                <a:lnTo>
                  <a:pt x="1540685" y="116910"/>
                </a:lnTo>
                <a:lnTo>
                  <a:pt x="1553934" y="116910"/>
                </a:lnTo>
                <a:lnTo>
                  <a:pt x="1553934" y="2002"/>
                </a:lnTo>
                <a:close/>
                <a:moveTo>
                  <a:pt x="1599044" y="2002"/>
                </a:moveTo>
                <a:lnTo>
                  <a:pt x="1585795" y="2002"/>
                </a:lnTo>
                <a:lnTo>
                  <a:pt x="1585795" y="116910"/>
                </a:lnTo>
                <a:lnTo>
                  <a:pt x="1599044" y="116910"/>
                </a:lnTo>
                <a:lnTo>
                  <a:pt x="1599044" y="2002"/>
                </a:lnTo>
                <a:close/>
                <a:moveTo>
                  <a:pt x="1643839" y="34195"/>
                </a:moveTo>
                <a:lnTo>
                  <a:pt x="1630746" y="34195"/>
                </a:lnTo>
                <a:lnTo>
                  <a:pt x="1630746" y="116910"/>
                </a:lnTo>
                <a:lnTo>
                  <a:pt x="1643839" y="116910"/>
                </a:lnTo>
                <a:lnTo>
                  <a:pt x="1643839" y="34195"/>
                </a:lnTo>
                <a:moveTo>
                  <a:pt x="1643839" y="2002"/>
                </a:moveTo>
                <a:lnTo>
                  <a:pt x="1630590" y="2002"/>
                </a:lnTo>
                <a:lnTo>
                  <a:pt x="1630590" y="18566"/>
                </a:lnTo>
                <a:lnTo>
                  <a:pt x="1643839" y="18566"/>
                </a:lnTo>
                <a:lnTo>
                  <a:pt x="1643839" y="2002"/>
                </a:lnTo>
                <a:close/>
                <a:moveTo>
                  <a:pt x="1708033" y="31884"/>
                </a:moveTo>
                <a:cubicBezTo>
                  <a:pt x="1684690" y="31884"/>
                  <a:pt x="1670810" y="48452"/>
                  <a:pt x="1670810" y="76248"/>
                </a:cubicBezTo>
                <a:cubicBezTo>
                  <a:pt x="1670810" y="104200"/>
                  <a:pt x="1684690" y="120606"/>
                  <a:pt x="1708192" y="120606"/>
                </a:cubicBezTo>
                <a:cubicBezTo>
                  <a:pt x="1731535" y="120606"/>
                  <a:pt x="1745573" y="104041"/>
                  <a:pt x="1745573" y="76878"/>
                </a:cubicBezTo>
                <a:cubicBezTo>
                  <a:pt x="1745573" y="48137"/>
                  <a:pt x="1732009" y="31884"/>
                  <a:pt x="1708033" y="31884"/>
                </a:cubicBezTo>
                <a:moveTo>
                  <a:pt x="1708192" y="44031"/>
                </a:moveTo>
                <a:cubicBezTo>
                  <a:pt x="1723017" y="44031"/>
                  <a:pt x="1731850" y="56190"/>
                  <a:pt x="1731850" y="76719"/>
                </a:cubicBezTo>
                <a:cubicBezTo>
                  <a:pt x="1731850" y="96303"/>
                  <a:pt x="1722702" y="108462"/>
                  <a:pt x="1708192" y="108462"/>
                </a:cubicBezTo>
                <a:cubicBezTo>
                  <a:pt x="1693523" y="108462"/>
                  <a:pt x="1684531" y="96303"/>
                  <a:pt x="1684531" y="76248"/>
                </a:cubicBezTo>
                <a:cubicBezTo>
                  <a:pt x="1684531" y="56190"/>
                  <a:pt x="1693523" y="44031"/>
                  <a:pt x="1708192" y="44031"/>
                </a:cubicBezTo>
                <a:close/>
                <a:moveTo>
                  <a:pt x="1766393" y="34195"/>
                </a:moveTo>
                <a:lnTo>
                  <a:pt x="1766393" y="116910"/>
                </a:lnTo>
                <a:lnTo>
                  <a:pt x="1779642" y="116910"/>
                </a:lnTo>
                <a:lnTo>
                  <a:pt x="1779642" y="71292"/>
                </a:lnTo>
                <a:cubicBezTo>
                  <a:pt x="1779642" y="54443"/>
                  <a:pt x="1788474" y="43401"/>
                  <a:pt x="1802039" y="43401"/>
                </a:cubicBezTo>
                <a:cubicBezTo>
                  <a:pt x="1812450" y="43401"/>
                  <a:pt x="1819074" y="49711"/>
                  <a:pt x="1819074" y="59648"/>
                </a:cubicBezTo>
                <a:lnTo>
                  <a:pt x="1819074" y="116910"/>
                </a:lnTo>
                <a:lnTo>
                  <a:pt x="1832166" y="116910"/>
                </a:lnTo>
                <a:lnTo>
                  <a:pt x="1832166" y="54443"/>
                </a:lnTo>
                <a:cubicBezTo>
                  <a:pt x="1832166" y="40720"/>
                  <a:pt x="1821914" y="31884"/>
                  <a:pt x="1805983" y="31884"/>
                </a:cubicBezTo>
                <a:cubicBezTo>
                  <a:pt x="1793680" y="31829"/>
                  <a:pt x="1785793" y="36563"/>
                  <a:pt x="1778537" y="48077"/>
                </a:cubicBezTo>
                <a:lnTo>
                  <a:pt x="1778537" y="34195"/>
                </a:lnTo>
                <a:lnTo>
                  <a:pt x="1766393" y="34195"/>
                </a:lnTo>
                <a:close/>
                <a:moveTo>
                  <a:pt x="1860082" y="150426"/>
                </a:moveTo>
                <a:cubicBezTo>
                  <a:pt x="1875856" y="129764"/>
                  <a:pt x="1885793" y="101056"/>
                  <a:pt x="1885793" y="76293"/>
                </a:cubicBezTo>
                <a:cubicBezTo>
                  <a:pt x="1885793" y="51372"/>
                  <a:pt x="1875856" y="22667"/>
                  <a:pt x="1860082" y="2002"/>
                </a:cubicBezTo>
                <a:lnTo>
                  <a:pt x="1851408" y="2002"/>
                </a:lnTo>
                <a:cubicBezTo>
                  <a:pt x="1865288" y="24558"/>
                  <a:pt x="1873016" y="51056"/>
                  <a:pt x="1873016" y="76293"/>
                </a:cubicBezTo>
                <a:cubicBezTo>
                  <a:pt x="1873016" y="101372"/>
                  <a:pt x="1865288" y="128029"/>
                  <a:pt x="1851408" y="150426"/>
                </a:cubicBezTo>
                <a:lnTo>
                  <a:pt x="1860082" y="1504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O">
            <a:extLst xmlns:a="http://schemas.openxmlformats.org/drawingml/2006/main">
              <a:ext uri="{FF2B5EF4-FFF2-40B4-BE49-F238E27FC236}">
                <a16:creationId xmlns:a16="http://schemas.microsoft.com/office/drawing/2014/main" id="{4E5C60C2-98E9-4FC7-9440-168D8169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41" y="1315384"/>
            <a:ext cx="120606" cy="111039"/>
          </a:xfrm>
          <a:custGeom xmlns:a="http://schemas.openxmlformats.org/drawingml/2006/main">
            <a:pathLst>
              <a:path w="120606" h="111039">
                <a:moveTo>
                  <a:pt x="0" y="55677"/>
                </a:moveTo>
                <a:cubicBezTo>
                  <a:pt x="0" y="88642"/>
                  <a:pt x="24303" y="111039"/>
                  <a:pt x="60306" y="111039"/>
                </a:cubicBezTo>
                <a:cubicBezTo>
                  <a:pt x="96462" y="111039"/>
                  <a:pt x="120606" y="88801"/>
                  <a:pt x="120606" y="55519"/>
                </a:cubicBezTo>
                <a:cubicBezTo>
                  <a:pt x="120606" y="41482"/>
                  <a:pt x="116349" y="29179"/>
                  <a:pt x="108462" y="19872"/>
                </a:cubicBezTo>
                <a:cubicBezTo>
                  <a:pt x="97884" y="7413"/>
                  <a:pt x="80041" y="0"/>
                  <a:pt x="61251" y="0"/>
                </a:cubicBezTo>
                <a:cubicBezTo>
                  <a:pt x="24147" y="0"/>
                  <a:pt x="0" y="21923"/>
                  <a:pt x="0" y="55677"/>
                </a:cubicBezTo>
                <a:moveTo>
                  <a:pt x="12934" y="55677"/>
                </a:moveTo>
                <a:cubicBezTo>
                  <a:pt x="12934" y="30756"/>
                  <a:pt x="31726" y="14669"/>
                  <a:pt x="60936" y="14669"/>
                </a:cubicBezTo>
                <a:cubicBezTo>
                  <a:pt x="88727" y="14669"/>
                  <a:pt x="107675" y="31230"/>
                  <a:pt x="107675" y="55519"/>
                </a:cubicBezTo>
                <a:cubicBezTo>
                  <a:pt x="107675" y="80125"/>
                  <a:pt x="88727" y="96370"/>
                  <a:pt x="60306" y="96370"/>
                </a:cubicBezTo>
                <a:cubicBezTo>
                  <a:pt x="31882" y="96370"/>
                  <a:pt x="12934" y="80125"/>
                  <a:pt x="12934" y="556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p">
            <a:extLst xmlns:a="http://schemas.openxmlformats.org/drawingml/2006/main">
              <a:ext uri="{FF2B5EF4-FFF2-40B4-BE49-F238E27FC236}">
                <a16:creationId xmlns:a16="http://schemas.microsoft.com/office/drawing/2014/main" id="{70F17499-6757-4877-9563-68F76B31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70" y="1237308"/>
            <a:ext cx="119535" cy="73976"/>
          </a:xfrm>
          <a:custGeom xmlns:a="http://schemas.openxmlformats.org/drawingml/2006/main">
            <a:pathLst>
              <a:path w="119535" h="73976">
                <a:moveTo>
                  <a:pt x="119535" y="73976"/>
                </a:moveTo>
                <a:lnTo>
                  <a:pt x="119535" y="60727"/>
                </a:lnTo>
                <a:lnTo>
                  <a:pt x="76476" y="60727"/>
                </a:lnTo>
                <a:cubicBezTo>
                  <a:pt x="84994" y="53786"/>
                  <a:pt x="88777" y="46058"/>
                  <a:pt x="88777" y="35331"/>
                </a:cubicBezTo>
                <a:cubicBezTo>
                  <a:pt x="88777" y="13880"/>
                  <a:pt x="71581" y="0"/>
                  <a:pt x="45208" y="0"/>
                </a:cubicBezTo>
                <a:cubicBezTo>
                  <a:pt x="17413" y="0"/>
                  <a:pt x="55" y="13564"/>
                  <a:pt x="55" y="35490"/>
                </a:cubicBezTo>
                <a:cubicBezTo>
                  <a:pt x="0" y="46688"/>
                  <a:pt x="5049" y="55677"/>
                  <a:pt x="14828" y="61829"/>
                </a:cubicBezTo>
                <a:lnTo>
                  <a:pt x="2366" y="61829"/>
                </a:lnTo>
                <a:lnTo>
                  <a:pt x="2366" y="73976"/>
                </a:lnTo>
                <a:lnTo>
                  <a:pt x="119535" y="73976"/>
                </a:lnTo>
                <a:moveTo>
                  <a:pt x="12359" y="37697"/>
                </a:moveTo>
                <a:cubicBezTo>
                  <a:pt x="12359" y="23186"/>
                  <a:pt x="25150" y="13723"/>
                  <a:pt x="44890" y="13723"/>
                </a:cubicBezTo>
                <a:cubicBezTo>
                  <a:pt x="63685" y="13723"/>
                  <a:pt x="76476" y="23343"/>
                  <a:pt x="76476" y="37697"/>
                </a:cubicBezTo>
                <a:cubicBezTo>
                  <a:pt x="76476" y="51735"/>
                  <a:pt x="63841" y="60727"/>
                  <a:pt x="44419" y="60727"/>
                </a:cubicBezTo>
                <a:cubicBezTo>
                  <a:pt x="24994" y="60727"/>
                  <a:pt x="12359" y="51735"/>
                  <a:pt x="12359" y="376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c">
            <a:extLst xmlns:a="http://schemas.openxmlformats.org/drawingml/2006/main">
              <a:ext uri="{FF2B5EF4-FFF2-40B4-BE49-F238E27FC236}">
                <a16:creationId xmlns:a16="http://schemas.microsoft.com/office/drawing/2014/main" id="{DA886225-5998-491E-ABE1-CDA899E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26" y="1154344"/>
            <a:ext cx="88722" cy="70346"/>
          </a:xfrm>
          <a:custGeom xmlns:a="http://schemas.openxmlformats.org/drawingml/2006/main">
            <a:pathLst>
              <a:path w="88722" h="70346">
                <a:moveTo>
                  <a:pt x="30149" y="946"/>
                </a:moveTo>
                <a:cubicBezTo>
                  <a:pt x="22096" y="1576"/>
                  <a:pt x="16883" y="3312"/>
                  <a:pt x="12303" y="6467"/>
                </a:cubicBezTo>
                <a:cubicBezTo>
                  <a:pt x="4575" y="12144"/>
                  <a:pt x="0" y="22082"/>
                  <a:pt x="0" y="33596"/>
                </a:cubicBezTo>
                <a:cubicBezTo>
                  <a:pt x="0" y="55993"/>
                  <a:pt x="17673" y="70346"/>
                  <a:pt x="45153" y="70346"/>
                </a:cubicBezTo>
                <a:cubicBezTo>
                  <a:pt x="71841" y="70346"/>
                  <a:pt x="88722" y="56152"/>
                  <a:pt x="88722" y="33752"/>
                </a:cubicBezTo>
                <a:cubicBezTo>
                  <a:pt x="88722" y="14036"/>
                  <a:pt x="76893" y="1576"/>
                  <a:pt x="56681" y="0"/>
                </a:cubicBezTo>
                <a:lnTo>
                  <a:pt x="56681" y="13249"/>
                </a:lnTo>
                <a:cubicBezTo>
                  <a:pt x="69945" y="15456"/>
                  <a:pt x="76577" y="22238"/>
                  <a:pt x="76577" y="33437"/>
                </a:cubicBezTo>
                <a:cubicBezTo>
                  <a:pt x="76577" y="47949"/>
                  <a:pt x="64734" y="56623"/>
                  <a:pt x="45153" y="56623"/>
                </a:cubicBezTo>
                <a:cubicBezTo>
                  <a:pt x="24464" y="56623"/>
                  <a:pt x="12147" y="48106"/>
                  <a:pt x="12147" y="33752"/>
                </a:cubicBezTo>
                <a:cubicBezTo>
                  <a:pt x="12147" y="22712"/>
                  <a:pt x="18621" y="15771"/>
                  <a:pt x="30149" y="14195"/>
                </a:cubicBezTo>
                <a:lnTo>
                  <a:pt x="30149" y="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o">
            <a:extLst xmlns:a="http://schemas.openxmlformats.org/drawingml/2006/main">
              <a:ext uri="{FF2B5EF4-FFF2-40B4-BE49-F238E27FC236}">
                <a16:creationId xmlns:a16="http://schemas.microsoft.com/office/drawing/2014/main" id="{21C54C08-102D-442A-A101-C27F1849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26" y="1059076"/>
            <a:ext cx="88722" cy="74763"/>
          </a:xfrm>
          <a:custGeom xmlns:a="http://schemas.openxmlformats.org/drawingml/2006/main">
            <a:pathLst>
              <a:path w="88722" h="74763">
                <a:moveTo>
                  <a:pt x="0" y="37540"/>
                </a:moveTo>
                <a:cubicBezTo>
                  <a:pt x="0" y="60883"/>
                  <a:pt x="16568" y="74763"/>
                  <a:pt x="44363" y="74763"/>
                </a:cubicBezTo>
                <a:cubicBezTo>
                  <a:pt x="72315" y="74763"/>
                  <a:pt x="88722" y="60883"/>
                  <a:pt x="88722" y="37381"/>
                </a:cubicBezTo>
                <a:cubicBezTo>
                  <a:pt x="88722" y="14038"/>
                  <a:pt x="72156" y="0"/>
                  <a:pt x="44994" y="0"/>
                </a:cubicBezTo>
                <a:cubicBezTo>
                  <a:pt x="16253" y="0"/>
                  <a:pt x="0" y="13564"/>
                  <a:pt x="0" y="37540"/>
                </a:cubicBezTo>
                <a:moveTo>
                  <a:pt x="12147" y="37381"/>
                </a:moveTo>
                <a:cubicBezTo>
                  <a:pt x="12147" y="22556"/>
                  <a:pt x="24306" y="13723"/>
                  <a:pt x="44835" y="13723"/>
                </a:cubicBezTo>
                <a:cubicBezTo>
                  <a:pt x="64419" y="13723"/>
                  <a:pt x="76577" y="22871"/>
                  <a:pt x="76577" y="37381"/>
                </a:cubicBezTo>
                <a:cubicBezTo>
                  <a:pt x="76577" y="52050"/>
                  <a:pt x="64419" y="61042"/>
                  <a:pt x="44363" y="61042"/>
                </a:cubicBezTo>
                <a:cubicBezTo>
                  <a:pt x="24306" y="61042"/>
                  <a:pt x="12147" y="52050"/>
                  <a:pt x="12147" y="373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d">
            <a:extLst xmlns:a="http://schemas.openxmlformats.org/drawingml/2006/main">
              <a:ext uri="{FF2B5EF4-FFF2-40B4-BE49-F238E27FC236}">
                <a16:creationId xmlns:a16="http://schemas.microsoft.com/office/drawing/2014/main" id="{ADBF5E3B-5651-4EBF-B7A9-DEA7D6AC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44" y="971221"/>
            <a:ext cx="118604" cy="73976"/>
          </a:xfrm>
          <a:custGeom xmlns:a="http://schemas.openxmlformats.org/drawingml/2006/main">
            <a:pathLst>
              <a:path w="118604" h="73976">
                <a:moveTo>
                  <a:pt x="0" y="0"/>
                </a:moveTo>
                <a:lnTo>
                  <a:pt x="0" y="13093"/>
                </a:lnTo>
                <a:lnTo>
                  <a:pt x="42659" y="13093"/>
                </a:lnTo>
                <a:cubicBezTo>
                  <a:pt x="34301" y="18611"/>
                  <a:pt x="29882" y="27444"/>
                  <a:pt x="29882" y="38486"/>
                </a:cubicBezTo>
                <a:cubicBezTo>
                  <a:pt x="29882" y="59937"/>
                  <a:pt x="47083" y="73976"/>
                  <a:pt x="73456" y="73976"/>
                </a:cubicBezTo>
                <a:cubicBezTo>
                  <a:pt x="101408" y="73976"/>
                  <a:pt x="118604" y="60409"/>
                  <a:pt x="118604" y="38012"/>
                </a:cubicBezTo>
                <a:cubicBezTo>
                  <a:pt x="118604" y="26657"/>
                  <a:pt x="114346" y="18770"/>
                  <a:pt x="104091" y="11673"/>
                </a:cubicBezTo>
                <a:lnTo>
                  <a:pt x="114907" y="11673"/>
                </a:lnTo>
                <a:lnTo>
                  <a:pt x="114907" y="0"/>
                </a:lnTo>
                <a:lnTo>
                  <a:pt x="0" y="0"/>
                </a:lnTo>
                <a:moveTo>
                  <a:pt x="42185" y="36277"/>
                </a:moveTo>
                <a:cubicBezTo>
                  <a:pt x="42185" y="22082"/>
                  <a:pt x="54650" y="13093"/>
                  <a:pt x="74525" y="13093"/>
                </a:cubicBezTo>
                <a:cubicBezTo>
                  <a:pt x="93668" y="13093"/>
                  <a:pt x="106303" y="22241"/>
                  <a:pt x="106303" y="36120"/>
                </a:cubicBezTo>
                <a:cubicBezTo>
                  <a:pt x="106303" y="50630"/>
                  <a:pt x="93511" y="60253"/>
                  <a:pt x="74245" y="60253"/>
                </a:cubicBezTo>
                <a:cubicBezTo>
                  <a:pt x="54977" y="60253"/>
                  <a:pt x="42185" y="50630"/>
                  <a:pt x="42185" y="362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e">
            <a:extLst xmlns:a="http://schemas.openxmlformats.org/drawingml/2006/main">
              <a:ext uri="{FF2B5EF4-FFF2-40B4-BE49-F238E27FC236}">
                <a16:creationId xmlns:a16="http://schemas.microsoft.com/office/drawing/2014/main" id="{BBD2CB23-4DAD-4400-92FD-DCD16692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26" y="878319"/>
            <a:ext cx="88722" cy="74606"/>
          </a:xfrm>
          <a:custGeom xmlns:a="http://schemas.openxmlformats.org/drawingml/2006/main">
            <a:pathLst>
              <a:path w="88722" h="74606">
                <a:moveTo>
                  <a:pt x="48156" y="0"/>
                </a:moveTo>
                <a:cubicBezTo>
                  <a:pt x="35535" y="0"/>
                  <a:pt x="27949" y="948"/>
                  <a:pt x="21786" y="3314"/>
                </a:cubicBezTo>
                <a:cubicBezTo>
                  <a:pt x="8202" y="8676"/>
                  <a:pt x="0" y="21295"/>
                  <a:pt x="0" y="36751"/>
                </a:cubicBezTo>
                <a:cubicBezTo>
                  <a:pt x="0" y="59781"/>
                  <a:pt x="17519" y="74606"/>
                  <a:pt x="44845" y="74606"/>
                </a:cubicBezTo>
                <a:cubicBezTo>
                  <a:pt x="72156" y="74606"/>
                  <a:pt x="88722" y="60411"/>
                  <a:pt x="88722" y="37066"/>
                </a:cubicBezTo>
                <a:cubicBezTo>
                  <a:pt x="88722" y="18140"/>
                  <a:pt x="77997" y="5049"/>
                  <a:pt x="59997" y="1735"/>
                </a:cubicBezTo>
                <a:lnTo>
                  <a:pt x="59997" y="14984"/>
                </a:lnTo>
                <a:cubicBezTo>
                  <a:pt x="70893" y="18614"/>
                  <a:pt x="76577" y="26026"/>
                  <a:pt x="76577" y="36594"/>
                </a:cubicBezTo>
                <a:cubicBezTo>
                  <a:pt x="76577" y="44953"/>
                  <a:pt x="72789" y="52050"/>
                  <a:pt x="65841" y="56467"/>
                </a:cubicBezTo>
                <a:cubicBezTo>
                  <a:pt x="61105" y="59622"/>
                  <a:pt x="56366" y="60727"/>
                  <a:pt x="48156" y="60883"/>
                </a:cubicBezTo>
                <a:lnTo>
                  <a:pt x="48156" y="0"/>
                </a:lnTo>
                <a:moveTo>
                  <a:pt x="37430" y="60568"/>
                </a:moveTo>
                <a:cubicBezTo>
                  <a:pt x="22101" y="59466"/>
                  <a:pt x="12147" y="50159"/>
                  <a:pt x="12147" y="36910"/>
                </a:cubicBezTo>
                <a:cubicBezTo>
                  <a:pt x="12147" y="23502"/>
                  <a:pt x="22575" y="14197"/>
                  <a:pt x="37430" y="14197"/>
                </a:cubicBezTo>
                <a:lnTo>
                  <a:pt x="37430" y="605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C">
            <a:extLst xmlns:a="http://schemas.openxmlformats.org/drawingml/2006/main">
              <a:ext uri="{FF2B5EF4-FFF2-40B4-BE49-F238E27FC236}">
                <a16:creationId xmlns:a16="http://schemas.microsoft.com/office/drawing/2014/main" id="{1B90AA9F-1950-4609-A322-46E6E2E7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41" y="717281"/>
            <a:ext cx="120606" cy="99210"/>
          </a:xfrm>
          <a:custGeom xmlns:a="http://schemas.openxmlformats.org/drawingml/2006/main">
            <a:pathLst>
              <a:path w="120606" h="99210">
                <a:moveTo>
                  <a:pt x="37567" y="2366"/>
                </a:moveTo>
                <a:cubicBezTo>
                  <a:pt x="12303" y="6939"/>
                  <a:pt x="0" y="21449"/>
                  <a:pt x="0" y="46686"/>
                </a:cubicBezTo>
                <a:cubicBezTo>
                  <a:pt x="0" y="62144"/>
                  <a:pt x="4890" y="74604"/>
                  <a:pt x="14356" y="83121"/>
                </a:cubicBezTo>
                <a:cubicBezTo>
                  <a:pt x="25726" y="93530"/>
                  <a:pt x="42147" y="99210"/>
                  <a:pt x="60777" y="99210"/>
                </a:cubicBezTo>
                <a:cubicBezTo>
                  <a:pt x="79725" y="99210"/>
                  <a:pt x="95990" y="93374"/>
                  <a:pt x="107201" y="82647"/>
                </a:cubicBezTo>
                <a:cubicBezTo>
                  <a:pt x="116349" y="73658"/>
                  <a:pt x="120606" y="62301"/>
                  <a:pt x="120606" y="47316"/>
                </a:cubicBezTo>
                <a:cubicBezTo>
                  <a:pt x="120606" y="19242"/>
                  <a:pt x="105463" y="3468"/>
                  <a:pt x="74989" y="0"/>
                </a:cubicBezTo>
                <a:lnTo>
                  <a:pt x="74989" y="15141"/>
                </a:lnTo>
                <a:cubicBezTo>
                  <a:pt x="82883" y="16402"/>
                  <a:pt x="88253" y="17981"/>
                  <a:pt x="92833" y="20347"/>
                </a:cubicBezTo>
                <a:cubicBezTo>
                  <a:pt x="102305" y="25078"/>
                  <a:pt x="107675" y="34857"/>
                  <a:pt x="107675" y="47160"/>
                </a:cubicBezTo>
                <a:cubicBezTo>
                  <a:pt x="107675" y="70031"/>
                  <a:pt x="89357" y="84541"/>
                  <a:pt x="60621" y="84541"/>
                </a:cubicBezTo>
                <a:cubicBezTo>
                  <a:pt x="31093" y="84541"/>
                  <a:pt x="12934" y="70818"/>
                  <a:pt x="12934" y="48421"/>
                </a:cubicBezTo>
                <a:cubicBezTo>
                  <a:pt x="12934" y="39114"/>
                  <a:pt x="15620" y="30440"/>
                  <a:pt x="20200" y="25709"/>
                </a:cubicBezTo>
                <a:cubicBezTo>
                  <a:pt x="24147" y="21449"/>
                  <a:pt x="28883" y="19083"/>
                  <a:pt x="37567" y="17350"/>
                </a:cubicBezTo>
                <a:lnTo>
                  <a:pt x="37567" y="23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o">
            <a:extLst xmlns:a="http://schemas.openxmlformats.org/drawingml/2006/main">
              <a:ext uri="{FF2B5EF4-FFF2-40B4-BE49-F238E27FC236}">
                <a16:creationId xmlns:a16="http://schemas.microsoft.com/office/drawing/2014/main" id="{40F62088-F77B-4B20-94C0-8DD937CC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26" y="631003"/>
            <a:ext cx="88722" cy="74763"/>
          </a:xfrm>
          <a:custGeom xmlns:a="http://schemas.openxmlformats.org/drawingml/2006/main">
            <a:pathLst>
              <a:path w="88722" h="74763">
                <a:moveTo>
                  <a:pt x="0" y="37540"/>
                </a:moveTo>
                <a:cubicBezTo>
                  <a:pt x="0" y="60883"/>
                  <a:pt x="16568" y="74763"/>
                  <a:pt x="44363" y="74763"/>
                </a:cubicBezTo>
                <a:cubicBezTo>
                  <a:pt x="72315" y="74763"/>
                  <a:pt x="88722" y="60883"/>
                  <a:pt x="88722" y="37381"/>
                </a:cubicBezTo>
                <a:cubicBezTo>
                  <a:pt x="88722" y="14038"/>
                  <a:pt x="72156" y="0"/>
                  <a:pt x="44994" y="0"/>
                </a:cubicBezTo>
                <a:cubicBezTo>
                  <a:pt x="16253" y="0"/>
                  <a:pt x="0" y="13564"/>
                  <a:pt x="0" y="37540"/>
                </a:cubicBezTo>
                <a:moveTo>
                  <a:pt x="12147" y="37381"/>
                </a:moveTo>
                <a:cubicBezTo>
                  <a:pt x="12147" y="22556"/>
                  <a:pt x="24306" y="13723"/>
                  <a:pt x="44835" y="13723"/>
                </a:cubicBezTo>
                <a:cubicBezTo>
                  <a:pt x="64419" y="13723"/>
                  <a:pt x="76577" y="22871"/>
                  <a:pt x="76577" y="37381"/>
                </a:cubicBezTo>
                <a:cubicBezTo>
                  <a:pt x="76577" y="52050"/>
                  <a:pt x="64419" y="61042"/>
                  <a:pt x="44363" y="61042"/>
                </a:cubicBezTo>
                <a:cubicBezTo>
                  <a:pt x="24306" y="61042"/>
                  <a:pt x="12147" y="52050"/>
                  <a:pt x="12147" y="373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v">
            <a:extLst xmlns:a="http://schemas.openxmlformats.org/drawingml/2006/main">
              <a:ext uri="{FF2B5EF4-FFF2-40B4-BE49-F238E27FC236}">
                <a16:creationId xmlns:a16="http://schemas.microsoft.com/office/drawing/2014/main" id="{C1528A7B-06ED-41A7-9764-3FEA89C9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36" y="544568"/>
            <a:ext cx="82715" cy="75078"/>
          </a:xfrm>
          <a:custGeom xmlns:a="http://schemas.openxmlformats.org/drawingml/2006/main">
            <a:pathLst>
              <a:path w="82715" h="75078">
                <a:moveTo>
                  <a:pt x="82715" y="31704"/>
                </a:moveTo>
                <a:lnTo>
                  <a:pt x="0" y="0"/>
                </a:lnTo>
                <a:lnTo>
                  <a:pt x="0" y="14825"/>
                </a:lnTo>
                <a:lnTo>
                  <a:pt x="67090" y="38171"/>
                </a:lnTo>
                <a:lnTo>
                  <a:pt x="0" y="60253"/>
                </a:lnTo>
                <a:lnTo>
                  <a:pt x="0" y="75078"/>
                </a:lnTo>
                <a:lnTo>
                  <a:pt x="82715" y="46055"/>
                </a:lnTo>
                <a:lnTo>
                  <a:pt x="82715" y="31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e">
            <a:extLst xmlns:a="http://schemas.openxmlformats.org/drawingml/2006/main">
              <a:ext uri="{FF2B5EF4-FFF2-40B4-BE49-F238E27FC236}">
                <a16:creationId xmlns:a16="http://schemas.microsoft.com/office/drawing/2014/main" id="{6FCF4A23-C4EC-4FC7-A6E1-B0C5A6A2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26" y="472801"/>
            <a:ext cx="88722" cy="74606"/>
          </a:xfrm>
          <a:custGeom xmlns:a="http://schemas.openxmlformats.org/drawingml/2006/main">
            <a:pathLst>
              <a:path w="88722" h="74606">
                <a:moveTo>
                  <a:pt x="48156" y="0"/>
                </a:moveTo>
                <a:cubicBezTo>
                  <a:pt x="35535" y="0"/>
                  <a:pt x="27949" y="948"/>
                  <a:pt x="21786" y="3314"/>
                </a:cubicBezTo>
                <a:cubicBezTo>
                  <a:pt x="8202" y="8676"/>
                  <a:pt x="0" y="21295"/>
                  <a:pt x="0" y="36751"/>
                </a:cubicBezTo>
                <a:cubicBezTo>
                  <a:pt x="0" y="59781"/>
                  <a:pt x="17519" y="74606"/>
                  <a:pt x="44845" y="74606"/>
                </a:cubicBezTo>
                <a:cubicBezTo>
                  <a:pt x="72156" y="74606"/>
                  <a:pt x="88722" y="60411"/>
                  <a:pt x="88722" y="37066"/>
                </a:cubicBezTo>
                <a:cubicBezTo>
                  <a:pt x="88722" y="18140"/>
                  <a:pt x="77997" y="5049"/>
                  <a:pt x="59997" y="1735"/>
                </a:cubicBezTo>
                <a:lnTo>
                  <a:pt x="59997" y="14984"/>
                </a:lnTo>
                <a:cubicBezTo>
                  <a:pt x="70893" y="18614"/>
                  <a:pt x="76577" y="26026"/>
                  <a:pt x="76577" y="36594"/>
                </a:cubicBezTo>
                <a:cubicBezTo>
                  <a:pt x="76577" y="44953"/>
                  <a:pt x="72789" y="52050"/>
                  <a:pt x="65841" y="56467"/>
                </a:cubicBezTo>
                <a:cubicBezTo>
                  <a:pt x="61105" y="59622"/>
                  <a:pt x="56366" y="60727"/>
                  <a:pt x="48156" y="60883"/>
                </a:cubicBezTo>
                <a:lnTo>
                  <a:pt x="48156" y="0"/>
                </a:lnTo>
                <a:moveTo>
                  <a:pt x="37430" y="60568"/>
                </a:moveTo>
                <a:cubicBezTo>
                  <a:pt x="22101" y="59466"/>
                  <a:pt x="12147" y="50159"/>
                  <a:pt x="12147" y="36910"/>
                </a:cubicBezTo>
                <a:cubicBezTo>
                  <a:pt x="12147" y="23502"/>
                  <a:pt x="22575" y="14197"/>
                  <a:pt x="37430" y="14197"/>
                </a:cubicBezTo>
                <a:lnTo>
                  <a:pt x="37430" y="605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r">
            <a:extLst xmlns:a="http://schemas.openxmlformats.org/drawingml/2006/main">
              <a:ext uri="{FF2B5EF4-FFF2-40B4-BE49-F238E27FC236}">
                <a16:creationId xmlns:a16="http://schemas.microsoft.com/office/drawing/2014/main" id="{D8C17FAC-9E78-48B2-80BC-E7465762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26" y="412864"/>
            <a:ext cx="85025" cy="39750"/>
          </a:xfrm>
          <a:custGeom xmlns:a="http://schemas.openxmlformats.org/drawingml/2006/main">
            <a:pathLst>
              <a:path w="85025" h="39750">
                <a:moveTo>
                  <a:pt x="2310" y="39750"/>
                </a:moveTo>
                <a:lnTo>
                  <a:pt x="85025" y="39750"/>
                </a:lnTo>
                <a:lnTo>
                  <a:pt x="85025" y="26498"/>
                </a:lnTo>
                <a:lnTo>
                  <a:pt x="42091" y="26498"/>
                </a:lnTo>
                <a:cubicBezTo>
                  <a:pt x="22200" y="26342"/>
                  <a:pt x="13360" y="18140"/>
                  <a:pt x="13834" y="0"/>
                </a:cubicBezTo>
                <a:lnTo>
                  <a:pt x="419" y="0"/>
                </a:lnTo>
                <a:cubicBezTo>
                  <a:pt x="159" y="2209"/>
                  <a:pt x="0" y="3471"/>
                  <a:pt x="0" y="5049"/>
                </a:cubicBezTo>
                <a:cubicBezTo>
                  <a:pt x="0" y="13567"/>
                  <a:pt x="5049" y="20031"/>
                  <a:pt x="17350" y="27603"/>
                </a:cubicBezTo>
                <a:lnTo>
                  <a:pt x="2310" y="27603"/>
                </a:lnTo>
                <a:lnTo>
                  <a:pt x="2310" y="397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a">
            <a:extLst xmlns:a="http://schemas.openxmlformats.org/drawingml/2006/main">
              <a:ext uri="{FF2B5EF4-FFF2-40B4-BE49-F238E27FC236}">
                <a16:creationId xmlns:a16="http://schemas.microsoft.com/office/drawing/2014/main" id="{A2783BB7-B5EF-4F2F-95A0-74A27AC8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26" y="334002"/>
            <a:ext cx="88722" cy="77759"/>
          </a:xfrm>
          <a:custGeom xmlns:a="http://schemas.openxmlformats.org/drawingml/2006/main">
            <a:pathLst>
              <a:path w="88722" h="77759">
                <a:moveTo>
                  <a:pt x="77367" y="0"/>
                </a:moveTo>
                <a:cubicBezTo>
                  <a:pt x="77682" y="1418"/>
                  <a:pt x="77682" y="2051"/>
                  <a:pt x="77682" y="2838"/>
                </a:cubicBezTo>
                <a:cubicBezTo>
                  <a:pt x="77682" y="7413"/>
                  <a:pt x="75314" y="9935"/>
                  <a:pt x="71208" y="9935"/>
                </a:cubicBezTo>
                <a:lnTo>
                  <a:pt x="22568" y="9935"/>
                </a:lnTo>
                <a:cubicBezTo>
                  <a:pt x="7887" y="9935"/>
                  <a:pt x="0" y="20662"/>
                  <a:pt x="0" y="41008"/>
                </a:cubicBezTo>
                <a:cubicBezTo>
                  <a:pt x="0" y="53153"/>
                  <a:pt x="3471" y="62775"/>
                  <a:pt x="9622" y="68452"/>
                </a:cubicBezTo>
                <a:cubicBezTo>
                  <a:pt x="13884" y="72238"/>
                  <a:pt x="18621" y="73817"/>
                  <a:pt x="26833" y="74132"/>
                </a:cubicBezTo>
                <a:lnTo>
                  <a:pt x="26833" y="60883"/>
                </a:lnTo>
                <a:cubicBezTo>
                  <a:pt x="16727" y="59778"/>
                  <a:pt x="12147" y="53783"/>
                  <a:pt x="12147" y="41482"/>
                </a:cubicBezTo>
                <a:cubicBezTo>
                  <a:pt x="12147" y="29495"/>
                  <a:pt x="16568" y="23028"/>
                  <a:pt x="24464" y="23028"/>
                </a:cubicBezTo>
                <a:lnTo>
                  <a:pt x="27937" y="23028"/>
                </a:lnTo>
                <a:cubicBezTo>
                  <a:pt x="33624" y="23184"/>
                  <a:pt x="35677" y="26024"/>
                  <a:pt x="37097" y="36751"/>
                </a:cubicBezTo>
                <a:cubicBezTo>
                  <a:pt x="39466" y="55362"/>
                  <a:pt x="40099" y="58202"/>
                  <a:pt x="42152" y="63249"/>
                </a:cubicBezTo>
                <a:cubicBezTo>
                  <a:pt x="46257" y="72869"/>
                  <a:pt x="53521" y="77759"/>
                  <a:pt x="64260" y="77759"/>
                </a:cubicBezTo>
                <a:cubicBezTo>
                  <a:pt x="79259" y="77759"/>
                  <a:pt x="88722" y="67350"/>
                  <a:pt x="88722" y="50630"/>
                </a:cubicBezTo>
                <a:cubicBezTo>
                  <a:pt x="88722" y="40219"/>
                  <a:pt x="85095" y="31860"/>
                  <a:pt x="76577" y="22554"/>
                </a:cubicBezTo>
                <a:cubicBezTo>
                  <a:pt x="85095" y="21608"/>
                  <a:pt x="88722" y="17507"/>
                  <a:pt x="88722" y="8989"/>
                </a:cubicBezTo>
                <a:cubicBezTo>
                  <a:pt x="88722" y="6152"/>
                  <a:pt x="88407" y="4416"/>
                  <a:pt x="87304" y="0"/>
                </a:cubicBezTo>
                <a:lnTo>
                  <a:pt x="77367" y="0"/>
                </a:lnTo>
                <a:moveTo>
                  <a:pt x="59049" y="23028"/>
                </a:moveTo>
                <a:cubicBezTo>
                  <a:pt x="63470" y="23028"/>
                  <a:pt x="66154" y="24289"/>
                  <a:pt x="69786" y="28233"/>
                </a:cubicBezTo>
                <a:cubicBezTo>
                  <a:pt x="74683" y="33596"/>
                  <a:pt x="77208" y="40062"/>
                  <a:pt x="77208" y="47791"/>
                </a:cubicBezTo>
                <a:cubicBezTo>
                  <a:pt x="77208" y="58043"/>
                  <a:pt x="72313" y="64036"/>
                  <a:pt x="63945" y="64036"/>
                </a:cubicBezTo>
                <a:cubicBezTo>
                  <a:pt x="55259" y="64036"/>
                  <a:pt x="50837" y="58358"/>
                  <a:pt x="48784" y="44164"/>
                </a:cubicBezTo>
                <a:cubicBezTo>
                  <a:pt x="46888" y="30125"/>
                  <a:pt x="46257" y="27444"/>
                  <a:pt x="44204" y="23028"/>
                </a:cubicBezTo>
                <a:lnTo>
                  <a:pt x="59049" y="230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g">
            <a:extLst xmlns:a="http://schemas.openxmlformats.org/drawingml/2006/main">
              <a:ext uri="{FF2B5EF4-FFF2-40B4-BE49-F238E27FC236}">
                <a16:creationId xmlns:a16="http://schemas.microsoft.com/office/drawing/2014/main" id="{151FFD83-5ACA-46CD-B6CA-1E49D811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26" y="252457"/>
            <a:ext cx="119480" cy="70346"/>
          </a:xfrm>
          <a:custGeom xmlns:a="http://schemas.openxmlformats.org/drawingml/2006/main">
            <a:pathLst>
              <a:path w="119480" h="70346">
                <a:moveTo>
                  <a:pt x="2310" y="12144"/>
                </a:moveTo>
                <a:lnTo>
                  <a:pt x="14298" y="12144"/>
                </a:lnTo>
                <a:cubicBezTo>
                  <a:pt x="4419" y="18768"/>
                  <a:pt x="0" y="26024"/>
                  <a:pt x="0" y="36433"/>
                </a:cubicBezTo>
                <a:cubicBezTo>
                  <a:pt x="0" y="56467"/>
                  <a:pt x="18621" y="70346"/>
                  <a:pt x="45153" y="70346"/>
                </a:cubicBezTo>
                <a:cubicBezTo>
                  <a:pt x="59049" y="70346"/>
                  <a:pt x="69155" y="67032"/>
                  <a:pt x="77523" y="59935"/>
                </a:cubicBezTo>
                <a:cubicBezTo>
                  <a:pt x="84780" y="53783"/>
                  <a:pt x="88722" y="45899"/>
                  <a:pt x="88722" y="37381"/>
                </a:cubicBezTo>
                <a:cubicBezTo>
                  <a:pt x="88722" y="27444"/>
                  <a:pt x="84305" y="20347"/>
                  <a:pt x="73894" y="13406"/>
                </a:cubicBezTo>
                <a:lnTo>
                  <a:pt x="78156" y="13406"/>
                </a:lnTo>
                <a:cubicBezTo>
                  <a:pt x="100238" y="13406"/>
                  <a:pt x="108438" y="19557"/>
                  <a:pt x="108438" y="35961"/>
                </a:cubicBezTo>
                <a:cubicBezTo>
                  <a:pt x="108438" y="47160"/>
                  <a:pt x="104021" y="52996"/>
                  <a:pt x="94558" y="54257"/>
                </a:cubicBezTo>
                <a:lnTo>
                  <a:pt x="94558" y="67665"/>
                </a:lnTo>
                <a:cubicBezTo>
                  <a:pt x="109858" y="66402"/>
                  <a:pt x="119480" y="54257"/>
                  <a:pt x="119480" y="36277"/>
                </a:cubicBezTo>
                <a:cubicBezTo>
                  <a:pt x="119480" y="24132"/>
                  <a:pt x="115538" y="14036"/>
                  <a:pt x="108912" y="8674"/>
                </a:cubicBezTo>
                <a:cubicBezTo>
                  <a:pt x="101184" y="2366"/>
                  <a:pt x="90931" y="0"/>
                  <a:pt x="71523" y="0"/>
                </a:cubicBezTo>
                <a:lnTo>
                  <a:pt x="2310" y="0"/>
                </a:lnTo>
                <a:lnTo>
                  <a:pt x="2310" y="12144"/>
                </a:lnTo>
                <a:moveTo>
                  <a:pt x="12147" y="35172"/>
                </a:moveTo>
                <a:cubicBezTo>
                  <a:pt x="12147" y="21292"/>
                  <a:pt x="23831" y="13406"/>
                  <a:pt x="44835" y="13406"/>
                </a:cubicBezTo>
                <a:cubicBezTo>
                  <a:pt x="64893" y="13406"/>
                  <a:pt x="76577" y="21451"/>
                  <a:pt x="76577" y="35172"/>
                </a:cubicBezTo>
                <a:cubicBezTo>
                  <a:pt x="76577" y="48736"/>
                  <a:pt x="64734" y="56623"/>
                  <a:pt x="44363" y="56623"/>
                </a:cubicBezTo>
                <a:cubicBezTo>
                  <a:pt x="24149" y="56623"/>
                  <a:pt x="12147" y="48736"/>
                  <a:pt x="12147" y="3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e">
            <a:extLst xmlns:a="http://schemas.openxmlformats.org/drawingml/2006/main">
              <a:ext uri="{FF2B5EF4-FFF2-40B4-BE49-F238E27FC236}">
                <a16:creationId xmlns:a16="http://schemas.microsoft.com/office/drawing/2014/main" id="{966CBF8E-26F7-41B7-B155-DBBF3DC3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26" y="157345"/>
            <a:ext cx="88722" cy="74606"/>
          </a:xfrm>
          <a:custGeom xmlns:a="http://schemas.openxmlformats.org/drawingml/2006/main">
            <a:pathLst>
              <a:path w="88722" h="74606">
                <a:moveTo>
                  <a:pt x="48156" y="0"/>
                </a:moveTo>
                <a:cubicBezTo>
                  <a:pt x="35535" y="0"/>
                  <a:pt x="27949" y="948"/>
                  <a:pt x="21786" y="3314"/>
                </a:cubicBezTo>
                <a:cubicBezTo>
                  <a:pt x="8202" y="8676"/>
                  <a:pt x="0" y="21295"/>
                  <a:pt x="0" y="36751"/>
                </a:cubicBezTo>
                <a:cubicBezTo>
                  <a:pt x="0" y="59781"/>
                  <a:pt x="17519" y="74606"/>
                  <a:pt x="44845" y="74606"/>
                </a:cubicBezTo>
                <a:cubicBezTo>
                  <a:pt x="72156" y="74606"/>
                  <a:pt x="88722" y="60411"/>
                  <a:pt x="88722" y="37066"/>
                </a:cubicBezTo>
                <a:cubicBezTo>
                  <a:pt x="88722" y="18140"/>
                  <a:pt x="77997" y="5049"/>
                  <a:pt x="59997" y="1735"/>
                </a:cubicBezTo>
                <a:lnTo>
                  <a:pt x="59997" y="14984"/>
                </a:lnTo>
                <a:cubicBezTo>
                  <a:pt x="70893" y="18614"/>
                  <a:pt x="76577" y="26026"/>
                  <a:pt x="76577" y="36594"/>
                </a:cubicBezTo>
                <a:cubicBezTo>
                  <a:pt x="76577" y="44953"/>
                  <a:pt x="72789" y="52050"/>
                  <a:pt x="65841" y="56467"/>
                </a:cubicBezTo>
                <a:cubicBezTo>
                  <a:pt x="61105" y="59622"/>
                  <a:pt x="56366" y="60727"/>
                  <a:pt x="48156" y="60883"/>
                </a:cubicBezTo>
                <a:lnTo>
                  <a:pt x="48156" y="0"/>
                </a:lnTo>
                <a:moveTo>
                  <a:pt x="37430" y="60568"/>
                </a:moveTo>
                <a:cubicBezTo>
                  <a:pt x="22101" y="59466"/>
                  <a:pt x="12147" y="50159"/>
                  <a:pt x="12147" y="36910"/>
                </a:cubicBezTo>
                <a:cubicBezTo>
                  <a:pt x="12147" y="23502"/>
                  <a:pt x="22575" y="14197"/>
                  <a:pt x="37430" y="14197"/>
                </a:cubicBezTo>
                <a:lnTo>
                  <a:pt x="37430" y="605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E97D00-1193-4CD1-BBCC-A0EC5948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050" y="667278"/>
            <a:ext cx="1039831" cy="529064"/>
          </a:xfrm>
          <a:custGeom xmlns:a="http://schemas.openxmlformats.org/drawingml/2006/main">
            <a:pathLst>
              <a:path w="1039831" h="529064">
                <a:moveTo>
                  <a:pt x="0" y="0"/>
                </a:moveTo>
                <a:lnTo>
                  <a:pt x="1039831" y="0"/>
                </a:lnTo>
                <a:lnTo>
                  <a:pt x="1039831" y="529064"/>
                </a:lnTo>
                <a:lnTo>
                  <a:pt x="0" y="5290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791EA-DD30-480E-9E80-58EB033F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050" y="663064"/>
            <a:ext cx="127714" cy="135195"/>
          </a:xfrm>
          <a:custGeom xmlns:a="http://schemas.openxmlformats.org/drawingml/2006/main">
            <a:pathLst>
              <a:path w="127714" h="135195">
                <a:moveTo>
                  <a:pt x="0" y="0"/>
                </a:moveTo>
                <a:lnTo>
                  <a:pt x="127714" y="0"/>
                </a:lnTo>
                <a:lnTo>
                  <a:pt x="127714" y="135195"/>
                </a:lnTo>
                <a:lnTo>
                  <a:pt x="0" y="1351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DDB27-59F2-41A8-B36E-0201FBAB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26" y="730662"/>
            <a:ext cx="102185" cy="10"/>
          </a:xfrm>
          <a:custGeom xmlns:a="http://schemas.openxmlformats.org/drawingml/2006/main">
            <a:pathLst>
              <a:path w="102185" h="1" fill="none">
                <a:moveTo>
                  <a:pt x="0" y="0"/>
                </a:moveTo>
                <a:lnTo>
                  <a:pt x="102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4DAF4A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713E7-249A-419C-A67A-A88CF2EC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050" y="798259"/>
            <a:ext cx="127714" cy="135195"/>
          </a:xfrm>
          <a:custGeom xmlns:a="http://schemas.openxmlformats.org/drawingml/2006/main">
            <a:pathLst>
              <a:path w="127714" h="135195">
                <a:moveTo>
                  <a:pt x="0" y="0"/>
                </a:moveTo>
                <a:lnTo>
                  <a:pt x="127714" y="0"/>
                </a:lnTo>
                <a:lnTo>
                  <a:pt x="127714" y="135195"/>
                </a:lnTo>
                <a:lnTo>
                  <a:pt x="0" y="1351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66BB8-DA66-4E2F-BFC0-29C09420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26" y="865857"/>
            <a:ext cx="102185" cy="10"/>
          </a:xfrm>
          <a:custGeom xmlns:a="http://schemas.openxmlformats.org/drawingml/2006/main">
            <a:pathLst>
              <a:path w="102185" h="1" fill="none">
                <a:moveTo>
                  <a:pt x="0" y="0"/>
                </a:moveTo>
                <a:lnTo>
                  <a:pt x="102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77EB8"/>
            </a:solidFill>
            <a:custDash>
              <a:ds d="100000" sp="100000"/>
            </a:custDash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725ACC-AC7A-493A-A6AD-A1518C26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050" y="933455"/>
            <a:ext cx="127714" cy="135195"/>
          </a:xfrm>
          <a:custGeom xmlns:a="http://schemas.openxmlformats.org/drawingml/2006/main">
            <a:pathLst>
              <a:path w="127714" h="135195">
                <a:moveTo>
                  <a:pt x="0" y="0"/>
                </a:moveTo>
                <a:lnTo>
                  <a:pt x="127714" y="0"/>
                </a:lnTo>
                <a:lnTo>
                  <a:pt x="127714" y="135195"/>
                </a:lnTo>
                <a:lnTo>
                  <a:pt x="0" y="1351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1CA67-FF42-4FB6-BB5C-5F62906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26" y="1001052"/>
            <a:ext cx="102185" cy="10"/>
          </a:xfrm>
          <a:custGeom xmlns:a="http://schemas.openxmlformats.org/drawingml/2006/main">
            <a:pathLst>
              <a:path w="102185" h="1" fill="none">
                <a:moveTo>
                  <a:pt x="0" y="0"/>
                </a:moveTo>
                <a:lnTo>
                  <a:pt x="102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FFA500"/>
            </a:solidFill>
            <a:custDash>
              <a:ds d="700000" sp="300000"/>
            </a:custDash>
            <a:round/>
          </a:ln>
        </p:spPr>
      </p:sp>
      <p:sp>
        <p:nvSpPr>
          <p:cNvPr id="61" name="Text AsFuzzer">
            <a:extLst xmlns:a="http://schemas.openxmlformats.org/drawingml/2006/main">
              <a:ext uri="{FF2B5EF4-FFF2-40B4-BE49-F238E27FC236}">
                <a16:creationId xmlns:a16="http://schemas.microsoft.com/office/drawing/2014/main" id="{B0083717-BE29-41B2-858B-45CA99DB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178" y="685630"/>
            <a:ext cx="439835" cy="84717"/>
          </a:xfrm>
          <a:custGeom xmlns:a="http://schemas.openxmlformats.org/drawingml/2006/main">
            <a:pathLst>
              <a:path w="439835" h="84717">
                <a:moveTo>
                  <a:pt x="42811" y="0"/>
                </a:moveTo>
                <a:lnTo>
                  <a:pt x="29292" y="0"/>
                </a:lnTo>
                <a:lnTo>
                  <a:pt x="0" y="82076"/>
                </a:lnTo>
                <a:lnTo>
                  <a:pt x="11153" y="82076"/>
                </a:lnTo>
                <a:lnTo>
                  <a:pt x="19828" y="57418"/>
                </a:lnTo>
                <a:lnTo>
                  <a:pt x="51487" y="57418"/>
                </a:lnTo>
                <a:lnTo>
                  <a:pt x="59936" y="82076"/>
                </a:lnTo>
                <a:lnTo>
                  <a:pt x="71654" y="82076"/>
                </a:lnTo>
                <a:lnTo>
                  <a:pt x="42811" y="0"/>
                </a:lnTo>
                <a:close/>
                <a:moveTo>
                  <a:pt x="48558" y="48630"/>
                </a:moveTo>
                <a:lnTo>
                  <a:pt x="22419" y="48630"/>
                </a:lnTo>
                <a:lnTo>
                  <a:pt x="35939" y="11260"/>
                </a:lnTo>
                <a:lnTo>
                  <a:pt x="48558" y="48630"/>
                </a:lnTo>
                <a:close/>
                <a:moveTo>
                  <a:pt x="131365" y="35432"/>
                </a:moveTo>
                <a:lnTo>
                  <a:pt x="131365" y="9238"/>
                </a:lnTo>
                <a:lnTo>
                  <a:pt x="175979" y="9238"/>
                </a:lnTo>
                <a:lnTo>
                  <a:pt x="175979" y="0"/>
                </a:lnTo>
                <a:lnTo>
                  <a:pt x="120887" y="0"/>
                </a:lnTo>
                <a:lnTo>
                  <a:pt x="120887" y="82076"/>
                </a:lnTo>
                <a:lnTo>
                  <a:pt x="131365" y="82076"/>
                </a:lnTo>
                <a:lnTo>
                  <a:pt x="131365" y="44669"/>
                </a:lnTo>
                <a:lnTo>
                  <a:pt x="170571" y="44669"/>
                </a:lnTo>
                <a:lnTo>
                  <a:pt x="170571" y="35432"/>
                </a:lnTo>
                <a:lnTo>
                  <a:pt x="131365" y="35432"/>
                </a:lnTo>
                <a:close/>
                <a:moveTo>
                  <a:pt x="420908" y="51410"/>
                </a:moveTo>
                <a:lnTo>
                  <a:pt x="420952" y="49675"/>
                </a:lnTo>
                <a:lnTo>
                  <a:pt x="421056" y="48021"/>
                </a:lnTo>
                <a:lnTo>
                  <a:pt x="421222" y="46449"/>
                </a:lnTo>
                <a:lnTo>
                  <a:pt x="421449" y="44957"/>
                </a:lnTo>
                <a:lnTo>
                  <a:pt x="421738" y="43546"/>
                </a:lnTo>
                <a:lnTo>
                  <a:pt x="422090" y="42214"/>
                </a:lnTo>
                <a:lnTo>
                  <a:pt x="422506" y="40961"/>
                </a:lnTo>
                <a:lnTo>
                  <a:pt x="422985" y="39787"/>
                </a:lnTo>
                <a:lnTo>
                  <a:pt x="423529" y="38690"/>
                </a:lnTo>
                <a:lnTo>
                  <a:pt x="424138" y="37671"/>
                </a:lnTo>
                <a:lnTo>
                  <a:pt x="424813" y="36729"/>
                </a:lnTo>
                <a:lnTo>
                  <a:pt x="425555" y="35862"/>
                </a:lnTo>
                <a:lnTo>
                  <a:pt x="426363" y="35072"/>
                </a:lnTo>
                <a:lnTo>
                  <a:pt x="427238" y="34357"/>
                </a:lnTo>
                <a:lnTo>
                  <a:pt x="428182" y="33717"/>
                </a:lnTo>
                <a:lnTo>
                  <a:pt x="429194" y="33151"/>
                </a:lnTo>
                <a:lnTo>
                  <a:pt x="430276" y="32658"/>
                </a:lnTo>
                <a:lnTo>
                  <a:pt x="431427" y="32238"/>
                </a:lnTo>
                <a:lnTo>
                  <a:pt x="432649" y="31891"/>
                </a:lnTo>
                <a:lnTo>
                  <a:pt x="433942" y="31616"/>
                </a:lnTo>
                <a:lnTo>
                  <a:pt x="435306" y="31413"/>
                </a:lnTo>
                <a:lnTo>
                  <a:pt x="436743" y="31280"/>
                </a:lnTo>
                <a:lnTo>
                  <a:pt x="438252" y="31218"/>
                </a:lnTo>
                <a:lnTo>
                  <a:pt x="439835" y="31226"/>
                </a:lnTo>
                <a:lnTo>
                  <a:pt x="439835" y="21643"/>
                </a:lnTo>
                <a:lnTo>
                  <a:pt x="439641" y="21621"/>
                </a:lnTo>
                <a:lnTo>
                  <a:pt x="439454" y="21599"/>
                </a:lnTo>
                <a:lnTo>
                  <a:pt x="439273" y="21577"/>
                </a:lnTo>
                <a:lnTo>
                  <a:pt x="439098" y="21557"/>
                </a:lnTo>
                <a:lnTo>
                  <a:pt x="438929" y="21537"/>
                </a:lnTo>
                <a:lnTo>
                  <a:pt x="438764" y="21518"/>
                </a:lnTo>
                <a:lnTo>
                  <a:pt x="438605" y="21500"/>
                </a:lnTo>
                <a:lnTo>
                  <a:pt x="438449" y="21483"/>
                </a:lnTo>
                <a:lnTo>
                  <a:pt x="438298" y="21467"/>
                </a:lnTo>
                <a:lnTo>
                  <a:pt x="438150" y="21452"/>
                </a:lnTo>
                <a:lnTo>
                  <a:pt x="438005" y="21438"/>
                </a:lnTo>
                <a:lnTo>
                  <a:pt x="437863" y="21424"/>
                </a:lnTo>
                <a:lnTo>
                  <a:pt x="437723" y="21412"/>
                </a:lnTo>
                <a:lnTo>
                  <a:pt x="437585" y="21400"/>
                </a:lnTo>
                <a:lnTo>
                  <a:pt x="437449" y="21390"/>
                </a:lnTo>
                <a:lnTo>
                  <a:pt x="437314" y="21381"/>
                </a:lnTo>
                <a:lnTo>
                  <a:pt x="437180" y="21372"/>
                </a:lnTo>
                <a:lnTo>
                  <a:pt x="437046" y="21365"/>
                </a:lnTo>
                <a:lnTo>
                  <a:pt x="436912" y="21359"/>
                </a:lnTo>
                <a:lnTo>
                  <a:pt x="436778" y="21354"/>
                </a:lnTo>
                <a:lnTo>
                  <a:pt x="436642" y="21350"/>
                </a:lnTo>
                <a:lnTo>
                  <a:pt x="436506" y="21347"/>
                </a:lnTo>
                <a:lnTo>
                  <a:pt x="436368" y="21345"/>
                </a:lnTo>
                <a:lnTo>
                  <a:pt x="436228" y="21344"/>
                </a:lnTo>
                <a:lnTo>
                  <a:pt x="435475" y="21363"/>
                </a:lnTo>
                <a:lnTo>
                  <a:pt x="434737" y="21420"/>
                </a:lnTo>
                <a:lnTo>
                  <a:pt x="434011" y="21516"/>
                </a:lnTo>
                <a:lnTo>
                  <a:pt x="433298" y="21652"/>
                </a:lnTo>
                <a:lnTo>
                  <a:pt x="432597" y="21828"/>
                </a:lnTo>
                <a:lnTo>
                  <a:pt x="431905" y="22045"/>
                </a:lnTo>
                <a:lnTo>
                  <a:pt x="431223" y="22304"/>
                </a:lnTo>
                <a:lnTo>
                  <a:pt x="430550" y="22605"/>
                </a:lnTo>
                <a:lnTo>
                  <a:pt x="429884" y="22949"/>
                </a:lnTo>
                <a:lnTo>
                  <a:pt x="429224" y="23337"/>
                </a:lnTo>
                <a:lnTo>
                  <a:pt x="428570" y="23769"/>
                </a:lnTo>
                <a:lnTo>
                  <a:pt x="427920" y="24246"/>
                </a:lnTo>
                <a:lnTo>
                  <a:pt x="427274" y="24769"/>
                </a:lnTo>
                <a:lnTo>
                  <a:pt x="426631" y="25338"/>
                </a:lnTo>
                <a:lnTo>
                  <a:pt x="425989" y="25955"/>
                </a:lnTo>
                <a:lnTo>
                  <a:pt x="425347" y="26619"/>
                </a:lnTo>
                <a:lnTo>
                  <a:pt x="424705" y="27332"/>
                </a:lnTo>
                <a:lnTo>
                  <a:pt x="424062" y="28094"/>
                </a:lnTo>
                <a:lnTo>
                  <a:pt x="423416" y="28906"/>
                </a:lnTo>
                <a:lnTo>
                  <a:pt x="422767" y="29768"/>
                </a:lnTo>
                <a:lnTo>
                  <a:pt x="422114" y="30682"/>
                </a:lnTo>
                <a:lnTo>
                  <a:pt x="421456" y="31648"/>
                </a:lnTo>
                <a:lnTo>
                  <a:pt x="420791" y="32666"/>
                </a:lnTo>
                <a:lnTo>
                  <a:pt x="420119" y="33737"/>
                </a:lnTo>
                <a:lnTo>
                  <a:pt x="420119" y="22995"/>
                </a:lnTo>
                <a:lnTo>
                  <a:pt x="411443" y="22995"/>
                </a:lnTo>
                <a:lnTo>
                  <a:pt x="411443" y="82076"/>
                </a:lnTo>
                <a:lnTo>
                  <a:pt x="420908" y="82076"/>
                </a:lnTo>
                <a:lnTo>
                  <a:pt x="420908" y="51410"/>
                </a:lnTo>
                <a:close/>
                <a:moveTo>
                  <a:pt x="284698" y="31220"/>
                </a:moveTo>
                <a:lnTo>
                  <a:pt x="249434" y="73627"/>
                </a:lnTo>
                <a:lnTo>
                  <a:pt x="249434" y="82076"/>
                </a:lnTo>
                <a:lnTo>
                  <a:pt x="294499" y="82076"/>
                </a:lnTo>
                <a:lnTo>
                  <a:pt x="297430" y="82076"/>
                </a:lnTo>
                <a:lnTo>
                  <a:pt x="342495" y="82076"/>
                </a:lnTo>
                <a:lnTo>
                  <a:pt x="342495" y="73852"/>
                </a:lnTo>
                <a:lnTo>
                  <a:pt x="305878" y="73852"/>
                </a:lnTo>
                <a:lnTo>
                  <a:pt x="340917" y="31332"/>
                </a:lnTo>
                <a:lnTo>
                  <a:pt x="340917" y="22995"/>
                </a:lnTo>
                <a:lnTo>
                  <a:pt x="296865" y="22995"/>
                </a:lnTo>
                <a:lnTo>
                  <a:pt x="296865" y="31220"/>
                </a:lnTo>
                <a:lnTo>
                  <a:pt x="329763" y="31220"/>
                </a:lnTo>
                <a:lnTo>
                  <a:pt x="294499" y="73627"/>
                </a:lnTo>
                <a:lnTo>
                  <a:pt x="294499" y="73852"/>
                </a:lnTo>
                <a:lnTo>
                  <a:pt x="260813" y="73852"/>
                </a:lnTo>
                <a:lnTo>
                  <a:pt x="295852" y="31332"/>
                </a:lnTo>
                <a:lnTo>
                  <a:pt x="295852" y="22995"/>
                </a:lnTo>
                <a:lnTo>
                  <a:pt x="251800" y="22995"/>
                </a:lnTo>
                <a:lnTo>
                  <a:pt x="251800" y="31220"/>
                </a:lnTo>
                <a:lnTo>
                  <a:pt x="284698" y="31220"/>
                </a:lnTo>
                <a:close/>
                <a:moveTo>
                  <a:pt x="114635" y="35381"/>
                </a:moveTo>
                <a:lnTo>
                  <a:pt x="114350" y="34118"/>
                </a:lnTo>
                <a:lnTo>
                  <a:pt x="113989" y="32911"/>
                </a:lnTo>
                <a:lnTo>
                  <a:pt x="113553" y="31760"/>
                </a:lnTo>
                <a:lnTo>
                  <a:pt x="113042" y="30665"/>
                </a:lnTo>
                <a:lnTo>
                  <a:pt x="112458" y="29628"/>
                </a:lnTo>
                <a:lnTo>
                  <a:pt x="111800" y="28648"/>
                </a:lnTo>
                <a:lnTo>
                  <a:pt x="111070" y="27727"/>
                </a:lnTo>
                <a:lnTo>
                  <a:pt x="110268" y="26866"/>
                </a:lnTo>
                <a:lnTo>
                  <a:pt x="109395" y="26064"/>
                </a:lnTo>
                <a:lnTo>
                  <a:pt x="108451" y="25323"/>
                </a:lnTo>
                <a:lnTo>
                  <a:pt x="107438" y="24643"/>
                </a:lnTo>
                <a:lnTo>
                  <a:pt x="106356" y="24025"/>
                </a:lnTo>
                <a:lnTo>
                  <a:pt x="105205" y="23469"/>
                </a:lnTo>
                <a:lnTo>
                  <a:pt x="103987" y="22976"/>
                </a:lnTo>
                <a:lnTo>
                  <a:pt x="102702" y="22547"/>
                </a:lnTo>
                <a:lnTo>
                  <a:pt x="101350" y="22182"/>
                </a:lnTo>
                <a:lnTo>
                  <a:pt x="99933" y="21882"/>
                </a:lnTo>
                <a:lnTo>
                  <a:pt x="98451" y="21648"/>
                </a:lnTo>
                <a:lnTo>
                  <a:pt x="96904" y="21480"/>
                </a:lnTo>
                <a:lnTo>
                  <a:pt x="95294" y="21378"/>
                </a:lnTo>
                <a:lnTo>
                  <a:pt x="93621" y="21344"/>
                </a:lnTo>
                <a:lnTo>
                  <a:pt x="91929" y="21381"/>
                </a:lnTo>
                <a:lnTo>
                  <a:pt x="90289" y="21490"/>
                </a:lnTo>
                <a:lnTo>
                  <a:pt x="88702" y="21671"/>
                </a:lnTo>
                <a:lnTo>
                  <a:pt x="87172" y="21921"/>
                </a:lnTo>
                <a:lnTo>
                  <a:pt x="85699" y="22239"/>
                </a:lnTo>
                <a:lnTo>
                  <a:pt x="84285" y="22624"/>
                </a:lnTo>
                <a:lnTo>
                  <a:pt x="82932" y="23075"/>
                </a:lnTo>
                <a:lnTo>
                  <a:pt x="81642" y="23590"/>
                </a:lnTo>
                <a:lnTo>
                  <a:pt x="80417" y="24167"/>
                </a:lnTo>
                <a:lnTo>
                  <a:pt x="79258" y="24806"/>
                </a:lnTo>
                <a:lnTo>
                  <a:pt x="78167" y="25504"/>
                </a:lnTo>
                <a:lnTo>
                  <a:pt x="77145" y="26261"/>
                </a:lnTo>
                <a:lnTo>
                  <a:pt x="76196" y="27075"/>
                </a:lnTo>
                <a:lnTo>
                  <a:pt x="75319" y="27944"/>
                </a:lnTo>
                <a:lnTo>
                  <a:pt x="74518" y="28868"/>
                </a:lnTo>
                <a:lnTo>
                  <a:pt x="73794" y="29844"/>
                </a:lnTo>
                <a:lnTo>
                  <a:pt x="73148" y="30871"/>
                </a:lnTo>
                <a:lnTo>
                  <a:pt x="72583" y="31949"/>
                </a:lnTo>
                <a:lnTo>
                  <a:pt x="72100" y="33075"/>
                </a:lnTo>
                <a:lnTo>
                  <a:pt x="71700" y="34248"/>
                </a:lnTo>
                <a:lnTo>
                  <a:pt x="71387" y="35467"/>
                </a:lnTo>
                <a:lnTo>
                  <a:pt x="71161" y="36730"/>
                </a:lnTo>
                <a:lnTo>
                  <a:pt x="71024" y="38035"/>
                </a:lnTo>
                <a:lnTo>
                  <a:pt x="70978" y="39383"/>
                </a:lnTo>
                <a:lnTo>
                  <a:pt x="71003" y="40514"/>
                </a:lnTo>
                <a:lnTo>
                  <a:pt x="71079" y="41596"/>
                </a:lnTo>
                <a:lnTo>
                  <a:pt x="71208" y="42631"/>
                </a:lnTo>
                <a:lnTo>
                  <a:pt x="71393" y="43621"/>
                </a:lnTo>
                <a:lnTo>
                  <a:pt x="71634" y="44567"/>
                </a:lnTo>
                <a:lnTo>
                  <a:pt x="71935" y="45470"/>
                </a:lnTo>
                <a:lnTo>
                  <a:pt x="72297" y="46333"/>
                </a:lnTo>
                <a:lnTo>
                  <a:pt x="72722" y="47157"/>
                </a:lnTo>
                <a:lnTo>
                  <a:pt x="73211" y="47944"/>
                </a:lnTo>
                <a:lnTo>
                  <a:pt x="73768" y="48696"/>
                </a:lnTo>
                <a:lnTo>
                  <a:pt x="74393" y="49413"/>
                </a:lnTo>
                <a:lnTo>
                  <a:pt x="75089" y="50099"/>
                </a:lnTo>
                <a:lnTo>
                  <a:pt x="75858" y="50754"/>
                </a:lnTo>
                <a:lnTo>
                  <a:pt x="76702" y="51379"/>
                </a:lnTo>
                <a:lnTo>
                  <a:pt x="77623" y="51978"/>
                </a:lnTo>
                <a:lnTo>
                  <a:pt x="78622" y="52551"/>
                </a:lnTo>
                <a:lnTo>
                  <a:pt x="79701" y="53101"/>
                </a:lnTo>
                <a:lnTo>
                  <a:pt x="80863" y="53628"/>
                </a:lnTo>
                <a:lnTo>
                  <a:pt x="82110" y="54134"/>
                </a:lnTo>
                <a:lnTo>
                  <a:pt x="83443" y="54621"/>
                </a:lnTo>
                <a:lnTo>
                  <a:pt x="84865" y="55092"/>
                </a:lnTo>
                <a:lnTo>
                  <a:pt x="86377" y="55546"/>
                </a:lnTo>
                <a:lnTo>
                  <a:pt x="87981" y="55987"/>
                </a:lnTo>
                <a:lnTo>
                  <a:pt x="89680" y="56416"/>
                </a:lnTo>
                <a:lnTo>
                  <a:pt x="98468" y="58559"/>
                </a:lnTo>
                <a:lnTo>
                  <a:pt x="99264" y="58761"/>
                </a:lnTo>
                <a:lnTo>
                  <a:pt x="100020" y="58971"/>
                </a:lnTo>
                <a:lnTo>
                  <a:pt x="100736" y="59190"/>
                </a:lnTo>
                <a:lnTo>
                  <a:pt x="101412" y="59419"/>
                </a:lnTo>
                <a:lnTo>
                  <a:pt x="102050" y="59658"/>
                </a:lnTo>
                <a:lnTo>
                  <a:pt x="102650" y="59907"/>
                </a:lnTo>
                <a:lnTo>
                  <a:pt x="103212" y="60167"/>
                </a:lnTo>
                <a:lnTo>
                  <a:pt x="103737" y="60439"/>
                </a:lnTo>
                <a:lnTo>
                  <a:pt x="104226" y="60722"/>
                </a:lnTo>
                <a:lnTo>
                  <a:pt x="104679" y="61017"/>
                </a:lnTo>
                <a:lnTo>
                  <a:pt x="105097" y="61325"/>
                </a:lnTo>
                <a:lnTo>
                  <a:pt x="105480" y="61646"/>
                </a:lnTo>
                <a:lnTo>
                  <a:pt x="105830" y="61981"/>
                </a:lnTo>
                <a:lnTo>
                  <a:pt x="106145" y="62330"/>
                </a:lnTo>
                <a:lnTo>
                  <a:pt x="106428" y="62693"/>
                </a:lnTo>
                <a:lnTo>
                  <a:pt x="106679" y="63070"/>
                </a:lnTo>
                <a:lnTo>
                  <a:pt x="106898" y="63464"/>
                </a:lnTo>
                <a:lnTo>
                  <a:pt x="107086" y="63872"/>
                </a:lnTo>
                <a:lnTo>
                  <a:pt x="107243" y="64297"/>
                </a:lnTo>
                <a:lnTo>
                  <a:pt x="107370" y="64739"/>
                </a:lnTo>
                <a:lnTo>
                  <a:pt x="107469" y="65198"/>
                </a:lnTo>
                <a:lnTo>
                  <a:pt x="107538" y="65674"/>
                </a:lnTo>
                <a:lnTo>
                  <a:pt x="107579" y="66168"/>
                </a:lnTo>
                <a:lnTo>
                  <a:pt x="107593" y="66680"/>
                </a:lnTo>
                <a:lnTo>
                  <a:pt x="107564" y="67375"/>
                </a:lnTo>
                <a:lnTo>
                  <a:pt x="107479" y="68049"/>
                </a:lnTo>
                <a:lnTo>
                  <a:pt x="107339" y="68702"/>
                </a:lnTo>
                <a:lnTo>
                  <a:pt x="107146" y="69332"/>
                </a:lnTo>
                <a:lnTo>
                  <a:pt x="106899" y="69939"/>
                </a:lnTo>
                <a:lnTo>
                  <a:pt x="106602" y="70523"/>
                </a:lnTo>
                <a:lnTo>
                  <a:pt x="106254" y="71081"/>
                </a:lnTo>
                <a:lnTo>
                  <a:pt x="105857" y="71614"/>
                </a:lnTo>
                <a:lnTo>
                  <a:pt x="105412" y="72121"/>
                </a:lnTo>
                <a:lnTo>
                  <a:pt x="104921" y="72601"/>
                </a:lnTo>
                <a:lnTo>
                  <a:pt x="104385" y="73053"/>
                </a:lnTo>
                <a:lnTo>
                  <a:pt x="103805" y="73477"/>
                </a:lnTo>
                <a:lnTo>
                  <a:pt x="103181" y="73871"/>
                </a:lnTo>
                <a:lnTo>
                  <a:pt x="102517" y="74234"/>
                </a:lnTo>
                <a:lnTo>
                  <a:pt x="101811" y="74567"/>
                </a:lnTo>
                <a:lnTo>
                  <a:pt x="101067" y="74869"/>
                </a:lnTo>
                <a:lnTo>
                  <a:pt x="100285" y="75137"/>
                </a:lnTo>
                <a:lnTo>
                  <a:pt x="99466" y="75373"/>
                </a:lnTo>
                <a:lnTo>
                  <a:pt x="98611" y="75574"/>
                </a:lnTo>
                <a:lnTo>
                  <a:pt x="97722" y="75741"/>
                </a:lnTo>
                <a:lnTo>
                  <a:pt x="96800" y="75872"/>
                </a:lnTo>
                <a:lnTo>
                  <a:pt x="95846" y="75966"/>
                </a:lnTo>
                <a:lnTo>
                  <a:pt x="94862" y="76023"/>
                </a:lnTo>
                <a:lnTo>
                  <a:pt x="93848" y="76042"/>
                </a:lnTo>
                <a:lnTo>
                  <a:pt x="93219" y="76035"/>
                </a:lnTo>
                <a:lnTo>
                  <a:pt x="92598" y="76012"/>
                </a:lnTo>
                <a:lnTo>
                  <a:pt x="91986" y="75975"/>
                </a:lnTo>
                <a:lnTo>
                  <a:pt x="91384" y="75922"/>
                </a:lnTo>
                <a:lnTo>
                  <a:pt x="90792" y="75856"/>
                </a:lnTo>
                <a:lnTo>
                  <a:pt x="90211" y="75775"/>
                </a:lnTo>
                <a:lnTo>
                  <a:pt x="89641" y="75679"/>
                </a:lnTo>
                <a:lnTo>
                  <a:pt x="89082" y="75570"/>
                </a:lnTo>
                <a:lnTo>
                  <a:pt x="88536" y="75448"/>
                </a:lnTo>
                <a:lnTo>
                  <a:pt x="88002" y="75311"/>
                </a:lnTo>
                <a:lnTo>
                  <a:pt x="87482" y="75162"/>
                </a:lnTo>
                <a:lnTo>
                  <a:pt x="86975" y="74999"/>
                </a:lnTo>
                <a:lnTo>
                  <a:pt x="86482" y="74824"/>
                </a:lnTo>
                <a:lnTo>
                  <a:pt x="86004" y="74635"/>
                </a:lnTo>
                <a:lnTo>
                  <a:pt x="85541" y="74434"/>
                </a:lnTo>
                <a:lnTo>
                  <a:pt x="85093" y="74221"/>
                </a:lnTo>
                <a:lnTo>
                  <a:pt x="84662" y="73996"/>
                </a:lnTo>
                <a:lnTo>
                  <a:pt x="84247" y="73759"/>
                </a:lnTo>
                <a:lnTo>
                  <a:pt x="83849" y="73510"/>
                </a:lnTo>
                <a:lnTo>
                  <a:pt x="83468" y="73249"/>
                </a:lnTo>
                <a:lnTo>
                  <a:pt x="83106" y="72977"/>
                </a:lnTo>
                <a:lnTo>
                  <a:pt x="82762" y="72694"/>
                </a:lnTo>
                <a:lnTo>
                  <a:pt x="82437" y="72400"/>
                </a:lnTo>
                <a:lnTo>
                  <a:pt x="82131" y="72095"/>
                </a:lnTo>
                <a:lnTo>
                  <a:pt x="81952" y="71884"/>
                </a:lnTo>
                <a:lnTo>
                  <a:pt x="81781" y="71671"/>
                </a:lnTo>
                <a:lnTo>
                  <a:pt x="81617" y="71456"/>
                </a:lnTo>
                <a:lnTo>
                  <a:pt x="81461" y="71237"/>
                </a:lnTo>
                <a:lnTo>
                  <a:pt x="81312" y="71015"/>
                </a:lnTo>
                <a:lnTo>
                  <a:pt x="81170" y="70787"/>
                </a:lnTo>
                <a:lnTo>
                  <a:pt x="81034" y="70553"/>
                </a:lnTo>
                <a:lnTo>
                  <a:pt x="80904" y="70311"/>
                </a:lnTo>
                <a:lnTo>
                  <a:pt x="80780" y="70060"/>
                </a:lnTo>
                <a:lnTo>
                  <a:pt x="80662" y="69800"/>
                </a:lnTo>
                <a:lnTo>
                  <a:pt x="80549" y="69529"/>
                </a:lnTo>
                <a:lnTo>
                  <a:pt x="80441" y="69246"/>
                </a:lnTo>
                <a:lnTo>
                  <a:pt x="80338" y="68951"/>
                </a:lnTo>
                <a:lnTo>
                  <a:pt x="80239" y="68641"/>
                </a:lnTo>
                <a:lnTo>
                  <a:pt x="80144" y="68316"/>
                </a:lnTo>
                <a:lnTo>
                  <a:pt x="80053" y="67975"/>
                </a:lnTo>
                <a:lnTo>
                  <a:pt x="79966" y="67617"/>
                </a:lnTo>
                <a:lnTo>
                  <a:pt x="79881" y="67240"/>
                </a:lnTo>
                <a:lnTo>
                  <a:pt x="79800" y="66845"/>
                </a:lnTo>
                <a:lnTo>
                  <a:pt x="79721" y="66428"/>
                </a:lnTo>
                <a:lnTo>
                  <a:pt x="79645" y="65990"/>
                </a:lnTo>
                <a:lnTo>
                  <a:pt x="79571" y="65530"/>
                </a:lnTo>
                <a:lnTo>
                  <a:pt x="79498" y="65046"/>
                </a:lnTo>
                <a:lnTo>
                  <a:pt x="79427" y="64537"/>
                </a:lnTo>
                <a:lnTo>
                  <a:pt x="69513" y="64537"/>
                </a:lnTo>
                <a:lnTo>
                  <a:pt x="69607" y="66205"/>
                </a:lnTo>
                <a:lnTo>
                  <a:pt x="69776" y="67800"/>
                </a:lnTo>
                <a:lnTo>
                  <a:pt x="70021" y="69322"/>
                </a:lnTo>
                <a:lnTo>
                  <a:pt x="70342" y="70770"/>
                </a:lnTo>
                <a:lnTo>
                  <a:pt x="70738" y="72145"/>
                </a:lnTo>
                <a:lnTo>
                  <a:pt x="71211" y="73447"/>
                </a:lnTo>
                <a:lnTo>
                  <a:pt x="71761" y="74676"/>
                </a:lnTo>
                <a:lnTo>
                  <a:pt x="72388" y="75834"/>
                </a:lnTo>
                <a:lnTo>
                  <a:pt x="73091" y="76919"/>
                </a:lnTo>
                <a:lnTo>
                  <a:pt x="73872" y="77932"/>
                </a:lnTo>
                <a:lnTo>
                  <a:pt x="74730" y="78874"/>
                </a:lnTo>
                <a:lnTo>
                  <a:pt x="75667" y="79744"/>
                </a:lnTo>
                <a:lnTo>
                  <a:pt x="76681" y="80543"/>
                </a:lnTo>
                <a:lnTo>
                  <a:pt x="77773" y="81272"/>
                </a:lnTo>
                <a:lnTo>
                  <a:pt x="78945" y="81930"/>
                </a:lnTo>
                <a:lnTo>
                  <a:pt x="80194" y="82518"/>
                </a:lnTo>
                <a:lnTo>
                  <a:pt x="81523" y="83035"/>
                </a:lnTo>
                <a:lnTo>
                  <a:pt x="82932" y="83483"/>
                </a:lnTo>
                <a:lnTo>
                  <a:pt x="84419" y="83861"/>
                </a:lnTo>
                <a:lnTo>
                  <a:pt x="85987" y="84170"/>
                </a:lnTo>
                <a:lnTo>
                  <a:pt x="87634" y="84410"/>
                </a:lnTo>
                <a:lnTo>
                  <a:pt x="89362" y="84581"/>
                </a:lnTo>
                <a:lnTo>
                  <a:pt x="91170" y="84683"/>
                </a:lnTo>
                <a:lnTo>
                  <a:pt x="93059" y="84717"/>
                </a:lnTo>
                <a:lnTo>
                  <a:pt x="94890" y="84679"/>
                </a:lnTo>
                <a:lnTo>
                  <a:pt x="96662" y="84566"/>
                </a:lnTo>
                <a:lnTo>
                  <a:pt x="98375" y="84380"/>
                </a:lnTo>
                <a:lnTo>
                  <a:pt x="100026" y="84122"/>
                </a:lnTo>
                <a:lnTo>
                  <a:pt x="101613" y="83793"/>
                </a:lnTo>
                <a:lnTo>
                  <a:pt x="103136" y="83395"/>
                </a:lnTo>
                <a:lnTo>
                  <a:pt x="104591" y="82929"/>
                </a:lnTo>
                <a:lnTo>
                  <a:pt x="105978" y="82397"/>
                </a:lnTo>
                <a:lnTo>
                  <a:pt x="107295" y="81800"/>
                </a:lnTo>
                <a:lnTo>
                  <a:pt x="108539" y="81139"/>
                </a:lnTo>
                <a:lnTo>
                  <a:pt x="109709" y="80416"/>
                </a:lnTo>
                <a:lnTo>
                  <a:pt x="110804" y="79632"/>
                </a:lnTo>
                <a:lnTo>
                  <a:pt x="111821" y="78789"/>
                </a:lnTo>
                <a:lnTo>
                  <a:pt x="112759" y="77888"/>
                </a:lnTo>
                <a:lnTo>
                  <a:pt x="113616" y="76931"/>
                </a:lnTo>
                <a:lnTo>
                  <a:pt x="114391" y="75918"/>
                </a:lnTo>
                <a:lnTo>
                  <a:pt x="115080" y="74852"/>
                </a:lnTo>
                <a:lnTo>
                  <a:pt x="115684" y="73733"/>
                </a:lnTo>
                <a:lnTo>
                  <a:pt x="116199" y="72564"/>
                </a:lnTo>
                <a:lnTo>
                  <a:pt x="116625" y="71345"/>
                </a:lnTo>
                <a:lnTo>
                  <a:pt x="116959" y="70078"/>
                </a:lnTo>
                <a:lnTo>
                  <a:pt x="117200" y="68764"/>
                </a:lnTo>
                <a:lnTo>
                  <a:pt x="117346" y="67406"/>
                </a:lnTo>
                <a:lnTo>
                  <a:pt x="117395" y="66003"/>
                </a:lnTo>
                <a:lnTo>
                  <a:pt x="117369" y="64924"/>
                </a:lnTo>
                <a:lnTo>
                  <a:pt x="117291" y="63885"/>
                </a:lnTo>
                <a:lnTo>
                  <a:pt x="117159" y="62885"/>
                </a:lnTo>
                <a:lnTo>
                  <a:pt x="116973" y="61924"/>
                </a:lnTo>
                <a:lnTo>
                  <a:pt x="116733" y="61001"/>
                </a:lnTo>
                <a:lnTo>
                  <a:pt x="116437" y="60115"/>
                </a:lnTo>
                <a:lnTo>
                  <a:pt x="116085" y="59265"/>
                </a:lnTo>
                <a:lnTo>
                  <a:pt x="115676" y="58450"/>
                </a:lnTo>
                <a:lnTo>
                  <a:pt x="115208" y="57669"/>
                </a:lnTo>
                <a:lnTo>
                  <a:pt x="114682" y="56923"/>
                </a:lnTo>
                <a:lnTo>
                  <a:pt x="114097" y="56209"/>
                </a:lnTo>
                <a:lnTo>
                  <a:pt x="113451" y="55527"/>
                </a:lnTo>
                <a:lnTo>
                  <a:pt x="112745" y="54876"/>
                </a:lnTo>
                <a:lnTo>
                  <a:pt x="111976" y="54256"/>
                </a:lnTo>
                <a:lnTo>
                  <a:pt x="111145" y="53665"/>
                </a:lnTo>
                <a:lnTo>
                  <a:pt x="110251" y="53102"/>
                </a:lnTo>
                <a:lnTo>
                  <a:pt x="109292" y="52568"/>
                </a:lnTo>
                <a:lnTo>
                  <a:pt x="108268" y="52060"/>
                </a:lnTo>
                <a:lnTo>
                  <a:pt x="107179" y="51579"/>
                </a:lnTo>
                <a:lnTo>
                  <a:pt x="106023" y="51122"/>
                </a:lnTo>
                <a:lnTo>
                  <a:pt x="104800" y="50691"/>
                </a:lnTo>
                <a:lnTo>
                  <a:pt x="103509" y="50283"/>
                </a:lnTo>
                <a:lnTo>
                  <a:pt x="102149" y="49897"/>
                </a:lnTo>
                <a:lnTo>
                  <a:pt x="100720" y="49534"/>
                </a:lnTo>
                <a:lnTo>
                  <a:pt x="91706" y="47392"/>
                </a:lnTo>
                <a:lnTo>
                  <a:pt x="90772" y="47163"/>
                </a:lnTo>
                <a:lnTo>
                  <a:pt x="89882" y="46926"/>
                </a:lnTo>
                <a:lnTo>
                  <a:pt x="89038" y="46681"/>
                </a:lnTo>
                <a:lnTo>
                  <a:pt x="88237" y="46428"/>
                </a:lnTo>
                <a:lnTo>
                  <a:pt x="87480" y="46167"/>
                </a:lnTo>
                <a:lnTo>
                  <a:pt x="86767" y="45895"/>
                </a:lnTo>
                <a:lnTo>
                  <a:pt x="86097" y="45615"/>
                </a:lnTo>
                <a:lnTo>
                  <a:pt x="85469" y="45324"/>
                </a:lnTo>
                <a:lnTo>
                  <a:pt x="84882" y="45022"/>
                </a:lnTo>
                <a:lnTo>
                  <a:pt x="84337" y="44710"/>
                </a:lnTo>
                <a:lnTo>
                  <a:pt x="83833" y="44386"/>
                </a:lnTo>
                <a:lnTo>
                  <a:pt x="83370" y="44050"/>
                </a:lnTo>
                <a:lnTo>
                  <a:pt x="82946" y="43701"/>
                </a:lnTo>
                <a:lnTo>
                  <a:pt x="82562" y="43340"/>
                </a:lnTo>
                <a:lnTo>
                  <a:pt x="82216" y="42966"/>
                </a:lnTo>
                <a:lnTo>
                  <a:pt x="81909" y="42578"/>
                </a:lnTo>
                <a:lnTo>
                  <a:pt x="81640" y="42176"/>
                </a:lnTo>
                <a:lnTo>
                  <a:pt x="81408" y="41760"/>
                </a:lnTo>
                <a:lnTo>
                  <a:pt x="81214" y="41328"/>
                </a:lnTo>
                <a:lnTo>
                  <a:pt x="81056" y="40881"/>
                </a:lnTo>
                <a:lnTo>
                  <a:pt x="80934" y="40419"/>
                </a:lnTo>
                <a:lnTo>
                  <a:pt x="80847" y="39939"/>
                </a:lnTo>
                <a:lnTo>
                  <a:pt x="80795" y="39444"/>
                </a:lnTo>
                <a:lnTo>
                  <a:pt x="80778" y="38931"/>
                </a:lnTo>
                <a:lnTo>
                  <a:pt x="80803" y="38251"/>
                </a:lnTo>
                <a:lnTo>
                  <a:pt x="80878" y="37594"/>
                </a:lnTo>
                <a:lnTo>
                  <a:pt x="81001" y="36961"/>
                </a:lnTo>
                <a:lnTo>
                  <a:pt x="81172" y="36352"/>
                </a:lnTo>
                <a:lnTo>
                  <a:pt x="81391" y="35767"/>
                </a:lnTo>
                <a:lnTo>
                  <a:pt x="81655" y="35207"/>
                </a:lnTo>
                <a:lnTo>
                  <a:pt x="81964" y="34672"/>
                </a:lnTo>
                <a:lnTo>
                  <a:pt x="82318" y="34164"/>
                </a:lnTo>
                <a:lnTo>
                  <a:pt x="82715" y="33683"/>
                </a:lnTo>
                <a:lnTo>
                  <a:pt x="83155" y="33228"/>
                </a:lnTo>
                <a:lnTo>
                  <a:pt x="83636" y="32801"/>
                </a:lnTo>
                <a:lnTo>
                  <a:pt x="84158" y="32403"/>
                </a:lnTo>
                <a:lnTo>
                  <a:pt x="84720" y="32033"/>
                </a:lnTo>
                <a:lnTo>
                  <a:pt x="85321" y="31693"/>
                </a:lnTo>
                <a:lnTo>
                  <a:pt x="85960" y="31382"/>
                </a:lnTo>
                <a:lnTo>
                  <a:pt x="86637" y="31102"/>
                </a:lnTo>
                <a:lnTo>
                  <a:pt x="87350" y="30853"/>
                </a:lnTo>
                <a:lnTo>
                  <a:pt x="88098" y="30636"/>
                </a:lnTo>
                <a:lnTo>
                  <a:pt x="88881" y="30450"/>
                </a:lnTo>
                <a:lnTo>
                  <a:pt x="89698" y="30297"/>
                </a:lnTo>
                <a:lnTo>
                  <a:pt x="90547" y="30177"/>
                </a:lnTo>
                <a:lnTo>
                  <a:pt x="91429" y="30090"/>
                </a:lnTo>
                <a:lnTo>
                  <a:pt x="92342" y="30038"/>
                </a:lnTo>
                <a:lnTo>
                  <a:pt x="93285" y="30021"/>
                </a:lnTo>
                <a:lnTo>
                  <a:pt x="94210" y="30038"/>
                </a:lnTo>
                <a:lnTo>
                  <a:pt x="95099" y="30089"/>
                </a:lnTo>
                <a:lnTo>
                  <a:pt x="95951" y="30173"/>
                </a:lnTo>
                <a:lnTo>
                  <a:pt x="96766" y="30292"/>
                </a:lnTo>
                <a:lnTo>
                  <a:pt x="97545" y="30443"/>
                </a:lnTo>
                <a:lnTo>
                  <a:pt x="98286" y="30629"/>
                </a:lnTo>
                <a:lnTo>
                  <a:pt x="98990" y="30847"/>
                </a:lnTo>
                <a:lnTo>
                  <a:pt x="99656" y="31099"/>
                </a:lnTo>
                <a:lnTo>
                  <a:pt x="100285" y="31383"/>
                </a:lnTo>
                <a:lnTo>
                  <a:pt x="100876" y="31700"/>
                </a:lnTo>
                <a:lnTo>
                  <a:pt x="101430" y="32050"/>
                </a:lnTo>
                <a:lnTo>
                  <a:pt x="101945" y="32432"/>
                </a:lnTo>
                <a:lnTo>
                  <a:pt x="102423" y="32846"/>
                </a:lnTo>
                <a:lnTo>
                  <a:pt x="102862" y="33293"/>
                </a:lnTo>
                <a:lnTo>
                  <a:pt x="103262" y="33772"/>
                </a:lnTo>
                <a:lnTo>
                  <a:pt x="103624" y="34282"/>
                </a:lnTo>
                <a:lnTo>
                  <a:pt x="103947" y="34824"/>
                </a:lnTo>
                <a:lnTo>
                  <a:pt x="104232" y="35398"/>
                </a:lnTo>
                <a:lnTo>
                  <a:pt x="104477" y="36004"/>
                </a:lnTo>
                <a:lnTo>
                  <a:pt x="104683" y="36640"/>
                </a:lnTo>
                <a:lnTo>
                  <a:pt x="104850" y="37308"/>
                </a:lnTo>
                <a:lnTo>
                  <a:pt x="104978" y="38006"/>
                </a:lnTo>
                <a:lnTo>
                  <a:pt x="105066" y="38736"/>
                </a:lnTo>
                <a:lnTo>
                  <a:pt x="105114" y="39496"/>
                </a:lnTo>
                <a:lnTo>
                  <a:pt x="115028" y="39496"/>
                </a:lnTo>
                <a:lnTo>
                  <a:pt x="114974" y="38071"/>
                </a:lnTo>
                <a:lnTo>
                  <a:pt x="114843" y="36699"/>
                </a:lnTo>
                <a:lnTo>
                  <a:pt x="114635" y="35381"/>
                </a:lnTo>
                <a:close/>
                <a:moveTo>
                  <a:pt x="393836" y="52525"/>
                </a:moveTo>
                <a:lnTo>
                  <a:pt x="393811" y="51522"/>
                </a:lnTo>
                <a:lnTo>
                  <a:pt x="393778" y="50552"/>
                </a:lnTo>
                <a:lnTo>
                  <a:pt x="393737" y="49614"/>
                </a:lnTo>
                <a:lnTo>
                  <a:pt x="393688" y="48707"/>
                </a:lnTo>
                <a:lnTo>
                  <a:pt x="393631" y="47830"/>
                </a:lnTo>
                <a:lnTo>
                  <a:pt x="393565" y="46981"/>
                </a:lnTo>
                <a:lnTo>
                  <a:pt x="393492" y="46159"/>
                </a:lnTo>
                <a:lnTo>
                  <a:pt x="393410" y="45364"/>
                </a:lnTo>
                <a:lnTo>
                  <a:pt x="393319" y="44594"/>
                </a:lnTo>
                <a:lnTo>
                  <a:pt x="393219" y="43848"/>
                </a:lnTo>
                <a:lnTo>
                  <a:pt x="393111" y="43125"/>
                </a:lnTo>
                <a:lnTo>
                  <a:pt x="392993" y="42423"/>
                </a:lnTo>
                <a:lnTo>
                  <a:pt x="392866" y="41742"/>
                </a:lnTo>
                <a:lnTo>
                  <a:pt x="392730" y="41081"/>
                </a:lnTo>
                <a:lnTo>
                  <a:pt x="392584" y="40438"/>
                </a:lnTo>
                <a:lnTo>
                  <a:pt x="392429" y="39813"/>
                </a:lnTo>
                <a:lnTo>
                  <a:pt x="392264" y="39203"/>
                </a:lnTo>
                <a:lnTo>
                  <a:pt x="392089" y="38609"/>
                </a:lnTo>
                <a:lnTo>
                  <a:pt x="391903" y="38029"/>
                </a:lnTo>
                <a:lnTo>
                  <a:pt x="391708" y="37461"/>
                </a:lnTo>
                <a:lnTo>
                  <a:pt x="391502" y="36906"/>
                </a:lnTo>
                <a:lnTo>
                  <a:pt x="390996" y="35713"/>
                </a:lnTo>
                <a:lnTo>
                  <a:pt x="390438" y="34561"/>
                </a:lnTo>
                <a:lnTo>
                  <a:pt x="389829" y="33451"/>
                </a:lnTo>
                <a:lnTo>
                  <a:pt x="389169" y="32384"/>
                </a:lnTo>
                <a:lnTo>
                  <a:pt x="388462" y="31360"/>
                </a:lnTo>
                <a:lnTo>
                  <a:pt x="387707" y="30381"/>
                </a:lnTo>
                <a:lnTo>
                  <a:pt x="386906" y="29447"/>
                </a:lnTo>
                <a:lnTo>
                  <a:pt x="386061" y="28559"/>
                </a:lnTo>
                <a:lnTo>
                  <a:pt x="385173" y="27718"/>
                </a:lnTo>
                <a:lnTo>
                  <a:pt x="384243" y="26925"/>
                </a:lnTo>
                <a:lnTo>
                  <a:pt x="383273" y="26181"/>
                </a:lnTo>
                <a:lnTo>
                  <a:pt x="382264" y="25486"/>
                </a:lnTo>
                <a:lnTo>
                  <a:pt x="381217" y="24842"/>
                </a:lnTo>
                <a:lnTo>
                  <a:pt x="380134" y="24250"/>
                </a:lnTo>
                <a:lnTo>
                  <a:pt x="379017" y="23710"/>
                </a:lnTo>
                <a:lnTo>
                  <a:pt x="377866" y="23223"/>
                </a:lnTo>
                <a:lnTo>
                  <a:pt x="376683" y="22789"/>
                </a:lnTo>
                <a:lnTo>
                  <a:pt x="375469" y="22411"/>
                </a:lnTo>
                <a:lnTo>
                  <a:pt x="374226" y="22089"/>
                </a:lnTo>
                <a:lnTo>
                  <a:pt x="372955" y="21823"/>
                </a:lnTo>
                <a:lnTo>
                  <a:pt x="371657" y="21615"/>
                </a:lnTo>
                <a:lnTo>
                  <a:pt x="370334" y="21465"/>
                </a:lnTo>
                <a:lnTo>
                  <a:pt x="368988" y="21375"/>
                </a:lnTo>
                <a:lnTo>
                  <a:pt x="367618" y="21344"/>
                </a:lnTo>
                <a:lnTo>
                  <a:pt x="365593" y="21409"/>
                </a:lnTo>
                <a:lnTo>
                  <a:pt x="363631" y="21602"/>
                </a:lnTo>
                <a:lnTo>
                  <a:pt x="361733" y="21920"/>
                </a:lnTo>
                <a:lnTo>
                  <a:pt x="359904" y="22362"/>
                </a:lnTo>
                <a:lnTo>
                  <a:pt x="358143" y="22924"/>
                </a:lnTo>
                <a:lnTo>
                  <a:pt x="356453" y="23604"/>
                </a:lnTo>
                <a:lnTo>
                  <a:pt x="354837" y="24401"/>
                </a:lnTo>
                <a:lnTo>
                  <a:pt x="353297" y="25311"/>
                </a:lnTo>
                <a:lnTo>
                  <a:pt x="351834" y="26333"/>
                </a:lnTo>
                <a:lnTo>
                  <a:pt x="350450" y="27463"/>
                </a:lnTo>
                <a:lnTo>
                  <a:pt x="349148" y="28700"/>
                </a:lnTo>
                <a:lnTo>
                  <a:pt x="347930" y="30041"/>
                </a:lnTo>
                <a:lnTo>
                  <a:pt x="346797" y="31483"/>
                </a:lnTo>
                <a:lnTo>
                  <a:pt x="345752" y="33025"/>
                </a:lnTo>
                <a:lnTo>
                  <a:pt x="344797" y="34664"/>
                </a:lnTo>
                <a:lnTo>
                  <a:pt x="343933" y="36397"/>
                </a:lnTo>
                <a:lnTo>
                  <a:pt x="343164" y="38222"/>
                </a:lnTo>
                <a:lnTo>
                  <a:pt x="342490" y="40137"/>
                </a:lnTo>
                <a:lnTo>
                  <a:pt x="341915" y="42139"/>
                </a:lnTo>
                <a:lnTo>
                  <a:pt x="341439" y="44226"/>
                </a:lnTo>
                <a:lnTo>
                  <a:pt x="341066" y="46396"/>
                </a:lnTo>
                <a:lnTo>
                  <a:pt x="340797" y="48646"/>
                </a:lnTo>
                <a:lnTo>
                  <a:pt x="340633" y="50973"/>
                </a:lnTo>
                <a:lnTo>
                  <a:pt x="340579" y="53376"/>
                </a:lnTo>
                <a:lnTo>
                  <a:pt x="340631" y="55774"/>
                </a:lnTo>
                <a:lnTo>
                  <a:pt x="340788" y="58091"/>
                </a:lnTo>
                <a:lnTo>
                  <a:pt x="341047" y="60324"/>
                </a:lnTo>
                <a:lnTo>
                  <a:pt x="341407" y="62471"/>
                </a:lnTo>
                <a:lnTo>
                  <a:pt x="341866" y="64532"/>
                </a:lnTo>
                <a:lnTo>
                  <a:pt x="342423" y="66503"/>
                </a:lnTo>
                <a:lnTo>
                  <a:pt x="343077" y="68384"/>
                </a:lnTo>
                <a:lnTo>
                  <a:pt x="343825" y="70172"/>
                </a:lnTo>
                <a:lnTo>
                  <a:pt x="344666" y="71866"/>
                </a:lnTo>
                <a:lnTo>
                  <a:pt x="345599" y="73463"/>
                </a:lnTo>
                <a:lnTo>
                  <a:pt x="346622" y="74963"/>
                </a:lnTo>
                <a:lnTo>
                  <a:pt x="347733" y="76362"/>
                </a:lnTo>
                <a:lnTo>
                  <a:pt x="348931" y="77660"/>
                </a:lnTo>
                <a:lnTo>
                  <a:pt x="350214" y="78855"/>
                </a:lnTo>
                <a:lnTo>
                  <a:pt x="351581" y="79944"/>
                </a:lnTo>
                <a:lnTo>
                  <a:pt x="353030" y="80927"/>
                </a:lnTo>
                <a:lnTo>
                  <a:pt x="354560" y="81800"/>
                </a:lnTo>
                <a:lnTo>
                  <a:pt x="356168" y="82563"/>
                </a:lnTo>
                <a:lnTo>
                  <a:pt x="357855" y="83214"/>
                </a:lnTo>
                <a:lnTo>
                  <a:pt x="359617" y="83750"/>
                </a:lnTo>
                <a:lnTo>
                  <a:pt x="361453" y="84170"/>
                </a:lnTo>
                <a:lnTo>
                  <a:pt x="363363" y="84473"/>
                </a:lnTo>
                <a:lnTo>
                  <a:pt x="365343" y="84656"/>
                </a:lnTo>
                <a:lnTo>
                  <a:pt x="367393" y="84717"/>
                </a:lnTo>
                <a:lnTo>
                  <a:pt x="369061" y="84677"/>
                </a:lnTo>
                <a:lnTo>
                  <a:pt x="370684" y="84559"/>
                </a:lnTo>
                <a:lnTo>
                  <a:pt x="372262" y="84363"/>
                </a:lnTo>
                <a:lnTo>
                  <a:pt x="373792" y="84090"/>
                </a:lnTo>
                <a:lnTo>
                  <a:pt x="375274" y="83742"/>
                </a:lnTo>
                <a:lnTo>
                  <a:pt x="376707" y="83319"/>
                </a:lnTo>
                <a:lnTo>
                  <a:pt x="378088" y="82823"/>
                </a:lnTo>
                <a:lnTo>
                  <a:pt x="379418" y="82255"/>
                </a:lnTo>
                <a:lnTo>
                  <a:pt x="380695" y="81615"/>
                </a:lnTo>
                <a:lnTo>
                  <a:pt x="381917" y="80905"/>
                </a:lnTo>
                <a:lnTo>
                  <a:pt x="383084" y="80127"/>
                </a:lnTo>
                <a:lnTo>
                  <a:pt x="384193" y="79280"/>
                </a:lnTo>
                <a:lnTo>
                  <a:pt x="385245" y="78366"/>
                </a:lnTo>
                <a:lnTo>
                  <a:pt x="386237" y="77386"/>
                </a:lnTo>
                <a:lnTo>
                  <a:pt x="387169" y="76342"/>
                </a:lnTo>
                <a:lnTo>
                  <a:pt x="388039" y="75233"/>
                </a:lnTo>
                <a:lnTo>
                  <a:pt x="388846" y="74062"/>
                </a:lnTo>
                <a:lnTo>
                  <a:pt x="389589" y="72830"/>
                </a:lnTo>
                <a:lnTo>
                  <a:pt x="390266" y="71536"/>
                </a:lnTo>
                <a:lnTo>
                  <a:pt x="390877" y="70184"/>
                </a:lnTo>
                <a:lnTo>
                  <a:pt x="391420" y="68773"/>
                </a:lnTo>
                <a:lnTo>
                  <a:pt x="391894" y="67304"/>
                </a:lnTo>
                <a:lnTo>
                  <a:pt x="392297" y="65780"/>
                </a:lnTo>
                <a:lnTo>
                  <a:pt x="392629" y="64200"/>
                </a:lnTo>
                <a:lnTo>
                  <a:pt x="383166" y="64200"/>
                </a:lnTo>
                <a:lnTo>
                  <a:pt x="382828" y="65153"/>
                </a:lnTo>
                <a:lnTo>
                  <a:pt x="382462" y="66067"/>
                </a:lnTo>
                <a:lnTo>
                  <a:pt x="382068" y="66943"/>
                </a:lnTo>
                <a:lnTo>
                  <a:pt x="381646" y="67779"/>
                </a:lnTo>
                <a:lnTo>
                  <a:pt x="381198" y="68576"/>
                </a:lnTo>
                <a:lnTo>
                  <a:pt x="380722" y="69333"/>
                </a:lnTo>
                <a:lnTo>
                  <a:pt x="380219" y="70051"/>
                </a:lnTo>
                <a:lnTo>
                  <a:pt x="379689" y="70729"/>
                </a:lnTo>
                <a:lnTo>
                  <a:pt x="379133" y="71367"/>
                </a:lnTo>
                <a:lnTo>
                  <a:pt x="378550" y="71965"/>
                </a:lnTo>
                <a:lnTo>
                  <a:pt x="377941" y="72522"/>
                </a:lnTo>
                <a:lnTo>
                  <a:pt x="377306" y="73039"/>
                </a:lnTo>
                <a:lnTo>
                  <a:pt x="376646" y="73516"/>
                </a:lnTo>
                <a:lnTo>
                  <a:pt x="375959" y="73952"/>
                </a:lnTo>
                <a:lnTo>
                  <a:pt x="375248" y="74347"/>
                </a:lnTo>
                <a:lnTo>
                  <a:pt x="374511" y="74702"/>
                </a:lnTo>
                <a:lnTo>
                  <a:pt x="373749" y="75015"/>
                </a:lnTo>
                <a:lnTo>
                  <a:pt x="372962" y="75286"/>
                </a:lnTo>
                <a:lnTo>
                  <a:pt x="372150" y="75517"/>
                </a:lnTo>
                <a:lnTo>
                  <a:pt x="371314" y="75706"/>
                </a:lnTo>
                <a:lnTo>
                  <a:pt x="370454" y="75853"/>
                </a:lnTo>
                <a:lnTo>
                  <a:pt x="369570" y="75958"/>
                </a:lnTo>
                <a:lnTo>
                  <a:pt x="368662" y="76021"/>
                </a:lnTo>
                <a:lnTo>
                  <a:pt x="367730" y="76042"/>
                </a:lnTo>
                <a:lnTo>
                  <a:pt x="366988" y="76028"/>
                </a:lnTo>
                <a:lnTo>
                  <a:pt x="366257" y="75986"/>
                </a:lnTo>
                <a:lnTo>
                  <a:pt x="365535" y="75917"/>
                </a:lnTo>
                <a:lnTo>
                  <a:pt x="364825" y="75819"/>
                </a:lnTo>
                <a:lnTo>
                  <a:pt x="364125" y="75694"/>
                </a:lnTo>
                <a:lnTo>
                  <a:pt x="363437" y="75542"/>
                </a:lnTo>
                <a:lnTo>
                  <a:pt x="362761" y="75363"/>
                </a:lnTo>
                <a:lnTo>
                  <a:pt x="362097" y="75157"/>
                </a:lnTo>
                <a:lnTo>
                  <a:pt x="361447" y="74925"/>
                </a:lnTo>
                <a:lnTo>
                  <a:pt x="360810" y="74666"/>
                </a:lnTo>
                <a:lnTo>
                  <a:pt x="360186" y="74380"/>
                </a:lnTo>
                <a:lnTo>
                  <a:pt x="359577" y="74069"/>
                </a:lnTo>
                <a:lnTo>
                  <a:pt x="358982" y="73732"/>
                </a:lnTo>
                <a:lnTo>
                  <a:pt x="358403" y="73369"/>
                </a:lnTo>
                <a:lnTo>
                  <a:pt x="357839" y="72981"/>
                </a:lnTo>
                <a:lnTo>
                  <a:pt x="357291" y="72568"/>
                </a:lnTo>
                <a:lnTo>
                  <a:pt x="356759" y="72129"/>
                </a:lnTo>
                <a:lnTo>
                  <a:pt x="356245" y="71666"/>
                </a:lnTo>
                <a:lnTo>
                  <a:pt x="355747" y="71178"/>
                </a:lnTo>
                <a:lnTo>
                  <a:pt x="355268" y="70665"/>
                </a:lnTo>
                <a:lnTo>
                  <a:pt x="354806" y="70128"/>
                </a:lnTo>
                <a:lnTo>
                  <a:pt x="354363" y="69567"/>
                </a:lnTo>
                <a:lnTo>
                  <a:pt x="353940" y="68982"/>
                </a:lnTo>
                <a:lnTo>
                  <a:pt x="353535" y="68374"/>
                </a:lnTo>
                <a:lnTo>
                  <a:pt x="353261" y="67951"/>
                </a:lnTo>
                <a:lnTo>
                  <a:pt x="353002" y="67526"/>
                </a:lnTo>
                <a:lnTo>
                  <a:pt x="352757" y="67100"/>
                </a:lnTo>
                <a:lnTo>
                  <a:pt x="352527" y="66670"/>
                </a:lnTo>
                <a:lnTo>
                  <a:pt x="352310" y="66236"/>
                </a:lnTo>
                <a:lnTo>
                  <a:pt x="352107" y="65797"/>
                </a:lnTo>
                <a:lnTo>
                  <a:pt x="351918" y="65351"/>
                </a:lnTo>
                <a:lnTo>
                  <a:pt x="351741" y="64898"/>
                </a:lnTo>
                <a:lnTo>
                  <a:pt x="351576" y="64436"/>
                </a:lnTo>
                <a:lnTo>
                  <a:pt x="351424" y="63965"/>
                </a:lnTo>
                <a:lnTo>
                  <a:pt x="351284" y="63482"/>
                </a:lnTo>
                <a:lnTo>
                  <a:pt x="351155" y="62988"/>
                </a:lnTo>
                <a:lnTo>
                  <a:pt x="351037" y="62481"/>
                </a:lnTo>
                <a:lnTo>
                  <a:pt x="350930" y="61960"/>
                </a:lnTo>
                <a:lnTo>
                  <a:pt x="350834" y="61423"/>
                </a:lnTo>
                <a:lnTo>
                  <a:pt x="350748" y="60871"/>
                </a:lnTo>
                <a:lnTo>
                  <a:pt x="350671" y="60301"/>
                </a:lnTo>
                <a:lnTo>
                  <a:pt x="350604" y="59713"/>
                </a:lnTo>
                <a:lnTo>
                  <a:pt x="350546" y="59106"/>
                </a:lnTo>
                <a:lnTo>
                  <a:pt x="350497" y="58478"/>
                </a:lnTo>
                <a:lnTo>
                  <a:pt x="350456" y="57829"/>
                </a:lnTo>
                <a:lnTo>
                  <a:pt x="350423" y="57157"/>
                </a:lnTo>
                <a:lnTo>
                  <a:pt x="350398" y="56462"/>
                </a:lnTo>
                <a:lnTo>
                  <a:pt x="350381" y="55742"/>
                </a:lnTo>
                <a:lnTo>
                  <a:pt x="393869" y="55742"/>
                </a:lnTo>
                <a:lnTo>
                  <a:pt x="393865" y="54633"/>
                </a:lnTo>
                <a:lnTo>
                  <a:pt x="393855" y="53561"/>
                </a:lnTo>
                <a:lnTo>
                  <a:pt x="393836" y="52525"/>
                </a:lnTo>
                <a:close/>
                <a:moveTo>
                  <a:pt x="351170" y="44160"/>
                </a:moveTo>
                <a:lnTo>
                  <a:pt x="351474" y="42940"/>
                </a:lnTo>
                <a:lnTo>
                  <a:pt x="351834" y="41766"/>
                </a:lnTo>
                <a:lnTo>
                  <a:pt x="352248" y="40639"/>
                </a:lnTo>
                <a:lnTo>
                  <a:pt x="352715" y="39560"/>
                </a:lnTo>
                <a:lnTo>
                  <a:pt x="353234" y="38531"/>
                </a:lnTo>
                <a:lnTo>
                  <a:pt x="353804" y="37554"/>
                </a:lnTo>
                <a:lnTo>
                  <a:pt x="354422" y="36630"/>
                </a:lnTo>
                <a:lnTo>
                  <a:pt x="355089" y="35759"/>
                </a:lnTo>
                <a:lnTo>
                  <a:pt x="355802" y="34944"/>
                </a:lnTo>
                <a:lnTo>
                  <a:pt x="356560" y="34186"/>
                </a:lnTo>
                <a:lnTo>
                  <a:pt x="357362" y="33487"/>
                </a:lnTo>
                <a:lnTo>
                  <a:pt x="358207" y="32848"/>
                </a:lnTo>
                <a:lnTo>
                  <a:pt x="359093" y="32269"/>
                </a:lnTo>
                <a:lnTo>
                  <a:pt x="360018" y="31754"/>
                </a:lnTo>
                <a:lnTo>
                  <a:pt x="360983" y="31303"/>
                </a:lnTo>
                <a:lnTo>
                  <a:pt x="361984" y="30917"/>
                </a:lnTo>
                <a:lnTo>
                  <a:pt x="363022" y="30598"/>
                </a:lnTo>
                <a:lnTo>
                  <a:pt x="364094" y="30347"/>
                </a:lnTo>
                <a:lnTo>
                  <a:pt x="365199" y="30167"/>
                </a:lnTo>
                <a:lnTo>
                  <a:pt x="366337" y="30057"/>
                </a:lnTo>
                <a:lnTo>
                  <a:pt x="367505" y="30021"/>
                </a:lnTo>
                <a:lnTo>
                  <a:pt x="368686" y="30059"/>
                </a:lnTo>
                <a:lnTo>
                  <a:pt x="369836" y="30173"/>
                </a:lnTo>
                <a:lnTo>
                  <a:pt x="370952" y="30361"/>
                </a:lnTo>
                <a:lnTo>
                  <a:pt x="372032" y="30621"/>
                </a:lnTo>
                <a:lnTo>
                  <a:pt x="373075" y="30952"/>
                </a:lnTo>
                <a:lnTo>
                  <a:pt x="374080" y="31350"/>
                </a:lnTo>
                <a:lnTo>
                  <a:pt x="375045" y="31815"/>
                </a:lnTo>
                <a:lnTo>
                  <a:pt x="375967" y="32345"/>
                </a:lnTo>
                <a:lnTo>
                  <a:pt x="376847" y="32937"/>
                </a:lnTo>
                <a:lnTo>
                  <a:pt x="377681" y="33590"/>
                </a:lnTo>
                <a:lnTo>
                  <a:pt x="378468" y="34302"/>
                </a:lnTo>
                <a:lnTo>
                  <a:pt x="379208" y="35071"/>
                </a:lnTo>
                <a:lnTo>
                  <a:pt x="379897" y="35896"/>
                </a:lnTo>
                <a:lnTo>
                  <a:pt x="380535" y="36774"/>
                </a:lnTo>
                <a:lnTo>
                  <a:pt x="381120" y="37703"/>
                </a:lnTo>
                <a:lnTo>
                  <a:pt x="381650" y="38682"/>
                </a:lnTo>
                <a:lnTo>
                  <a:pt x="382124" y="39709"/>
                </a:lnTo>
                <a:lnTo>
                  <a:pt x="382540" y="40782"/>
                </a:lnTo>
                <a:lnTo>
                  <a:pt x="382896" y="41899"/>
                </a:lnTo>
                <a:lnTo>
                  <a:pt x="383191" y="43058"/>
                </a:lnTo>
                <a:lnTo>
                  <a:pt x="383424" y="44257"/>
                </a:lnTo>
                <a:lnTo>
                  <a:pt x="383592" y="45495"/>
                </a:lnTo>
                <a:lnTo>
                  <a:pt x="383694" y="46770"/>
                </a:lnTo>
                <a:lnTo>
                  <a:pt x="383728" y="48080"/>
                </a:lnTo>
                <a:lnTo>
                  <a:pt x="350606" y="48080"/>
                </a:lnTo>
                <a:lnTo>
                  <a:pt x="350735" y="46731"/>
                </a:lnTo>
                <a:lnTo>
                  <a:pt x="350923" y="45424"/>
                </a:lnTo>
                <a:lnTo>
                  <a:pt x="351170" y="44160"/>
                </a:lnTo>
                <a:close/>
                <a:moveTo>
                  <a:pt x="223263" y="57974"/>
                </a:moveTo>
                <a:lnTo>
                  <a:pt x="223166" y="59420"/>
                </a:lnTo>
                <a:lnTo>
                  <a:pt x="223006" y="60819"/>
                </a:lnTo>
                <a:lnTo>
                  <a:pt x="222783" y="62169"/>
                </a:lnTo>
                <a:lnTo>
                  <a:pt x="222500" y="63470"/>
                </a:lnTo>
                <a:lnTo>
                  <a:pt x="222157" y="64718"/>
                </a:lnTo>
                <a:lnTo>
                  <a:pt x="221756" y="65913"/>
                </a:lnTo>
                <a:lnTo>
                  <a:pt x="221297" y="67052"/>
                </a:lnTo>
                <a:lnTo>
                  <a:pt x="220783" y="68135"/>
                </a:lnTo>
                <a:lnTo>
                  <a:pt x="220214" y="69160"/>
                </a:lnTo>
                <a:lnTo>
                  <a:pt x="219591" y="70125"/>
                </a:lnTo>
                <a:lnTo>
                  <a:pt x="218916" y="71029"/>
                </a:lnTo>
                <a:lnTo>
                  <a:pt x="218191" y="71869"/>
                </a:lnTo>
                <a:lnTo>
                  <a:pt x="217415" y="72645"/>
                </a:lnTo>
                <a:lnTo>
                  <a:pt x="216591" y="73354"/>
                </a:lnTo>
                <a:lnTo>
                  <a:pt x="215719" y="73996"/>
                </a:lnTo>
                <a:lnTo>
                  <a:pt x="214801" y="74568"/>
                </a:lnTo>
                <a:lnTo>
                  <a:pt x="213838" y="75069"/>
                </a:lnTo>
                <a:lnTo>
                  <a:pt x="212832" y="75497"/>
                </a:lnTo>
                <a:lnTo>
                  <a:pt x="211783" y="75852"/>
                </a:lnTo>
                <a:lnTo>
                  <a:pt x="210692" y="76130"/>
                </a:lnTo>
                <a:lnTo>
                  <a:pt x="209562" y="76330"/>
                </a:lnTo>
                <a:lnTo>
                  <a:pt x="208393" y="76452"/>
                </a:lnTo>
                <a:lnTo>
                  <a:pt x="207186" y="76493"/>
                </a:lnTo>
                <a:lnTo>
                  <a:pt x="206271" y="76470"/>
                </a:lnTo>
                <a:lnTo>
                  <a:pt x="205385" y="76400"/>
                </a:lnTo>
                <a:lnTo>
                  <a:pt x="204528" y="76285"/>
                </a:lnTo>
                <a:lnTo>
                  <a:pt x="203703" y="76126"/>
                </a:lnTo>
                <a:lnTo>
                  <a:pt x="202909" y="75922"/>
                </a:lnTo>
                <a:lnTo>
                  <a:pt x="202148" y="75676"/>
                </a:lnTo>
                <a:lnTo>
                  <a:pt x="201420" y="75388"/>
                </a:lnTo>
                <a:lnTo>
                  <a:pt x="200727" y="75059"/>
                </a:lnTo>
                <a:lnTo>
                  <a:pt x="200068" y="74689"/>
                </a:lnTo>
                <a:lnTo>
                  <a:pt x="199446" y="74280"/>
                </a:lnTo>
                <a:lnTo>
                  <a:pt x="198861" y="73832"/>
                </a:lnTo>
                <a:lnTo>
                  <a:pt x="198314" y="73347"/>
                </a:lnTo>
                <a:lnTo>
                  <a:pt x="197805" y="72824"/>
                </a:lnTo>
                <a:lnTo>
                  <a:pt x="197336" y="72265"/>
                </a:lnTo>
                <a:lnTo>
                  <a:pt x="196908" y="71671"/>
                </a:lnTo>
                <a:lnTo>
                  <a:pt x="196521" y="71042"/>
                </a:lnTo>
                <a:lnTo>
                  <a:pt x="196176" y="70379"/>
                </a:lnTo>
                <a:lnTo>
                  <a:pt x="195874" y="69684"/>
                </a:lnTo>
                <a:lnTo>
                  <a:pt x="195616" y="68956"/>
                </a:lnTo>
                <a:lnTo>
                  <a:pt x="195404" y="68197"/>
                </a:lnTo>
                <a:lnTo>
                  <a:pt x="195236" y="67408"/>
                </a:lnTo>
                <a:lnTo>
                  <a:pt x="195116" y="66589"/>
                </a:lnTo>
                <a:lnTo>
                  <a:pt x="195043" y="65742"/>
                </a:lnTo>
                <a:lnTo>
                  <a:pt x="195019" y="64867"/>
                </a:lnTo>
                <a:lnTo>
                  <a:pt x="195019" y="22995"/>
                </a:lnTo>
                <a:lnTo>
                  <a:pt x="185667" y="22995"/>
                </a:lnTo>
                <a:lnTo>
                  <a:pt x="185667" y="68592"/>
                </a:lnTo>
                <a:lnTo>
                  <a:pt x="185705" y="69800"/>
                </a:lnTo>
                <a:lnTo>
                  <a:pt x="185818" y="70971"/>
                </a:lnTo>
                <a:lnTo>
                  <a:pt x="186004" y="72103"/>
                </a:lnTo>
                <a:lnTo>
                  <a:pt x="186262" y="73195"/>
                </a:lnTo>
                <a:lnTo>
                  <a:pt x="186592" y="74245"/>
                </a:lnTo>
                <a:lnTo>
                  <a:pt x="186991" y="75253"/>
                </a:lnTo>
                <a:lnTo>
                  <a:pt x="187458" y="76216"/>
                </a:lnTo>
                <a:lnTo>
                  <a:pt x="187991" y="77135"/>
                </a:lnTo>
                <a:lnTo>
                  <a:pt x="188590" y="78008"/>
                </a:lnTo>
                <a:lnTo>
                  <a:pt x="189253" y="78833"/>
                </a:lnTo>
                <a:lnTo>
                  <a:pt x="189978" y="79609"/>
                </a:lnTo>
                <a:lnTo>
                  <a:pt x="190765" y="80335"/>
                </a:lnTo>
                <a:lnTo>
                  <a:pt x="191612" y="81011"/>
                </a:lnTo>
                <a:lnTo>
                  <a:pt x="192517" y="81634"/>
                </a:lnTo>
                <a:lnTo>
                  <a:pt x="193479" y="82203"/>
                </a:lnTo>
                <a:lnTo>
                  <a:pt x="194497" y="82718"/>
                </a:lnTo>
                <a:lnTo>
                  <a:pt x="195569" y="83176"/>
                </a:lnTo>
                <a:lnTo>
                  <a:pt x="196694" y="83578"/>
                </a:lnTo>
                <a:lnTo>
                  <a:pt x="197871" y="83921"/>
                </a:lnTo>
                <a:lnTo>
                  <a:pt x="199098" y="84204"/>
                </a:lnTo>
                <a:lnTo>
                  <a:pt x="200374" y="84427"/>
                </a:lnTo>
                <a:lnTo>
                  <a:pt x="201698" y="84587"/>
                </a:lnTo>
                <a:lnTo>
                  <a:pt x="203068" y="84684"/>
                </a:lnTo>
                <a:lnTo>
                  <a:pt x="204482" y="84717"/>
                </a:lnTo>
                <a:lnTo>
                  <a:pt x="205550" y="84695"/>
                </a:lnTo>
                <a:lnTo>
                  <a:pt x="206587" y="84642"/>
                </a:lnTo>
                <a:lnTo>
                  <a:pt x="207594" y="84555"/>
                </a:lnTo>
                <a:lnTo>
                  <a:pt x="208571" y="84435"/>
                </a:lnTo>
                <a:lnTo>
                  <a:pt x="209522" y="84281"/>
                </a:lnTo>
                <a:lnTo>
                  <a:pt x="210446" y="84092"/>
                </a:lnTo>
                <a:lnTo>
                  <a:pt x="211346" y="83868"/>
                </a:lnTo>
                <a:lnTo>
                  <a:pt x="212222" y="83606"/>
                </a:lnTo>
                <a:lnTo>
                  <a:pt x="213077" y="83308"/>
                </a:lnTo>
                <a:lnTo>
                  <a:pt x="213911" y="82972"/>
                </a:lnTo>
                <a:lnTo>
                  <a:pt x="214726" y="82596"/>
                </a:lnTo>
                <a:lnTo>
                  <a:pt x="215523" y="82182"/>
                </a:lnTo>
                <a:lnTo>
                  <a:pt x="216303" y="81727"/>
                </a:lnTo>
                <a:lnTo>
                  <a:pt x="217069" y="81231"/>
                </a:lnTo>
                <a:lnTo>
                  <a:pt x="217821" y="80694"/>
                </a:lnTo>
                <a:lnTo>
                  <a:pt x="218561" y="80113"/>
                </a:lnTo>
                <a:lnTo>
                  <a:pt x="219289" y="79490"/>
                </a:lnTo>
                <a:lnTo>
                  <a:pt x="220008" y="78823"/>
                </a:lnTo>
                <a:lnTo>
                  <a:pt x="220719" y="78111"/>
                </a:lnTo>
                <a:lnTo>
                  <a:pt x="221423" y="77353"/>
                </a:lnTo>
                <a:lnTo>
                  <a:pt x="222122" y="76549"/>
                </a:lnTo>
                <a:lnTo>
                  <a:pt x="222816" y="75698"/>
                </a:lnTo>
                <a:lnTo>
                  <a:pt x="223508" y="74800"/>
                </a:lnTo>
                <a:lnTo>
                  <a:pt x="224199" y="73852"/>
                </a:lnTo>
                <a:lnTo>
                  <a:pt x="224199" y="82076"/>
                </a:lnTo>
                <a:lnTo>
                  <a:pt x="232648" y="82076"/>
                </a:lnTo>
                <a:lnTo>
                  <a:pt x="232648" y="22995"/>
                </a:lnTo>
                <a:lnTo>
                  <a:pt x="223296" y="22995"/>
                </a:lnTo>
                <a:lnTo>
                  <a:pt x="223296" y="56483"/>
                </a:lnTo>
                <a:lnTo>
                  <a:pt x="223263" y="57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-Clang">
            <a:extLst xmlns:a="http://schemas.openxmlformats.org/drawingml/2006/main">
              <a:ext uri="{FF2B5EF4-FFF2-40B4-BE49-F238E27FC236}">
                <a16:creationId xmlns:a16="http://schemas.microsoft.com/office/drawing/2014/main" id="{84EBCFD8-AB9E-42A7-BCCA-B2356C25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562" y="684200"/>
            <a:ext cx="341931" cy="108117"/>
          </a:xfrm>
          <a:custGeom xmlns:a="http://schemas.openxmlformats.org/drawingml/2006/main">
            <a:pathLst>
              <a:path w="341931" h="108117">
                <a:moveTo>
                  <a:pt x="26814" y="48331"/>
                </a:moveTo>
                <a:lnTo>
                  <a:pt x="0" y="48331"/>
                </a:lnTo>
                <a:lnTo>
                  <a:pt x="0" y="56441"/>
                </a:lnTo>
                <a:lnTo>
                  <a:pt x="26814" y="56441"/>
                </a:lnTo>
                <a:lnTo>
                  <a:pt x="26814" y="48331"/>
                </a:lnTo>
                <a:close/>
                <a:moveTo>
                  <a:pt x="114465" y="26833"/>
                </a:moveTo>
                <a:cubicBezTo>
                  <a:pt x="111199" y="8788"/>
                  <a:pt x="100834" y="0"/>
                  <a:pt x="82808" y="0"/>
                </a:cubicBezTo>
                <a:cubicBezTo>
                  <a:pt x="71766" y="0"/>
                  <a:pt x="62866" y="3493"/>
                  <a:pt x="56782" y="10254"/>
                </a:cubicBezTo>
                <a:cubicBezTo>
                  <a:pt x="49347" y="18375"/>
                  <a:pt x="45290" y="30105"/>
                  <a:pt x="45290" y="43412"/>
                </a:cubicBezTo>
                <a:cubicBezTo>
                  <a:pt x="45290" y="56947"/>
                  <a:pt x="49459" y="68564"/>
                  <a:pt x="57121" y="76572"/>
                </a:cubicBezTo>
                <a:cubicBezTo>
                  <a:pt x="63542" y="83106"/>
                  <a:pt x="71654" y="86147"/>
                  <a:pt x="82357" y="86147"/>
                </a:cubicBezTo>
                <a:cubicBezTo>
                  <a:pt x="102411" y="86147"/>
                  <a:pt x="113678" y="75331"/>
                  <a:pt x="116155" y="53564"/>
                </a:cubicBezTo>
                <a:lnTo>
                  <a:pt x="105340" y="53564"/>
                </a:lnTo>
                <a:cubicBezTo>
                  <a:pt x="104439" y="59202"/>
                  <a:pt x="103311" y="63038"/>
                  <a:pt x="101622" y="66309"/>
                </a:cubicBezTo>
                <a:cubicBezTo>
                  <a:pt x="98242" y="73075"/>
                  <a:pt x="91257" y="76911"/>
                  <a:pt x="82469" y="76911"/>
                </a:cubicBezTo>
                <a:cubicBezTo>
                  <a:pt x="66133" y="76911"/>
                  <a:pt x="55768" y="63827"/>
                  <a:pt x="55768" y="43301"/>
                </a:cubicBezTo>
                <a:cubicBezTo>
                  <a:pt x="55768" y="22209"/>
                  <a:pt x="65570" y="9238"/>
                  <a:pt x="81568" y="9238"/>
                </a:cubicBezTo>
                <a:cubicBezTo>
                  <a:pt x="88216" y="9238"/>
                  <a:pt x="94412" y="11157"/>
                  <a:pt x="97791" y="14428"/>
                </a:cubicBezTo>
                <a:cubicBezTo>
                  <a:pt x="100834" y="17248"/>
                  <a:pt x="102524" y="20631"/>
                  <a:pt x="103762" y="26833"/>
                </a:cubicBezTo>
                <a:lnTo>
                  <a:pt x="114465" y="26833"/>
                </a:lnTo>
                <a:close/>
                <a:moveTo>
                  <a:pt x="147138" y="1430"/>
                </a:moveTo>
                <a:lnTo>
                  <a:pt x="137674" y="1430"/>
                </a:lnTo>
                <a:lnTo>
                  <a:pt x="137674" y="83507"/>
                </a:lnTo>
                <a:lnTo>
                  <a:pt x="147138" y="83507"/>
                </a:lnTo>
                <a:lnTo>
                  <a:pt x="147138" y="1430"/>
                </a:lnTo>
                <a:close/>
                <a:moveTo>
                  <a:pt x="212820" y="78037"/>
                </a:moveTo>
                <a:cubicBezTo>
                  <a:pt x="211807" y="78262"/>
                  <a:pt x="211355" y="78262"/>
                  <a:pt x="210793" y="78262"/>
                </a:cubicBezTo>
                <a:cubicBezTo>
                  <a:pt x="207525" y="78262"/>
                  <a:pt x="205723" y="76570"/>
                  <a:pt x="205723" y="73637"/>
                </a:cubicBezTo>
                <a:lnTo>
                  <a:pt x="205723" y="38895"/>
                </a:lnTo>
                <a:cubicBezTo>
                  <a:pt x="205723" y="28408"/>
                  <a:pt x="198061" y="22775"/>
                  <a:pt x="183528" y="22775"/>
                </a:cubicBezTo>
                <a:cubicBezTo>
                  <a:pt x="174854" y="22775"/>
                  <a:pt x="167981" y="25254"/>
                  <a:pt x="163925" y="29648"/>
                </a:cubicBezTo>
                <a:cubicBezTo>
                  <a:pt x="161221" y="32692"/>
                  <a:pt x="160093" y="36075"/>
                  <a:pt x="159868" y="41941"/>
                </a:cubicBezTo>
                <a:lnTo>
                  <a:pt x="169332" y="41941"/>
                </a:lnTo>
                <a:cubicBezTo>
                  <a:pt x="170121" y="34722"/>
                  <a:pt x="174403" y="31451"/>
                  <a:pt x="183189" y="31451"/>
                </a:cubicBezTo>
                <a:cubicBezTo>
                  <a:pt x="191752" y="31451"/>
                  <a:pt x="196372" y="34609"/>
                  <a:pt x="196372" y="40249"/>
                </a:cubicBezTo>
                <a:lnTo>
                  <a:pt x="196372" y="42730"/>
                </a:lnTo>
                <a:cubicBezTo>
                  <a:pt x="196260" y="46792"/>
                  <a:pt x="194231" y="48258"/>
                  <a:pt x="186569" y="49273"/>
                </a:cubicBezTo>
                <a:cubicBezTo>
                  <a:pt x="173275" y="50964"/>
                  <a:pt x="171247" y="51416"/>
                  <a:pt x="167642" y="52883"/>
                </a:cubicBezTo>
                <a:cubicBezTo>
                  <a:pt x="160771" y="55816"/>
                  <a:pt x="157278" y="61004"/>
                  <a:pt x="157278" y="68674"/>
                </a:cubicBezTo>
                <a:cubicBezTo>
                  <a:pt x="157278" y="79388"/>
                  <a:pt x="164713" y="86147"/>
                  <a:pt x="176655" y="86147"/>
                </a:cubicBezTo>
                <a:cubicBezTo>
                  <a:pt x="184092" y="86147"/>
                  <a:pt x="190062" y="83557"/>
                  <a:pt x="196710" y="77473"/>
                </a:cubicBezTo>
                <a:cubicBezTo>
                  <a:pt x="197386" y="83557"/>
                  <a:pt x="200315" y="86147"/>
                  <a:pt x="206399" y="86147"/>
                </a:cubicBezTo>
                <a:cubicBezTo>
                  <a:pt x="208426" y="86147"/>
                  <a:pt x="209665" y="85922"/>
                  <a:pt x="212820" y="85135"/>
                </a:cubicBezTo>
                <a:lnTo>
                  <a:pt x="212820" y="78037"/>
                </a:lnTo>
                <a:moveTo>
                  <a:pt x="196372" y="64953"/>
                </a:moveTo>
                <a:cubicBezTo>
                  <a:pt x="196372" y="68111"/>
                  <a:pt x="195471" y="70027"/>
                  <a:pt x="192653" y="72621"/>
                </a:cubicBezTo>
                <a:cubicBezTo>
                  <a:pt x="188823" y="76120"/>
                  <a:pt x="184204" y="77923"/>
                  <a:pt x="178684" y="77923"/>
                </a:cubicBezTo>
                <a:cubicBezTo>
                  <a:pt x="171360" y="77923"/>
                  <a:pt x="167080" y="74427"/>
                  <a:pt x="167080" y="68449"/>
                </a:cubicBezTo>
                <a:cubicBezTo>
                  <a:pt x="167080" y="62245"/>
                  <a:pt x="171135" y="59087"/>
                  <a:pt x="181274" y="57621"/>
                </a:cubicBezTo>
                <a:cubicBezTo>
                  <a:pt x="191302" y="56266"/>
                  <a:pt x="193217" y="55816"/>
                  <a:pt x="196372" y="54349"/>
                </a:cubicBezTo>
                <a:lnTo>
                  <a:pt x="196372" y="64953"/>
                </a:lnTo>
                <a:close/>
                <a:moveTo>
                  <a:pt x="228029" y="24425"/>
                </a:moveTo>
                <a:lnTo>
                  <a:pt x="228029" y="83507"/>
                </a:lnTo>
                <a:lnTo>
                  <a:pt x="237493" y="83507"/>
                </a:lnTo>
                <a:lnTo>
                  <a:pt x="237493" y="50923"/>
                </a:lnTo>
                <a:cubicBezTo>
                  <a:pt x="237493" y="38888"/>
                  <a:pt x="243802" y="31000"/>
                  <a:pt x="253491" y="31000"/>
                </a:cubicBezTo>
                <a:cubicBezTo>
                  <a:pt x="260928" y="31000"/>
                  <a:pt x="265659" y="35508"/>
                  <a:pt x="265659" y="42606"/>
                </a:cubicBezTo>
                <a:lnTo>
                  <a:pt x="265659" y="83507"/>
                </a:lnTo>
                <a:lnTo>
                  <a:pt x="275011" y="83507"/>
                </a:lnTo>
                <a:lnTo>
                  <a:pt x="275011" y="38888"/>
                </a:lnTo>
                <a:cubicBezTo>
                  <a:pt x="275011" y="29085"/>
                  <a:pt x="267687" y="22775"/>
                  <a:pt x="256309" y="22775"/>
                </a:cubicBezTo>
                <a:cubicBezTo>
                  <a:pt x="247521" y="22735"/>
                  <a:pt x="241887" y="26117"/>
                  <a:pt x="236704" y="34341"/>
                </a:cubicBezTo>
                <a:lnTo>
                  <a:pt x="236704" y="24425"/>
                </a:lnTo>
                <a:lnTo>
                  <a:pt x="228029" y="24425"/>
                </a:lnTo>
                <a:close/>
                <a:moveTo>
                  <a:pt x="333257" y="24425"/>
                </a:moveTo>
                <a:lnTo>
                  <a:pt x="333257" y="32988"/>
                </a:lnTo>
                <a:cubicBezTo>
                  <a:pt x="328526" y="25931"/>
                  <a:pt x="323343" y="22775"/>
                  <a:pt x="315907" y="22775"/>
                </a:cubicBezTo>
                <a:cubicBezTo>
                  <a:pt x="301598" y="22775"/>
                  <a:pt x="291684" y="36075"/>
                  <a:pt x="291684" y="55027"/>
                </a:cubicBezTo>
                <a:cubicBezTo>
                  <a:pt x="291684" y="64953"/>
                  <a:pt x="294051" y="72171"/>
                  <a:pt x="299120" y="78148"/>
                </a:cubicBezTo>
                <a:cubicBezTo>
                  <a:pt x="303514" y="83331"/>
                  <a:pt x="309146" y="86147"/>
                  <a:pt x="315230" y="86147"/>
                </a:cubicBezTo>
                <a:cubicBezTo>
                  <a:pt x="322328" y="86147"/>
                  <a:pt x="327398" y="82993"/>
                  <a:pt x="332356" y="75556"/>
                </a:cubicBezTo>
                <a:lnTo>
                  <a:pt x="332356" y="78600"/>
                </a:lnTo>
                <a:cubicBezTo>
                  <a:pt x="332356" y="94373"/>
                  <a:pt x="327962" y="100230"/>
                  <a:pt x="316244" y="100230"/>
                </a:cubicBezTo>
                <a:cubicBezTo>
                  <a:pt x="308245" y="100230"/>
                  <a:pt x="304077" y="97076"/>
                  <a:pt x="303176" y="90316"/>
                </a:cubicBezTo>
                <a:lnTo>
                  <a:pt x="293599" y="90316"/>
                </a:lnTo>
                <a:cubicBezTo>
                  <a:pt x="294501" y="101244"/>
                  <a:pt x="303176" y="108117"/>
                  <a:pt x="316019" y="108117"/>
                </a:cubicBezTo>
                <a:cubicBezTo>
                  <a:pt x="324694" y="108117"/>
                  <a:pt x="331905" y="105301"/>
                  <a:pt x="335735" y="100569"/>
                </a:cubicBezTo>
                <a:cubicBezTo>
                  <a:pt x="340241" y="95049"/>
                  <a:pt x="341931" y="87725"/>
                  <a:pt x="341931" y="73863"/>
                </a:cubicBezTo>
                <a:lnTo>
                  <a:pt x="341931" y="24425"/>
                </a:lnTo>
                <a:lnTo>
                  <a:pt x="333257" y="24425"/>
                </a:lnTo>
                <a:moveTo>
                  <a:pt x="316808" y="31451"/>
                </a:moveTo>
                <a:cubicBezTo>
                  <a:pt x="326722" y="31451"/>
                  <a:pt x="332356" y="39797"/>
                  <a:pt x="332356" y="54800"/>
                </a:cubicBezTo>
                <a:cubicBezTo>
                  <a:pt x="332356" y="69127"/>
                  <a:pt x="326609" y="77473"/>
                  <a:pt x="316808" y="77473"/>
                </a:cubicBezTo>
                <a:cubicBezTo>
                  <a:pt x="307119" y="77473"/>
                  <a:pt x="301486" y="69013"/>
                  <a:pt x="301486" y="54463"/>
                </a:cubicBezTo>
                <a:cubicBezTo>
                  <a:pt x="301486" y="40024"/>
                  <a:pt x="307119" y="31451"/>
                  <a:pt x="316808" y="314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Csmith-Clang">
            <a:extLst xmlns:a="http://schemas.openxmlformats.org/drawingml/2006/main">
              <a:ext uri="{FF2B5EF4-FFF2-40B4-BE49-F238E27FC236}">
                <a16:creationId xmlns:a16="http://schemas.microsoft.com/office/drawing/2014/main" id="{C2F8761D-6B41-40D5-8B95-0AA06579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669" y="819395"/>
            <a:ext cx="679694" cy="108117"/>
          </a:xfrm>
          <a:custGeom xmlns:a="http://schemas.openxmlformats.org/drawingml/2006/main">
            <a:pathLst>
              <a:path w="679694" h="108117">
                <a:moveTo>
                  <a:pt x="69175" y="26833"/>
                </a:moveTo>
                <a:cubicBezTo>
                  <a:pt x="65908" y="8788"/>
                  <a:pt x="55544" y="0"/>
                  <a:pt x="37518" y="0"/>
                </a:cubicBezTo>
                <a:cubicBezTo>
                  <a:pt x="26476" y="0"/>
                  <a:pt x="17576" y="3493"/>
                  <a:pt x="11492" y="10254"/>
                </a:cubicBezTo>
                <a:cubicBezTo>
                  <a:pt x="4057" y="18375"/>
                  <a:pt x="0" y="30105"/>
                  <a:pt x="0" y="43412"/>
                </a:cubicBezTo>
                <a:cubicBezTo>
                  <a:pt x="0" y="56947"/>
                  <a:pt x="4169" y="68564"/>
                  <a:pt x="11831" y="76572"/>
                </a:cubicBezTo>
                <a:cubicBezTo>
                  <a:pt x="18252" y="83106"/>
                  <a:pt x="26364" y="86147"/>
                  <a:pt x="37067" y="86147"/>
                </a:cubicBezTo>
                <a:cubicBezTo>
                  <a:pt x="57120" y="86147"/>
                  <a:pt x="68387" y="75331"/>
                  <a:pt x="70865" y="53564"/>
                </a:cubicBezTo>
                <a:lnTo>
                  <a:pt x="60050" y="53564"/>
                </a:lnTo>
                <a:cubicBezTo>
                  <a:pt x="59149" y="59202"/>
                  <a:pt x="58021" y="63038"/>
                  <a:pt x="56331" y="66309"/>
                </a:cubicBezTo>
                <a:cubicBezTo>
                  <a:pt x="52952" y="73075"/>
                  <a:pt x="45967" y="76911"/>
                  <a:pt x="37179" y="76911"/>
                </a:cubicBezTo>
                <a:cubicBezTo>
                  <a:pt x="20842" y="76911"/>
                  <a:pt x="10478" y="63827"/>
                  <a:pt x="10478" y="43301"/>
                </a:cubicBezTo>
                <a:cubicBezTo>
                  <a:pt x="10478" y="22209"/>
                  <a:pt x="20280" y="9238"/>
                  <a:pt x="36278" y="9238"/>
                </a:cubicBezTo>
                <a:cubicBezTo>
                  <a:pt x="42926" y="9238"/>
                  <a:pt x="49121" y="11157"/>
                  <a:pt x="52501" y="14428"/>
                </a:cubicBezTo>
                <a:cubicBezTo>
                  <a:pt x="55544" y="17248"/>
                  <a:pt x="57234" y="20631"/>
                  <a:pt x="58472" y="26833"/>
                </a:cubicBezTo>
                <a:lnTo>
                  <a:pt x="69175" y="26833"/>
                </a:lnTo>
                <a:close/>
                <a:moveTo>
                  <a:pt x="134068" y="40927"/>
                </a:moveTo>
                <a:cubicBezTo>
                  <a:pt x="133957" y="29311"/>
                  <a:pt x="126295" y="22775"/>
                  <a:pt x="112662" y="22775"/>
                </a:cubicBezTo>
                <a:cubicBezTo>
                  <a:pt x="98918" y="22775"/>
                  <a:pt x="90018" y="29873"/>
                  <a:pt x="90018" y="40813"/>
                </a:cubicBezTo>
                <a:cubicBezTo>
                  <a:pt x="90018" y="50062"/>
                  <a:pt x="94749" y="54463"/>
                  <a:pt x="108720" y="57846"/>
                </a:cubicBezTo>
                <a:lnTo>
                  <a:pt x="117508" y="59990"/>
                </a:lnTo>
                <a:cubicBezTo>
                  <a:pt x="124043" y="61568"/>
                  <a:pt x="126633" y="63937"/>
                  <a:pt x="126633" y="68111"/>
                </a:cubicBezTo>
                <a:cubicBezTo>
                  <a:pt x="126633" y="73751"/>
                  <a:pt x="121113" y="77473"/>
                  <a:pt x="112889" y="77473"/>
                </a:cubicBezTo>
                <a:cubicBezTo>
                  <a:pt x="107818" y="77473"/>
                  <a:pt x="103537" y="76006"/>
                  <a:pt x="101172" y="73526"/>
                </a:cubicBezTo>
                <a:cubicBezTo>
                  <a:pt x="99707" y="71832"/>
                  <a:pt x="99032" y="70141"/>
                  <a:pt x="98468" y="65967"/>
                </a:cubicBezTo>
                <a:lnTo>
                  <a:pt x="88554" y="65967"/>
                </a:lnTo>
                <a:cubicBezTo>
                  <a:pt x="89004" y="79613"/>
                  <a:pt x="96664" y="86147"/>
                  <a:pt x="112100" y="86147"/>
                </a:cubicBezTo>
                <a:cubicBezTo>
                  <a:pt x="126972" y="86147"/>
                  <a:pt x="136436" y="78826"/>
                  <a:pt x="136436" y="67433"/>
                </a:cubicBezTo>
                <a:cubicBezTo>
                  <a:pt x="136436" y="58635"/>
                  <a:pt x="131478" y="53785"/>
                  <a:pt x="119760" y="50964"/>
                </a:cubicBezTo>
                <a:lnTo>
                  <a:pt x="110747" y="48822"/>
                </a:lnTo>
                <a:cubicBezTo>
                  <a:pt x="103087" y="47017"/>
                  <a:pt x="99819" y="44535"/>
                  <a:pt x="99819" y="40361"/>
                </a:cubicBezTo>
                <a:cubicBezTo>
                  <a:pt x="99819" y="34834"/>
                  <a:pt x="104663" y="31451"/>
                  <a:pt x="112325" y="31451"/>
                </a:cubicBezTo>
                <a:cubicBezTo>
                  <a:pt x="119874" y="31451"/>
                  <a:pt x="123929" y="34722"/>
                  <a:pt x="124154" y="40927"/>
                </a:cubicBezTo>
                <a:lnTo>
                  <a:pt x="134068" y="40927"/>
                </a:lnTo>
                <a:close/>
                <a:moveTo>
                  <a:pt x="137674" y="24425"/>
                </a:moveTo>
                <a:lnTo>
                  <a:pt x="137674" y="83507"/>
                </a:lnTo>
                <a:lnTo>
                  <a:pt x="147138" y="83507"/>
                </a:lnTo>
                <a:lnTo>
                  <a:pt x="147138" y="46412"/>
                </a:lnTo>
                <a:cubicBezTo>
                  <a:pt x="147138" y="37873"/>
                  <a:pt x="153335" y="31000"/>
                  <a:pt x="160995" y="31000"/>
                </a:cubicBezTo>
                <a:cubicBezTo>
                  <a:pt x="167980" y="31000"/>
                  <a:pt x="171924" y="35281"/>
                  <a:pt x="171924" y="42831"/>
                </a:cubicBezTo>
                <a:lnTo>
                  <a:pt x="171924" y="83507"/>
                </a:lnTo>
                <a:lnTo>
                  <a:pt x="181387" y="83507"/>
                </a:lnTo>
                <a:lnTo>
                  <a:pt x="181387" y="46436"/>
                </a:lnTo>
                <a:cubicBezTo>
                  <a:pt x="181387" y="37873"/>
                  <a:pt x="187585" y="31000"/>
                  <a:pt x="195245" y="31000"/>
                </a:cubicBezTo>
                <a:cubicBezTo>
                  <a:pt x="202118" y="31000"/>
                  <a:pt x="206173" y="35394"/>
                  <a:pt x="206173" y="42831"/>
                </a:cubicBezTo>
                <a:lnTo>
                  <a:pt x="206173" y="83507"/>
                </a:lnTo>
                <a:lnTo>
                  <a:pt x="215637" y="83507"/>
                </a:lnTo>
                <a:lnTo>
                  <a:pt x="215637" y="39226"/>
                </a:lnTo>
                <a:cubicBezTo>
                  <a:pt x="215637" y="28633"/>
                  <a:pt x="209553" y="22775"/>
                  <a:pt x="198513" y="22775"/>
                </a:cubicBezTo>
                <a:cubicBezTo>
                  <a:pt x="190626" y="22775"/>
                  <a:pt x="185893" y="25142"/>
                  <a:pt x="180373" y="31790"/>
                </a:cubicBezTo>
                <a:cubicBezTo>
                  <a:pt x="176882" y="25479"/>
                  <a:pt x="172149" y="22775"/>
                  <a:pt x="164489" y="22775"/>
                </a:cubicBezTo>
                <a:cubicBezTo>
                  <a:pt x="156601" y="22735"/>
                  <a:pt x="151307" y="25664"/>
                  <a:pt x="146349" y="32763"/>
                </a:cubicBezTo>
                <a:lnTo>
                  <a:pt x="146349" y="24425"/>
                </a:lnTo>
                <a:lnTo>
                  <a:pt x="137674" y="24425"/>
                </a:lnTo>
                <a:close/>
                <a:moveTo>
                  <a:pt x="236817" y="24425"/>
                </a:moveTo>
                <a:lnTo>
                  <a:pt x="227466" y="24425"/>
                </a:lnTo>
                <a:lnTo>
                  <a:pt x="227466" y="83507"/>
                </a:lnTo>
                <a:lnTo>
                  <a:pt x="236817" y="83507"/>
                </a:lnTo>
                <a:lnTo>
                  <a:pt x="236817" y="24425"/>
                </a:lnTo>
                <a:moveTo>
                  <a:pt x="236817" y="1430"/>
                </a:moveTo>
                <a:lnTo>
                  <a:pt x="227354" y="1430"/>
                </a:lnTo>
                <a:lnTo>
                  <a:pt x="227354" y="13261"/>
                </a:lnTo>
                <a:lnTo>
                  <a:pt x="236817" y="13261"/>
                </a:lnTo>
                <a:lnTo>
                  <a:pt x="236817" y="1430"/>
                </a:lnTo>
                <a:close/>
                <a:moveTo>
                  <a:pt x="271067" y="24425"/>
                </a:moveTo>
                <a:lnTo>
                  <a:pt x="261379" y="24425"/>
                </a:lnTo>
                <a:lnTo>
                  <a:pt x="261379" y="8202"/>
                </a:lnTo>
                <a:lnTo>
                  <a:pt x="252027" y="8202"/>
                </a:lnTo>
                <a:lnTo>
                  <a:pt x="252027" y="24425"/>
                </a:lnTo>
                <a:lnTo>
                  <a:pt x="244028" y="24425"/>
                </a:lnTo>
                <a:lnTo>
                  <a:pt x="244028" y="32087"/>
                </a:lnTo>
                <a:lnTo>
                  <a:pt x="252027" y="32087"/>
                </a:lnTo>
                <a:lnTo>
                  <a:pt x="252027" y="76795"/>
                </a:lnTo>
                <a:cubicBezTo>
                  <a:pt x="252027" y="82881"/>
                  <a:pt x="256082" y="86147"/>
                  <a:pt x="263405" y="86147"/>
                </a:cubicBezTo>
                <a:cubicBezTo>
                  <a:pt x="265884" y="86147"/>
                  <a:pt x="267913" y="85922"/>
                  <a:pt x="271067" y="85360"/>
                </a:cubicBezTo>
                <a:lnTo>
                  <a:pt x="271067" y="77473"/>
                </a:lnTo>
                <a:cubicBezTo>
                  <a:pt x="269714" y="77811"/>
                  <a:pt x="268475" y="77923"/>
                  <a:pt x="266560" y="77923"/>
                </a:cubicBezTo>
                <a:cubicBezTo>
                  <a:pt x="262505" y="77923"/>
                  <a:pt x="261379" y="76795"/>
                  <a:pt x="261379" y="72618"/>
                </a:cubicBezTo>
                <a:lnTo>
                  <a:pt x="261379" y="32087"/>
                </a:lnTo>
                <a:lnTo>
                  <a:pt x="271067" y="32087"/>
                </a:lnTo>
                <a:lnTo>
                  <a:pt x="271067" y="24425"/>
                </a:lnTo>
                <a:close/>
                <a:moveTo>
                  <a:pt x="272869" y="1430"/>
                </a:moveTo>
                <a:lnTo>
                  <a:pt x="272869" y="83507"/>
                </a:lnTo>
                <a:lnTo>
                  <a:pt x="282221" y="83507"/>
                </a:lnTo>
                <a:lnTo>
                  <a:pt x="282221" y="50944"/>
                </a:lnTo>
                <a:cubicBezTo>
                  <a:pt x="282221" y="38888"/>
                  <a:pt x="288530" y="31000"/>
                  <a:pt x="298219" y="31000"/>
                </a:cubicBezTo>
                <a:cubicBezTo>
                  <a:pt x="301374" y="31000"/>
                  <a:pt x="304303" y="31901"/>
                  <a:pt x="306555" y="33591"/>
                </a:cubicBezTo>
                <a:cubicBezTo>
                  <a:pt x="309259" y="35620"/>
                  <a:pt x="310387" y="38437"/>
                  <a:pt x="310387" y="42606"/>
                </a:cubicBezTo>
                <a:lnTo>
                  <a:pt x="310387" y="83507"/>
                </a:lnTo>
                <a:lnTo>
                  <a:pt x="319737" y="83507"/>
                </a:lnTo>
                <a:lnTo>
                  <a:pt x="319737" y="38888"/>
                </a:lnTo>
                <a:cubicBezTo>
                  <a:pt x="319737" y="28972"/>
                  <a:pt x="312639" y="22775"/>
                  <a:pt x="301148" y="22775"/>
                </a:cubicBezTo>
                <a:cubicBezTo>
                  <a:pt x="292811" y="22775"/>
                  <a:pt x="287741" y="25367"/>
                  <a:pt x="282221" y="32577"/>
                </a:cubicBezTo>
                <a:lnTo>
                  <a:pt x="282221" y="1430"/>
                </a:lnTo>
                <a:lnTo>
                  <a:pt x="272869" y="1430"/>
                </a:lnTo>
                <a:close/>
                <a:moveTo>
                  <a:pt x="364577" y="48331"/>
                </a:moveTo>
                <a:lnTo>
                  <a:pt x="337763" y="48331"/>
                </a:lnTo>
                <a:lnTo>
                  <a:pt x="337763" y="56441"/>
                </a:lnTo>
                <a:lnTo>
                  <a:pt x="364577" y="56441"/>
                </a:lnTo>
                <a:lnTo>
                  <a:pt x="364577" y="48331"/>
                </a:lnTo>
                <a:close/>
                <a:moveTo>
                  <a:pt x="452228" y="26833"/>
                </a:moveTo>
                <a:cubicBezTo>
                  <a:pt x="448961" y="8788"/>
                  <a:pt x="438597" y="0"/>
                  <a:pt x="420571" y="0"/>
                </a:cubicBezTo>
                <a:cubicBezTo>
                  <a:pt x="409529" y="0"/>
                  <a:pt x="400629" y="3493"/>
                  <a:pt x="394545" y="10254"/>
                </a:cubicBezTo>
                <a:cubicBezTo>
                  <a:pt x="387110" y="18375"/>
                  <a:pt x="383053" y="30105"/>
                  <a:pt x="383053" y="43412"/>
                </a:cubicBezTo>
                <a:cubicBezTo>
                  <a:pt x="383053" y="56947"/>
                  <a:pt x="387222" y="68564"/>
                  <a:pt x="394884" y="76572"/>
                </a:cubicBezTo>
                <a:cubicBezTo>
                  <a:pt x="401305" y="83106"/>
                  <a:pt x="409417" y="86147"/>
                  <a:pt x="420120" y="86147"/>
                </a:cubicBezTo>
                <a:cubicBezTo>
                  <a:pt x="440173" y="86147"/>
                  <a:pt x="451440" y="75331"/>
                  <a:pt x="453918" y="53564"/>
                </a:cubicBezTo>
                <a:lnTo>
                  <a:pt x="443103" y="53564"/>
                </a:lnTo>
                <a:cubicBezTo>
                  <a:pt x="442202" y="59202"/>
                  <a:pt x="441074" y="63038"/>
                  <a:pt x="439384" y="66309"/>
                </a:cubicBezTo>
                <a:cubicBezTo>
                  <a:pt x="436005" y="73075"/>
                  <a:pt x="429020" y="76911"/>
                  <a:pt x="420232" y="76911"/>
                </a:cubicBezTo>
                <a:cubicBezTo>
                  <a:pt x="403895" y="76911"/>
                  <a:pt x="393531" y="63827"/>
                  <a:pt x="393531" y="43301"/>
                </a:cubicBezTo>
                <a:cubicBezTo>
                  <a:pt x="393531" y="22209"/>
                  <a:pt x="403333" y="9238"/>
                  <a:pt x="419331" y="9238"/>
                </a:cubicBezTo>
                <a:cubicBezTo>
                  <a:pt x="425979" y="9238"/>
                  <a:pt x="432174" y="11157"/>
                  <a:pt x="435554" y="14428"/>
                </a:cubicBezTo>
                <a:cubicBezTo>
                  <a:pt x="438597" y="17248"/>
                  <a:pt x="440287" y="20631"/>
                  <a:pt x="441525" y="26833"/>
                </a:cubicBezTo>
                <a:lnTo>
                  <a:pt x="452228" y="26833"/>
                </a:lnTo>
                <a:close/>
                <a:moveTo>
                  <a:pt x="484900" y="1430"/>
                </a:moveTo>
                <a:lnTo>
                  <a:pt x="475437" y="1430"/>
                </a:lnTo>
                <a:lnTo>
                  <a:pt x="475437" y="83507"/>
                </a:lnTo>
                <a:lnTo>
                  <a:pt x="484900" y="83507"/>
                </a:lnTo>
                <a:lnTo>
                  <a:pt x="484900" y="1430"/>
                </a:lnTo>
                <a:close/>
                <a:moveTo>
                  <a:pt x="550583" y="78037"/>
                </a:moveTo>
                <a:cubicBezTo>
                  <a:pt x="549570" y="78262"/>
                  <a:pt x="549118" y="78262"/>
                  <a:pt x="548556" y="78262"/>
                </a:cubicBezTo>
                <a:cubicBezTo>
                  <a:pt x="545288" y="78262"/>
                  <a:pt x="543486" y="76570"/>
                  <a:pt x="543486" y="73637"/>
                </a:cubicBezTo>
                <a:lnTo>
                  <a:pt x="543486" y="38895"/>
                </a:lnTo>
                <a:cubicBezTo>
                  <a:pt x="543486" y="28408"/>
                  <a:pt x="535824" y="22775"/>
                  <a:pt x="521291" y="22775"/>
                </a:cubicBezTo>
                <a:cubicBezTo>
                  <a:pt x="512616" y="22775"/>
                  <a:pt x="505743" y="25254"/>
                  <a:pt x="501688" y="29648"/>
                </a:cubicBezTo>
                <a:cubicBezTo>
                  <a:pt x="498984" y="32692"/>
                  <a:pt x="497856" y="36075"/>
                  <a:pt x="497631" y="41941"/>
                </a:cubicBezTo>
                <a:lnTo>
                  <a:pt x="507095" y="41941"/>
                </a:lnTo>
                <a:cubicBezTo>
                  <a:pt x="507884" y="34722"/>
                  <a:pt x="512166" y="31451"/>
                  <a:pt x="520952" y="31451"/>
                </a:cubicBezTo>
                <a:cubicBezTo>
                  <a:pt x="529515" y="31451"/>
                  <a:pt x="534134" y="34609"/>
                  <a:pt x="534134" y="40249"/>
                </a:cubicBezTo>
                <a:lnTo>
                  <a:pt x="534134" y="42730"/>
                </a:lnTo>
                <a:cubicBezTo>
                  <a:pt x="534023" y="46792"/>
                  <a:pt x="531994" y="48258"/>
                  <a:pt x="524332" y="49273"/>
                </a:cubicBezTo>
                <a:cubicBezTo>
                  <a:pt x="511038" y="50964"/>
                  <a:pt x="509010" y="51416"/>
                  <a:pt x="505405" y="52883"/>
                </a:cubicBezTo>
                <a:cubicBezTo>
                  <a:pt x="498534" y="55816"/>
                  <a:pt x="495040" y="61004"/>
                  <a:pt x="495040" y="68674"/>
                </a:cubicBezTo>
                <a:cubicBezTo>
                  <a:pt x="495040" y="79388"/>
                  <a:pt x="502475" y="86147"/>
                  <a:pt x="514418" y="86147"/>
                </a:cubicBezTo>
                <a:cubicBezTo>
                  <a:pt x="521855" y="86147"/>
                  <a:pt x="527825" y="83557"/>
                  <a:pt x="534473" y="77473"/>
                </a:cubicBezTo>
                <a:cubicBezTo>
                  <a:pt x="535149" y="83557"/>
                  <a:pt x="538078" y="86147"/>
                  <a:pt x="544162" y="86147"/>
                </a:cubicBezTo>
                <a:cubicBezTo>
                  <a:pt x="546189" y="86147"/>
                  <a:pt x="547428" y="85922"/>
                  <a:pt x="550583" y="85135"/>
                </a:cubicBezTo>
                <a:lnTo>
                  <a:pt x="550583" y="78037"/>
                </a:lnTo>
                <a:moveTo>
                  <a:pt x="534134" y="64953"/>
                </a:moveTo>
                <a:cubicBezTo>
                  <a:pt x="534134" y="68111"/>
                  <a:pt x="533233" y="70027"/>
                  <a:pt x="530416" y="72621"/>
                </a:cubicBezTo>
                <a:cubicBezTo>
                  <a:pt x="526586" y="76120"/>
                  <a:pt x="521967" y="77923"/>
                  <a:pt x="516447" y="77923"/>
                </a:cubicBezTo>
                <a:cubicBezTo>
                  <a:pt x="509123" y="77923"/>
                  <a:pt x="504843" y="74427"/>
                  <a:pt x="504843" y="68449"/>
                </a:cubicBezTo>
                <a:cubicBezTo>
                  <a:pt x="504843" y="62245"/>
                  <a:pt x="508898" y="59087"/>
                  <a:pt x="519037" y="57621"/>
                </a:cubicBezTo>
                <a:cubicBezTo>
                  <a:pt x="529065" y="56266"/>
                  <a:pt x="530980" y="55816"/>
                  <a:pt x="534134" y="54349"/>
                </a:cubicBezTo>
                <a:lnTo>
                  <a:pt x="534134" y="64953"/>
                </a:lnTo>
                <a:close/>
                <a:moveTo>
                  <a:pt x="565792" y="24425"/>
                </a:moveTo>
                <a:lnTo>
                  <a:pt x="565792" y="83507"/>
                </a:lnTo>
                <a:lnTo>
                  <a:pt x="575256" y="83507"/>
                </a:lnTo>
                <a:lnTo>
                  <a:pt x="575256" y="50923"/>
                </a:lnTo>
                <a:cubicBezTo>
                  <a:pt x="575256" y="38888"/>
                  <a:pt x="581565" y="31000"/>
                  <a:pt x="591254" y="31000"/>
                </a:cubicBezTo>
                <a:cubicBezTo>
                  <a:pt x="598691" y="31000"/>
                  <a:pt x="603421" y="35508"/>
                  <a:pt x="603421" y="42606"/>
                </a:cubicBezTo>
                <a:lnTo>
                  <a:pt x="603421" y="83507"/>
                </a:lnTo>
                <a:lnTo>
                  <a:pt x="612773" y="83507"/>
                </a:lnTo>
                <a:lnTo>
                  <a:pt x="612773" y="38888"/>
                </a:lnTo>
                <a:cubicBezTo>
                  <a:pt x="612773" y="29085"/>
                  <a:pt x="605450" y="22775"/>
                  <a:pt x="594071" y="22775"/>
                </a:cubicBezTo>
                <a:cubicBezTo>
                  <a:pt x="585283" y="22735"/>
                  <a:pt x="579650" y="26117"/>
                  <a:pt x="574467" y="34341"/>
                </a:cubicBezTo>
                <a:lnTo>
                  <a:pt x="574467" y="24425"/>
                </a:lnTo>
                <a:lnTo>
                  <a:pt x="565792" y="24425"/>
                </a:lnTo>
                <a:close/>
                <a:moveTo>
                  <a:pt x="671019" y="24425"/>
                </a:moveTo>
                <a:lnTo>
                  <a:pt x="671019" y="32988"/>
                </a:lnTo>
                <a:cubicBezTo>
                  <a:pt x="666288" y="25931"/>
                  <a:pt x="661105" y="22775"/>
                  <a:pt x="653670" y="22775"/>
                </a:cubicBezTo>
                <a:cubicBezTo>
                  <a:pt x="639360" y="22775"/>
                  <a:pt x="629446" y="36075"/>
                  <a:pt x="629446" y="55027"/>
                </a:cubicBezTo>
                <a:cubicBezTo>
                  <a:pt x="629446" y="64953"/>
                  <a:pt x="631814" y="72171"/>
                  <a:pt x="636883" y="78148"/>
                </a:cubicBezTo>
                <a:cubicBezTo>
                  <a:pt x="641277" y="83331"/>
                  <a:pt x="646909" y="86147"/>
                  <a:pt x="652993" y="86147"/>
                </a:cubicBezTo>
                <a:cubicBezTo>
                  <a:pt x="660091" y="86147"/>
                  <a:pt x="665161" y="82993"/>
                  <a:pt x="670119" y="75556"/>
                </a:cubicBezTo>
                <a:lnTo>
                  <a:pt x="670119" y="78600"/>
                </a:lnTo>
                <a:cubicBezTo>
                  <a:pt x="670119" y="94373"/>
                  <a:pt x="665725" y="100230"/>
                  <a:pt x="654007" y="100230"/>
                </a:cubicBezTo>
                <a:cubicBezTo>
                  <a:pt x="646008" y="100230"/>
                  <a:pt x="641839" y="97076"/>
                  <a:pt x="640939" y="90316"/>
                </a:cubicBezTo>
                <a:lnTo>
                  <a:pt x="631362" y="90316"/>
                </a:lnTo>
                <a:cubicBezTo>
                  <a:pt x="632264" y="101244"/>
                  <a:pt x="640939" y="108117"/>
                  <a:pt x="653782" y="108117"/>
                </a:cubicBezTo>
                <a:cubicBezTo>
                  <a:pt x="662457" y="108117"/>
                  <a:pt x="669668" y="105301"/>
                  <a:pt x="673498" y="100569"/>
                </a:cubicBezTo>
                <a:cubicBezTo>
                  <a:pt x="678004" y="95049"/>
                  <a:pt x="679694" y="87725"/>
                  <a:pt x="679694" y="73863"/>
                </a:cubicBezTo>
                <a:lnTo>
                  <a:pt x="679694" y="24425"/>
                </a:lnTo>
                <a:lnTo>
                  <a:pt x="671019" y="24425"/>
                </a:lnTo>
                <a:moveTo>
                  <a:pt x="654571" y="31451"/>
                </a:moveTo>
                <a:cubicBezTo>
                  <a:pt x="664485" y="31451"/>
                  <a:pt x="670119" y="39797"/>
                  <a:pt x="670119" y="54800"/>
                </a:cubicBezTo>
                <a:cubicBezTo>
                  <a:pt x="670119" y="69127"/>
                  <a:pt x="664372" y="77473"/>
                  <a:pt x="654571" y="77473"/>
                </a:cubicBezTo>
                <a:cubicBezTo>
                  <a:pt x="644882" y="77473"/>
                  <a:pt x="639249" y="69013"/>
                  <a:pt x="639249" y="54463"/>
                </a:cubicBezTo>
                <a:cubicBezTo>
                  <a:pt x="639249" y="40024"/>
                  <a:pt x="644882" y="31451"/>
                  <a:pt x="654571" y="314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Grammarinator">
            <a:extLst xmlns:a="http://schemas.openxmlformats.org/drawingml/2006/main">
              <a:ext uri="{FF2B5EF4-FFF2-40B4-BE49-F238E27FC236}">
                <a16:creationId xmlns:a16="http://schemas.microsoft.com/office/drawing/2014/main" id="{5A967C3B-C0B1-449A-95B3-F7B1C9A4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219" y="954590"/>
            <a:ext cx="774782" cy="86147"/>
          </a:xfrm>
          <a:custGeom xmlns:a="http://schemas.openxmlformats.org/drawingml/2006/main">
            <a:pathLst>
              <a:path w="774782" h="86147">
                <a:moveTo>
                  <a:pt x="74922" y="40158"/>
                </a:moveTo>
                <a:lnTo>
                  <a:pt x="40672" y="40158"/>
                </a:lnTo>
                <a:lnTo>
                  <a:pt x="40672" y="49396"/>
                </a:lnTo>
                <a:lnTo>
                  <a:pt x="65683" y="49396"/>
                </a:lnTo>
                <a:lnTo>
                  <a:pt x="65683" y="51652"/>
                </a:lnTo>
                <a:cubicBezTo>
                  <a:pt x="65683" y="66311"/>
                  <a:pt x="54867" y="76911"/>
                  <a:pt x="39883" y="76911"/>
                </a:cubicBezTo>
                <a:cubicBezTo>
                  <a:pt x="31545" y="76911"/>
                  <a:pt x="23997" y="73866"/>
                  <a:pt x="19152" y="68566"/>
                </a:cubicBezTo>
                <a:cubicBezTo>
                  <a:pt x="13744" y="62702"/>
                  <a:pt x="10478" y="52893"/>
                  <a:pt x="10478" y="42750"/>
                </a:cubicBezTo>
                <a:cubicBezTo>
                  <a:pt x="10478" y="22555"/>
                  <a:pt x="21970" y="9238"/>
                  <a:pt x="39319" y="9238"/>
                </a:cubicBezTo>
                <a:cubicBezTo>
                  <a:pt x="51826" y="9238"/>
                  <a:pt x="60839" y="15671"/>
                  <a:pt x="63091" y="26278"/>
                </a:cubicBezTo>
                <a:lnTo>
                  <a:pt x="73794" y="26278"/>
                </a:lnTo>
                <a:cubicBezTo>
                  <a:pt x="70865" y="9577"/>
                  <a:pt x="58246" y="0"/>
                  <a:pt x="39433" y="0"/>
                </a:cubicBezTo>
                <a:cubicBezTo>
                  <a:pt x="29405" y="0"/>
                  <a:pt x="21293" y="2592"/>
                  <a:pt x="14872" y="7887"/>
                </a:cubicBezTo>
                <a:cubicBezTo>
                  <a:pt x="5295" y="15785"/>
                  <a:pt x="0" y="28535"/>
                  <a:pt x="0" y="43314"/>
                </a:cubicBezTo>
                <a:cubicBezTo>
                  <a:pt x="0" y="68566"/>
                  <a:pt x="15436" y="86147"/>
                  <a:pt x="37629" y="86147"/>
                </a:cubicBezTo>
                <a:cubicBezTo>
                  <a:pt x="48783" y="86147"/>
                  <a:pt x="57571" y="81980"/>
                  <a:pt x="65683" y="73075"/>
                </a:cubicBezTo>
                <a:lnTo>
                  <a:pt x="68274" y="84007"/>
                </a:lnTo>
                <a:lnTo>
                  <a:pt x="74922" y="84007"/>
                </a:lnTo>
                <a:lnTo>
                  <a:pt x="74922" y="40158"/>
                </a:lnTo>
                <a:close/>
                <a:moveTo>
                  <a:pt x="92946" y="24425"/>
                </a:moveTo>
                <a:lnTo>
                  <a:pt x="92946" y="83507"/>
                </a:lnTo>
                <a:lnTo>
                  <a:pt x="102411" y="83507"/>
                </a:lnTo>
                <a:lnTo>
                  <a:pt x="102411" y="52840"/>
                </a:lnTo>
                <a:cubicBezTo>
                  <a:pt x="102523" y="38632"/>
                  <a:pt x="108382" y="32317"/>
                  <a:pt x="121339" y="32656"/>
                </a:cubicBezTo>
                <a:lnTo>
                  <a:pt x="121339" y="23074"/>
                </a:lnTo>
                <a:cubicBezTo>
                  <a:pt x="119760" y="22888"/>
                  <a:pt x="118860" y="22775"/>
                  <a:pt x="117732" y="22775"/>
                </a:cubicBezTo>
                <a:cubicBezTo>
                  <a:pt x="111648" y="22775"/>
                  <a:pt x="107031" y="26381"/>
                  <a:pt x="101622" y="35168"/>
                </a:cubicBezTo>
                <a:lnTo>
                  <a:pt x="101622" y="24425"/>
                </a:lnTo>
                <a:lnTo>
                  <a:pt x="92946" y="24425"/>
                </a:lnTo>
                <a:close/>
                <a:moveTo>
                  <a:pt x="190512" y="78037"/>
                </a:moveTo>
                <a:cubicBezTo>
                  <a:pt x="189500" y="78262"/>
                  <a:pt x="189048" y="78262"/>
                  <a:pt x="188485" y="78262"/>
                </a:cubicBezTo>
                <a:cubicBezTo>
                  <a:pt x="185217" y="78262"/>
                  <a:pt x="183416" y="76570"/>
                  <a:pt x="183416" y="73637"/>
                </a:cubicBezTo>
                <a:lnTo>
                  <a:pt x="183416" y="38895"/>
                </a:lnTo>
                <a:cubicBezTo>
                  <a:pt x="183416" y="28408"/>
                  <a:pt x="175754" y="22775"/>
                  <a:pt x="161221" y="22775"/>
                </a:cubicBezTo>
                <a:cubicBezTo>
                  <a:pt x="152546" y="22775"/>
                  <a:pt x="145673" y="25254"/>
                  <a:pt x="141618" y="29648"/>
                </a:cubicBezTo>
                <a:cubicBezTo>
                  <a:pt x="138914" y="32692"/>
                  <a:pt x="137786" y="36075"/>
                  <a:pt x="137561" y="41941"/>
                </a:cubicBezTo>
                <a:lnTo>
                  <a:pt x="147024" y="41941"/>
                </a:lnTo>
                <a:cubicBezTo>
                  <a:pt x="147813" y="34722"/>
                  <a:pt x="152096" y="31451"/>
                  <a:pt x="160882" y="31451"/>
                </a:cubicBezTo>
                <a:cubicBezTo>
                  <a:pt x="169445" y="31451"/>
                  <a:pt x="174064" y="34609"/>
                  <a:pt x="174064" y="40249"/>
                </a:cubicBezTo>
                <a:lnTo>
                  <a:pt x="174064" y="42730"/>
                </a:lnTo>
                <a:cubicBezTo>
                  <a:pt x="173952" y="46792"/>
                  <a:pt x="171924" y="48258"/>
                  <a:pt x="164262" y="49273"/>
                </a:cubicBezTo>
                <a:cubicBezTo>
                  <a:pt x="150968" y="50964"/>
                  <a:pt x="148939" y="51416"/>
                  <a:pt x="145334" y="52883"/>
                </a:cubicBezTo>
                <a:cubicBezTo>
                  <a:pt x="138463" y="55816"/>
                  <a:pt x="134970" y="61004"/>
                  <a:pt x="134970" y="68674"/>
                </a:cubicBezTo>
                <a:cubicBezTo>
                  <a:pt x="134970" y="79388"/>
                  <a:pt x="142405" y="86147"/>
                  <a:pt x="154348" y="86147"/>
                </a:cubicBezTo>
                <a:cubicBezTo>
                  <a:pt x="161784" y="86147"/>
                  <a:pt x="167755" y="83557"/>
                  <a:pt x="174403" y="77473"/>
                </a:cubicBezTo>
                <a:cubicBezTo>
                  <a:pt x="175078" y="83557"/>
                  <a:pt x="178008" y="86147"/>
                  <a:pt x="184091" y="86147"/>
                </a:cubicBezTo>
                <a:cubicBezTo>
                  <a:pt x="186118" y="86147"/>
                  <a:pt x="187358" y="85922"/>
                  <a:pt x="190512" y="85135"/>
                </a:cubicBezTo>
                <a:lnTo>
                  <a:pt x="190512" y="78037"/>
                </a:lnTo>
                <a:moveTo>
                  <a:pt x="174064" y="64953"/>
                </a:moveTo>
                <a:cubicBezTo>
                  <a:pt x="174064" y="68111"/>
                  <a:pt x="173163" y="70027"/>
                  <a:pt x="170346" y="72621"/>
                </a:cubicBezTo>
                <a:cubicBezTo>
                  <a:pt x="166515" y="76120"/>
                  <a:pt x="161896" y="77923"/>
                  <a:pt x="156376" y="77923"/>
                </a:cubicBezTo>
                <a:cubicBezTo>
                  <a:pt x="149053" y="77923"/>
                  <a:pt x="144772" y="74427"/>
                  <a:pt x="144772" y="68449"/>
                </a:cubicBezTo>
                <a:cubicBezTo>
                  <a:pt x="144772" y="62245"/>
                  <a:pt x="148828" y="59087"/>
                  <a:pt x="158967" y="57621"/>
                </a:cubicBezTo>
                <a:cubicBezTo>
                  <a:pt x="168994" y="56266"/>
                  <a:pt x="170909" y="55816"/>
                  <a:pt x="174064" y="54349"/>
                </a:cubicBezTo>
                <a:lnTo>
                  <a:pt x="174064" y="64953"/>
                </a:lnTo>
                <a:close/>
                <a:moveTo>
                  <a:pt x="205722" y="24425"/>
                </a:moveTo>
                <a:lnTo>
                  <a:pt x="205722" y="83507"/>
                </a:lnTo>
                <a:lnTo>
                  <a:pt x="215186" y="83507"/>
                </a:lnTo>
                <a:lnTo>
                  <a:pt x="215186" y="46412"/>
                </a:lnTo>
                <a:cubicBezTo>
                  <a:pt x="215186" y="37873"/>
                  <a:pt x="221383" y="31000"/>
                  <a:pt x="229044" y="31000"/>
                </a:cubicBezTo>
                <a:cubicBezTo>
                  <a:pt x="236028" y="31000"/>
                  <a:pt x="239972" y="35281"/>
                  <a:pt x="239972" y="42831"/>
                </a:cubicBezTo>
                <a:lnTo>
                  <a:pt x="239972" y="83507"/>
                </a:lnTo>
                <a:lnTo>
                  <a:pt x="249435" y="83507"/>
                </a:lnTo>
                <a:lnTo>
                  <a:pt x="249435" y="46436"/>
                </a:lnTo>
                <a:cubicBezTo>
                  <a:pt x="249435" y="37873"/>
                  <a:pt x="255633" y="31000"/>
                  <a:pt x="263293" y="31000"/>
                </a:cubicBezTo>
                <a:cubicBezTo>
                  <a:pt x="270166" y="31000"/>
                  <a:pt x="274221" y="35394"/>
                  <a:pt x="274221" y="42831"/>
                </a:cubicBezTo>
                <a:lnTo>
                  <a:pt x="274221" y="83507"/>
                </a:lnTo>
                <a:lnTo>
                  <a:pt x="283685" y="83507"/>
                </a:lnTo>
                <a:lnTo>
                  <a:pt x="283685" y="39226"/>
                </a:lnTo>
                <a:cubicBezTo>
                  <a:pt x="283685" y="28633"/>
                  <a:pt x="277601" y="22775"/>
                  <a:pt x="266561" y="22775"/>
                </a:cubicBezTo>
                <a:cubicBezTo>
                  <a:pt x="258674" y="22775"/>
                  <a:pt x="253941" y="25142"/>
                  <a:pt x="248421" y="31790"/>
                </a:cubicBezTo>
                <a:cubicBezTo>
                  <a:pt x="244930" y="25479"/>
                  <a:pt x="240197" y="22775"/>
                  <a:pt x="232537" y="22775"/>
                </a:cubicBezTo>
                <a:cubicBezTo>
                  <a:pt x="224650" y="22735"/>
                  <a:pt x="219355" y="25664"/>
                  <a:pt x="214397" y="32763"/>
                </a:cubicBezTo>
                <a:lnTo>
                  <a:pt x="214397" y="24425"/>
                </a:lnTo>
                <a:lnTo>
                  <a:pt x="205722" y="24425"/>
                </a:lnTo>
                <a:close/>
                <a:moveTo>
                  <a:pt x="295852" y="24425"/>
                </a:moveTo>
                <a:lnTo>
                  <a:pt x="295852" y="83507"/>
                </a:lnTo>
                <a:lnTo>
                  <a:pt x="305316" y="83507"/>
                </a:lnTo>
                <a:lnTo>
                  <a:pt x="305316" y="46412"/>
                </a:lnTo>
                <a:cubicBezTo>
                  <a:pt x="305316" y="37873"/>
                  <a:pt x="311513" y="31000"/>
                  <a:pt x="319173" y="31000"/>
                </a:cubicBezTo>
                <a:cubicBezTo>
                  <a:pt x="326158" y="31000"/>
                  <a:pt x="330102" y="35281"/>
                  <a:pt x="330102" y="42831"/>
                </a:cubicBezTo>
                <a:lnTo>
                  <a:pt x="330102" y="83507"/>
                </a:lnTo>
                <a:lnTo>
                  <a:pt x="339565" y="83507"/>
                </a:lnTo>
                <a:lnTo>
                  <a:pt x="339565" y="46436"/>
                </a:lnTo>
                <a:cubicBezTo>
                  <a:pt x="339565" y="37873"/>
                  <a:pt x="345763" y="31000"/>
                  <a:pt x="353423" y="31000"/>
                </a:cubicBezTo>
                <a:cubicBezTo>
                  <a:pt x="360296" y="31000"/>
                  <a:pt x="364351" y="35394"/>
                  <a:pt x="364351" y="42831"/>
                </a:cubicBezTo>
                <a:lnTo>
                  <a:pt x="364351" y="83507"/>
                </a:lnTo>
                <a:lnTo>
                  <a:pt x="373815" y="83507"/>
                </a:lnTo>
                <a:lnTo>
                  <a:pt x="373815" y="39226"/>
                </a:lnTo>
                <a:cubicBezTo>
                  <a:pt x="373815" y="28633"/>
                  <a:pt x="367731" y="22775"/>
                  <a:pt x="356691" y="22775"/>
                </a:cubicBezTo>
                <a:cubicBezTo>
                  <a:pt x="348804" y="22775"/>
                  <a:pt x="344071" y="25142"/>
                  <a:pt x="338551" y="31790"/>
                </a:cubicBezTo>
                <a:cubicBezTo>
                  <a:pt x="335060" y="25479"/>
                  <a:pt x="330327" y="22775"/>
                  <a:pt x="322667" y="22775"/>
                </a:cubicBezTo>
                <a:cubicBezTo>
                  <a:pt x="314779" y="22735"/>
                  <a:pt x="309485" y="25664"/>
                  <a:pt x="304527" y="32763"/>
                </a:cubicBezTo>
                <a:lnTo>
                  <a:pt x="304527" y="24425"/>
                </a:lnTo>
                <a:lnTo>
                  <a:pt x="295852" y="24425"/>
                </a:lnTo>
                <a:close/>
                <a:moveTo>
                  <a:pt x="438370" y="78037"/>
                </a:moveTo>
                <a:cubicBezTo>
                  <a:pt x="437358" y="78262"/>
                  <a:pt x="436905" y="78262"/>
                  <a:pt x="436343" y="78262"/>
                </a:cubicBezTo>
                <a:cubicBezTo>
                  <a:pt x="433075" y="78262"/>
                  <a:pt x="431274" y="76570"/>
                  <a:pt x="431274" y="73637"/>
                </a:cubicBezTo>
                <a:lnTo>
                  <a:pt x="431274" y="38895"/>
                </a:lnTo>
                <a:cubicBezTo>
                  <a:pt x="431274" y="28408"/>
                  <a:pt x="423612" y="22775"/>
                  <a:pt x="409078" y="22775"/>
                </a:cubicBezTo>
                <a:cubicBezTo>
                  <a:pt x="400404" y="22775"/>
                  <a:pt x="393531" y="25254"/>
                  <a:pt x="389476" y="29648"/>
                </a:cubicBezTo>
                <a:cubicBezTo>
                  <a:pt x="386771" y="32692"/>
                  <a:pt x="385644" y="36075"/>
                  <a:pt x="385418" y="41941"/>
                </a:cubicBezTo>
                <a:lnTo>
                  <a:pt x="394882" y="41941"/>
                </a:lnTo>
                <a:cubicBezTo>
                  <a:pt x="395671" y="34722"/>
                  <a:pt x="399953" y="31451"/>
                  <a:pt x="408740" y="31451"/>
                </a:cubicBezTo>
                <a:cubicBezTo>
                  <a:pt x="417303" y="31451"/>
                  <a:pt x="421922" y="34609"/>
                  <a:pt x="421922" y="40249"/>
                </a:cubicBezTo>
                <a:lnTo>
                  <a:pt x="421922" y="42730"/>
                </a:lnTo>
                <a:cubicBezTo>
                  <a:pt x="421810" y="46792"/>
                  <a:pt x="419781" y="48258"/>
                  <a:pt x="412119" y="49273"/>
                </a:cubicBezTo>
                <a:cubicBezTo>
                  <a:pt x="398826" y="50964"/>
                  <a:pt x="396797" y="51416"/>
                  <a:pt x="393192" y="52883"/>
                </a:cubicBezTo>
                <a:cubicBezTo>
                  <a:pt x="386321" y="55816"/>
                  <a:pt x="382828" y="61004"/>
                  <a:pt x="382828" y="68674"/>
                </a:cubicBezTo>
                <a:cubicBezTo>
                  <a:pt x="382828" y="79388"/>
                  <a:pt x="390263" y="86147"/>
                  <a:pt x="402205" y="86147"/>
                </a:cubicBezTo>
                <a:cubicBezTo>
                  <a:pt x="409642" y="86147"/>
                  <a:pt x="415613" y="83557"/>
                  <a:pt x="422260" y="77473"/>
                </a:cubicBezTo>
                <a:cubicBezTo>
                  <a:pt x="422936" y="83557"/>
                  <a:pt x="425865" y="86147"/>
                  <a:pt x="431949" y="86147"/>
                </a:cubicBezTo>
                <a:cubicBezTo>
                  <a:pt x="433976" y="86147"/>
                  <a:pt x="435216" y="85922"/>
                  <a:pt x="438370" y="85135"/>
                </a:cubicBezTo>
                <a:lnTo>
                  <a:pt x="438370" y="78037"/>
                </a:lnTo>
                <a:moveTo>
                  <a:pt x="421922" y="64953"/>
                </a:moveTo>
                <a:cubicBezTo>
                  <a:pt x="421922" y="68111"/>
                  <a:pt x="421021" y="70027"/>
                  <a:pt x="418203" y="72621"/>
                </a:cubicBezTo>
                <a:cubicBezTo>
                  <a:pt x="414373" y="76120"/>
                  <a:pt x="409754" y="77923"/>
                  <a:pt x="404234" y="77923"/>
                </a:cubicBezTo>
                <a:cubicBezTo>
                  <a:pt x="396911" y="77923"/>
                  <a:pt x="392630" y="74427"/>
                  <a:pt x="392630" y="68449"/>
                </a:cubicBezTo>
                <a:cubicBezTo>
                  <a:pt x="392630" y="62245"/>
                  <a:pt x="396685" y="59087"/>
                  <a:pt x="406825" y="57621"/>
                </a:cubicBezTo>
                <a:cubicBezTo>
                  <a:pt x="416852" y="56266"/>
                  <a:pt x="418767" y="55816"/>
                  <a:pt x="421922" y="54349"/>
                </a:cubicBezTo>
                <a:lnTo>
                  <a:pt x="421922" y="64953"/>
                </a:lnTo>
                <a:close/>
                <a:moveTo>
                  <a:pt x="453466" y="24425"/>
                </a:moveTo>
                <a:lnTo>
                  <a:pt x="453466" y="83507"/>
                </a:lnTo>
                <a:lnTo>
                  <a:pt x="462932" y="83507"/>
                </a:lnTo>
                <a:lnTo>
                  <a:pt x="462932" y="52840"/>
                </a:lnTo>
                <a:cubicBezTo>
                  <a:pt x="463044" y="38632"/>
                  <a:pt x="468902" y="32317"/>
                  <a:pt x="481859" y="32656"/>
                </a:cubicBezTo>
                <a:lnTo>
                  <a:pt x="481859" y="23074"/>
                </a:lnTo>
                <a:cubicBezTo>
                  <a:pt x="480281" y="22888"/>
                  <a:pt x="479380" y="22775"/>
                  <a:pt x="478252" y="22775"/>
                </a:cubicBezTo>
                <a:cubicBezTo>
                  <a:pt x="472169" y="22775"/>
                  <a:pt x="467551" y="26381"/>
                  <a:pt x="462143" y="35168"/>
                </a:cubicBezTo>
                <a:lnTo>
                  <a:pt x="462143" y="24425"/>
                </a:lnTo>
                <a:lnTo>
                  <a:pt x="453466" y="24425"/>
                </a:lnTo>
                <a:close/>
                <a:moveTo>
                  <a:pt x="507658" y="24425"/>
                </a:moveTo>
                <a:lnTo>
                  <a:pt x="498307" y="24425"/>
                </a:lnTo>
                <a:lnTo>
                  <a:pt x="498307" y="83507"/>
                </a:lnTo>
                <a:lnTo>
                  <a:pt x="507658" y="83507"/>
                </a:lnTo>
                <a:lnTo>
                  <a:pt x="507658" y="24425"/>
                </a:lnTo>
                <a:moveTo>
                  <a:pt x="507658" y="1430"/>
                </a:moveTo>
                <a:lnTo>
                  <a:pt x="498195" y="1430"/>
                </a:lnTo>
                <a:lnTo>
                  <a:pt x="498195" y="13261"/>
                </a:lnTo>
                <a:lnTo>
                  <a:pt x="507658" y="13261"/>
                </a:lnTo>
                <a:lnTo>
                  <a:pt x="507658" y="1430"/>
                </a:lnTo>
                <a:close/>
                <a:moveTo>
                  <a:pt x="521178" y="24425"/>
                </a:moveTo>
                <a:lnTo>
                  <a:pt x="521178" y="83507"/>
                </a:lnTo>
                <a:lnTo>
                  <a:pt x="530641" y="83507"/>
                </a:lnTo>
                <a:lnTo>
                  <a:pt x="530641" y="50923"/>
                </a:lnTo>
                <a:cubicBezTo>
                  <a:pt x="530641" y="38888"/>
                  <a:pt x="536950" y="31000"/>
                  <a:pt x="546639" y="31000"/>
                </a:cubicBezTo>
                <a:cubicBezTo>
                  <a:pt x="554076" y="31000"/>
                  <a:pt x="558807" y="35508"/>
                  <a:pt x="558807" y="42606"/>
                </a:cubicBezTo>
                <a:lnTo>
                  <a:pt x="558807" y="83507"/>
                </a:lnTo>
                <a:lnTo>
                  <a:pt x="568159" y="83507"/>
                </a:lnTo>
                <a:lnTo>
                  <a:pt x="568159" y="38888"/>
                </a:lnTo>
                <a:cubicBezTo>
                  <a:pt x="568159" y="29085"/>
                  <a:pt x="560835" y="22775"/>
                  <a:pt x="549457" y="22775"/>
                </a:cubicBezTo>
                <a:cubicBezTo>
                  <a:pt x="540669" y="22735"/>
                  <a:pt x="535035" y="26117"/>
                  <a:pt x="529852" y="34341"/>
                </a:cubicBezTo>
                <a:lnTo>
                  <a:pt x="529852" y="24425"/>
                </a:lnTo>
                <a:lnTo>
                  <a:pt x="521178" y="24425"/>
                </a:lnTo>
                <a:close/>
                <a:moveTo>
                  <a:pt x="641163" y="78037"/>
                </a:moveTo>
                <a:cubicBezTo>
                  <a:pt x="640151" y="78262"/>
                  <a:pt x="639698" y="78262"/>
                  <a:pt x="639136" y="78262"/>
                </a:cubicBezTo>
                <a:cubicBezTo>
                  <a:pt x="635868" y="78262"/>
                  <a:pt x="634067" y="76570"/>
                  <a:pt x="634067" y="73637"/>
                </a:cubicBezTo>
                <a:lnTo>
                  <a:pt x="634067" y="38895"/>
                </a:lnTo>
                <a:cubicBezTo>
                  <a:pt x="634067" y="28408"/>
                  <a:pt x="626405" y="22775"/>
                  <a:pt x="611871" y="22775"/>
                </a:cubicBezTo>
                <a:cubicBezTo>
                  <a:pt x="603197" y="22775"/>
                  <a:pt x="596324" y="25254"/>
                  <a:pt x="592269" y="29648"/>
                </a:cubicBezTo>
                <a:cubicBezTo>
                  <a:pt x="589564" y="32692"/>
                  <a:pt x="588437" y="36075"/>
                  <a:pt x="588212" y="41941"/>
                </a:cubicBezTo>
                <a:lnTo>
                  <a:pt x="597675" y="41941"/>
                </a:lnTo>
                <a:cubicBezTo>
                  <a:pt x="598464" y="34722"/>
                  <a:pt x="602746" y="31451"/>
                  <a:pt x="611533" y="31451"/>
                </a:cubicBezTo>
                <a:cubicBezTo>
                  <a:pt x="620096" y="31451"/>
                  <a:pt x="624715" y="34609"/>
                  <a:pt x="624715" y="40249"/>
                </a:cubicBezTo>
                <a:lnTo>
                  <a:pt x="624715" y="42730"/>
                </a:lnTo>
                <a:cubicBezTo>
                  <a:pt x="624603" y="46792"/>
                  <a:pt x="622575" y="48258"/>
                  <a:pt x="614913" y="49273"/>
                </a:cubicBezTo>
                <a:cubicBezTo>
                  <a:pt x="601619" y="50964"/>
                  <a:pt x="599590" y="51416"/>
                  <a:pt x="595985" y="52883"/>
                </a:cubicBezTo>
                <a:cubicBezTo>
                  <a:pt x="589114" y="55816"/>
                  <a:pt x="585621" y="61004"/>
                  <a:pt x="585621" y="68674"/>
                </a:cubicBezTo>
                <a:cubicBezTo>
                  <a:pt x="585621" y="79388"/>
                  <a:pt x="593056" y="86147"/>
                  <a:pt x="604998" y="86147"/>
                </a:cubicBezTo>
                <a:cubicBezTo>
                  <a:pt x="612435" y="86147"/>
                  <a:pt x="618406" y="83557"/>
                  <a:pt x="625053" y="77473"/>
                </a:cubicBezTo>
                <a:cubicBezTo>
                  <a:pt x="625729" y="83557"/>
                  <a:pt x="628658" y="86147"/>
                  <a:pt x="634742" y="86147"/>
                </a:cubicBezTo>
                <a:cubicBezTo>
                  <a:pt x="636769" y="86147"/>
                  <a:pt x="638009" y="85922"/>
                  <a:pt x="641163" y="85135"/>
                </a:cubicBezTo>
                <a:lnTo>
                  <a:pt x="641163" y="78037"/>
                </a:lnTo>
                <a:moveTo>
                  <a:pt x="624715" y="64953"/>
                </a:moveTo>
                <a:cubicBezTo>
                  <a:pt x="624715" y="68111"/>
                  <a:pt x="623814" y="70027"/>
                  <a:pt x="620996" y="72621"/>
                </a:cubicBezTo>
                <a:cubicBezTo>
                  <a:pt x="617166" y="76120"/>
                  <a:pt x="612547" y="77923"/>
                  <a:pt x="607027" y="77923"/>
                </a:cubicBezTo>
                <a:cubicBezTo>
                  <a:pt x="599704" y="77923"/>
                  <a:pt x="595423" y="74427"/>
                  <a:pt x="595423" y="68449"/>
                </a:cubicBezTo>
                <a:cubicBezTo>
                  <a:pt x="595423" y="62245"/>
                  <a:pt x="599478" y="59087"/>
                  <a:pt x="609618" y="57621"/>
                </a:cubicBezTo>
                <a:cubicBezTo>
                  <a:pt x="619645" y="56266"/>
                  <a:pt x="621560" y="55816"/>
                  <a:pt x="624715" y="54349"/>
                </a:cubicBezTo>
                <a:lnTo>
                  <a:pt x="624715" y="64953"/>
                </a:lnTo>
                <a:close/>
                <a:moveTo>
                  <a:pt x="677103" y="24425"/>
                </a:moveTo>
                <a:lnTo>
                  <a:pt x="667414" y="24425"/>
                </a:lnTo>
                <a:lnTo>
                  <a:pt x="667414" y="8202"/>
                </a:lnTo>
                <a:lnTo>
                  <a:pt x="658063" y="8202"/>
                </a:lnTo>
                <a:lnTo>
                  <a:pt x="658063" y="24425"/>
                </a:lnTo>
                <a:lnTo>
                  <a:pt x="650064" y="24425"/>
                </a:lnTo>
                <a:lnTo>
                  <a:pt x="650064" y="32087"/>
                </a:lnTo>
                <a:lnTo>
                  <a:pt x="658063" y="32087"/>
                </a:lnTo>
                <a:lnTo>
                  <a:pt x="658063" y="76795"/>
                </a:lnTo>
                <a:cubicBezTo>
                  <a:pt x="658063" y="82881"/>
                  <a:pt x="662118" y="86147"/>
                  <a:pt x="669441" y="86147"/>
                </a:cubicBezTo>
                <a:cubicBezTo>
                  <a:pt x="671920" y="86147"/>
                  <a:pt x="673949" y="85922"/>
                  <a:pt x="677103" y="85360"/>
                </a:cubicBezTo>
                <a:lnTo>
                  <a:pt x="677103" y="77473"/>
                </a:lnTo>
                <a:cubicBezTo>
                  <a:pt x="675750" y="77811"/>
                  <a:pt x="674511" y="77923"/>
                  <a:pt x="672596" y="77923"/>
                </a:cubicBezTo>
                <a:cubicBezTo>
                  <a:pt x="668540" y="77923"/>
                  <a:pt x="667414" y="76795"/>
                  <a:pt x="667414" y="72618"/>
                </a:cubicBezTo>
                <a:lnTo>
                  <a:pt x="667414" y="32087"/>
                </a:lnTo>
                <a:lnTo>
                  <a:pt x="677103" y="32087"/>
                </a:lnTo>
                <a:lnTo>
                  <a:pt x="677103" y="24425"/>
                </a:lnTo>
                <a:close/>
                <a:moveTo>
                  <a:pt x="701663" y="22775"/>
                </a:moveTo>
                <a:cubicBezTo>
                  <a:pt x="684989" y="22775"/>
                  <a:pt x="675075" y="34609"/>
                  <a:pt x="675075" y="54463"/>
                </a:cubicBezTo>
                <a:cubicBezTo>
                  <a:pt x="675075" y="74428"/>
                  <a:pt x="684989" y="86147"/>
                  <a:pt x="701776" y="86147"/>
                </a:cubicBezTo>
                <a:cubicBezTo>
                  <a:pt x="718450" y="86147"/>
                  <a:pt x="728477" y="74315"/>
                  <a:pt x="728477" y="54913"/>
                </a:cubicBezTo>
                <a:cubicBezTo>
                  <a:pt x="728477" y="34384"/>
                  <a:pt x="718789" y="22775"/>
                  <a:pt x="701663" y="22775"/>
                </a:cubicBezTo>
                <a:moveTo>
                  <a:pt x="701776" y="31451"/>
                </a:moveTo>
                <a:cubicBezTo>
                  <a:pt x="712366" y="31451"/>
                  <a:pt x="718675" y="40136"/>
                  <a:pt x="718675" y="54800"/>
                </a:cubicBezTo>
                <a:cubicBezTo>
                  <a:pt x="718675" y="68788"/>
                  <a:pt x="712141" y="77473"/>
                  <a:pt x="701776" y="77473"/>
                </a:cubicBezTo>
                <a:cubicBezTo>
                  <a:pt x="691298" y="77473"/>
                  <a:pt x="684876" y="68788"/>
                  <a:pt x="684876" y="54463"/>
                </a:cubicBezTo>
                <a:cubicBezTo>
                  <a:pt x="684876" y="40136"/>
                  <a:pt x="691298" y="31451"/>
                  <a:pt x="701776" y="31451"/>
                </a:cubicBezTo>
                <a:close/>
                <a:moveTo>
                  <a:pt x="746389" y="24425"/>
                </a:moveTo>
                <a:lnTo>
                  <a:pt x="746389" y="83507"/>
                </a:lnTo>
                <a:lnTo>
                  <a:pt x="755855" y="83507"/>
                </a:lnTo>
                <a:lnTo>
                  <a:pt x="755855" y="52840"/>
                </a:lnTo>
                <a:cubicBezTo>
                  <a:pt x="755966" y="38632"/>
                  <a:pt x="761825" y="32317"/>
                  <a:pt x="774782" y="32656"/>
                </a:cubicBezTo>
                <a:lnTo>
                  <a:pt x="774782" y="23074"/>
                </a:lnTo>
                <a:cubicBezTo>
                  <a:pt x="773204" y="22888"/>
                  <a:pt x="772303" y="22775"/>
                  <a:pt x="771175" y="22775"/>
                </a:cubicBezTo>
                <a:cubicBezTo>
                  <a:pt x="765091" y="22775"/>
                  <a:pt x="760474" y="26381"/>
                  <a:pt x="755066" y="35168"/>
                </a:cubicBezTo>
                <a:lnTo>
                  <a:pt x="755066" y="24425"/>
                </a:lnTo>
                <a:lnTo>
                  <a:pt x="746389" y="244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(a)x86Clang.">
            <a:extLst xmlns:a="http://schemas.openxmlformats.org/drawingml/2006/main">
              <a:ext uri="{FF2B5EF4-FFF2-40B4-BE49-F238E27FC236}">
                <a16:creationId xmlns:a16="http://schemas.microsoft.com/office/drawing/2014/main" id="{BC1225FE-B1E1-4DDF-816F-F8621743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06" y="2220640"/>
            <a:ext cx="1376948" cy="218269"/>
          </a:xfrm>
          <a:custGeom xmlns:a="http://schemas.openxmlformats.org/drawingml/2006/main">
            <a:pathLst>
              <a:path w="1376948" h="218269">
                <a:moveTo>
                  <a:pt x="0" y="106360"/>
                </a:moveTo>
                <a:cubicBezTo>
                  <a:pt x="0" y="116608"/>
                  <a:pt x="1136" y="167848"/>
                  <a:pt x="52836" y="212486"/>
                </a:cubicBezTo>
                <a:lnTo>
                  <a:pt x="59668" y="205199"/>
                </a:lnTo>
                <a:cubicBezTo>
                  <a:pt x="52381" y="197001"/>
                  <a:pt x="26189" y="166483"/>
                  <a:pt x="26189" y="106360"/>
                </a:cubicBezTo>
                <a:cubicBezTo>
                  <a:pt x="26189" y="46233"/>
                  <a:pt x="52836" y="15715"/>
                  <a:pt x="59668" y="7746"/>
                </a:cubicBezTo>
                <a:lnTo>
                  <a:pt x="53291" y="0"/>
                </a:lnTo>
                <a:cubicBezTo>
                  <a:pt x="23457" y="25737"/>
                  <a:pt x="0" y="64908"/>
                  <a:pt x="0" y="106360"/>
                </a:cubicBezTo>
                <a:close/>
                <a:moveTo>
                  <a:pt x="127994" y="152791"/>
                </a:moveTo>
                <a:cubicBezTo>
                  <a:pt x="129585" y="162128"/>
                  <a:pt x="135736" y="166226"/>
                  <a:pt x="145755" y="166226"/>
                </a:cubicBezTo>
                <a:cubicBezTo>
                  <a:pt x="158283" y="166226"/>
                  <a:pt x="167165" y="161444"/>
                  <a:pt x="175593" y="153472"/>
                </a:cubicBezTo>
                <a:cubicBezTo>
                  <a:pt x="175137" y="150740"/>
                  <a:pt x="174223" y="148919"/>
                  <a:pt x="171492" y="147095"/>
                </a:cubicBezTo>
                <a:cubicBezTo>
                  <a:pt x="168531" y="149375"/>
                  <a:pt x="166255" y="150285"/>
                  <a:pt x="161928" y="150285"/>
                </a:cubicBezTo>
                <a:cubicBezTo>
                  <a:pt x="156917" y="150285"/>
                  <a:pt x="155551" y="146184"/>
                  <a:pt x="155551" y="135022"/>
                </a:cubicBezTo>
                <a:lnTo>
                  <a:pt x="156007" y="102217"/>
                </a:lnTo>
                <a:cubicBezTo>
                  <a:pt x="156007" y="69412"/>
                  <a:pt x="135736" y="62806"/>
                  <a:pt x="117061" y="62806"/>
                </a:cubicBezTo>
                <a:cubicBezTo>
                  <a:pt x="100436" y="62806"/>
                  <a:pt x="74929" y="72373"/>
                  <a:pt x="74929" y="87410"/>
                </a:cubicBezTo>
                <a:cubicBezTo>
                  <a:pt x="74929" y="93787"/>
                  <a:pt x="77660" y="98798"/>
                  <a:pt x="86543" y="98798"/>
                </a:cubicBezTo>
                <a:cubicBezTo>
                  <a:pt x="94740" y="98798"/>
                  <a:pt x="100662" y="93787"/>
                  <a:pt x="100662" y="88320"/>
                </a:cubicBezTo>
                <a:cubicBezTo>
                  <a:pt x="100662" y="85359"/>
                  <a:pt x="99070" y="81485"/>
                  <a:pt x="99751" y="77613"/>
                </a:cubicBezTo>
                <a:cubicBezTo>
                  <a:pt x="99981" y="75108"/>
                  <a:pt x="101802" y="72373"/>
                  <a:pt x="109318" y="72373"/>
                </a:cubicBezTo>
                <a:cubicBezTo>
                  <a:pt x="118882" y="72373"/>
                  <a:pt x="126854" y="76474"/>
                  <a:pt x="126854" y="105407"/>
                </a:cubicBezTo>
                <a:lnTo>
                  <a:pt x="111595" y="110189"/>
                </a:lnTo>
                <a:cubicBezTo>
                  <a:pt x="87682" y="117706"/>
                  <a:pt x="70828" y="124316"/>
                  <a:pt x="70828" y="142310"/>
                </a:cubicBezTo>
                <a:cubicBezTo>
                  <a:pt x="70828" y="158028"/>
                  <a:pt x="79481" y="166226"/>
                  <a:pt x="99296" y="166226"/>
                </a:cubicBezTo>
                <a:cubicBezTo>
                  <a:pt x="105902" y="166226"/>
                  <a:pt x="119111" y="158938"/>
                  <a:pt x="126625" y="153017"/>
                </a:cubicBezTo>
                <a:lnTo>
                  <a:pt x="127994" y="152791"/>
                </a:lnTo>
                <a:moveTo>
                  <a:pt x="126854" y="114290"/>
                </a:moveTo>
                <a:lnTo>
                  <a:pt x="126854" y="144360"/>
                </a:lnTo>
                <a:cubicBezTo>
                  <a:pt x="121162" y="148916"/>
                  <a:pt x="115466" y="152561"/>
                  <a:pt x="111369" y="152561"/>
                </a:cubicBezTo>
                <a:cubicBezTo>
                  <a:pt x="101572" y="152561"/>
                  <a:pt x="98156" y="145955"/>
                  <a:pt x="98156" y="138894"/>
                </a:cubicBezTo>
                <a:cubicBezTo>
                  <a:pt x="98156" y="130467"/>
                  <a:pt x="98841" y="123402"/>
                  <a:pt x="115011" y="118165"/>
                </a:cubicBezTo>
                <a:lnTo>
                  <a:pt x="126854" y="114290"/>
                </a:lnTo>
                <a:close/>
                <a:moveTo>
                  <a:pt x="239588" y="106797"/>
                </a:moveTo>
                <a:cubicBezTo>
                  <a:pt x="239588" y="96549"/>
                  <a:pt x="238448" y="45305"/>
                  <a:pt x="186752" y="667"/>
                </a:cubicBezTo>
                <a:lnTo>
                  <a:pt x="179920" y="7955"/>
                </a:lnTo>
                <a:cubicBezTo>
                  <a:pt x="187207" y="16156"/>
                  <a:pt x="213396" y="46674"/>
                  <a:pt x="213396" y="106797"/>
                </a:cubicBezTo>
                <a:cubicBezTo>
                  <a:pt x="213396" y="166924"/>
                  <a:pt x="186752" y="197443"/>
                  <a:pt x="179920" y="205411"/>
                </a:cubicBezTo>
                <a:lnTo>
                  <a:pt x="186297" y="213154"/>
                </a:lnTo>
                <a:cubicBezTo>
                  <a:pt x="216131" y="187420"/>
                  <a:pt x="239588" y="148249"/>
                  <a:pt x="239588" y="106797"/>
                </a:cubicBezTo>
                <a:close/>
                <a:moveTo>
                  <a:pt x="346402" y="147380"/>
                </a:moveTo>
                <a:lnTo>
                  <a:pt x="360521" y="127593"/>
                </a:lnTo>
                <a:cubicBezTo>
                  <a:pt x="361432" y="126456"/>
                  <a:pt x="362117" y="125772"/>
                  <a:pt x="362798" y="126911"/>
                </a:cubicBezTo>
                <a:lnTo>
                  <a:pt x="373730" y="147606"/>
                </a:lnTo>
                <a:cubicBezTo>
                  <a:pt x="377602" y="154886"/>
                  <a:pt x="375325" y="155567"/>
                  <a:pt x="367354" y="156704"/>
                </a:cubicBezTo>
                <a:cubicBezTo>
                  <a:pt x="365988" y="158069"/>
                  <a:pt x="365988" y="163081"/>
                  <a:pt x="367354" y="164446"/>
                </a:cubicBezTo>
                <a:cubicBezTo>
                  <a:pt x="371909" y="164220"/>
                  <a:pt x="386255" y="163991"/>
                  <a:pt x="398327" y="163991"/>
                </a:cubicBezTo>
                <a:cubicBezTo>
                  <a:pt x="410171" y="163991"/>
                  <a:pt x="424290" y="164220"/>
                  <a:pt x="428846" y="164446"/>
                </a:cubicBezTo>
                <a:cubicBezTo>
                  <a:pt x="430212" y="163081"/>
                  <a:pt x="430212" y="158069"/>
                  <a:pt x="428846" y="156704"/>
                </a:cubicBezTo>
                <a:cubicBezTo>
                  <a:pt x="420419" y="155341"/>
                  <a:pt x="412676" y="152384"/>
                  <a:pt x="405385" y="141465"/>
                </a:cubicBezTo>
                <a:lnTo>
                  <a:pt x="385344" y="111673"/>
                </a:lnTo>
                <a:cubicBezTo>
                  <a:pt x="384208" y="109852"/>
                  <a:pt x="384208" y="109171"/>
                  <a:pt x="384889" y="108260"/>
                </a:cubicBezTo>
                <a:lnTo>
                  <a:pt x="405159" y="83698"/>
                </a:lnTo>
                <a:cubicBezTo>
                  <a:pt x="411536" y="75963"/>
                  <a:pt x="419734" y="73235"/>
                  <a:pt x="426795" y="72554"/>
                </a:cubicBezTo>
                <a:cubicBezTo>
                  <a:pt x="428161" y="71188"/>
                  <a:pt x="428161" y="66177"/>
                  <a:pt x="426795" y="64808"/>
                </a:cubicBezTo>
                <a:cubicBezTo>
                  <a:pt x="422240" y="65037"/>
                  <a:pt x="415182" y="65266"/>
                  <a:pt x="407665" y="65266"/>
                </a:cubicBezTo>
                <a:cubicBezTo>
                  <a:pt x="398783" y="65266"/>
                  <a:pt x="389445" y="65037"/>
                  <a:pt x="384889" y="64808"/>
                </a:cubicBezTo>
                <a:cubicBezTo>
                  <a:pt x="383523" y="66177"/>
                  <a:pt x="383523" y="71188"/>
                  <a:pt x="384889" y="72554"/>
                </a:cubicBezTo>
                <a:cubicBezTo>
                  <a:pt x="393090" y="73235"/>
                  <a:pt x="394911" y="75737"/>
                  <a:pt x="390355" y="82333"/>
                </a:cubicBezTo>
                <a:lnTo>
                  <a:pt x="378057" y="99844"/>
                </a:lnTo>
                <a:cubicBezTo>
                  <a:pt x="377376" y="100984"/>
                  <a:pt x="376236" y="100984"/>
                  <a:pt x="375325" y="99392"/>
                </a:cubicBezTo>
                <a:lnTo>
                  <a:pt x="365077" y="82107"/>
                </a:lnTo>
                <a:cubicBezTo>
                  <a:pt x="360292" y="73916"/>
                  <a:pt x="363253" y="73464"/>
                  <a:pt x="371909" y="72554"/>
                </a:cubicBezTo>
                <a:cubicBezTo>
                  <a:pt x="373275" y="71188"/>
                  <a:pt x="373275" y="66177"/>
                  <a:pt x="371909" y="64808"/>
                </a:cubicBezTo>
                <a:cubicBezTo>
                  <a:pt x="367354" y="65037"/>
                  <a:pt x="352550" y="65266"/>
                  <a:pt x="340025" y="65266"/>
                </a:cubicBezTo>
                <a:cubicBezTo>
                  <a:pt x="328863" y="65266"/>
                  <a:pt x="315883" y="65037"/>
                  <a:pt x="311328" y="64808"/>
                </a:cubicBezTo>
                <a:cubicBezTo>
                  <a:pt x="309962" y="66177"/>
                  <a:pt x="309962" y="71188"/>
                  <a:pt x="311328" y="72554"/>
                </a:cubicBezTo>
                <a:cubicBezTo>
                  <a:pt x="321576" y="72554"/>
                  <a:pt x="326132" y="78694"/>
                  <a:pt x="332508" y="87792"/>
                </a:cubicBezTo>
                <a:lnTo>
                  <a:pt x="352779" y="116677"/>
                </a:lnTo>
                <a:cubicBezTo>
                  <a:pt x="353460" y="117584"/>
                  <a:pt x="353460" y="118495"/>
                  <a:pt x="352094" y="120086"/>
                </a:cubicBezTo>
                <a:lnTo>
                  <a:pt x="331143" y="146014"/>
                </a:lnTo>
                <a:cubicBezTo>
                  <a:pt x="325447" y="153295"/>
                  <a:pt x="315428" y="155793"/>
                  <a:pt x="308596" y="156704"/>
                </a:cubicBezTo>
                <a:cubicBezTo>
                  <a:pt x="307227" y="158069"/>
                  <a:pt x="307227" y="163081"/>
                  <a:pt x="308596" y="164446"/>
                </a:cubicBezTo>
                <a:cubicBezTo>
                  <a:pt x="313149" y="164220"/>
                  <a:pt x="320210" y="163991"/>
                  <a:pt x="327497" y="163991"/>
                </a:cubicBezTo>
                <a:cubicBezTo>
                  <a:pt x="337290" y="163991"/>
                  <a:pt x="347994" y="164220"/>
                  <a:pt x="352550" y="164446"/>
                </a:cubicBezTo>
                <a:cubicBezTo>
                  <a:pt x="353915" y="163081"/>
                  <a:pt x="353915" y="158069"/>
                  <a:pt x="352550" y="156704"/>
                </a:cubicBezTo>
                <a:cubicBezTo>
                  <a:pt x="348449" y="155793"/>
                  <a:pt x="341391" y="154431"/>
                  <a:pt x="346402" y="147380"/>
                </a:cubicBezTo>
                <a:close/>
                <a:moveTo>
                  <a:pt x="491703" y="32968"/>
                </a:moveTo>
                <a:cubicBezTo>
                  <a:pt x="507643" y="32968"/>
                  <a:pt x="508783" y="45500"/>
                  <a:pt x="508783" y="54837"/>
                </a:cubicBezTo>
                <a:cubicBezTo>
                  <a:pt x="508783" y="64634"/>
                  <a:pt x="507188" y="74885"/>
                  <a:pt x="499901" y="79441"/>
                </a:cubicBezTo>
                <a:lnTo>
                  <a:pt x="488513" y="73516"/>
                </a:lnTo>
                <a:cubicBezTo>
                  <a:pt x="477128" y="67595"/>
                  <a:pt x="475304" y="59623"/>
                  <a:pt x="475304" y="52561"/>
                </a:cubicBezTo>
                <a:cubicBezTo>
                  <a:pt x="475304" y="41854"/>
                  <a:pt x="477128" y="32968"/>
                  <a:pt x="491703" y="32968"/>
                </a:cubicBezTo>
                <a:moveTo>
                  <a:pt x="535201" y="55293"/>
                </a:moveTo>
                <a:cubicBezTo>
                  <a:pt x="535201" y="38664"/>
                  <a:pt x="523132" y="24997"/>
                  <a:pt x="493298" y="24997"/>
                </a:cubicBezTo>
                <a:cubicBezTo>
                  <a:pt x="460958" y="24997"/>
                  <a:pt x="447291" y="41399"/>
                  <a:pt x="447291" y="59167"/>
                </a:cubicBezTo>
                <a:cubicBezTo>
                  <a:pt x="447291" y="72150"/>
                  <a:pt x="452531" y="80122"/>
                  <a:pt x="469156" y="88779"/>
                </a:cubicBezTo>
                <a:lnTo>
                  <a:pt x="473938" y="91285"/>
                </a:lnTo>
                <a:cubicBezTo>
                  <a:pt x="452302" y="101991"/>
                  <a:pt x="440233" y="112924"/>
                  <a:pt x="440233" y="130467"/>
                </a:cubicBezTo>
                <a:cubicBezTo>
                  <a:pt x="440233" y="154156"/>
                  <a:pt x="460500" y="166226"/>
                  <a:pt x="489427" y="166226"/>
                </a:cubicBezTo>
                <a:cubicBezTo>
                  <a:pt x="524953" y="166226"/>
                  <a:pt x="541807" y="144360"/>
                  <a:pt x="541807" y="126821"/>
                </a:cubicBezTo>
                <a:cubicBezTo>
                  <a:pt x="541807" y="113379"/>
                  <a:pt x="535656" y="100170"/>
                  <a:pt x="522447" y="92424"/>
                </a:cubicBezTo>
                <a:lnTo>
                  <a:pt x="509693" y="84908"/>
                </a:lnTo>
                <a:cubicBezTo>
                  <a:pt x="523132" y="81033"/>
                  <a:pt x="535201" y="69871"/>
                  <a:pt x="535201" y="55293"/>
                </a:cubicBezTo>
                <a:moveTo>
                  <a:pt x="489882" y="157117"/>
                </a:moveTo>
                <a:cubicBezTo>
                  <a:pt x="477809" y="157117"/>
                  <a:pt x="468246" y="150740"/>
                  <a:pt x="468246" y="130467"/>
                </a:cubicBezTo>
                <a:cubicBezTo>
                  <a:pt x="468246" y="123631"/>
                  <a:pt x="467561" y="107458"/>
                  <a:pt x="483276" y="96525"/>
                </a:cubicBezTo>
                <a:lnTo>
                  <a:pt x="495574" y="103131"/>
                </a:lnTo>
                <a:cubicBezTo>
                  <a:pt x="511973" y="111788"/>
                  <a:pt x="513565" y="120444"/>
                  <a:pt x="513565" y="131377"/>
                </a:cubicBezTo>
                <a:cubicBezTo>
                  <a:pt x="513565" y="153246"/>
                  <a:pt x="499675" y="157117"/>
                  <a:pt x="489882" y="157117"/>
                </a:cubicBezTo>
                <a:close/>
                <a:moveTo>
                  <a:pt x="588493" y="98131"/>
                </a:moveTo>
                <a:cubicBezTo>
                  <a:pt x="597376" y="92664"/>
                  <a:pt x="601247" y="92209"/>
                  <a:pt x="605348" y="92209"/>
                </a:cubicBezTo>
                <a:cubicBezTo>
                  <a:pt x="618557" y="92209"/>
                  <a:pt x="627665" y="107923"/>
                  <a:pt x="627665" y="121588"/>
                </a:cubicBezTo>
                <a:cubicBezTo>
                  <a:pt x="627665" y="146184"/>
                  <a:pt x="620377" y="157347"/>
                  <a:pt x="612180" y="157347"/>
                </a:cubicBezTo>
                <a:cubicBezTo>
                  <a:pt x="600792" y="157347"/>
                  <a:pt x="588267" y="148464"/>
                  <a:pt x="588267" y="108834"/>
                </a:cubicBezTo>
                <a:cubicBezTo>
                  <a:pt x="588267" y="106328"/>
                  <a:pt x="588267" y="100636"/>
                  <a:pt x="588493" y="98131"/>
                </a:cubicBezTo>
                <a:moveTo>
                  <a:pt x="652036" y="34334"/>
                </a:moveTo>
                <a:cubicBezTo>
                  <a:pt x="652717" y="31603"/>
                  <a:pt x="652491" y="27276"/>
                  <a:pt x="650670" y="24997"/>
                </a:cubicBezTo>
                <a:cubicBezTo>
                  <a:pt x="618557" y="25911"/>
                  <a:pt x="601476" y="32058"/>
                  <a:pt x="584167" y="47098"/>
                </a:cubicBezTo>
                <a:cubicBezTo>
                  <a:pt x="566857" y="62135"/>
                  <a:pt x="559570" y="86061"/>
                  <a:pt x="559570" y="107923"/>
                </a:cubicBezTo>
                <a:cubicBezTo>
                  <a:pt x="559570" y="156662"/>
                  <a:pt x="586443" y="166226"/>
                  <a:pt x="609448" y="166226"/>
                </a:cubicBezTo>
                <a:cubicBezTo>
                  <a:pt x="644974" y="166226"/>
                  <a:pt x="658183" y="137531"/>
                  <a:pt x="658183" y="117490"/>
                </a:cubicBezTo>
                <a:cubicBezTo>
                  <a:pt x="658183" y="106328"/>
                  <a:pt x="650441" y="81506"/>
                  <a:pt x="613090" y="80821"/>
                </a:cubicBezTo>
                <a:cubicBezTo>
                  <a:pt x="607624" y="81506"/>
                  <a:pt x="598060" y="84240"/>
                  <a:pt x="589859" y="88567"/>
                </a:cubicBezTo>
                <a:cubicBezTo>
                  <a:pt x="591454" y="72164"/>
                  <a:pt x="599197" y="56669"/>
                  <a:pt x="609903" y="48009"/>
                </a:cubicBezTo>
                <a:cubicBezTo>
                  <a:pt x="623338" y="37069"/>
                  <a:pt x="639053" y="35019"/>
                  <a:pt x="652036" y="34334"/>
                </a:cubicBezTo>
                <a:close/>
                <a:moveTo>
                  <a:pt x="813960" y="166226"/>
                </a:moveTo>
                <a:cubicBezTo>
                  <a:pt x="836052" y="166226"/>
                  <a:pt x="856322" y="155752"/>
                  <a:pt x="871811" y="135481"/>
                </a:cubicBezTo>
                <a:cubicBezTo>
                  <a:pt x="870671" y="133434"/>
                  <a:pt x="866800" y="130699"/>
                  <a:pt x="864294" y="130699"/>
                </a:cubicBezTo>
                <a:cubicBezTo>
                  <a:pt x="848124" y="148464"/>
                  <a:pt x="829675" y="154386"/>
                  <a:pt x="813735" y="154386"/>
                </a:cubicBezTo>
                <a:cubicBezTo>
                  <a:pt x="787317" y="154386"/>
                  <a:pt x="766362" y="123412"/>
                  <a:pt x="766362" y="87886"/>
                </a:cubicBezTo>
                <a:cubicBezTo>
                  <a:pt x="766362" y="52589"/>
                  <a:pt x="784582" y="23436"/>
                  <a:pt x="811684" y="23436"/>
                </a:cubicBezTo>
                <a:cubicBezTo>
                  <a:pt x="843113" y="23436"/>
                  <a:pt x="853361" y="41201"/>
                  <a:pt x="859283" y="60787"/>
                </a:cubicBezTo>
                <a:cubicBezTo>
                  <a:pt x="862014" y="61697"/>
                  <a:pt x="866570" y="61013"/>
                  <a:pt x="869076" y="59647"/>
                </a:cubicBezTo>
                <a:cubicBezTo>
                  <a:pt x="867936" y="47807"/>
                  <a:pt x="866115" y="36875"/>
                  <a:pt x="864065" y="24350"/>
                </a:cubicBezTo>
                <a:cubicBezTo>
                  <a:pt x="852451" y="23210"/>
                  <a:pt x="842203" y="14099"/>
                  <a:pt x="814190" y="14099"/>
                </a:cubicBezTo>
                <a:cubicBezTo>
                  <a:pt x="769552" y="14099"/>
                  <a:pt x="731972" y="42112"/>
                  <a:pt x="731972" y="92212"/>
                </a:cubicBezTo>
                <a:cubicBezTo>
                  <a:pt x="731972" y="113619"/>
                  <a:pt x="741310" y="138671"/>
                  <a:pt x="759530" y="151880"/>
                </a:cubicBezTo>
                <a:cubicBezTo>
                  <a:pt x="774108" y="162354"/>
                  <a:pt x="791869" y="166226"/>
                  <a:pt x="813960" y="166226"/>
                </a:cubicBezTo>
                <a:close/>
                <a:moveTo>
                  <a:pt x="907109" y="135075"/>
                </a:moveTo>
                <a:cubicBezTo>
                  <a:pt x="907109" y="153972"/>
                  <a:pt x="903467" y="156023"/>
                  <a:pt x="889574" y="156704"/>
                </a:cubicBezTo>
                <a:cubicBezTo>
                  <a:pt x="888208" y="158069"/>
                  <a:pt x="888208" y="163081"/>
                  <a:pt x="889574" y="164446"/>
                </a:cubicBezTo>
                <a:cubicBezTo>
                  <a:pt x="899137" y="164220"/>
                  <a:pt x="909385" y="163991"/>
                  <a:pt x="921913" y="163991"/>
                </a:cubicBezTo>
                <a:cubicBezTo>
                  <a:pt x="934438" y="163991"/>
                  <a:pt x="944460" y="164220"/>
                  <a:pt x="954253" y="164446"/>
                </a:cubicBezTo>
                <a:cubicBezTo>
                  <a:pt x="955618" y="163081"/>
                  <a:pt x="955618" y="158069"/>
                  <a:pt x="954253" y="156704"/>
                </a:cubicBezTo>
                <a:cubicBezTo>
                  <a:pt x="940359" y="156023"/>
                  <a:pt x="936717" y="153972"/>
                  <a:pt x="936717" y="135075"/>
                </a:cubicBezTo>
                <a:lnTo>
                  <a:pt x="936717" y="31252"/>
                </a:lnTo>
                <a:cubicBezTo>
                  <a:pt x="936717" y="16451"/>
                  <a:pt x="937398" y="7982"/>
                  <a:pt x="937398" y="7982"/>
                </a:cubicBezTo>
                <a:cubicBezTo>
                  <a:pt x="937398" y="5904"/>
                  <a:pt x="935807" y="4980"/>
                  <a:pt x="933756" y="4980"/>
                </a:cubicBezTo>
                <a:cubicBezTo>
                  <a:pt x="925329" y="7753"/>
                  <a:pt x="907109" y="10293"/>
                  <a:pt x="890939" y="10985"/>
                </a:cubicBezTo>
                <a:cubicBezTo>
                  <a:pt x="890255" y="13720"/>
                  <a:pt x="890484" y="16225"/>
                  <a:pt x="891624" y="18276"/>
                </a:cubicBezTo>
                <a:cubicBezTo>
                  <a:pt x="905969" y="19412"/>
                  <a:pt x="907109" y="19641"/>
                  <a:pt x="907109" y="35349"/>
                </a:cubicBezTo>
                <a:lnTo>
                  <a:pt x="907109" y="135075"/>
                </a:lnTo>
                <a:close/>
                <a:moveTo>
                  <a:pt x="1025538" y="152791"/>
                </a:moveTo>
                <a:cubicBezTo>
                  <a:pt x="1027130" y="162128"/>
                  <a:pt x="1033281" y="166226"/>
                  <a:pt x="1043300" y="166226"/>
                </a:cubicBezTo>
                <a:cubicBezTo>
                  <a:pt x="1055827" y="166226"/>
                  <a:pt x="1064710" y="161444"/>
                  <a:pt x="1073137" y="153472"/>
                </a:cubicBezTo>
                <a:cubicBezTo>
                  <a:pt x="1072682" y="150740"/>
                  <a:pt x="1071768" y="148919"/>
                  <a:pt x="1069036" y="147095"/>
                </a:cubicBezTo>
                <a:cubicBezTo>
                  <a:pt x="1066076" y="149375"/>
                  <a:pt x="1063799" y="150285"/>
                  <a:pt x="1059473" y="150285"/>
                </a:cubicBezTo>
                <a:cubicBezTo>
                  <a:pt x="1054462" y="150285"/>
                  <a:pt x="1053096" y="146184"/>
                  <a:pt x="1053096" y="135022"/>
                </a:cubicBezTo>
                <a:lnTo>
                  <a:pt x="1053551" y="102217"/>
                </a:lnTo>
                <a:cubicBezTo>
                  <a:pt x="1053551" y="69412"/>
                  <a:pt x="1033281" y="62806"/>
                  <a:pt x="1014606" y="62806"/>
                </a:cubicBezTo>
                <a:cubicBezTo>
                  <a:pt x="997981" y="62806"/>
                  <a:pt x="972473" y="72373"/>
                  <a:pt x="972473" y="87410"/>
                </a:cubicBezTo>
                <a:cubicBezTo>
                  <a:pt x="972473" y="93787"/>
                  <a:pt x="975205" y="98798"/>
                  <a:pt x="984087" y="98798"/>
                </a:cubicBezTo>
                <a:cubicBezTo>
                  <a:pt x="992285" y="98798"/>
                  <a:pt x="998206" y="93787"/>
                  <a:pt x="998206" y="88320"/>
                </a:cubicBezTo>
                <a:cubicBezTo>
                  <a:pt x="998206" y="85359"/>
                  <a:pt x="996615" y="81485"/>
                  <a:pt x="997296" y="77613"/>
                </a:cubicBezTo>
                <a:cubicBezTo>
                  <a:pt x="997525" y="75108"/>
                  <a:pt x="999346" y="72373"/>
                  <a:pt x="1006863" y="72373"/>
                </a:cubicBezTo>
                <a:cubicBezTo>
                  <a:pt x="1016426" y="72373"/>
                  <a:pt x="1024398" y="76474"/>
                  <a:pt x="1024398" y="105407"/>
                </a:cubicBezTo>
                <a:lnTo>
                  <a:pt x="1009139" y="110189"/>
                </a:lnTo>
                <a:cubicBezTo>
                  <a:pt x="985227" y="117706"/>
                  <a:pt x="968372" y="124316"/>
                  <a:pt x="968372" y="142310"/>
                </a:cubicBezTo>
                <a:cubicBezTo>
                  <a:pt x="968372" y="158028"/>
                  <a:pt x="977026" y="166226"/>
                  <a:pt x="996841" y="166226"/>
                </a:cubicBezTo>
                <a:cubicBezTo>
                  <a:pt x="1003447" y="166226"/>
                  <a:pt x="1016656" y="158938"/>
                  <a:pt x="1024169" y="153017"/>
                </a:cubicBezTo>
                <a:lnTo>
                  <a:pt x="1025538" y="152791"/>
                </a:lnTo>
                <a:moveTo>
                  <a:pt x="1024398" y="114290"/>
                </a:moveTo>
                <a:lnTo>
                  <a:pt x="1024398" y="144360"/>
                </a:lnTo>
                <a:cubicBezTo>
                  <a:pt x="1018706" y="148916"/>
                  <a:pt x="1013010" y="152561"/>
                  <a:pt x="1008913" y="152561"/>
                </a:cubicBezTo>
                <a:cubicBezTo>
                  <a:pt x="999117" y="152561"/>
                  <a:pt x="995701" y="145955"/>
                  <a:pt x="995701" y="138894"/>
                </a:cubicBezTo>
                <a:cubicBezTo>
                  <a:pt x="995701" y="130467"/>
                  <a:pt x="996385" y="123402"/>
                  <a:pt x="1012555" y="118165"/>
                </a:cubicBezTo>
                <a:lnTo>
                  <a:pt x="1024398" y="114290"/>
                </a:lnTo>
                <a:close/>
                <a:moveTo>
                  <a:pt x="1125518" y="136190"/>
                </a:moveTo>
                <a:lnTo>
                  <a:pt x="1125518" y="90829"/>
                </a:lnTo>
                <a:lnTo>
                  <a:pt x="1125518" y="90374"/>
                </a:lnTo>
                <a:cubicBezTo>
                  <a:pt x="1134626" y="84220"/>
                  <a:pt x="1143738" y="79660"/>
                  <a:pt x="1147835" y="79660"/>
                </a:cubicBezTo>
                <a:cubicBezTo>
                  <a:pt x="1156947" y="79660"/>
                  <a:pt x="1163779" y="83764"/>
                  <a:pt x="1163779" y="96758"/>
                </a:cubicBezTo>
                <a:lnTo>
                  <a:pt x="1163779" y="134821"/>
                </a:lnTo>
                <a:cubicBezTo>
                  <a:pt x="1163779" y="153969"/>
                  <a:pt x="1160134" y="156019"/>
                  <a:pt x="1150796" y="156704"/>
                </a:cubicBezTo>
                <a:cubicBezTo>
                  <a:pt x="1149431" y="158069"/>
                  <a:pt x="1149431" y="163081"/>
                  <a:pt x="1150796" y="164446"/>
                </a:cubicBezTo>
                <a:cubicBezTo>
                  <a:pt x="1160363" y="164220"/>
                  <a:pt x="1167651" y="163991"/>
                  <a:pt x="1178583" y="163991"/>
                </a:cubicBezTo>
                <a:cubicBezTo>
                  <a:pt x="1191108" y="163991"/>
                  <a:pt x="1201130" y="164220"/>
                  <a:pt x="1210923" y="164446"/>
                </a:cubicBezTo>
                <a:cubicBezTo>
                  <a:pt x="1212289" y="163081"/>
                  <a:pt x="1212289" y="158069"/>
                  <a:pt x="1210923" y="156704"/>
                </a:cubicBezTo>
                <a:cubicBezTo>
                  <a:pt x="1197029" y="156019"/>
                  <a:pt x="1193387" y="153969"/>
                  <a:pt x="1193387" y="134821"/>
                </a:cubicBezTo>
                <a:lnTo>
                  <a:pt x="1193387" y="99263"/>
                </a:lnTo>
                <a:cubicBezTo>
                  <a:pt x="1193387" y="74194"/>
                  <a:pt x="1182680" y="62806"/>
                  <a:pt x="1163095" y="62806"/>
                </a:cubicBezTo>
                <a:cubicBezTo>
                  <a:pt x="1153986" y="62806"/>
                  <a:pt x="1137817" y="72828"/>
                  <a:pt x="1125289" y="81485"/>
                </a:cubicBezTo>
                <a:cubicBezTo>
                  <a:pt x="1124608" y="73513"/>
                  <a:pt x="1123694" y="66681"/>
                  <a:pt x="1123694" y="66681"/>
                </a:cubicBezTo>
                <a:cubicBezTo>
                  <a:pt x="1123468" y="63946"/>
                  <a:pt x="1121647" y="62806"/>
                  <a:pt x="1118457" y="62806"/>
                </a:cubicBezTo>
                <a:cubicBezTo>
                  <a:pt x="1110030" y="65131"/>
                  <a:pt x="1096365" y="68321"/>
                  <a:pt x="1080651" y="70368"/>
                </a:cubicBezTo>
                <a:cubicBezTo>
                  <a:pt x="1080196" y="71737"/>
                  <a:pt x="1080651" y="76289"/>
                  <a:pt x="1081106" y="77659"/>
                </a:cubicBezTo>
                <a:cubicBezTo>
                  <a:pt x="1093634" y="78798"/>
                  <a:pt x="1095910" y="80619"/>
                  <a:pt x="1095910" y="93602"/>
                </a:cubicBezTo>
                <a:lnTo>
                  <a:pt x="1095910" y="136204"/>
                </a:lnTo>
                <a:cubicBezTo>
                  <a:pt x="1095910" y="155109"/>
                  <a:pt x="1093405" y="155567"/>
                  <a:pt x="1079511" y="156704"/>
                </a:cubicBezTo>
                <a:cubicBezTo>
                  <a:pt x="1078145" y="158069"/>
                  <a:pt x="1078145" y="163081"/>
                  <a:pt x="1079511" y="164446"/>
                </a:cubicBezTo>
                <a:cubicBezTo>
                  <a:pt x="1089078" y="164220"/>
                  <a:pt x="1098642" y="163991"/>
                  <a:pt x="1110714" y="163991"/>
                </a:cubicBezTo>
                <a:cubicBezTo>
                  <a:pt x="1121192" y="163991"/>
                  <a:pt x="1127569" y="164220"/>
                  <a:pt x="1137361" y="164446"/>
                </a:cubicBezTo>
                <a:cubicBezTo>
                  <a:pt x="1138727" y="163081"/>
                  <a:pt x="1138727" y="158069"/>
                  <a:pt x="1137361" y="156704"/>
                </a:cubicBezTo>
                <a:cubicBezTo>
                  <a:pt x="1127794" y="155793"/>
                  <a:pt x="1125518" y="155109"/>
                  <a:pt x="1125518" y="136190"/>
                </a:cubicBezTo>
                <a:close/>
                <a:moveTo>
                  <a:pt x="1279929" y="98412"/>
                </a:moveTo>
                <a:cubicBezTo>
                  <a:pt x="1279929" y="120340"/>
                  <a:pt x="1273552" y="123078"/>
                  <a:pt x="1267630" y="123078"/>
                </a:cubicBezTo>
                <a:cubicBezTo>
                  <a:pt x="1253511" y="123078"/>
                  <a:pt x="1251686" y="106179"/>
                  <a:pt x="1251686" y="94530"/>
                </a:cubicBezTo>
                <a:cubicBezTo>
                  <a:pt x="1251686" y="77627"/>
                  <a:pt x="1255787" y="71462"/>
                  <a:pt x="1264669" y="71462"/>
                </a:cubicBezTo>
                <a:cubicBezTo>
                  <a:pt x="1275373" y="71462"/>
                  <a:pt x="1279929" y="80369"/>
                  <a:pt x="1279929" y="98412"/>
                </a:cubicBezTo>
                <a:moveTo>
                  <a:pt x="1253737" y="169784"/>
                </a:moveTo>
                <a:cubicBezTo>
                  <a:pt x="1271276" y="169784"/>
                  <a:pt x="1304981" y="170469"/>
                  <a:pt x="1304981" y="182531"/>
                </a:cubicBezTo>
                <a:cubicBezTo>
                  <a:pt x="1304981" y="190725"/>
                  <a:pt x="1301335" y="200056"/>
                  <a:pt x="1293822" y="204153"/>
                </a:cubicBezTo>
                <a:cubicBezTo>
                  <a:pt x="1286761" y="208250"/>
                  <a:pt x="1275147" y="208705"/>
                  <a:pt x="1266490" y="208705"/>
                </a:cubicBezTo>
                <a:cubicBezTo>
                  <a:pt x="1251460" y="208705"/>
                  <a:pt x="1241212" y="197554"/>
                  <a:pt x="1241212" y="185947"/>
                </a:cubicBezTo>
                <a:cubicBezTo>
                  <a:pt x="1241212" y="178208"/>
                  <a:pt x="1241212" y="172971"/>
                  <a:pt x="1243718" y="168418"/>
                </a:cubicBezTo>
                <a:cubicBezTo>
                  <a:pt x="1245994" y="169329"/>
                  <a:pt x="1248955" y="169784"/>
                  <a:pt x="1253737" y="169784"/>
                </a:cubicBezTo>
                <a:moveTo>
                  <a:pt x="1320240" y="74204"/>
                </a:moveTo>
                <a:cubicBezTo>
                  <a:pt x="1326617" y="74204"/>
                  <a:pt x="1330259" y="71462"/>
                  <a:pt x="1330259" y="63035"/>
                </a:cubicBezTo>
                <a:cubicBezTo>
                  <a:pt x="1330259" y="58709"/>
                  <a:pt x="1324341" y="52103"/>
                  <a:pt x="1315684" y="52103"/>
                </a:cubicBezTo>
                <a:cubicBezTo>
                  <a:pt x="1305665" y="52103"/>
                  <a:pt x="1292453" y="59619"/>
                  <a:pt x="1285850" y="65541"/>
                </a:cubicBezTo>
                <a:cubicBezTo>
                  <a:pt x="1281750" y="63265"/>
                  <a:pt x="1276968" y="62806"/>
                  <a:pt x="1266720" y="62806"/>
                </a:cubicBezTo>
                <a:cubicBezTo>
                  <a:pt x="1256927" y="62806"/>
                  <a:pt x="1247360" y="65086"/>
                  <a:pt x="1239847" y="70097"/>
                </a:cubicBezTo>
                <a:cubicBezTo>
                  <a:pt x="1230509" y="76029"/>
                  <a:pt x="1224358" y="84939"/>
                  <a:pt x="1224358" y="96588"/>
                </a:cubicBezTo>
                <a:cubicBezTo>
                  <a:pt x="1224358" y="107777"/>
                  <a:pt x="1230964" y="119881"/>
                  <a:pt x="1241893" y="125813"/>
                </a:cubicBezTo>
                <a:cubicBezTo>
                  <a:pt x="1234835" y="131964"/>
                  <a:pt x="1223903" y="144047"/>
                  <a:pt x="1223903" y="148607"/>
                </a:cubicBezTo>
                <a:cubicBezTo>
                  <a:pt x="1223903" y="152933"/>
                  <a:pt x="1224587" y="155665"/>
                  <a:pt x="1226864" y="159081"/>
                </a:cubicBezTo>
                <a:cubicBezTo>
                  <a:pt x="1228914" y="162271"/>
                  <a:pt x="1231645" y="164092"/>
                  <a:pt x="1236201" y="165458"/>
                </a:cubicBezTo>
                <a:cubicBezTo>
                  <a:pt x="1226408" y="171379"/>
                  <a:pt x="1216386" y="184352"/>
                  <a:pt x="1216386" y="188223"/>
                </a:cubicBezTo>
                <a:cubicBezTo>
                  <a:pt x="1216386" y="196643"/>
                  <a:pt x="1219121" y="206429"/>
                  <a:pt x="1225268" y="210756"/>
                </a:cubicBezTo>
                <a:cubicBezTo>
                  <a:pt x="1234151" y="216903"/>
                  <a:pt x="1249184" y="218269"/>
                  <a:pt x="1260113" y="218269"/>
                </a:cubicBezTo>
                <a:cubicBezTo>
                  <a:pt x="1291772" y="218269"/>
                  <a:pt x="1327983" y="201651"/>
                  <a:pt x="1327983" y="176613"/>
                </a:cubicBezTo>
                <a:cubicBezTo>
                  <a:pt x="1327983" y="171834"/>
                  <a:pt x="1325706" y="162041"/>
                  <a:pt x="1316595" y="155894"/>
                </a:cubicBezTo>
                <a:cubicBezTo>
                  <a:pt x="1307712" y="149972"/>
                  <a:pt x="1273552" y="148377"/>
                  <a:pt x="1256697" y="148377"/>
                </a:cubicBezTo>
                <a:cubicBezTo>
                  <a:pt x="1252600" y="148377"/>
                  <a:pt x="1246449" y="147922"/>
                  <a:pt x="1246449" y="138803"/>
                </a:cubicBezTo>
                <a:cubicBezTo>
                  <a:pt x="1246449" y="135154"/>
                  <a:pt x="1248729" y="131964"/>
                  <a:pt x="1249865" y="129229"/>
                </a:cubicBezTo>
                <a:cubicBezTo>
                  <a:pt x="1254647" y="131506"/>
                  <a:pt x="1259432" y="131735"/>
                  <a:pt x="1266490" y="131735"/>
                </a:cubicBezTo>
                <a:cubicBezTo>
                  <a:pt x="1278108" y="131735"/>
                  <a:pt x="1288811" y="128774"/>
                  <a:pt x="1296554" y="121939"/>
                </a:cubicBezTo>
                <a:cubicBezTo>
                  <a:pt x="1303160" y="116000"/>
                  <a:pt x="1307712" y="108007"/>
                  <a:pt x="1307712" y="97727"/>
                </a:cubicBezTo>
                <a:cubicBezTo>
                  <a:pt x="1307712" y="84939"/>
                  <a:pt x="1301335" y="76487"/>
                  <a:pt x="1293593" y="70097"/>
                </a:cubicBezTo>
                <a:cubicBezTo>
                  <a:pt x="1295414" y="67817"/>
                  <a:pt x="1302930" y="63720"/>
                  <a:pt x="1305207" y="63720"/>
                </a:cubicBezTo>
                <a:cubicBezTo>
                  <a:pt x="1307257" y="63720"/>
                  <a:pt x="1308852" y="65086"/>
                  <a:pt x="1309537" y="66451"/>
                </a:cubicBezTo>
                <a:cubicBezTo>
                  <a:pt x="1310447" y="69412"/>
                  <a:pt x="1314544" y="74204"/>
                  <a:pt x="1320240" y="74204"/>
                </a:cubicBezTo>
                <a:close/>
                <a:moveTo>
                  <a:pt x="1343699" y="150740"/>
                </a:moveTo>
                <a:cubicBezTo>
                  <a:pt x="1343699" y="159393"/>
                  <a:pt x="1350986" y="166226"/>
                  <a:pt x="1360094" y="166226"/>
                </a:cubicBezTo>
                <a:cubicBezTo>
                  <a:pt x="1369206" y="166226"/>
                  <a:pt x="1376948" y="158938"/>
                  <a:pt x="1376948" y="150285"/>
                </a:cubicBezTo>
                <a:cubicBezTo>
                  <a:pt x="1376948" y="141403"/>
                  <a:pt x="1369661" y="134571"/>
                  <a:pt x="1360549" y="134571"/>
                </a:cubicBezTo>
                <a:cubicBezTo>
                  <a:pt x="1351441" y="134571"/>
                  <a:pt x="1343699" y="141858"/>
                  <a:pt x="1343699" y="1507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0E0EC-7F8D-47AC-B8BF-CA041CC0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135" y="76768"/>
            <a:ext cx="3244684" cy="1937798"/>
          </a:xfrm>
          <a:custGeom xmlns:a="http://schemas.openxmlformats.org/drawingml/2006/main">
            <a:pathLst>
              <a:path w="3244684" h="1937798">
                <a:moveTo>
                  <a:pt x="0" y="0"/>
                </a:moveTo>
                <a:lnTo>
                  <a:pt x="3244684" y="0"/>
                </a:lnTo>
                <a:lnTo>
                  <a:pt x="3244684" y="1937798"/>
                </a:lnTo>
                <a:lnTo>
                  <a:pt x="0" y="19377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1533A-CF6D-4D66-9022-8AA68505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135" y="76768"/>
            <a:ext cx="3244684" cy="1937798"/>
          </a:xfrm>
          <a:custGeom xmlns:a="http://schemas.openxmlformats.org/drawingml/2006/main">
            <a:pathLst>
              <a:path w="3244684" h="1937798">
                <a:moveTo>
                  <a:pt x="0" y="0"/>
                </a:moveTo>
                <a:lnTo>
                  <a:pt x="3244684" y="0"/>
                </a:lnTo>
                <a:lnTo>
                  <a:pt x="3244684" y="1937798"/>
                </a:lnTo>
                <a:lnTo>
                  <a:pt x="0" y="19377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AB4AD-E4FF-41DB-9509-BBB21DB8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135" y="76768"/>
            <a:ext cx="3244684" cy="1937798"/>
          </a:xfrm>
          <a:custGeom xmlns:a="http://schemas.openxmlformats.org/drawingml/2006/main">
            <a:pathLst>
              <a:path w="3244684" h="1937798" fill="none">
                <a:moveTo>
                  <a:pt x="0" y="0"/>
                </a:moveTo>
                <a:lnTo>
                  <a:pt x="3244684" y="0"/>
                </a:lnTo>
                <a:lnTo>
                  <a:pt x="3244684" y="1937798"/>
                </a:lnTo>
                <a:lnTo>
                  <a:pt x="0" y="193779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042" cap="rnd">
            <a:solidFill>
              <a:srgbClr val="FFFFFF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B05A8-9783-4FDA-B499-AE8668E6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134" y="200246"/>
            <a:ext cx="2374275" cy="1179984"/>
          </a:xfrm>
          <a:custGeom xmlns:a="http://schemas.openxmlformats.org/drawingml/2006/main">
            <a:pathLst>
              <a:path w="2374275" h="1179984">
                <a:moveTo>
                  <a:pt x="2374275" y="1179984"/>
                </a:moveTo>
                <a:lnTo>
                  <a:pt x="2374275" y="0"/>
                </a:lnTo>
                <a:lnTo>
                  <a:pt x="0" y="0"/>
                </a:lnTo>
                <a:lnTo>
                  <a:pt x="0" y="1179984"/>
                </a:lnTo>
                <a:lnTo>
                  <a:pt x="2374275" y="11799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163FC-3944-4F35-A81E-5A73D431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134" y="1326625"/>
            <a:ext cx="2374208" cy="10"/>
          </a:xfrm>
          <a:custGeom xmlns:a="http://schemas.openxmlformats.org/drawingml/2006/main">
            <a:pathLst>
              <a:path w="2374208" h="1" fill="none">
                <a:moveTo>
                  <a:pt x="0" y="0"/>
                </a:moveTo>
                <a:lnTo>
                  <a:pt x="23742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5C5AFF-C7C8-46A4-9F73-2320EADC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134" y="1006415"/>
            <a:ext cx="2374208" cy="10"/>
          </a:xfrm>
          <a:custGeom xmlns:a="http://schemas.openxmlformats.org/drawingml/2006/main">
            <a:pathLst>
              <a:path w="2374208" h="1" fill="none">
                <a:moveTo>
                  <a:pt x="0" y="0"/>
                </a:moveTo>
                <a:lnTo>
                  <a:pt x="23742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9C80E-1F94-4B4D-9265-E115099C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134" y="686205"/>
            <a:ext cx="2374208" cy="10"/>
          </a:xfrm>
          <a:custGeom xmlns:a="http://schemas.openxmlformats.org/drawingml/2006/main">
            <a:pathLst>
              <a:path w="2374208" h="1" fill="none">
                <a:moveTo>
                  <a:pt x="0" y="0"/>
                </a:moveTo>
                <a:lnTo>
                  <a:pt x="23742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721E39-40AE-497E-B539-A34B5DF3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134" y="365905"/>
            <a:ext cx="2374208" cy="10"/>
          </a:xfrm>
          <a:custGeom xmlns:a="http://schemas.openxmlformats.org/drawingml/2006/main">
            <a:pathLst>
              <a:path w="2374208" h="1" fill="none">
                <a:moveTo>
                  <a:pt x="0" y="0"/>
                </a:moveTo>
                <a:lnTo>
                  <a:pt x="23742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64F71-3B48-4ED3-A76E-0DB5FAFD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042" y="200246"/>
            <a:ext cx="10" cy="1179984"/>
          </a:xfrm>
          <a:custGeom xmlns:a="http://schemas.openxmlformats.org/drawingml/2006/main">
            <a:pathLst>
              <a:path w="1" h="1179984" fill="none"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B331F-E8FD-4AD4-96F2-0ECCF63B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698" y="200246"/>
            <a:ext cx="10" cy="1179984"/>
          </a:xfrm>
          <a:custGeom xmlns:a="http://schemas.openxmlformats.org/drawingml/2006/main">
            <a:pathLst>
              <a:path w="1" h="1179984" fill="none"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578DF-C50D-45F8-A801-6AF6BD0B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421" y="200246"/>
            <a:ext cx="10" cy="1179984"/>
          </a:xfrm>
          <a:custGeom xmlns:a="http://schemas.openxmlformats.org/drawingml/2006/main">
            <a:pathLst>
              <a:path w="1" h="1179984" fill="none"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B7670-1EA8-4486-A977-926B5A9C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054" y="200246"/>
            <a:ext cx="10" cy="1179984"/>
          </a:xfrm>
          <a:custGeom xmlns:a="http://schemas.openxmlformats.org/drawingml/2006/main">
            <a:pathLst>
              <a:path w="1" h="1179984" fill="none"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DA1FD-EB26-4D33-B0EC-19D3748C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777" y="200246"/>
            <a:ext cx="10" cy="1179984"/>
          </a:xfrm>
          <a:custGeom xmlns:a="http://schemas.openxmlformats.org/drawingml/2006/main">
            <a:pathLst>
              <a:path w="1" h="1179984" fill="none"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DF66D-3A60-4EF8-B597-E3921120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411" y="200246"/>
            <a:ext cx="10" cy="1179984"/>
          </a:xfrm>
          <a:custGeom xmlns:a="http://schemas.openxmlformats.org/drawingml/2006/main">
            <a:pathLst>
              <a:path w="1" h="1179984" fill="none"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EBEBEB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A0375-C2E1-4A98-B3F3-D77B598B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042" y="253851"/>
            <a:ext cx="2158369" cy="1072774"/>
          </a:xfrm>
          <a:custGeom xmlns:a="http://schemas.openxmlformats.org/drawingml/2006/main">
            <a:pathLst>
              <a:path w="2158369" h="1072774" fill="none">
                <a:moveTo>
                  <a:pt x="0" y="1072774"/>
                </a:moveTo>
                <a:lnTo>
                  <a:pt x="43127" y="591141"/>
                </a:lnTo>
                <a:lnTo>
                  <a:pt x="86345" y="326023"/>
                </a:lnTo>
                <a:lnTo>
                  <a:pt x="129494" y="184496"/>
                </a:lnTo>
                <a:lnTo>
                  <a:pt x="172622" y="90941"/>
                </a:lnTo>
                <a:lnTo>
                  <a:pt x="215839" y="51937"/>
                </a:lnTo>
                <a:lnTo>
                  <a:pt x="258966" y="34610"/>
                </a:lnTo>
                <a:lnTo>
                  <a:pt x="302184" y="17350"/>
                </a:lnTo>
                <a:lnTo>
                  <a:pt x="345311" y="10928"/>
                </a:lnTo>
                <a:lnTo>
                  <a:pt x="388528" y="8360"/>
                </a:lnTo>
                <a:lnTo>
                  <a:pt x="431656" y="5813"/>
                </a:lnTo>
                <a:lnTo>
                  <a:pt x="474873" y="2569"/>
                </a:lnTo>
                <a:lnTo>
                  <a:pt x="518000" y="631"/>
                </a:lnTo>
                <a:lnTo>
                  <a:pt x="561218" y="0"/>
                </a:lnTo>
                <a:lnTo>
                  <a:pt x="2158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4DAF4A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0CF967-D017-44CD-A77A-ADFF30B5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042" y="1254881"/>
            <a:ext cx="2158369" cy="71744"/>
          </a:xfrm>
          <a:custGeom xmlns:a="http://schemas.openxmlformats.org/drawingml/2006/main">
            <a:pathLst>
              <a:path w="2158369" h="71744" fill="none">
                <a:moveTo>
                  <a:pt x="0" y="71744"/>
                </a:moveTo>
                <a:lnTo>
                  <a:pt x="43127" y="5813"/>
                </a:lnTo>
                <a:lnTo>
                  <a:pt x="86345" y="4484"/>
                </a:lnTo>
                <a:lnTo>
                  <a:pt x="129494" y="1938"/>
                </a:lnTo>
                <a:lnTo>
                  <a:pt x="172622" y="608"/>
                </a:lnTo>
                <a:lnTo>
                  <a:pt x="215839" y="608"/>
                </a:lnTo>
                <a:lnTo>
                  <a:pt x="258966" y="0"/>
                </a:lnTo>
                <a:lnTo>
                  <a:pt x="2158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77EB8"/>
            </a:solidFill>
            <a:custDash>
              <a:ds d="100000" sp="100000"/>
            </a:custDash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EA6C4-8F8C-47DB-A643-0FFFEC6D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042" y="1228653"/>
            <a:ext cx="2158369" cy="97971"/>
          </a:xfrm>
          <a:custGeom xmlns:a="http://schemas.openxmlformats.org/drawingml/2006/main">
            <a:pathLst>
              <a:path w="2158369" h="97971" fill="none">
                <a:moveTo>
                  <a:pt x="0" y="97971"/>
                </a:moveTo>
                <a:lnTo>
                  <a:pt x="43127" y="0"/>
                </a:lnTo>
                <a:lnTo>
                  <a:pt x="21583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FFA500"/>
            </a:solidFill>
            <a:custDash>
              <a:ds d="700000" sp="300000"/>
            </a:custDash>
            <a:round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A8A62-FBC0-455B-B68F-BE1F40F5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134" y="200246"/>
            <a:ext cx="2374275" cy="1179984"/>
          </a:xfrm>
          <a:custGeom xmlns:a="http://schemas.openxmlformats.org/drawingml/2006/main">
            <a:pathLst>
              <a:path w="2374275" h="1179984" fill="none">
                <a:moveTo>
                  <a:pt x="2374275" y="0"/>
                </a:moveTo>
                <a:lnTo>
                  <a:pt x="2374275" y="1179984"/>
                </a:lnTo>
                <a:moveTo>
                  <a:pt x="2374275" y="1179984"/>
                </a:moveTo>
                <a:lnTo>
                  <a:pt x="0" y="1179984"/>
                </a:lnTo>
                <a:moveTo>
                  <a:pt x="0" y="11799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rnd">
            <a:solidFill>
              <a:srgbClr val="333333"/>
            </a:solidFill>
            <a:round/>
          </a:ln>
        </p:spPr>
      </p:sp>
      <p:sp>
        <p:nvSpPr>
          <p:cNvPr id="84" name="Text 0">
            <a:extLst xmlns:a="http://schemas.openxmlformats.org/drawingml/2006/main">
              <a:ext uri="{FF2B5EF4-FFF2-40B4-BE49-F238E27FC236}">
                <a16:creationId xmlns:a16="http://schemas.microsoft.com/office/drawing/2014/main" id="{3F3BD4BB-00B4-43D2-A4B5-9C3145A1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191" y="1271146"/>
            <a:ext cx="62729" cy="100868"/>
          </a:xfrm>
          <a:custGeom xmlns:a="http://schemas.openxmlformats.org/drawingml/2006/main">
            <a:pathLst>
              <a:path w="62729" h="100868">
                <a:moveTo>
                  <a:pt x="31365" y="0"/>
                </a:moveTo>
                <a:cubicBezTo>
                  <a:pt x="22442" y="0"/>
                  <a:pt x="14329" y="4058"/>
                  <a:pt x="9329" y="10682"/>
                </a:cubicBezTo>
                <a:cubicBezTo>
                  <a:pt x="3109" y="19336"/>
                  <a:pt x="0" y="32316"/>
                  <a:pt x="0" y="50436"/>
                </a:cubicBezTo>
                <a:cubicBezTo>
                  <a:pt x="0" y="83428"/>
                  <a:pt x="10814" y="100868"/>
                  <a:pt x="31365" y="100868"/>
                </a:cubicBezTo>
                <a:cubicBezTo>
                  <a:pt x="51643" y="100868"/>
                  <a:pt x="62729" y="83428"/>
                  <a:pt x="62729" y="51247"/>
                </a:cubicBezTo>
                <a:cubicBezTo>
                  <a:pt x="62729" y="32316"/>
                  <a:pt x="59756" y="19606"/>
                  <a:pt x="53401" y="10682"/>
                </a:cubicBezTo>
                <a:cubicBezTo>
                  <a:pt x="48398" y="3922"/>
                  <a:pt x="40423" y="0"/>
                  <a:pt x="31365" y="0"/>
                </a:cubicBezTo>
                <a:moveTo>
                  <a:pt x="31365" y="10546"/>
                </a:moveTo>
                <a:cubicBezTo>
                  <a:pt x="44208" y="10546"/>
                  <a:pt x="50562" y="23664"/>
                  <a:pt x="50562" y="50166"/>
                </a:cubicBezTo>
                <a:cubicBezTo>
                  <a:pt x="50562" y="78019"/>
                  <a:pt x="44342" y="90999"/>
                  <a:pt x="31094" y="90999"/>
                </a:cubicBezTo>
                <a:cubicBezTo>
                  <a:pt x="18521" y="90999"/>
                  <a:pt x="12167" y="77479"/>
                  <a:pt x="12167" y="50570"/>
                </a:cubicBezTo>
                <a:cubicBezTo>
                  <a:pt x="12167" y="23664"/>
                  <a:pt x="18521" y="10546"/>
                  <a:pt x="31365" y="1054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500">
            <a:extLst xmlns:a="http://schemas.openxmlformats.org/drawingml/2006/main">
              <a:ext uri="{FF2B5EF4-FFF2-40B4-BE49-F238E27FC236}">
                <a16:creationId xmlns:a16="http://schemas.microsoft.com/office/drawing/2014/main" id="{5EFE87AF-C6BF-4673-B10F-1A6E611F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913" y="950938"/>
            <a:ext cx="199007" cy="100868"/>
          </a:xfrm>
          <a:custGeom xmlns:a="http://schemas.openxmlformats.org/drawingml/2006/main">
            <a:pathLst>
              <a:path w="199007" h="100868">
                <a:moveTo>
                  <a:pt x="59622" y="1848"/>
                </a:moveTo>
                <a:lnTo>
                  <a:pt x="10139" y="1848"/>
                </a:lnTo>
                <a:lnTo>
                  <a:pt x="2975" y="54067"/>
                </a:lnTo>
                <a:lnTo>
                  <a:pt x="13925" y="54067"/>
                </a:lnTo>
                <a:cubicBezTo>
                  <a:pt x="19468" y="47437"/>
                  <a:pt x="24066" y="45137"/>
                  <a:pt x="31637" y="45137"/>
                </a:cubicBezTo>
                <a:cubicBezTo>
                  <a:pt x="44481" y="45137"/>
                  <a:pt x="52456" y="53931"/>
                  <a:pt x="52456" y="68136"/>
                </a:cubicBezTo>
                <a:cubicBezTo>
                  <a:pt x="52456" y="81937"/>
                  <a:pt x="44481" y="90325"/>
                  <a:pt x="31501" y="90325"/>
                </a:cubicBezTo>
                <a:cubicBezTo>
                  <a:pt x="21091" y="90325"/>
                  <a:pt x="14737" y="85048"/>
                  <a:pt x="11897" y="74224"/>
                </a:cubicBezTo>
                <a:lnTo>
                  <a:pt x="0" y="74224"/>
                </a:lnTo>
                <a:cubicBezTo>
                  <a:pt x="1624" y="82071"/>
                  <a:pt x="2975" y="85859"/>
                  <a:pt x="5813" y="89378"/>
                </a:cubicBezTo>
                <a:cubicBezTo>
                  <a:pt x="11222" y="96679"/>
                  <a:pt x="20955" y="100868"/>
                  <a:pt x="31771" y="100868"/>
                </a:cubicBezTo>
                <a:cubicBezTo>
                  <a:pt x="51105" y="100868"/>
                  <a:pt x="64625" y="86807"/>
                  <a:pt x="64625" y="66513"/>
                </a:cubicBezTo>
                <a:cubicBezTo>
                  <a:pt x="64625" y="47573"/>
                  <a:pt x="52051" y="34591"/>
                  <a:pt x="33665" y="34591"/>
                </a:cubicBezTo>
                <a:cubicBezTo>
                  <a:pt x="26905" y="34591"/>
                  <a:pt x="21498" y="36349"/>
                  <a:pt x="15955" y="40406"/>
                </a:cubicBezTo>
                <a:lnTo>
                  <a:pt x="19740" y="13611"/>
                </a:lnTo>
                <a:lnTo>
                  <a:pt x="59622" y="13611"/>
                </a:lnTo>
                <a:lnTo>
                  <a:pt x="59622" y="1848"/>
                </a:lnTo>
                <a:close/>
                <a:moveTo>
                  <a:pt x="100045" y="0"/>
                </a:moveTo>
                <a:cubicBezTo>
                  <a:pt x="91123" y="0"/>
                  <a:pt x="83010" y="4058"/>
                  <a:pt x="78009" y="10682"/>
                </a:cubicBezTo>
                <a:cubicBezTo>
                  <a:pt x="71789" y="19336"/>
                  <a:pt x="68681" y="32316"/>
                  <a:pt x="68681" y="50436"/>
                </a:cubicBezTo>
                <a:cubicBezTo>
                  <a:pt x="68681" y="83428"/>
                  <a:pt x="79494" y="100868"/>
                  <a:pt x="100045" y="100868"/>
                </a:cubicBezTo>
                <a:cubicBezTo>
                  <a:pt x="120324" y="100868"/>
                  <a:pt x="131410" y="83428"/>
                  <a:pt x="131410" y="51247"/>
                </a:cubicBezTo>
                <a:cubicBezTo>
                  <a:pt x="131410" y="32316"/>
                  <a:pt x="128437" y="19606"/>
                  <a:pt x="122081" y="10682"/>
                </a:cubicBezTo>
                <a:cubicBezTo>
                  <a:pt x="117079" y="3922"/>
                  <a:pt x="109103" y="0"/>
                  <a:pt x="100045" y="0"/>
                </a:cubicBezTo>
                <a:moveTo>
                  <a:pt x="100045" y="10546"/>
                </a:moveTo>
                <a:cubicBezTo>
                  <a:pt x="112889" y="10546"/>
                  <a:pt x="119243" y="23664"/>
                  <a:pt x="119243" y="50166"/>
                </a:cubicBezTo>
                <a:cubicBezTo>
                  <a:pt x="119243" y="78019"/>
                  <a:pt x="113023" y="90999"/>
                  <a:pt x="99775" y="90999"/>
                </a:cubicBezTo>
                <a:cubicBezTo>
                  <a:pt x="87201" y="90999"/>
                  <a:pt x="80848" y="77479"/>
                  <a:pt x="80848" y="50570"/>
                </a:cubicBezTo>
                <a:cubicBezTo>
                  <a:pt x="80848" y="23664"/>
                  <a:pt x="87201" y="10546"/>
                  <a:pt x="100045" y="10546"/>
                </a:cubicBezTo>
                <a:close/>
                <a:moveTo>
                  <a:pt x="167642" y="0"/>
                </a:moveTo>
                <a:cubicBezTo>
                  <a:pt x="158720" y="0"/>
                  <a:pt x="150607" y="4058"/>
                  <a:pt x="145606" y="10682"/>
                </a:cubicBezTo>
                <a:cubicBezTo>
                  <a:pt x="139387" y="19336"/>
                  <a:pt x="136278" y="32316"/>
                  <a:pt x="136278" y="50436"/>
                </a:cubicBezTo>
                <a:cubicBezTo>
                  <a:pt x="136278" y="83428"/>
                  <a:pt x="147092" y="100868"/>
                  <a:pt x="167642" y="100868"/>
                </a:cubicBezTo>
                <a:cubicBezTo>
                  <a:pt x="187921" y="100868"/>
                  <a:pt x="199007" y="83428"/>
                  <a:pt x="199007" y="51247"/>
                </a:cubicBezTo>
                <a:cubicBezTo>
                  <a:pt x="199007" y="32316"/>
                  <a:pt x="196034" y="19606"/>
                  <a:pt x="189679" y="10682"/>
                </a:cubicBezTo>
                <a:cubicBezTo>
                  <a:pt x="184676" y="3922"/>
                  <a:pt x="176701" y="0"/>
                  <a:pt x="167642" y="0"/>
                </a:cubicBezTo>
                <a:moveTo>
                  <a:pt x="167642" y="10546"/>
                </a:moveTo>
                <a:cubicBezTo>
                  <a:pt x="180486" y="10546"/>
                  <a:pt x="186840" y="23664"/>
                  <a:pt x="186840" y="50166"/>
                </a:cubicBezTo>
                <a:cubicBezTo>
                  <a:pt x="186840" y="78019"/>
                  <a:pt x="180620" y="90999"/>
                  <a:pt x="167372" y="90999"/>
                </a:cubicBezTo>
                <a:cubicBezTo>
                  <a:pt x="154799" y="90999"/>
                  <a:pt x="148445" y="77479"/>
                  <a:pt x="148445" y="50570"/>
                </a:cubicBezTo>
                <a:cubicBezTo>
                  <a:pt x="148445" y="23664"/>
                  <a:pt x="154799" y="10546"/>
                  <a:pt x="167642" y="1054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1000">
            <a:extLst xmlns:a="http://schemas.openxmlformats.org/drawingml/2006/main">
              <a:ext uri="{FF2B5EF4-FFF2-40B4-BE49-F238E27FC236}">
                <a16:creationId xmlns:a16="http://schemas.microsoft.com/office/drawing/2014/main" id="{0B6AB707-7AEF-46AD-BFDC-C886A5F7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73" y="630684"/>
            <a:ext cx="257546" cy="100914"/>
          </a:xfrm>
          <a:custGeom xmlns:a="http://schemas.openxmlformats.org/drawingml/2006/main">
            <a:pathLst>
              <a:path w="257546" h="100914">
                <a:moveTo>
                  <a:pt x="21225" y="28120"/>
                </a:moveTo>
                <a:lnTo>
                  <a:pt x="21225" y="97745"/>
                </a:lnTo>
                <a:lnTo>
                  <a:pt x="33124" y="97745"/>
                </a:lnTo>
                <a:lnTo>
                  <a:pt x="33124" y="0"/>
                </a:lnTo>
                <a:lnTo>
                  <a:pt x="25281" y="0"/>
                </a:lnTo>
                <a:cubicBezTo>
                  <a:pt x="21091" y="15006"/>
                  <a:pt x="18387" y="17033"/>
                  <a:pt x="0" y="19468"/>
                </a:cubicBezTo>
                <a:lnTo>
                  <a:pt x="0" y="28120"/>
                </a:lnTo>
                <a:lnTo>
                  <a:pt x="21225" y="28120"/>
                </a:lnTo>
                <a:close/>
                <a:moveTo>
                  <a:pt x="90987" y="45"/>
                </a:moveTo>
                <a:cubicBezTo>
                  <a:pt x="82065" y="45"/>
                  <a:pt x="73951" y="4103"/>
                  <a:pt x="68951" y="10727"/>
                </a:cubicBezTo>
                <a:cubicBezTo>
                  <a:pt x="62731" y="19381"/>
                  <a:pt x="59622" y="32361"/>
                  <a:pt x="59622" y="50482"/>
                </a:cubicBezTo>
                <a:cubicBezTo>
                  <a:pt x="59622" y="83474"/>
                  <a:pt x="70436" y="100914"/>
                  <a:pt x="90987" y="100914"/>
                </a:cubicBezTo>
                <a:cubicBezTo>
                  <a:pt x="111265" y="100914"/>
                  <a:pt x="122351" y="83474"/>
                  <a:pt x="122351" y="51292"/>
                </a:cubicBezTo>
                <a:cubicBezTo>
                  <a:pt x="122351" y="32361"/>
                  <a:pt x="119379" y="19651"/>
                  <a:pt x="113023" y="10727"/>
                </a:cubicBezTo>
                <a:cubicBezTo>
                  <a:pt x="108020" y="3967"/>
                  <a:pt x="100045" y="45"/>
                  <a:pt x="90987" y="45"/>
                </a:cubicBezTo>
                <a:moveTo>
                  <a:pt x="90987" y="10591"/>
                </a:moveTo>
                <a:cubicBezTo>
                  <a:pt x="103831" y="10591"/>
                  <a:pt x="110184" y="23709"/>
                  <a:pt x="110184" y="50211"/>
                </a:cubicBezTo>
                <a:cubicBezTo>
                  <a:pt x="110184" y="78065"/>
                  <a:pt x="103965" y="91045"/>
                  <a:pt x="90717" y="91045"/>
                </a:cubicBezTo>
                <a:cubicBezTo>
                  <a:pt x="78143" y="91045"/>
                  <a:pt x="71789" y="77524"/>
                  <a:pt x="71789" y="50616"/>
                </a:cubicBezTo>
                <a:cubicBezTo>
                  <a:pt x="71789" y="23709"/>
                  <a:pt x="78143" y="10591"/>
                  <a:pt x="90987" y="10591"/>
                </a:cubicBezTo>
                <a:close/>
                <a:moveTo>
                  <a:pt x="158585" y="45"/>
                </a:moveTo>
                <a:cubicBezTo>
                  <a:pt x="149662" y="45"/>
                  <a:pt x="141549" y="4103"/>
                  <a:pt x="136548" y="10727"/>
                </a:cubicBezTo>
                <a:cubicBezTo>
                  <a:pt x="130329" y="19381"/>
                  <a:pt x="127220" y="32361"/>
                  <a:pt x="127220" y="50482"/>
                </a:cubicBezTo>
                <a:cubicBezTo>
                  <a:pt x="127220" y="83474"/>
                  <a:pt x="138034" y="100914"/>
                  <a:pt x="158585" y="100914"/>
                </a:cubicBezTo>
                <a:cubicBezTo>
                  <a:pt x="178863" y="100914"/>
                  <a:pt x="189949" y="83474"/>
                  <a:pt x="189949" y="51292"/>
                </a:cubicBezTo>
                <a:cubicBezTo>
                  <a:pt x="189949" y="32361"/>
                  <a:pt x="186976" y="19651"/>
                  <a:pt x="180621" y="10727"/>
                </a:cubicBezTo>
                <a:cubicBezTo>
                  <a:pt x="175618" y="3967"/>
                  <a:pt x="167643" y="45"/>
                  <a:pt x="158585" y="45"/>
                </a:cubicBezTo>
                <a:moveTo>
                  <a:pt x="158585" y="10591"/>
                </a:moveTo>
                <a:cubicBezTo>
                  <a:pt x="171428" y="10591"/>
                  <a:pt x="177782" y="23709"/>
                  <a:pt x="177782" y="50211"/>
                </a:cubicBezTo>
                <a:cubicBezTo>
                  <a:pt x="177782" y="78065"/>
                  <a:pt x="171562" y="91045"/>
                  <a:pt x="158314" y="91045"/>
                </a:cubicBezTo>
                <a:cubicBezTo>
                  <a:pt x="145741" y="91045"/>
                  <a:pt x="139387" y="77524"/>
                  <a:pt x="139387" y="50616"/>
                </a:cubicBezTo>
                <a:cubicBezTo>
                  <a:pt x="139387" y="23709"/>
                  <a:pt x="145741" y="10591"/>
                  <a:pt x="158585" y="10591"/>
                </a:cubicBezTo>
                <a:close/>
                <a:moveTo>
                  <a:pt x="226182" y="45"/>
                </a:moveTo>
                <a:cubicBezTo>
                  <a:pt x="217260" y="45"/>
                  <a:pt x="209146" y="4103"/>
                  <a:pt x="204146" y="10727"/>
                </a:cubicBezTo>
                <a:cubicBezTo>
                  <a:pt x="197926" y="19381"/>
                  <a:pt x="194817" y="32361"/>
                  <a:pt x="194817" y="50482"/>
                </a:cubicBezTo>
                <a:cubicBezTo>
                  <a:pt x="194817" y="83474"/>
                  <a:pt x="205631" y="100914"/>
                  <a:pt x="226182" y="100914"/>
                </a:cubicBezTo>
                <a:cubicBezTo>
                  <a:pt x="246460" y="100914"/>
                  <a:pt x="257546" y="83474"/>
                  <a:pt x="257546" y="51292"/>
                </a:cubicBezTo>
                <a:cubicBezTo>
                  <a:pt x="257546" y="32361"/>
                  <a:pt x="254574" y="19651"/>
                  <a:pt x="248218" y="10727"/>
                </a:cubicBezTo>
                <a:cubicBezTo>
                  <a:pt x="243215" y="3967"/>
                  <a:pt x="235240" y="45"/>
                  <a:pt x="226182" y="45"/>
                </a:cubicBezTo>
                <a:moveTo>
                  <a:pt x="226182" y="10591"/>
                </a:moveTo>
                <a:cubicBezTo>
                  <a:pt x="239026" y="10591"/>
                  <a:pt x="245379" y="23709"/>
                  <a:pt x="245379" y="50211"/>
                </a:cubicBezTo>
                <a:cubicBezTo>
                  <a:pt x="245379" y="78065"/>
                  <a:pt x="239160" y="91045"/>
                  <a:pt x="225912" y="91045"/>
                </a:cubicBezTo>
                <a:cubicBezTo>
                  <a:pt x="213338" y="91045"/>
                  <a:pt x="206984" y="77524"/>
                  <a:pt x="206984" y="50616"/>
                </a:cubicBezTo>
                <a:cubicBezTo>
                  <a:pt x="206984" y="23709"/>
                  <a:pt x="213338" y="10591"/>
                  <a:pt x="226182" y="1059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1500">
            <a:extLst xmlns:a="http://schemas.openxmlformats.org/drawingml/2006/main">
              <a:ext uri="{FF2B5EF4-FFF2-40B4-BE49-F238E27FC236}">
                <a16:creationId xmlns:a16="http://schemas.microsoft.com/office/drawing/2014/main" id="{8BF69712-979B-474B-B47E-299B714F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73" y="310387"/>
            <a:ext cx="257546" cy="100914"/>
          </a:xfrm>
          <a:custGeom xmlns:a="http://schemas.openxmlformats.org/drawingml/2006/main">
            <a:pathLst>
              <a:path w="257546" h="100914">
                <a:moveTo>
                  <a:pt x="21225" y="28120"/>
                </a:moveTo>
                <a:lnTo>
                  <a:pt x="21225" y="97745"/>
                </a:lnTo>
                <a:lnTo>
                  <a:pt x="33124" y="97745"/>
                </a:lnTo>
                <a:lnTo>
                  <a:pt x="33124" y="0"/>
                </a:lnTo>
                <a:lnTo>
                  <a:pt x="25281" y="0"/>
                </a:lnTo>
                <a:cubicBezTo>
                  <a:pt x="21091" y="15006"/>
                  <a:pt x="18387" y="17033"/>
                  <a:pt x="0" y="19468"/>
                </a:cubicBezTo>
                <a:lnTo>
                  <a:pt x="0" y="28120"/>
                </a:lnTo>
                <a:lnTo>
                  <a:pt x="21225" y="28120"/>
                </a:lnTo>
                <a:close/>
                <a:moveTo>
                  <a:pt x="118162" y="1894"/>
                </a:moveTo>
                <a:lnTo>
                  <a:pt x="68679" y="1894"/>
                </a:lnTo>
                <a:lnTo>
                  <a:pt x="61514" y="54112"/>
                </a:lnTo>
                <a:lnTo>
                  <a:pt x="72464" y="54112"/>
                </a:lnTo>
                <a:cubicBezTo>
                  <a:pt x="78007" y="47482"/>
                  <a:pt x="82605" y="45182"/>
                  <a:pt x="90176" y="45182"/>
                </a:cubicBezTo>
                <a:cubicBezTo>
                  <a:pt x="103020" y="45182"/>
                  <a:pt x="110995" y="53976"/>
                  <a:pt x="110995" y="68181"/>
                </a:cubicBezTo>
                <a:cubicBezTo>
                  <a:pt x="110995" y="81982"/>
                  <a:pt x="103020" y="90370"/>
                  <a:pt x="90040" y="90370"/>
                </a:cubicBezTo>
                <a:cubicBezTo>
                  <a:pt x="79631" y="90370"/>
                  <a:pt x="73277" y="85093"/>
                  <a:pt x="70436" y="74269"/>
                </a:cubicBezTo>
                <a:lnTo>
                  <a:pt x="58539" y="74269"/>
                </a:lnTo>
                <a:cubicBezTo>
                  <a:pt x="60163" y="82116"/>
                  <a:pt x="61514" y="85904"/>
                  <a:pt x="64353" y="89423"/>
                </a:cubicBezTo>
                <a:cubicBezTo>
                  <a:pt x="69762" y="96724"/>
                  <a:pt x="79494" y="100914"/>
                  <a:pt x="90310" y="100914"/>
                </a:cubicBezTo>
                <a:cubicBezTo>
                  <a:pt x="109644" y="100914"/>
                  <a:pt x="123164" y="86853"/>
                  <a:pt x="123164" y="66558"/>
                </a:cubicBezTo>
                <a:cubicBezTo>
                  <a:pt x="123164" y="47618"/>
                  <a:pt x="110591" y="34636"/>
                  <a:pt x="92204" y="34636"/>
                </a:cubicBezTo>
                <a:cubicBezTo>
                  <a:pt x="85444" y="34636"/>
                  <a:pt x="80037" y="36394"/>
                  <a:pt x="74494" y="40452"/>
                </a:cubicBezTo>
                <a:lnTo>
                  <a:pt x="78279" y="13656"/>
                </a:lnTo>
                <a:lnTo>
                  <a:pt x="118162" y="13656"/>
                </a:lnTo>
                <a:lnTo>
                  <a:pt x="118162" y="1894"/>
                </a:lnTo>
                <a:close/>
                <a:moveTo>
                  <a:pt x="158585" y="45"/>
                </a:moveTo>
                <a:cubicBezTo>
                  <a:pt x="149662" y="45"/>
                  <a:pt x="141549" y="4103"/>
                  <a:pt x="136548" y="10727"/>
                </a:cubicBezTo>
                <a:cubicBezTo>
                  <a:pt x="130329" y="19381"/>
                  <a:pt x="127220" y="32361"/>
                  <a:pt x="127220" y="50482"/>
                </a:cubicBezTo>
                <a:cubicBezTo>
                  <a:pt x="127220" y="83474"/>
                  <a:pt x="138034" y="100914"/>
                  <a:pt x="158585" y="100914"/>
                </a:cubicBezTo>
                <a:cubicBezTo>
                  <a:pt x="178863" y="100914"/>
                  <a:pt x="189949" y="83474"/>
                  <a:pt x="189949" y="51292"/>
                </a:cubicBezTo>
                <a:cubicBezTo>
                  <a:pt x="189949" y="32361"/>
                  <a:pt x="186976" y="19651"/>
                  <a:pt x="180621" y="10727"/>
                </a:cubicBezTo>
                <a:cubicBezTo>
                  <a:pt x="175618" y="3967"/>
                  <a:pt x="167643" y="45"/>
                  <a:pt x="158585" y="45"/>
                </a:cubicBezTo>
                <a:moveTo>
                  <a:pt x="158585" y="10591"/>
                </a:moveTo>
                <a:cubicBezTo>
                  <a:pt x="171428" y="10591"/>
                  <a:pt x="177782" y="23709"/>
                  <a:pt x="177782" y="50211"/>
                </a:cubicBezTo>
                <a:cubicBezTo>
                  <a:pt x="177782" y="78065"/>
                  <a:pt x="171562" y="91045"/>
                  <a:pt x="158314" y="91045"/>
                </a:cubicBezTo>
                <a:cubicBezTo>
                  <a:pt x="145741" y="91045"/>
                  <a:pt x="139387" y="77524"/>
                  <a:pt x="139387" y="50616"/>
                </a:cubicBezTo>
                <a:cubicBezTo>
                  <a:pt x="139387" y="23709"/>
                  <a:pt x="145741" y="10591"/>
                  <a:pt x="158585" y="10591"/>
                </a:cubicBezTo>
                <a:close/>
                <a:moveTo>
                  <a:pt x="226182" y="45"/>
                </a:moveTo>
                <a:cubicBezTo>
                  <a:pt x="217260" y="45"/>
                  <a:pt x="209146" y="4103"/>
                  <a:pt x="204146" y="10727"/>
                </a:cubicBezTo>
                <a:cubicBezTo>
                  <a:pt x="197926" y="19381"/>
                  <a:pt x="194817" y="32361"/>
                  <a:pt x="194817" y="50482"/>
                </a:cubicBezTo>
                <a:cubicBezTo>
                  <a:pt x="194817" y="83474"/>
                  <a:pt x="205631" y="100914"/>
                  <a:pt x="226182" y="100914"/>
                </a:cubicBezTo>
                <a:cubicBezTo>
                  <a:pt x="246460" y="100914"/>
                  <a:pt x="257546" y="83474"/>
                  <a:pt x="257546" y="51292"/>
                </a:cubicBezTo>
                <a:cubicBezTo>
                  <a:pt x="257546" y="32361"/>
                  <a:pt x="254574" y="19651"/>
                  <a:pt x="248218" y="10727"/>
                </a:cubicBezTo>
                <a:cubicBezTo>
                  <a:pt x="243215" y="3967"/>
                  <a:pt x="235240" y="45"/>
                  <a:pt x="226182" y="45"/>
                </a:cubicBezTo>
                <a:moveTo>
                  <a:pt x="226182" y="10591"/>
                </a:moveTo>
                <a:cubicBezTo>
                  <a:pt x="239026" y="10591"/>
                  <a:pt x="245379" y="23709"/>
                  <a:pt x="245379" y="50211"/>
                </a:cubicBezTo>
                <a:cubicBezTo>
                  <a:pt x="245379" y="78065"/>
                  <a:pt x="239160" y="91045"/>
                  <a:pt x="225912" y="91045"/>
                </a:cubicBezTo>
                <a:cubicBezTo>
                  <a:pt x="213338" y="91045"/>
                  <a:pt x="206984" y="77524"/>
                  <a:pt x="206984" y="50616"/>
                </a:cubicBezTo>
                <a:cubicBezTo>
                  <a:pt x="206984" y="23709"/>
                  <a:pt x="213338" y="10591"/>
                  <a:pt x="226182" y="1059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00005-A94C-469A-AB41-193C81EC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350" y="1326625"/>
            <a:ext cx="61784" cy="10"/>
          </a:xfrm>
          <a:custGeom xmlns:a="http://schemas.openxmlformats.org/drawingml/2006/main">
            <a:pathLst>
              <a:path w="61784" h="1" fill="none">
                <a:moveTo>
                  <a:pt x="0" y="0"/>
                </a:moveTo>
                <a:lnTo>
                  <a:pt x="61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40E8F-94F2-4418-B803-0273A212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350" y="1006415"/>
            <a:ext cx="61784" cy="10"/>
          </a:xfrm>
          <a:custGeom xmlns:a="http://schemas.openxmlformats.org/drawingml/2006/main">
            <a:pathLst>
              <a:path w="61784" h="1" fill="none">
                <a:moveTo>
                  <a:pt x="0" y="0"/>
                </a:moveTo>
                <a:lnTo>
                  <a:pt x="61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5756E-041B-426B-92CA-E0A025E9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350" y="686205"/>
            <a:ext cx="61784" cy="10"/>
          </a:xfrm>
          <a:custGeom xmlns:a="http://schemas.openxmlformats.org/drawingml/2006/main">
            <a:pathLst>
              <a:path w="61784" h="1" fill="none">
                <a:moveTo>
                  <a:pt x="0" y="0"/>
                </a:moveTo>
                <a:lnTo>
                  <a:pt x="61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20CE9-9931-4FC8-9CAE-D751FF2F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350" y="365905"/>
            <a:ext cx="61784" cy="10"/>
          </a:xfrm>
          <a:custGeom xmlns:a="http://schemas.openxmlformats.org/drawingml/2006/main">
            <a:pathLst>
              <a:path w="61784" h="1" fill="none">
                <a:moveTo>
                  <a:pt x="0" y="0"/>
                </a:moveTo>
                <a:lnTo>
                  <a:pt x="61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27348-3210-4FC4-A8D7-2EBDDC57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042" y="1380230"/>
            <a:ext cx="10" cy="61784"/>
          </a:xfrm>
          <a:custGeom xmlns:a="http://schemas.openxmlformats.org/drawingml/2006/main">
            <a:pathLst>
              <a:path w="1" h="61784" fill="none">
                <a:moveTo>
                  <a:pt x="0" y="61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C38FF-D2AC-41B1-B9F8-7043689C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698" y="1380230"/>
            <a:ext cx="10" cy="61784"/>
          </a:xfrm>
          <a:custGeom xmlns:a="http://schemas.openxmlformats.org/drawingml/2006/main">
            <a:pathLst>
              <a:path w="1" h="61784" fill="none">
                <a:moveTo>
                  <a:pt x="0" y="61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A9426-1C15-4567-A112-553E60E1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421" y="1380230"/>
            <a:ext cx="10" cy="61784"/>
          </a:xfrm>
          <a:custGeom xmlns:a="http://schemas.openxmlformats.org/drawingml/2006/main">
            <a:pathLst>
              <a:path w="1" h="61784" fill="none">
                <a:moveTo>
                  <a:pt x="0" y="61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74E08-7B0A-4D63-9AD6-08CED16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054" y="1380230"/>
            <a:ext cx="10" cy="61784"/>
          </a:xfrm>
          <a:custGeom xmlns:a="http://schemas.openxmlformats.org/drawingml/2006/main">
            <a:pathLst>
              <a:path w="1" h="61784" fill="none">
                <a:moveTo>
                  <a:pt x="0" y="61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99A7D-774F-491C-BAED-F29E2649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777" y="1380230"/>
            <a:ext cx="10" cy="61784"/>
          </a:xfrm>
          <a:custGeom xmlns:a="http://schemas.openxmlformats.org/drawingml/2006/main">
            <a:pathLst>
              <a:path w="1" h="61784" fill="none">
                <a:moveTo>
                  <a:pt x="0" y="61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B6F3F6-76B6-4C9C-86C2-EB4C964F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411" y="1380230"/>
            <a:ext cx="10" cy="61784"/>
          </a:xfrm>
          <a:custGeom xmlns:a="http://schemas.openxmlformats.org/drawingml/2006/main">
            <a:pathLst>
              <a:path w="1" h="61784" fill="none">
                <a:moveTo>
                  <a:pt x="0" y="6178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33333"/>
            </a:solidFill>
            <a:round/>
          </a:ln>
        </p:spPr>
      </p:sp>
      <p:sp>
        <p:nvSpPr>
          <p:cNvPr id="98" name="Text 0.0">
            <a:extLst xmlns:a="http://schemas.openxmlformats.org/drawingml/2006/main">
              <a:ext uri="{FF2B5EF4-FFF2-40B4-BE49-F238E27FC236}">
                <a16:creationId xmlns:a16="http://schemas.microsoft.com/office/drawing/2014/main" id="{116FC7DB-9909-43F3-B662-89DFDC81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735" y="1492246"/>
            <a:ext cx="175346" cy="100868"/>
          </a:xfrm>
          <a:custGeom xmlns:a="http://schemas.openxmlformats.org/drawingml/2006/main">
            <a:pathLst>
              <a:path w="175346" h="100868">
                <a:moveTo>
                  <a:pt x="31365" y="0"/>
                </a:moveTo>
                <a:cubicBezTo>
                  <a:pt x="22442" y="0"/>
                  <a:pt x="14329" y="4058"/>
                  <a:pt x="9329" y="10682"/>
                </a:cubicBezTo>
                <a:cubicBezTo>
                  <a:pt x="3109" y="19336"/>
                  <a:pt x="0" y="32316"/>
                  <a:pt x="0" y="50436"/>
                </a:cubicBezTo>
                <a:cubicBezTo>
                  <a:pt x="0" y="83428"/>
                  <a:pt x="10814" y="100868"/>
                  <a:pt x="31365" y="100868"/>
                </a:cubicBezTo>
                <a:cubicBezTo>
                  <a:pt x="51643" y="100868"/>
                  <a:pt x="62729" y="83428"/>
                  <a:pt x="62729" y="51247"/>
                </a:cubicBezTo>
                <a:cubicBezTo>
                  <a:pt x="62729" y="32316"/>
                  <a:pt x="59756" y="19606"/>
                  <a:pt x="53401" y="10682"/>
                </a:cubicBezTo>
                <a:cubicBezTo>
                  <a:pt x="48398" y="3922"/>
                  <a:pt x="40423" y="0"/>
                  <a:pt x="31365" y="0"/>
                </a:cubicBezTo>
                <a:moveTo>
                  <a:pt x="31365" y="10546"/>
                </a:moveTo>
                <a:cubicBezTo>
                  <a:pt x="44208" y="10546"/>
                  <a:pt x="50562" y="23664"/>
                  <a:pt x="50562" y="50166"/>
                </a:cubicBezTo>
                <a:cubicBezTo>
                  <a:pt x="50562" y="78019"/>
                  <a:pt x="44342" y="90999"/>
                  <a:pt x="31094" y="90999"/>
                </a:cubicBezTo>
                <a:cubicBezTo>
                  <a:pt x="18521" y="90999"/>
                  <a:pt x="12167" y="77479"/>
                  <a:pt x="12167" y="50570"/>
                </a:cubicBezTo>
                <a:cubicBezTo>
                  <a:pt x="12167" y="23664"/>
                  <a:pt x="18521" y="10546"/>
                  <a:pt x="31365" y="10546"/>
                </a:cubicBezTo>
                <a:close/>
                <a:moveTo>
                  <a:pt x="87606" y="83641"/>
                </a:moveTo>
                <a:lnTo>
                  <a:pt x="73545" y="83641"/>
                </a:lnTo>
                <a:lnTo>
                  <a:pt x="73545" y="97700"/>
                </a:lnTo>
                <a:lnTo>
                  <a:pt x="87606" y="97700"/>
                </a:lnTo>
                <a:lnTo>
                  <a:pt x="87606" y="83641"/>
                </a:lnTo>
                <a:close/>
                <a:moveTo>
                  <a:pt x="143982" y="0"/>
                </a:moveTo>
                <a:cubicBezTo>
                  <a:pt x="135060" y="0"/>
                  <a:pt x="126946" y="4058"/>
                  <a:pt x="121946" y="10682"/>
                </a:cubicBezTo>
                <a:cubicBezTo>
                  <a:pt x="115726" y="19336"/>
                  <a:pt x="112617" y="32316"/>
                  <a:pt x="112617" y="50436"/>
                </a:cubicBezTo>
                <a:cubicBezTo>
                  <a:pt x="112617" y="83428"/>
                  <a:pt x="123431" y="100868"/>
                  <a:pt x="143982" y="100868"/>
                </a:cubicBezTo>
                <a:cubicBezTo>
                  <a:pt x="164260" y="100868"/>
                  <a:pt x="175346" y="83428"/>
                  <a:pt x="175346" y="51247"/>
                </a:cubicBezTo>
                <a:cubicBezTo>
                  <a:pt x="175346" y="32316"/>
                  <a:pt x="172374" y="19606"/>
                  <a:pt x="166018" y="10682"/>
                </a:cubicBezTo>
                <a:cubicBezTo>
                  <a:pt x="161015" y="3922"/>
                  <a:pt x="153040" y="0"/>
                  <a:pt x="143982" y="0"/>
                </a:cubicBezTo>
                <a:moveTo>
                  <a:pt x="143982" y="10546"/>
                </a:moveTo>
                <a:cubicBezTo>
                  <a:pt x="156825" y="10546"/>
                  <a:pt x="163179" y="23664"/>
                  <a:pt x="163179" y="50166"/>
                </a:cubicBezTo>
                <a:cubicBezTo>
                  <a:pt x="163179" y="78019"/>
                  <a:pt x="156960" y="90999"/>
                  <a:pt x="143712" y="90999"/>
                </a:cubicBezTo>
                <a:cubicBezTo>
                  <a:pt x="131138" y="90999"/>
                  <a:pt x="124784" y="77479"/>
                  <a:pt x="124784" y="50570"/>
                </a:cubicBezTo>
                <a:cubicBezTo>
                  <a:pt x="124784" y="23664"/>
                  <a:pt x="131138" y="10546"/>
                  <a:pt x="143982" y="1054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0.2">
            <a:extLst xmlns:a="http://schemas.openxmlformats.org/drawingml/2006/main">
              <a:ext uri="{FF2B5EF4-FFF2-40B4-BE49-F238E27FC236}">
                <a16:creationId xmlns:a16="http://schemas.microsoft.com/office/drawing/2014/main" id="{C6684B88-785B-41F4-878A-D38F9645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412" y="1492246"/>
            <a:ext cx="175888" cy="100868"/>
          </a:xfrm>
          <a:custGeom xmlns:a="http://schemas.openxmlformats.org/drawingml/2006/main">
            <a:pathLst>
              <a:path w="175888" h="100868">
                <a:moveTo>
                  <a:pt x="31365" y="0"/>
                </a:moveTo>
                <a:cubicBezTo>
                  <a:pt x="22442" y="0"/>
                  <a:pt x="14329" y="4058"/>
                  <a:pt x="9329" y="10682"/>
                </a:cubicBezTo>
                <a:cubicBezTo>
                  <a:pt x="3109" y="19336"/>
                  <a:pt x="0" y="32316"/>
                  <a:pt x="0" y="50436"/>
                </a:cubicBezTo>
                <a:cubicBezTo>
                  <a:pt x="0" y="83428"/>
                  <a:pt x="10814" y="100868"/>
                  <a:pt x="31365" y="100868"/>
                </a:cubicBezTo>
                <a:cubicBezTo>
                  <a:pt x="51643" y="100868"/>
                  <a:pt x="62729" y="83428"/>
                  <a:pt x="62729" y="51247"/>
                </a:cubicBezTo>
                <a:cubicBezTo>
                  <a:pt x="62729" y="32316"/>
                  <a:pt x="59756" y="19606"/>
                  <a:pt x="53401" y="10682"/>
                </a:cubicBezTo>
                <a:cubicBezTo>
                  <a:pt x="48398" y="3922"/>
                  <a:pt x="40423" y="0"/>
                  <a:pt x="31365" y="0"/>
                </a:cubicBezTo>
                <a:moveTo>
                  <a:pt x="31365" y="10546"/>
                </a:moveTo>
                <a:cubicBezTo>
                  <a:pt x="44208" y="10546"/>
                  <a:pt x="50562" y="23664"/>
                  <a:pt x="50562" y="50166"/>
                </a:cubicBezTo>
                <a:cubicBezTo>
                  <a:pt x="50562" y="78019"/>
                  <a:pt x="44342" y="90999"/>
                  <a:pt x="31094" y="90999"/>
                </a:cubicBezTo>
                <a:cubicBezTo>
                  <a:pt x="18521" y="90999"/>
                  <a:pt x="12167" y="77479"/>
                  <a:pt x="12167" y="50570"/>
                </a:cubicBezTo>
                <a:cubicBezTo>
                  <a:pt x="12167" y="23664"/>
                  <a:pt x="18521" y="10546"/>
                  <a:pt x="31365" y="10546"/>
                </a:cubicBezTo>
                <a:close/>
                <a:moveTo>
                  <a:pt x="87606" y="83641"/>
                </a:moveTo>
                <a:lnTo>
                  <a:pt x="73546" y="83641"/>
                </a:lnTo>
                <a:lnTo>
                  <a:pt x="73546" y="97700"/>
                </a:lnTo>
                <a:lnTo>
                  <a:pt x="87606" y="97700"/>
                </a:lnTo>
                <a:lnTo>
                  <a:pt x="87606" y="83641"/>
                </a:lnTo>
                <a:close/>
                <a:moveTo>
                  <a:pt x="175213" y="85941"/>
                </a:moveTo>
                <a:lnTo>
                  <a:pt x="124785" y="85941"/>
                </a:lnTo>
                <a:cubicBezTo>
                  <a:pt x="126002" y="77836"/>
                  <a:pt x="130328" y="72701"/>
                  <a:pt x="142089" y="65539"/>
                </a:cubicBezTo>
                <a:lnTo>
                  <a:pt x="155609" y="57972"/>
                </a:lnTo>
                <a:cubicBezTo>
                  <a:pt x="168993" y="50541"/>
                  <a:pt x="175888" y="40542"/>
                  <a:pt x="175888" y="28518"/>
                </a:cubicBezTo>
                <a:cubicBezTo>
                  <a:pt x="175888" y="20410"/>
                  <a:pt x="172645" y="12844"/>
                  <a:pt x="166966" y="7573"/>
                </a:cubicBezTo>
                <a:cubicBezTo>
                  <a:pt x="161288" y="2434"/>
                  <a:pt x="154258" y="0"/>
                  <a:pt x="145200" y="0"/>
                </a:cubicBezTo>
                <a:cubicBezTo>
                  <a:pt x="133033" y="0"/>
                  <a:pt x="123974" y="4328"/>
                  <a:pt x="118702" y="12708"/>
                </a:cubicBezTo>
                <a:cubicBezTo>
                  <a:pt x="115320" y="17842"/>
                  <a:pt x="113833" y="23924"/>
                  <a:pt x="113563" y="33786"/>
                </a:cubicBezTo>
                <a:lnTo>
                  <a:pt x="125460" y="33786"/>
                </a:lnTo>
                <a:cubicBezTo>
                  <a:pt x="125866" y="27167"/>
                  <a:pt x="126677" y="23247"/>
                  <a:pt x="128300" y="20004"/>
                </a:cubicBezTo>
                <a:cubicBezTo>
                  <a:pt x="131409" y="14059"/>
                  <a:pt x="137629" y="10412"/>
                  <a:pt x="144793" y="10412"/>
                </a:cubicBezTo>
                <a:cubicBezTo>
                  <a:pt x="155609" y="10412"/>
                  <a:pt x="163721" y="18249"/>
                  <a:pt x="163721" y="28788"/>
                </a:cubicBezTo>
                <a:cubicBezTo>
                  <a:pt x="163721" y="36625"/>
                  <a:pt x="159261" y="43381"/>
                  <a:pt x="150743" y="48243"/>
                </a:cubicBezTo>
                <a:lnTo>
                  <a:pt x="138303" y="55540"/>
                </a:lnTo>
                <a:cubicBezTo>
                  <a:pt x="118295" y="67026"/>
                  <a:pt x="112482" y="76214"/>
                  <a:pt x="111401" y="97568"/>
                </a:cubicBezTo>
                <a:lnTo>
                  <a:pt x="175213" y="97568"/>
                </a:lnTo>
                <a:lnTo>
                  <a:pt x="175213" y="85941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0.4">
            <a:extLst xmlns:a="http://schemas.openxmlformats.org/drawingml/2006/main">
              <a:ext uri="{FF2B5EF4-FFF2-40B4-BE49-F238E27FC236}">
                <a16:creationId xmlns:a16="http://schemas.microsoft.com/office/drawing/2014/main" id="{5660DAB5-C78A-499D-AA25-87C226CA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091" y="1492213"/>
            <a:ext cx="177105" cy="100901"/>
          </a:xfrm>
          <a:custGeom xmlns:a="http://schemas.openxmlformats.org/drawingml/2006/main">
            <a:pathLst>
              <a:path w="177105" h="100901">
                <a:moveTo>
                  <a:pt x="31365" y="33"/>
                </a:moveTo>
                <a:cubicBezTo>
                  <a:pt x="22442" y="33"/>
                  <a:pt x="14329" y="4091"/>
                  <a:pt x="9329" y="10715"/>
                </a:cubicBezTo>
                <a:cubicBezTo>
                  <a:pt x="3109" y="19369"/>
                  <a:pt x="0" y="32349"/>
                  <a:pt x="0" y="50469"/>
                </a:cubicBezTo>
                <a:cubicBezTo>
                  <a:pt x="0" y="83461"/>
                  <a:pt x="10814" y="100901"/>
                  <a:pt x="31365" y="100901"/>
                </a:cubicBezTo>
                <a:cubicBezTo>
                  <a:pt x="51643" y="100901"/>
                  <a:pt x="62729" y="83461"/>
                  <a:pt x="62729" y="51280"/>
                </a:cubicBezTo>
                <a:cubicBezTo>
                  <a:pt x="62729" y="32349"/>
                  <a:pt x="59756" y="19639"/>
                  <a:pt x="53401" y="10715"/>
                </a:cubicBezTo>
                <a:cubicBezTo>
                  <a:pt x="48398" y="3955"/>
                  <a:pt x="40423" y="33"/>
                  <a:pt x="31365" y="33"/>
                </a:cubicBezTo>
                <a:moveTo>
                  <a:pt x="31365" y="10579"/>
                </a:moveTo>
                <a:cubicBezTo>
                  <a:pt x="44208" y="10579"/>
                  <a:pt x="50562" y="23697"/>
                  <a:pt x="50562" y="50199"/>
                </a:cubicBezTo>
                <a:cubicBezTo>
                  <a:pt x="50562" y="78052"/>
                  <a:pt x="44342" y="91032"/>
                  <a:pt x="31094" y="91032"/>
                </a:cubicBezTo>
                <a:cubicBezTo>
                  <a:pt x="18521" y="91032"/>
                  <a:pt x="12167" y="77512"/>
                  <a:pt x="12167" y="50603"/>
                </a:cubicBezTo>
                <a:cubicBezTo>
                  <a:pt x="12167" y="23697"/>
                  <a:pt x="18521" y="10579"/>
                  <a:pt x="31365" y="10579"/>
                </a:cubicBezTo>
                <a:close/>
                <a:moveTo>
                  <a:pt x="87606" y="83674"/>
                </a:moveTo>
                <a:lnTo>
                  <a:pt x="73545" y="83674"/>
                </a:lnTo>
                <a:lnTo>
                  <a:pt x="73545" y="97733"/>
                </a:lnTo>
                <a:lnTo>
                  <a:pt x="87606" y="97733"/>
                </a:lnTo>
                <a:lnTo>
                  <a:pt x="87606" y="83674"/>
                </a:lnTo>
                <a:close/>
                <a:moveTo>
                  <a:pt x="151013" y="74088"/>
                </a:moveTo>
                <a:lnTo>
                  <a:pt x="151013" y="97733"/>
                </a:lnTo>
                <a:lnTo>
                  <a:pt x="162910" y="97733"/>
                </a:lnTo>
                <a:lnTo>
                  <a:pt x="162910" y="74088"/>
                </a:lnTo>
                <a:lnTo>
                  <a:pt x="177105" y="74088"/>
                </a:lnTo>
                <a:lnTo>
                  <a:pt x="177105" y="63406"/>
                </a:lnTo>
                <a:lnTo>
                  <a:pt x="162910" y="63406"/>
                </a:lnTo>
                <a:lnTo>
                  <a:pt x="162910" y="0"/>
                </a:lnTo>
                <a:lnTo>
                  <a:pt x="154122" y="0"/>
                </a:lnTo>
                <a:lnTo>
                  <a:pt x="110590" y="61514"/>
                </a:lnTo>
                <a:lnTo>
                  <a:pt x="110590" y="74088"/>
                </a:lnTo>
                <a:lnTo>
                  <a:pt x="151013" y="74088"/>
                </a:lnTo>
                <a:moveTo>
                  <a:pt x="151013" y="63406"/>
                </a:moveTo>
                <a:lnTo>
                  <a:pt x="121000" y="63406"/>
                </a:lnTo>
                <a:lnTo>
                  <a:pt x="151013" y="20278"/>
                </a:lnTo>
                <a:lnTo>
                  <a:pt x="151013" y="63406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0.6">
            <a:extLst xmlns:a="http://schemas.openxmlformats.org/drawingml/2006/main">
              <a:ext uri="{FF2B5EF4-FFF2-40B4-BE49-F238E27FC236}">
                <a16:creationId xmlns:a16="http://schemas.microsoft.com/office/drawing/2014/main" id="{33B7352E-E811-4119-8446-9CD57E7D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769" y="1492246"/>
            <a:ext cx="176160" cy="100868"/>
          </a:xfrm>
          <a:custGeom xmlns:a="http://schemas.openxmlformats.org/drawingml/2006/main">
            <a:pathLst>
              <a:path w="176160" h="100868">
                <a:moveTo>
                  <a:pt x="31365" y="0"/>
                </a:moveTo>
                <a:cubicBezTo>
                  <a:pt x="22442" y="0"/>
                  <a:pt x="14329" y="4058"/>
                  <a:pt x="9329" y="10682"/>
                </a:cubicBezTo>
                <a:cubicBezTo>
                  <a:pt x="3109" y="19336"/>
                  <a:pt x="0" y="32316"/>
                  <a:pt x="0" y="50436"/>
                </a:cubicBezTo>
                <a:cubicBezTo>
                  <a:pt x="0" y="83428"/>
                  <a:pt x="10814" y="100868"/>
                  <a:pt x="31365" y="100868"/>
                </a:cubicBezTo>
                <a:cubicBezTo>
                  <a:pt x="51643" y="100868"/>
                  <a:pt x="62729" y="83428"/>
                  <a:pt x="62729" y="51247"/>
                </a:cubicBezTo>
                <a:cubicBezTo>
                  <a:pt x="62729" y="32316"/>
                  <a:pt x="59756" y="19606"/>
                  <a:pt x="53401" y="10682"/>
                </a:cubicBezTo>
                <a:cubicBezTo>
                  <a:pt x="48398" y="3922"/>
                  <a:pt x="40423" y="0"/>
                  <a:pt x="31365" y="0"/>
                </a:cubicBezTo>
                <a:moveTo>
                  <a:pt x="31365" y="10546"/>
                </a:moveTo>
                <a:cubicBezTo>
                  <a:pt x="44208" y="10546"/>
                  <a:pt x="50562" y="23664"/>
                  <a:pt x="50562" y="50166"/>
                </a:cubicBezTo>
                <a:cubicBezTo>
                  <a:pt x="50562" y="78019"/>
                  <a:pt x="44342" y="90999"/>
                  <a:pt x="31094" y="90999"/>
                </a:cubicBezTo>
                <a:cubicBezTo>
                  <a:pt x="18521" y="90999"/>
                  <a:pt x="12167" y="77479"/>
                  <a:pt x="12167" y="50570"/>
                </a:cubicBezTo>
                <a:cubicBezTo>
                  <a:pt x="12167" y="23664"/>
                  <a:pt x="18521" y="10546"/>
                  <a:pt x="31365" y="10546"/>
                </a:cubicBezTo>
                <a:close/>
                <a:moveTo>
                  <a:pt x="87606" y="83641"/>
                </a:moveTo>
                <a:lnTo>
                  <a:pt x="73545" y="83641"/>
                </a:lnTo>
                <a:lnTo>
                  <a:pt x="73545" y="97700"/>
                </a:lnTo>
                <a:lnTo>
                  <a:pt x="87606" y="97700"/>
                </a:lnTo>
                <a:lnTo>
                  <a:pt x="87606" y="83641"/>
                </a:lnTo>
                <a:close/>
                <a:moveTo>
                  <a:pt x="174130" y="25444"/>
                </a:moveTo>
                <a:cubicBezTo>
                  <a:pt x="171832" y="9465"/>
                  <a:pt x="161558" y="0"/>
                  <a:pt x="146957" y="0"/>
                </a:cubicBezTo>
                <a:cubicBezTo>
                  <a:pt x="136411" y="0"/>
                  <a:pt x="126947" y="5139"/>
                  <a:pt x="121270" y="13933"/>
                </a:cubicBezTo>
                <a:cubicBezTo>
                  <a:pt x="115186" y="23548"/>
                  <a:pt x="112618" y="35466"/>
                  <a:pt x="112618" y="53176"/>
                </a:cubicBezTo>
                <a:cubicBezTo>
                  <a:pt x="112618" y="69656"/>
                  <a:pt x="114916" y="80058"/>
                  <a:pt x="120729" y="88703"/>
                </a:cubicBezTo>
                <a:cubicBezTo>
                  <a:pt x="125866" y="96679"/>
                  <a:pt x="134247" y="100868"/>
                  <a:pt x="144793" y="100868"/>
                </a:cubicBezTo>
                <a:cubicBezTo>
                  <a:pt x="163046" y="100868"/>
                  <a:pt x="176160" y="87218"/>
                  <a:pt x="176160" y="68169"/>
                </a:cubicBezTo>
                <a:cubicBezTo>
                  <a:pt x="176160" y="50203"/>
                  <a:pt x="163991" y="37496"/>
                  <a:pt x="146821" y="37496"/>
                </a:cubicBezTo>
                <a:cubicBezTo>
                  <a:pt x="137358" y="37496"/>
                  <a:pt x="129922" y="41011"/>
                  <a:pt x="124785" y="48177"/>
                </a:cubicBezTo>
                <a:cubicBezTo>
                  <a:pt x="124919" y="23955"/>
                  <a:pt x="132490" y="10546"/>
                  <a:pt x="146146" y="10546"/>
                </a:cubicBezTo>
                <a:cubicBezTo>
                  <a:pt x="154528" y="10546"/>
                  <a:pt x="160341" y="15963"/>
                  <a:pt x="162233" y="25444"/>
                </a:cubicBezTo>
                <a:lnTo>
                  <a:pt x="174130" y="25444"/>
                </a:lnTo>
                <a:moveTo>
                  <a:pt x="145334" y="48041"/>
                </a:moveTo>
                <a:cubicBezTo>
                  <a:pt x="156826" y="48041"/>
                  <a:pt x="163991" y="56146"/>
                  <a:pt x="163991" y="69116"/>
                </a:cubicBezTo>
                <a:cubicBezTo>
                  <a:pt x="163991" y="81409"/>
                  <a:pt x="155879" y="90325"/>
                  <a:pt x="144929" y="90325"/>
                </a:cubicBezTo>
                <a:cubicBezTo>
                  <a:pt x="133843" y="90325"/>
                  <a:pt x="125459" y="81002"/>
                  <a:pt x="125459" y="68575"/>
                </a:cubicBezTo>
                <a:cubicBezTo>
                  <a:pt x="125459" y="56417"/>
                  <a:pt x="133573" y="48041"/>
                  <a:pt x="145334" y="4804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0.8">
            <a:extLst xmlns:a="http://schemas.openxmlformats.org/drawingml/2006/main">
              <a:ext uri="{FF2B5EF4-FFF2-40B4-BE49-F238E27FC236}">
                <a16:creationId xmlns:a16="http://schemas.microsoft.com/office/drawing/2014/main" id="{82CF82A6-D845-4E26-A5D4-87D1030B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47" y="1492246"/>
            <a:ext cx="176160" cy="100868"/>
          </a:xfrm>
          <a:custGeom xmlns:a="http://schemas.openxmlformats.org/drawingml/2006/main">
            <a:pathLst>
              <a:path w="176160" h="100868">
                <a:moveTo>
                  <a:pt x="31365" y="0"/>
                </a:moveTo>
                <a:cubicBezTo>
                  <a:pt x="22442" y="0"/>
                  <a:pt x="14329" y="4058"/>
                  <a:pt x="9329" y="10682"/>
                </a:cubicBezTo>
                <a:cubicBezTo>
                  <a:pt x="3109" y="19336"/>
                  <a:pt x="0" y="32316"/>
                  <a:pt x="0" y="50436"/>
                </a:cubicBezTo>
                <a:cubicBezTo>
                  <a:pt x="0" y="83428"/>
                  <a:pt x="10814" y="100868"/>
                  <a:pt x="31365" y="100868"/>
                </a:cubicBezTo>
                <a:cubicBezTo>
                  <a:pt x="51643" y="100868"/>
                  <a:pt x="62729" y="83428"/>
                  <a:pt x="62729" y="51247"/>
                </a:cubicBezTo>
                <a:cubicBezTo>
                  <a:pt x="62729" y="32316"/>
                  <a:pt x="59756" y="19606"/>
                  <a:pt x="53401" y="10682"/>
                </a:cubicBezTo>
                <a:cubicBezTo>
                  <a:pt x="48398" y="3922"/>
                  <a:pt x="40423" y="0"/>
                  <a:pt x="31365" y="0"/>
                </a:cubicBezTo>
                <a:moveTo>
                  <a:pt x="31365" y="10546"/>
                </a:moveTo>
                <a:cubicBezTo>
                  <a:pt x="44208" y="10546"/>
                  <a:pt x="50562" y="23664"/>
                  <a:pt x="50562" y="50166"/>
                </a:cubicBezTo>
                <a:cubicBezTo>
                  <a:pt x="50562" y="78019"/>
                  <a:pt x="44342" y="90999"/>
                  <a:pt x="31094" y="90999"/>
                </a:cubicBezTo>
                <a:cubicBezTo>
                  <a:pt x="18521" y="90999"/>
                  <a:pt x="12167" y="77479"/>
                  <a:pt x="12167" y="50570"/>
                </a:cubicBezTo>
                <a:cubicBezTo>
                  <a:pt x="12167" y="23664"/>
                  <a:pt x="18521" y="10546"/>
                  <a:pt x="31365" y="10546"/>
                </a:cubicBezTo>
                <a:close/>
                <a:moveTo>
                  <a:pt x="87606" y="83641"/>
                </a:moveTo>
                <a:lnTo>
                  <a:pt x="73546" y="83641"/>
                </a:lnTo>
                <a:lnTo>
                  <a:pt x="73546" y="97700"/>
                </a:lnTo>
                <a:lnTo>
                  <a:pt x="87606" y="97700"/>
                </a:lnTo>
                <a:lnTo>
                  <a:pt x="87606" y="83641"/>
                </a:lnTo>
                <a:close/>
                <a:moveTo>
                  <a:pt x="159665" y="46215"/>
                </a:moveTo>
                <a:cubicBezTo>
                  <a:pt x="169670" y="40132"/>
                  <a:pt x="172779" y="35270"/>
                  <a:pt x="172779" y="26084"/>
                </a:cubicBezTo>
                <a:cubicBezTo>
                  <a:pt x="172779" y="10682"/>
                  <a:pt x="161016" y="0"/>
                  <a:pt x="143983" y="0"/>
                </a:cubicBezTo>
                <a:cubicBezTo>
                  <a:pt x="127083" y="0"/>
                  <a:pt x="115186" y="10682"/>
                  <a:pt x="115186" y="25947"/>
                </a:cubicBezTo>
                <a:cubicBezTo>
                  <a:pt x="115186" y="35270"/>
                  <a:pt x="118295" y="39998"/>
                  <a:pt x="128164" y="46215"/>
                </a:cubicBezTo>
                <a:cubicBezTo>
                  <a:pt x="117214" y="51759"/>
                  <a:pt x="111805" y="59742"/>
                  <a:pt x="111805" y="70568"/>
                </a:cubicBezTo>
                <a:cubicBezTo>
                  <a:pt x="111805" y="88429"/>
                  <a:pt x="124919" y="100868"/>
                  <a:pt x="143983" y="100868"/>
                </a:cubicBezTo>
                <a:cubicBezTo>
                  <a:pt x="162910" y="100868"/>
                  <a:pt x="176160" y="88429"/>
                  <a:pt x="176160" y="70568"/>
                </a:cubicBezTo>
                <a:cubicBezTo>
                  <a:pt x="176160" y="59742"/>
                  <a:pt x="170751" y="51759"/>
                  <a:pt x="159665" y="46215"/>
                </a:cubicBezTo>
                <a:moveTo>
                  <a:pt x="143983" y="10546"/>
                </a:moveTo>
                <a:cubicBezTo>
                  <a:pt x="154122" y="10546"/>
                  <a:pt x="160612" y="16625"/>
                  <a:pt x="160612" y="26354"/>
                </a:cubicBezTo>
                <a:cubicBezTo>
                  <a:pt x="160612" y="35540"/>
                  <a:pt x="153988" y="41619"/>
                  <a:pt x="143983" y="41619"/>
                </a:cubicBezTo>
                <a:cubicBezTo>
                  <a:pt x="133843" y="41619"/>
                  <a:pt x="127353" y="35540"/>
                  <a:pt x="127353" y="26084"/>
                </a:cubicBezTo>
                <a:cubicBezTo>
                  <a:pt x="127353" y="16625"/>
                  <a:pt x="133843" y="10546"/>
                  <a:pt x="143983" y="10546"/>
                </a:cubicBezTo>
                <a:moveTo>
                  <a:pt x="143983" y="51622"/>
                </a:moveTo>
                <a:cubicBezTo>
                  <a:pt x="155879" y="51622"/>
                  <a:pt x="163991" y="59472"/>
                  <a:pt x="163991" y="70838"/>
                </a:cubicBezTo>
                <a:cubicBezTo>
                  <a:pt x="163991" y="82611"/>
                  <a:pt x="156016" y="90325"/>
                  <a:pt x="143712" y="90325"/>
                </a:cubicBezTo>
                <a:cubicBezTo>
                  <a:pt x="132086" y="90325"/>
                  <a:pt x="123974" y="82341"/>
                  <a:pt x="123974" y="70975"/>
                </a:cubicBezTo>
                <a:cubicBezTo>
                  <a:pt x="123974" y="59336"/>
                  <a:pt x="131950" y="51622"/>
                  <a:pt x="143983" y="51622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1.0">
            <a:extLst xmlns:a="http://schemas.openxmlformats.org/drawingml/2006/main">
              <a:ext uri="{FF2B5EF4-FFF2-40B4-BE49-F238E27FC236}">
                <a16:creationId xmlns:a16="http://schemas.microsoft.com/office/drawing/2014/main" id="{23C8B896-70A7-4245-B14A-476BB2EF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02" y="1492201"/>
            <a:ext cx="167371" cy="100914"/>
          </a:xfrm>
          <a:custGeom xmlns:a="http://schemas.openxmlformats.org/drawingml/2006/main">
            <a:pathLst>
              <a:path w="167371" h="100914">
                <a:moveTo>
                  <a:pt x="21225" y="28120"/>
                </a:moveTo>
                <a:lnTo>
                  <a:pt x="21225" y="97745"/>
                </a:lnTo>
                <a:lnTo>
                  <a:pt x="33124" y="97745"/>
                </a:lnTo>
                <a:lnTo>
                  <a:pt x="33124" y="0"/>
                </a:lnTo>
                <a:lnTo>
                  <a:pt x="25281" y="0"/>
                </a:lnTo>
                <a:cubicBezTo>
                  <a:pt x="21091" y="15006"/>
                  <a:pt x="18387" y="17033"/>
                  <a:pt x="0" y="19468"/>
                </a:cubicBezTo>
                <a:lnTo>
                  <a:pt x="0" y="28120"/>
                </a:lnTo>
                <a:lnTo>
                  <a:pt x="21225" y="28120"/>
                </a:lnTo>
                <a:close/>
                <a:moveTo>
                  <a:pt x="79630" y="83686"/>
                </a:moveTo>
                <a:lnTo>
                  <a:pt x="65569" y="83686"/>
                </a:lnTo>
                <a:lnTo>
                  <a:pt x="65569" y="97745"/>
                </a:lnTo>
                <a:lnTo>
                  <a:pt x="79630" y="97745"/>
                </a:lnTo>
                <a:lnTo>
                  <a:pt x="79630" y="83686"/>
                </a:lnTo>
                <a:close/>
                <a:moveTo>
                  <a:pt x="136007" y="45"/>
                </a:moveTo>
                <a:cubicBezTo>
                  <a:pt x="127084" y="45"/>
                  <a:pt x="118971" y="4103"/>
                  <a:pt x="113970" y="10727"/>
                </a:cubicBezTo>
                <a:cubicBezTo>
                  <a:pt x="107751" y="19381"/>
                  <a:pt x="104642" y="32361"/>
                  <a:pt x="104642" y="50482"/>
                </a:cubicBezTo>
                <a:cubicBezTo>
                  <a:pt x="104642" y="83474"/>
                  <a:pt x="115456" y="100914"/>
                  <a:pt x="136007" y="100914"/>
                </a:cubicBezTo>
                <a:cubicBezTo>
                  <a:pt x="156285" y="100914"/>
                  <a:pt x="167371" y="83474"/>
                  <a:pt x="167371" y="51292"/>
                </a:cubicBezTo>
                <a:cubicBezTo>
                  <a:pt x="167371" y="32361"/>
                  <a:pt x="164398" y="19651"/>
                  <a:pt x="158043" y="10727"/>
                </a:cubicBezTo>
                <a:cubicBezTo>
                  <a:pt x="153040" y="3967"/>
                  <a:pt x="145065" y="45"/>
                  <a:pt x="136007" y="45"/>
                </a:cubicBezTo>
                <a:moveTo>
                  <a:pt x="136007" y="10591"/>
                </a:moveTo>
                <a:cubicBezTo>
                  <a:pt x="148850" y="10591"/>
                  <a:pt x="155204" y="23709"/>
                  <a:pt x="155204" y="50211"/>
                </a:cubicBezTo>
                <a:cubicBezTo>
                  <a:pt x="155204" y="78065"/>
                  <a:pt x="148984" y="91045"/>
                  <a:pt x="135736" y="91045"/>
                </a:cubicBezTo>
                <a:cubicBezTo>
                  <a:pt x="123163" y="91045"/>
                  <a:pt x="116809" y="77524"/>
                  <a:pt x="116809" y="50616"/>
                </a:cubicBezTo>
                <a:cubicBezTo>
                  <a:pt x="116809" y="23709"/>
                  <a:pt x="123163" y="10591"/>
                  <a:pt x="136007" y="1059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#ofTestCases(inmillion)">
            <a:extLst xmlns:a="http://schemas.openxmlformats.org/drawingml/2006/main">
              <a:ext uri="{FF2B5EF4-FFF2-40B4-BE49-F238E27FC236}">
                <a16:creationId xmlns:a16="http://schemas.microsoft.com/office/drawing/2014/main" id="{4C43F16A-7475-4F70-B5BF-F8DC660F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077" y="1708880"/>
            <a:ext cx="1885793" cy="150426"/>
          </a:xfrm>
          <a:custGeom xmlns:a="http://schemas.openxmlformats.org/drawingml/2006/main">
            <a:pathLst>
              <a:path w="1885793" h="150426">
                <a:moveTo>
                  <a:pt x="74291" y="6881"/>
                </a:moveTo>
                <a:lnTo>
                  <a:pt x="62144" y="6881"/>
                </a:lnTo>
                <a:lnTo>
                  <a:pt x="56623" y="37795"/>
                </a:lnTo>
                <a:lnTo>
                  <a:pt x="36907" y="37795"/>
                </a:lnTo>
                <a:lnTo>
                  <a:pt x="42587" y="6881"/>
                </a:lnTo>
                <a:lnTo>
                  <a:pt x="30599" y="6881"/>
                </a:lnTo>
                <a:lnTo>
                  <a:pt x="24922" y="37795"/>
                </a:lnTo>
                <a:lnTo>
                  <a:pt x="5836" y="37795"/>
                </a:lnTo>
                <a:lnTo>
                  <a:pt x="5836" y="48520"/>
                </a:lnTo>
                <a:lnTo>
                  <a:pt x="22871" y="48520"/>
                </a:lnTo>
                <a:lnTo>
                  <a:pt x="17981" y="75995"/>
                </a:lnTo>
                <a:lnTo>
                  <a:pt x="0" y="75995"/>
                </a:lnTo>
                <a:lnTo>
                  <a:pt x="0" y="86719"/>
                </a:lnTo>
                <a:lnTo>
                  <a:pt x="15930" y="86719"/>
                </a:lnTo>
                <a:lnTo>
                  <a:pt x="9937" y="119990"/>
                </a:lnTo>
                <a:lnTo>
                  <a:pt x="21925" y="119990"/>
                </a:lnTo>
                <a:lnTo>
                  <a:pt x="28075" y="86719"/>
                </a:lnTo>
                <a:lnTo>
                  <a:pt x="47634" y="86719"/>
                </a:lnTo>
                <a:lnTo>
                  <a:pt x="41641" y="119990"/>
                </a:lnTo>
                <a:lnTo>
                  <a:pt x="53627" y="119990"/>
                </a:lnTo>
                <a:lnTo>
                  <a:pt x="59778" y="86719"/>
                </a:lnTo>
                <a:lnTo>
                  <a:pt x="78233" y="86719"/>
                </a:lnTo>
                <a:lnTo>
                  <a:pt x="78233" y="75995"/>
                </a:lnTo>
                <a:lnTo>
                  <a:pt x="61673" y="75995"/>
                </a:lnTo>
                <a:lnTo>
                  <a:pt x="66561" y="48520"/>
                </a:lnTo>
                <a:lnTo>
                  <a:pt x="83280" y="48520"/>
                </a:lnTo>
                <a:lnTo>
                  <a:pt x="83280" y="37795"/>
                </a:lnTo>
                <a:lnTo>
                  <a:pt x="68611" y="37795"/>
                </a:lnTo>
                <a:lnTo>
                  <a:pt x="74291" y="6881"/>
                </a:lnTo>
                <a:moveTo>
                  <a:pt x="54575" y="48520"/>
                </a:moveTo>
                <a:lnTo>
                  <a:pt x="49685" y="75995"/>
                </a:lnTo>
                <a:lnTo>
                  <a:pt x="29969" y="75995"/>
                </a:lnTo>
                <a:lnTo>
                  <a:pt x="35016" y="48520"/>
                </a:lnTo>
                <a:lnTo>
                  <a:pt x="54575" y="48520"/>
                </a:lnTo>
                <a:close/>
                <a:moveTo>
                  <a:pt x="175866" y="31884"/>
                </a:moveTo>
                <a:cubicBezTo>
                  <a:pt x="152523" y="31884"/>
                  <a:pt x="138643" y="48452"/>
                  <a:pt x="138643" y="76248"/>
                </a:cubicBezTo>
                <a:cubicBezTo>
                  <a:pt x="138643" y="104200"/>
                  <a:pt x="152523" y="120606"/>
                  <a:pt x="176025" y="120606"/>
                </a:cubicBezTo>
                <a:cubicBezTo>
                  <a:pt x="199367" y="120606"/>
                  <a:pt x="213406" y="104041"/>
                  <a:pt x="213406" y="76878"/>
                </a:cubicBezTo>
                <a:cubicBezTo>
                  <a:pt x="213406" y="48137"/>
                  <a:pt x="199842" y="31884"/>
                  <a:pt x="175866" y="31884"/>
                </a:cubicBezTo>
                <a:moveTo>
                  <a:pt x="176025" y="44031"/>
                </a:moveTo>
                <a:cubicBezTo>
                  <a:pt x="190850" y="44031"/>
                  <a:pt x="199683" y="56190"/>
                  <a:pt x="199683" y="76719"/>
                </a:cubicBezTo>
                <a:cubicBezTo>
                  <a:pt x="199683" y="96303"/>
                  <a:pt x="190535" y="108462"/>
                  <a:pt x="176025" y="108462"/>
                </a:cubicBezTo>
                <a:cubicBezTo>
                  <a:pt x="161355" y="108462"/>
                  <a:pt x="152364" y="96303"/>
                  <a:pt x="152364" y="76248"/>
                </a:cubicBezTo>
                <a:cubicBezTo>
                  <a:pt x="152364" y="56190"/>
                  <a:pt x="161355" y="44031"/>
                  <a:pt x="176025" y="44031"/>
                </a:cubicBezTo>
                <a:close/>
                <a:moveTo>
                  <a:pt x="263879" y="34195"/>
                </a:moveTo>
                <a:lnTo>
                  <a:pt x="250156" y="34195"/>
                </a:lnTo>
                <a:lnTo>
                  <a:pt x="250156" y="21261"/>
                </a:lnTo>
                <a:cubicBezTo>
                  <a:pt x="250156" y="15740"/>
                  <a:pt x="253152" y="12903"/>
                  <a:pt x="259304" y="12903"/>
                </a:cubicBezTo>
                <a:cubicBezTo>
                  <a:pt x="260409" y="12903"/>
                  <a:pt x="260883" y="12903"/>
                  <a:pt x="263879" y="13059"/>
                </a:cubicBezTo>
                <a:lnTo>
                  <a:pt x="263879" y="2176"/>
                </a:lnTo>
                <a:cubicBezTo>
                  <a:pt x="260883" y="1545"/>
                  <a:pt x="259147" y="1386"/>
                  <a:pt x="256466" y="1386"/>
                </a:cubicBezTo>
                <a:cubicBezTo>
                  <a:pt x="244320" y="1386"/>
                  <a:pt x="237066" y="8327"/>
                  <a:pt x="237066" y="20156"/>
                </a:cubicBezTo>
                <a:lnTo>
                  <a:pt x="237066" y="34195"/>
                </a:lnTo>
                <a:lnTo>
                  <a:pt x="226024" y="34195"/>
                </a:lnTo>
                <a:lnTo>
                  <a:pt x="226024" y="44922"/>
                </a:lnTo>
                <a:lnTo>
                  <a:pt x="237066" y="44922"/>
                </a:lnTo>
                <a:lnTo>
                  <a:pt x="237066" y="116910"/>
                </a:lnTo>
                <a:lnTo>
                  <a:pt x="250156" y="116910"/>
                </a:lnTo>
                <a:lnTo>
                  <a:pt x="250156" y="44922"/>
                </a:lnTo>
                <a:lnTo>
                  <a:pt x="263879" y="44922"/>
                </a:lnTo>
                <a:lnTo>
                  <a:pt x="263879" y="34195"/>
                </a:lnTo>
                <a:close/>
                <a:moveTo>
                  <a:pt x="369082" y="14936"/>
                </a:moveTo>
                <a:lnTo>
                  <a:pt x="406779" y="14936"/>
                </a:lnTo>
                <a:lnTo>
                  <a:pt x="406779" y="2002"/>
                </a:lnTo>
                <a:lnTo>
                  <a:pt x="316560" y="2002"/>
                </a:lnTo>
                <a:lnTo>
                  <a:pt x="316560" y="14936"/>
                </a:lnTo>
                <a:lnTo>
                  <a:pt x="354413" y="14936"/>
                </a:lnTo>
                <a:lnTo>
                  <a:pt x="354413" y="116910"/>
                </a:lnTo>
                <a:lnTo>
                  <a:pt x="369082" y="116910"/>
                </a:lnTo>
                <a:lnTo>
                  <a:pt x="369082" y="14936"/>
                </a:lnTo>
                <a:close/>
                <a:moveTo>
                  <a:pt x="484226" y="80041"/>
                </a:moveTo>
                <a:cubicBezTo>
                  <a:pt x="484226" y="67420"/>
                  <a:pt x="483277" y="59834"/>
                  <a:pt x="480911" y="53670"/>
                </a:cubicBezTo>
                <a:cubicBezTo>
                  <a:pt x="475549" y="40087"/>
                  <a:pt x="462931" y="31884"/>
                  <a:pt x="447475" y="31884"/>
                </a:cubicBezTo>
                <a:cubicBezTo>
                  <a:pt x="424445" y="31884"/>
                  <a:pt x="409619" y="49403"/>
                  <a:pt x="409619" y="76729"/>
                </a:cubicBezTo>
                <a:cubicBezTo>
                  <a:pt x="409619" y="104041"/>
                  <a:pt x="423814" y="120606"/>
                  <a:pt x="447159" y="120606"/>
                </a:cubicBezTo>
                <a:cubicBezTo>
                  <a:pt x="466086" y="120606"/>
                  <a:pt x="479176" y="109882"/>
                  <a:pt x="482490" y="91882"/>
                </a:cubicBezTo>
                <a:lnTo>
                  <a:pt x="469241" y="91882"/>
                </a:lnTo>
                <a:cubicBezTo>
                  <a:pt x="465612" y="102777"/>
                  <a:pt x="458199" y="108462"/>
                  <a:pt x="447631" y="108462"/>
                </a:cubicBezTo>
                <a:cubicBezTo>
                  <a:pt x="439273" y="108462"/>
                  <a:pt x="432175" y="104674"/>
                  <a:pt x="427759" y="97725"/>
                </a:cubicBezTo>
                <a:cubicBezTo>
                  <a:pt x="424604" y="92989"/>
                  <a:pt x="423499" y="88250"/>
                  <a:pt x="423342" y="80041"/>
                </a:cubicBezTo>
                <a:lnTo>
                  <a:pt x="484226" y="80041"/>
                </a:lnTo>
                <a:moveTo>
                  <a:pt x="423658" y="69314"/>
                </a:moveTo>
                <a:cubicBezTo>
                  <a:pt x="424760" y="53985"/>
                  <a:pt x="434067" y="44031"/>
                  <a:pt x="447316" y="44031"/>
                </a:cubicBezTo>
                <a:cubicBezTo>
                  <a:pt x="460724" y="44031"/>
                  <a:pt x="470028" y="54460"/>
                  <a:pt x="470028" y="69314"/>
                </a:cubicBezTo>
                <a:lnTo>
                  <a:pt x="423658" y="69314"/>
                </a:lnTo>
                <a:close/>
                <a:moveTo>
                  <a:pt x="562614" y="57297"/>
                </a:moveTo>
                <a:cubicBezTo>
                  <a:pt x="562457" y="41035"/>
                  <a:pt x="551731" y="31884"/>
                  <a:pt x="532645" y="31884"/>
                </a:cubicBezTo>
                <a:cubicBezTo>
                  <a:pt x="513403" y="31884"/>
                  <a:pt x="500944" y="41822"/>
                  <a:pt x="500944" y="57138"/>
                </a:cubicBezTo>
                <a:cubicBezTo>
                  <a:pt x="500944" y="70087"/>
                  <a:pt x="507567" y="76248"/>
                  <a:pt x="527127" y="80984"/>
                </a:cubicBezTo>
                <a:lnTo>
                  <a:pt x="539430" y="83985"/>
                </a:lnTo>
                <a:cubicBezTo>
                  <a:pt x="548578" y="86195"/>
                  <a:pt x="552205" y="89511"/>
                  <a:pt x="552205" y="95355"/>
                </a:cubicBezTo>
                <a:cubicBezTo>
                  <a:pt x="552205" y="103251"/>
                  <a:pt x="544477" y="108462"/>
                  <a:pt x="532963" y="108462"/>
                </a:cubicBezTo>
                <a:cubicBezTo>
                  <a:pt x="525863" y="108462"/>
                  <a:pt x="519870" y="106409"/>
                  <a:pt x="516559" y="102936"/>
                </a:cubicBezTo>
                <a:cubicBezTo>
                  <a:pt x="514508" y="100565"/>
                  <a:pt x="513562" y="98197"/>
                  <a:pt x="512773" y="92354"/>
                </a:cubicBezTo>
                <a:lnTo>
                  <a:pt x="498893" y="92354"/>
                </a:lnTo>
                <a:cubicBezTo>
                  <a:pt x="499524" y="111458"/>
                  <a:pt x="510248" y="120606"/>
                  <a:pt x="531858" y="120606"/>
                </a:cubicBezTo>
                <a:cubicBezTo>
                  <a:pt x="552679" y="120606"/>
                  <a:pt x="565928" y="110356"/>
                  <a:pt x="565928" y="94407"/>
                </a:cubicBezTo>
                <a:cubicBezTo>
                  <a:pt x="565928" y="82089"/>
                  <a:pt x="558987" y="75299"/>
                  <a:pt x="542583" y="71350"/>
                </a:cubicBezTo>
                <a:lnTo>
                  <a:pt x="529964" y="68351"/>
                </a:lnTo>
                <a:cubicBezTo>
                  <a:pt x="519240" y="65824"/>
                  <a:pt x="514665" y="62349"/>
                  <a:pt x="514665" y="56505"/>
                </a:cubicBezTo>
                <a:cubicBezTo>
                  <a:pt x="514665" y="48768"/>
                  <a:pt x="521447" y="44031"/>
                  <a:pt x="532174" y="44031"/>
                </a:cubicBezTo>
                <a:cubicBezTo>
                  <a:pt x="542741" y="44031"/>
                  <a:pt x="548419" y="48611"/>
                  <a:pt x="548734" y="57297"/>
                </a:cubicBezTo>
                <a:lnTo>
                  <a:pt x="562614" y="57297"/>
                </a:lnTo>
                <a:close/>
                <a:moveTo>
                  <a:pt x="601101" y="34195"/>
                </a:moveTo>
                <a:lnTo>
                  <a:pt x="587537" y="34195"/>
                </a:lnTo>
                <a:lnTo>
                  <a:pt x="587537" y="11483"/>
                </a:lnTo>
                <a:lnTo>
                  <a:pt x="574444" y="11483"/>
                </a:lnTo>
                <a:lnTo>
                  <a:pt x="574444" y="34195"/>
                </a:lnTo>
                <a:lnTo>
                  <a:pt x="563246" y="34195"/>
                </a:lnTo>
                <a:lnTo>
                  <a:pt x="563246" y="44922"/>
                </a:lnTo>
                <a:lnTo>
                  <a:pt x="574444" y="44922"/>
                </a:lnTo>
                <a:lnTo>
                  <a:pt x="574444" y="107514"/>
                </a:lnTo>
                <a:cubicBezTo>
                  <a:pt x="574444" y="116033"/>
                  <a:pt x="580122" y="120606"/>
                  <a:pt x="590374" y="120606"/>
                </a:cubicBezTo>
                <a:cubicBezTo>
                  <a:pt x="593845" y="120606"/>
                  <a:pt x="596685" y="120291"/>
                  <a:pt x="601101" y="119504"/>
                </a:cubicBezTo>
                <a:lnTo>
                  <a:pt x="601101" y="108462"/>
                </a:lnTo>
                <a:cubicBezTo>
                  <a:pt x="599207" y="108936"/>
                  <a:pt x="597472" y="109092"/>
                  <a:pt x="594791" y="109092"/>
                </a:cubicBezTo>
                <a:cubicBezTo>
                  <a:pt x="589113" y="109092"/>
                  <a:pt x="587537" y="107514"/>
                  <a:pt x="587537" y="101665"/>
                </a:cubicBezTo>
                <a:lnTo>
                  <a:pt x="587537" y="44922"/>
                </a:lnTo>
                <a:lnTo>
                  <a:pt x="601101" y="44922"/>
                </a:lnTo>
                <a:lnTo>
                  <a:pt x="601101" y="34195"/>
                </a:lnTo>
                <a:close/>
                <a:moveTo>
                  <a:pt x="755673" y="37567"/>
                </a:moveTo>
                <a:cubicBezTo>
                  <a:pt x="751100" y="12303"/>
                  <a:pt x="736590" y="0"/>
                  <a:pt x="711353" y="0"/>
                </a:cubicBezTo>
                <a:cubicBezTo>
                  <a:pt x="695894" y="0"/>
                  <a:pt x="683435" y="4890"/>
                  <a:pt x="674917" y="14356"/>
                </a:cubicBezTo>
                <a:cubicBezTo>
                  <a:pt x="664508" y="25726"/>
                  <a:pt x="658828" y="42147"/>
                  <a:pt x="658828" y="60777"/>
                </a:cubicBezTo>
                <a:cubicBezTo>
                  <a:pt x="658828" y="79725"/>
                  <a:pt x="664664" y="95990"/>
                  <a:pt x="675391" y="107201"/>
                </a:cubicBezTo>
                <a:cubicBezTo>
                  <a:pt x="684380" y="116349"/>
                  <a:pt x="695738" y="120606"/>
                  <a:pt x="710722" y="120606"/>
                </a:cubicBezTo>
                <a:cubicBezTo>
                  <a:pt x="738797" y="120606"/>
                  <a:pt x="754570" y="105463"/>
                  <a:pt x="758039" y="74989"/>
                </a:cubicBezTo>
                <a:lnTo>
                  <a:pt x="742898" y="74989"/>
                </a:lnTo>
                <a:cubicBezTo>
                  <a:pt x="741637" y="82883"/>
                  <a:pt x="740058" y="88253"/>
                  <a:pt x="737692" y="92833"/>
                </a:cubicBezTo>
                <a:cubicBezTo>
                  <a:pt x="732960" y="102305"/>
                  <a:pt x="723182" y="107675"/>
                  <a:pt x="710879" y="107675"/>
                </a:cubicBezTo>
                <a:cubicBezTo>
                  <a:pt x="688007" y="107675"/>
                  <a:pt x="673497" y="89357"/>
                  <a:pt x="673497" y="60621"/>
                </a:cubicBezTo>
                <a:cubicBezTo>
                  <a:pt x="673497" y="31093"/>
                  <a:pt x="687220" y="12934"/>
                  <a:pt x="709617" y="12934"/>
                </a:cubicBezTo>
                <a:cubicBezTo>
                  <a:pt x="718924" y="12934"/>
                  <a:pt x="727598" y="15620"/>
                  <a:pt x="732330" y="20200"/>
                </a:cubicBezTo>
                <a:cubicBezTo>
                  <a:pt x="736590" y="24147"/>
                  <a:pt x="738956" y="28883"/>
                  <a:pt x="740688" y="37567"/>
                </a:cubicBezTo>
                <a:lnTo>
                  <a:pt x="755673" y="37567"/>
                </a:lnTo>
                <a:close/>
                <a:moveTo>
                  <a:pt x="848259" y="109251"/>
                </a:moveTo>
                <a:cubicBezTo>
                  <a:pt x="846841" y="109567"/>
                  <a:pt x="846208" y="109567"/>
                  <a:pt x="845421" y="109567"/>
                </a:cubicBezTo>
                <a:cubicBezTo>
                  <a:pt x="840846" y="109567"/>
                  <a:pt x="838324" y="107198"/>
                  <a:pt x="838324" y="103092"/>
                </a:cubicBezTo>
                <a:lnTo>
                  <a:pt x="838324" y="54452"/>
                </a:lnTo>
                <a:cubicBezTo>
                  <a:pt x="838324" y="39771"/>
                  <a:pt x="827597" y="31884"/>
                  <a:pt x="807251" y="31884"/>
                </a:cubicBezTo>
                <a:cubicBezTo>
                  <a:pt x="795106" y="31884"/>
                  <a:pt x="785484" y="35355"/>
                  <a:pt x="779807" y="41507"/>
                </a:cubicBezTo>
                <a:cubicBezTo>
                  <a:pt x="776021" y="45769"/>
                  <a:pt x="774442" y="50505"/>
                  <a:pt x="774127" y="58717"/>
                </a:cubicBezTo>
                <a:lnTo>
                  <a:pt x="787376" y="58717"/>
                </a:lnTo>
                <a:cubicBezTo>
                  <a:pt x="788481" y="48611"/>
                  <a:pt x="794476" y="44031"/>
                  <a:pt x="806777" y="44031"/>
                </a:cubicBezTo>
                <a:cubicBezTo>
                  <a:pt x="818764" y="44031"/>
                  <a:pt x="825231" y="48452"/>
                  <a:pt x="825231" y="56349"/>
                </a:cubicBezTo>
                <a:lnTo>
                  <a:pt x="825231" y="59822"/>
                </a:lnTo>
                <a:cubicBezTo>
                  <a:pt x="825075" y="65509"/>
                  <a:pt x="822235" y="67562"/>
                  <a:pt x="811508" y="68982"/>
                </a:cubicBezTo>
                <a:cubicBezTo>
                  <a:pt x="792897" y="71350"/>
                  <a:pt x="790057" y="71983"/>
                  <a:pt x="785010" y="74036"/>
                </a:cubicBezTo>
                <a:cubicBezTo>
                  <a:pt x="775390" y="78142"/>
                  <a:pt x="770500" y="85405"/>
                  <a:pt x="770500" y="96144"/>
                </a:cubicBezTo>
                <a:cubicBezTo>
                  <a:pt x="770500" y="111143"/>
                  <a:pt x="780909" y="120606"/>
                  <a:pt x="797629" y="120606"/>
                </a:cubicBezTo>
                <a:cubicBezTo>
                  <a:pt x="808040" y="120606"/>
                  <a:pt x="816399" y="116979"/>
                  <a:pt x="825705" y="108462"/>
                </a:cubicBezTo>
                <a:cubicBezTo>
                  <a:pt x="826651" y="116979"/>
                  <a:pt x="830752" y="120606"/>
                  <a:pt x="839270" y="120606"/>
                </a:cubicBezTo>
                <a:cubicBezTo>
                  <a:pt x="842107" y="120606"/>
                  <a:pt x="843843" y="120291"/>
                  <a:pt x="848259" y="119189"/>
                </a:cubicBezTo>
                <a:lnTo>
                  <a:pt x="848259" y="109251"/>
                </a:lnTo>
                <a:moveTo>
                  <a:pt x="825231" y="90934"/>
                </a:moveTo>
                <a:cubicBezTo>
                  <a:pt x="825231" y="95355"/>
                  <a:pt x="823970" y="98038"/>
                  <a:pt x="820026" y="101670"/>
                </a:cubicBezTo>
                <a:cubicBezTo>
                  <a:pt x="814663" y="106568"/>
                  <a:pt x="808196" y="109092"/>
                  <a:pt x="800468" y="109092"/>
                </a:cubicBezTo>
                <a:cubicBezTo>
                  <a:pt x="790216" y="109092"/>
                  <a:pt x="784223" y="104197"/>
                  <a:pt x="784223" y="95829"/>
                </a:cubicBezTo>
                <a:cubicBezTo>
                  <a:pt x="784223" y="87143"/>
                  <a:pt x="789901" y="82722"/>
                  <a:pt x="804095" y="80669"/>
                </a:cubicBezTo>
                <a:cubicBezTo>
                  <a:pt x="818134" y="78772"/>
                  <a:pt x="820815" y="78142"/>
                  <a:pt x="825231" y="76089"/>
                </a:cubicBezTo>
                <a:lnTo>
                  <a:pt x="825231" y="90934"/>
                </a:lnTo>
                <a:close/>
                <a:moveTo>
                  <a:pt x="923179" y="57297"/>
                </a:moveTo>
                <a:cubicBezTo>
                  <a:pt x="923023" y="41035"/>
                  <a:pt x="912296" y="31884"/>
                  <a:pt x="893211" y="31884"/>
                </a:cubicBezTo>
                <a:cubicBezTo>
                  <a:pt x="873969" y="31884"/>
                  <a:pt x="861509" y="41822"/>
                  <a:pt x="861509" y="57138"/>
                </a:cubicBezTo>
                <a:cubicBezTo>
                  <a:pt x="861509" y="70087"/>
                  <a:pt x="868132" y="76248"/>
                  <a:pt x="887692" y="80984"/>
                </a:cubicBezTo>
                <a:lnTo>
                  <a:pt x="899995" y="83985"/>
                </a:lnTo>
                <a:cubicBezTo>
                  <a:pt x="909143" y="86195"/>
                  <a:pt x="912770" y="89511"/>
                  <a:pt x="912770" y="95355"/>
                </a:cubicBezTo>
                <a:cubicBezTo>
                  <a:pt x="912770" y="103251"/>
                  <a:pt x="905042" y="108462"/>
                  <a:pt x="893528" y="108462"/>
                </a:cubicBezTo>
                <a:cubicBezTo>
                  <a:pt x="886428" y="108462"/>
                  <a:pt x="880436" y="106409"/>
                  <a:pt x="877124" y="102936"/>
                </a:cubicBezTo>
                <a:cubicBezTo>
                  <a:pt x="875073" y="100565"/>
                  <a:pt x="874128" y="98197"/>
                  <a:pt x="873338" y="92354"/>
                </a:cubicBezTo>
                <a:lnTo>
                  <a:pt x="859459" y="92354"/>
                </a:lnTo>
                <a:cubicBezTo>
                  <a:pt x="860089" y="111458"/>
                  <a:pt x="870814" y="120606"/>
                  <a:pt x="892424" y="120606"/>
                </a:cubicBezTo>
                <a:cubicBezTo>
                  <a:pt x="913244" y="120606"/>
                  <a:pt x="926493" y="110356"/>
                  <a:pt x="926493" y="94407"/>
                </a:cubicBezTo>
                <a:cubicBezTo>
                  <a:pt x="926493" y="82089"/>
                  <a:pt x="919552" y="75299"/>
                  <a:pt x="903148" y="71350"/>
                </a:cubicBezTo>
                <a:lnTo>
                  <a:pt x="890529" y="68351"/>
                </a:lnTo>
                <a:cubicBezTo>
                  <a:pt x="879805" y="65824"/>
                  <a:pt x="875230" y="62349"/>
                  <a:pt x="875230" y="56505"/>
                </a:cubicBezTo>
                <a:cubicBezTo>
                  <a:pt x="875230" y="48768"/>
                  <a:pt x="882012" y="44031"/>
                  <a:pt x="892739" y="44031"/>
                </a:cubicBezTo>
                <a:cubicBezTo>
                  <a:pt x="903307" y="44031"/>
                  <a:pt x="908984" y="48611"/>
                  <a:pt x="909300" y="57297"/>
                </a:cubicBezTo>
                <a:lnTo>
                  <a:pt x="923179" y="57297"/>
                </a:lnTo>
                <a:close/>
                <a:moveTo>
                  <a:pt x="1002519" y="80041"/>
                </a:moveTo>
                <a:cubicBezTo>
                  <a:pt x="1002519" y="67420"/>
                  <a:pt x="1001571" y="59834"/>
                  <a:pt x="999205" y="53670"/>
                </a:cubicBezTo>
                <a:cubicBezTo>
                  <a:pt x="993843" y="40087"/>
                  <a:pt x="981224" y="31884"/>
                  <a:pt x="965768" y="31884"/>
                </a:cubicBezTo>
                <a:cubicBezTo>
                  <a:pt x="942738" y="31884"/>
                  <a:pt x="927913" y="49403"/>
                  <a:pt x="927913" y="76729"/>
                </a:cubicBezTo>
                <a:cubicBezTo>
                  <a:pt x="927913" y="104041"/>
                  <a:pt x="942107" y="120606"/>
                  <a:pt x="965453" y="120606"/>
                </a:cubicBezTo>
                <a:cubicBezTo>
                  <a:pt x="984379" y="120606"/>
                  <a:pt x="997470" y="109882"/>
                  <a:pt x="1000784" y="91882"/>
                </a:cubicBezTo>
                <a:lnTo>
                  <a:pt x="987535" y="91882"/>
                </a:lnTo>
                <a:cubicBezTo>
                  <a:pt x="983905" y="102777"/>
                  <a:pt x="976492" y="108462"/>
                  <a:pt x="965924" y="108462"/>
                </a:cubicBezTo>
                <a:cubicBezTo>
                  <a:pt x="957566" y="108462"/>
                  <a:pt x="950468" y="104674"/>
                  <a:pt x="946052" y="97725"/>
                </a:cubicBezTo>
                <a:cubicBezTo>
                  <a:pt x="942897" y="92989"/>
                  <a:pt x="941792" y="88250"/>
                  <a:pt x="941636" y="80041"/>
                </a:cubicBezTo>
                <a:lnTo>
                  <a:pt x="1002519" y="80041"/>
                </a:lnTo>
                <a:moveTo>
                  <a:pt x="941951" y="69314"/>
                </a:moveTo>
                <a:cubicBezTo>
                  <a:pt x="943053" y="53985"/>
                  <a:pt x="952360" y="44031"/>
                  <a:pt x="965609" y="44031"/>
                </a:cubicBezTo>
                <a:cubicBezTo>
                  <a:pt x="979017" y="44031"/>
                  <a:pt x="988322" y="54460"/>
                  <a:pt x="988322" y="69314"/>
                </a:cubicBezTo>
                <a:lnTo>
                  <a:pt x="941951" y="69314"/>
                </a:lnTo>
                <a:close/>
                <a:moveTo>
                  <a:pt x="1080907" y="57297"/>
                </a:moveTo>
                <a:cubicBezTo>
                  <a:pt x="1080751" y="41035"/>
                  <a:pt x="1070024" y="31884"/>
                  <a:pt x="1050939" y="31884"/>
                </a:cubicBezTo>
                <a:cubicBezTo>
                  <a:pt x="1031697" y="31884"/>
                  <a:pt x="1019237" y="41822"/>
                  <a:pt x="1019237" y="57138"/>
                </a:cubicBezTo>
                <a:cubicBezTo>
                  <a:pt x="1019237" y="70087"/>
                  <a:pt x="1025860" y="76248"/>
                  <a:pt x="1045420" y="80984"/>
                </a:cubicBezTo>
                <a:lnTo>
                  <a:pt x="1057723" y="83985"/>
                </a:lnTo>
                <a:cubicBezTo>
                  <a:pt x="1066871" y="86195"/>
                  <a:pt x="1070498" y="89511"/>
                  <a:pt x="1070498" y="95355"/>
                </a:cubicBezTo>
                <a:cubicBezTo>
                  <a:pt x="1070498" y="103251"/>
                  <a:pt x="1062770" y="108462"/>
                  <a:pt x="1051256" y="108462"/>
                </a:cubicBezTo>
                <a:cubicBezTo>
                  <a:pt x="1044156" y="108462"/>
                  <a:pt x="1038164" y="106409"/>
                  <a:pt x="1034852" y="102936"/>
                </a:cubicBezTo>
                <a:cubicBezTo>
                  <a:pt x="1032801" y="100565"/>
                  <a:pt x="1031856" y="98197"/>
                  <a:pt x="1031066" y="92354"/>
                </a:cubicBezTo>
                <a:lnTo>
                  <a:pt x="1017187" y="92354"/>
                </a:lnTo>
                <a:cubicBezTo>
                  <a:pt x="1017817" y="111458"/>
                  <a:pt x="1028542" y="120606"/>
                  <a:pt x="1050152" y="120606"/>
                </a:cubicBezTo>
                <a:cubicBezTo>
                  <a:pt x="1070972" y="120606"/>
                  <a:pt x="1084221" y="110356"/>
                  <a:pt x="1084221" y="94407"/>
                </a:cubicBezTo>
                <a:cubicBezTo>
                  <a:pt x="1084221" y="82089"/>
                  <a:pt x="1077280" y="75299"/>
                  <a:pt x="1060876" y="71350"/>
                </a:cubicBezTo>
                <a:lnTo>
                  <a:pt x="1048257" y="68351"/>
                </a:lnTo>
                <a:cubicBezTo>
                  <a:pt x="1037533" y="65824"/>
                  <a:pt x="1032958" y="62349"/>
                  <a:pt x="1032958" y="56505"/>
                </a:cubicBezTo>
                <a:cubicBezTo>
                  <a:pt x="1032958" y="48768"/>
                  <a:pt x="1039740" y="44031"/>
                  <a:pt x="1050467" y="44031"/>
                </a:cubicBezTo>
                <a:cubicBezTo>
                  <a:pt x="1061035" y="44031"/>
                  <a:pt x="1066712" y="48611"/>
                  <a:pt x="1067028" y="57297"/>
                </a:cubicBezTo>
                <a:lnTo>
                  <a:pt x="1080907" y="57297"/>
                </a:lnTo>
                <a:close/>
                <a:moveTo>
                  <a:pt x="1161664" y="2002"/>
                </a:moveTo>
                <a:cubicBezTo>
                  <a:pt x="1145891" y="22667"/>
                  <a:pt x="1135956" y="51372"/>
                  <a:pt x="1135956" y="76135"/>
                </a:cubicBezTo>
                <a:cubicBezTo>
                  <a:pt x="1135956" y="101056"/>
                  <a:pt x="1145891" y="129764"/>
                  <a:pt x="1161664" y="150426"/>
                </a:cubicBezTo>
                <a:lnTo>
                  <a:pt x="1170341" y="150426"/>
                </a:lnTo>
                <a:cubicBezTo>
                  <a:pt x="1156459" y="127870"/>
                  <a:pt x="1148731" y="101372"/>
                  <a:pt x="1148731" y="76135"/>
                </a:cubicBezTo>
                <a:cubicBezTo>
                  <a:pt x="1148731" y="51056"/>
                  <a:pt x="1156459" y="24402"/>
                  <a:pt x="1170341" y="2002"/>
                </a:cubicBezTo>
                <a:lnTo>
                  <a:pt x="1161664" y="2002"/>
                </a:lnTo>
                <a:close/>
                <a:moveTo>
                  <a:pt x="1193211" y="34195"/>
                </a:moveTo>
                <a:lnTo>
                  <a:pt x="1180118" y="34195"/>
                </a:lnTo>
                <a:lnTo>
                  <a:pt x="1180118" y="116910"/>
                </a:lnTo>
                <a:lnTo>
                  <a:pt x="1193211" y="116910"/>
                </a:lnTo>
                <a:lnTo>
                  <a:pt x="1193211" y="34195"/>
                </a:lnTo>
                <a:moveTo>
                  <a:pt x="1193211" y="2002"/>
                </a:moveTo>
                <a:lnTo>
                  <a:pt x="1179961" y="2002"/>
                </a:lnTo>
                <a:lnTo>
                  <a:pt x="1179961" y="18566"/>
                </a:lnTo>
                <a:lnTo>
                  <a:pt x="1193211" y="18566"/>
                </a:lnTo>
                <a:lnTo>
                  <a:pt x="1193211" y="2002"/>
                </a:lnTo>
                <a:close/>
                <a:moveTo>
                  <a:pt x="1225544" y="34195"/>
                </a:moveTo>
                <a:lnTo>
                  <a:pt x="1225544" y="116910"/>
                </a:lnTo>
                <a:lnTo>
                  <a:pt x="1238793" y="116910"/>
                </a:lnTo>
                <a:lnTo>
                  <a:pt x="1238793" y="71292"/>
                </a:lnTo>
                <a:cubicBezTo>
                  <a:pt x="1238793" y="54443"/>
                  <a:pt x="1247626" y="43401"/>
                  <a:pt x="1261190" y="43401"/>
                </a:cubicBezTo>
                <a:cubicBezTo>
                  <a:pt x="1271602" y="43401"/>
                  <a:pt x="1278225" y="49711"/>
                  <a:pt x="1278225" y="59648"/>
                </a:cubicBezTo>
                <a:lnTo>
                  <a:pt x="1278225" y="116910"/>
                </a:lnTo>
                <a:lnTo>
                  <a:pt x="1291318" y="116910"/>
                </a:lnTo>
                <a:lnTo>
                  <a:pt x="1291318" y="54443"/>
                </a:lnTo>
                <a:cubicBezTo>
                  <a:pt x="1291318" y="40720"/>
                  <a:pt x="1281065" y="31884"/>
                  <a:pt x="1265135" y="31884"/>
                </a:cubicBezTo>
                <a:cubicBezTo>
                  <a:pt x="1252831" y="31829"/>
                  <a:pt x="1244945" y="36563"/>
                  <a:pt x="1237688" y="48077"/>
                </a:cubicBezTo>
                <a:lnTo>
                  <a:pt x="1237688" y="34195"/>
                </a:lnTo>
                <a:lnTo>
                  <a:pt x="1225544" y="34195"/>
                </a:lnTo>
                <a:close/>
                <a:moveTo>
                  <a:pt x="1360717" y="34195"/>
                </a:moveTo>
                <a:lnTo>
                  <a:pt x="1360717" y="116910"/>
                </a:lnTo>
                <a:lnTo>
                  <a:pt x="1373966" y="116910"/>
                </a:lnTo>
                <a:lnTo>
                  <a:pt x="1373966" y="64977"/>
                </a:lnTo>
                <a:cubicBezTo>
                  <a:pt x="1373966" y="53023"/>
                  <a:pt x="1382642" y="43401"/>
                  <a:pt x="1393367" y="43401"/>
                </a:cubicBezTo>
                <a:cubicBezTo>
                  <a:pt x="1403145" y="43401"/>
                  <a:pt x="1408666" y="49393"/>
                  <a:pt x="1408666" y="59964"/>
                </a:cubicBezTo>
                <a:lnTo>
                  <a:pt x="1408666" y="116910"/>
                </a:lnTo>
                <a:lnTo>
                  <a:pt x="1421916" y="116910"/>
                </a:lnTo>
                <a:lnTo>
                  <a:pt x="1421916" y="65011"/>
                </a:lnTo>
                <a:cubicBezTo>
                  <a:pt x="1421916" y="53023"/>
                  <a:pt x="1430592" y="43401"/>
                  <a:pt x="1441316" y="43401"/>
                </a:cubicBezTo>
                <a:cubicBezTo>
                  <a:pt x="1450938" y="43401"/>
                  <a:pt x="1456616" y="49552"/>
                  <a:pt x="1456616" y="59964"/>
                </a:cubicBezTo>
                <a:lnTo>
                  <a:pt x="1456616" y="116910"/>
                </a:lnTo>
                <a:lnTo>
                  <a:pt x="1469865" y="116910"/>
                </a:lnTo>
                <a:lnTo>
                  <a:pt x="1469865" y="54917"/>
                </a:lnTo>
                <a:cubicBezTo>
                  <a:pt x="1469865" y="40087"/>
                  <a:pt x="1461347" y="31884"/>
                  <a:pt x="1445891" y="31884"/>
                </a:cubicBezTo>
                <a:cubicBezTo>
                  <a:pt x="1434849" y="31884"/>
                  <a:pt x="1428224" y="35198"/>
                  <a:pt x="1420496" y="44505"/>
                </a:cubicBezTo>
                <a:cubicBezTo>
                  <a:pt x="1415607" y="35670"/>
                  <a:pt x="1408982" y="31884"/>
                  <a:pt x="1398257" y="31884"/>
                </a:cubicBezTo>
                <a:cubicBezTo>
                  <a:pt x="1387215" y="31829"/>
                  <a:pt x="1379803" y="35930"/>
                  <a:pt x="1372861" y="45868"/>
                </a:cubicBezTo>
                <a:lnTo>
                  <a:pt x="1372861" y="34195"/>
                </a:lnTo>
                <a:lnTo>
                  <a:pt x="1360717" y="34195"/>
                </a:lnTo>
                <a:close/>
                <a:moveTo>
                  <a:pt x="1508666" y="34195"/>
                </a:moveTo>
                <a:lnTo>
                  <a:pt x="1495573" y="34195"/>
                </a:lnTo>
                <a:lnTo>
                  <a:pt x="1495573" y="116910"/>
                </a:lnTo>
                <a:lnTo>
                  <a:pt x="1508666" y="116910"/>
                </a:lnTo>
                <a:lnTo>
                  <a:pt x="1508666" y="34195"/>
                </a:lnTo>
                <a:moveTo>
                  <a:pt x="1508666" y="2002"/>
                </a:moveTo>
                <a:lnTo>
                  <a:pt x="1495417" y="2002"/>
                </a:lnTo>
                <a:lnTo>
                  <a:pt x="1495417" y="18566"/>
                </a:lnTo>
                <a:lnTo>
                  <a:pt x="1508666" y="18566"/>
                </a:lnTo>
                <a:lnTo>
                  <a:pt x="1508666" y="2002"/>
                </a:lnTo>
                <a:close/>
                <a:moveTo>
                  <a:pt x="1553934" y="2002"/>
                </a:moveTo>
                <a:lnTo>
                  <a:pt x="1540685" y="2002"/>
                </a:lnTo>
                <a:lnTo>
                  <a:pt x="1540685" y="116910"/>
                </a:lnTo>
                <a:lnTo>
                  <a:pt x="1553934" y="116910"/>
                </a:lnTo>
                <a:lnTo>
                  <a:pt x="1553934" y="2002"/>
                </a:lnTo>
                <a:close/>
                <a:moveTo>
                  <a:pt x="1599044" y="2002"/>
                </a:moveTo>
                <a:lnTo>
                  <a:pt x="1585795" y="2002"/>
                </a:lnTo>
                <a:lnTo>
                  <a:pt x="1585795" y="116910"/>
                </a:lnTo>
                <a:lnTo>
                  <a:pt x="1599044" y="116910"/>
                </a:lnTo>
                <a:lnTo>
                  <a:pt x="1599044" y="2002"/>
                </a:lnTo>
                <a:close/>
                <a:moveTo>
                  <a:pt x="1643839" y="34195"/>
                </a:moveTo>
                <a:lnTo>
                  <a:pt x="1630746" y="34195"/>
                </a:lnTo>
                <a:lnTo>
                  <a:pt x="1630746" y="116910"/>
                </a:lnTo>
                <a:lnTo>
                  <a:pt x="1643839" y="116910"/>
                </a:lnTo>
                <a:lnTo>
                  <a:pt x="1643839" y="34195"/>
                </a:lnTo>
                <a:moveTo>
                  <a:pt x="1643839" y="2002"/>
                </a:moveTo>
                <a:lnTo>
                  <a:pt x="1630589" y="2002"/>
                </a:lnTo>
                <a:lnTo>
                  <a:pt x="1630589" y="18566"/>
                </a:lnTo>
                <a:lnTo>
                  <a:pt x="1643839" y="18566"/>
                </a:lnTo>
                <a:lnTo>
                  <a:pt x="1643839" y="2002"/>
                </a:lnTo>
                <a:close/>
                <a:moveTo>
                  <a:pt x="1708033" y="31884"/>
                </a:moveTo>
                <a:cubicBezTo>
                  <a:pt x="1684690" y="31884"/>
                  <a:pt x="1670810" y="48452"/>
                  <a:pt x="1670810" y="76248"/>
                </a:cubicBezTo>
                <a:cubicBezTo>
                  <a:pt x="1670810" y="104200"/>
                  <a:pt x="1684690" y="120606"/>
                  <a:pt x="1708191" y="120606"/>
                </a:cubicBezTo>
                <a:cubicBezTo>
                  <a:pt x="1731534" y="120606"/>
                  <a:pt x="1745573" y="104041"/>
                  <a:pt x="1745573" y="76878"/>
                </a:cubicBezTo>
                <a:cubicBezTo>
                  <a:pt x="1745573" y="48137"/>
                  <a:pt x="1732008" y="31884"/>
                  <a:pt x="1708033" y="31884"/>
                </a:cubicBezTo>
                <a:moveTo>
                  <a:pt x="1708191" y="44031"/>
                </a:moveTo>
                <a:cubicBezTo>
                  <a:pt x="1723017" y="44031"/>
                  <a:pt x="1731850" y="56190"/>
                  <a:pt x="1731850" y="76719"/>
                </a:cubicBezTo>
                <a:cubicBezTo>
                  <a:pt x="1731850" y="96303"/>
                  <a:pt x="1722702" y="108462"/>
                  <a:pt x="1708191" y="108462"/>
                </a:cubicBezTo>
                <a:cubicBezTo>
                  <a:pt x="1693522" y="108462"/>
                  <a:pt x="1684531" y="96303"/>
                  <a:pt x="1684531" y="76248"/>
                </a:cubicBezTo>
                <a:cubicBezTo>
                  <a:pt x="1684531" y="56190"/>
                  <a:pt x="1693522" y="44031"/>
                  <a:pt x="1708191" y="44031"/>
                </a:cubicBezTo>
                <a:close/>
                <a:moveTo>
                  <a:pt x="1766392" y="34195"/>
                </a:moveTo>
                <a:lnTo>
                  <a:pt x="1766392" y="116910"/>
                </a:lnTo>
                <a:lnTo>
                  <a:pt x="1779641" y="116910"/>
                </a:lnTo>
                <a:lnTo>
                  <a:pt x="1779641" y="71292"/>
                </a:lnTo>
                <a:cubicBezTo>
                  <a:pt x="1779641" y="54443"/>
                  <a:pt x="1788474" y="43401"/>
                  <a:pt x="1802039" y="43401"/>
                </a:cubicBezTo>
                <a:cubicBezTo>
                  <a:pt x="1812450" y="43401"/>
                  <a:pt x="1819073" y="49711"/>
                  <a:pt x="1819073" y="59648"/>
                </a:cubicBezTo>
                <a:lnTo>
                  <a:pt x="1819073" y="116910"/>
                </a:lnTo>
                <a:lnTo>
                  <a:pt x="1832166" y="116910"/>
                </a:lnTo>
                <a:lnTo>
                  <a:pt x="1832166" y="54443"/>
                </a:lnTo>
                <a:cubicBezTo>
                  <a:pt x="1832166" y="40720"/>
                  <a:pt x="1821913" y="31884"/>
                  <a:pt x="1805983" y="31884"/>
                </a:cubicBezTo>
                <a:cubicBezTo>
                  <a:pt x="1793680" y="31829"/>
                  <a:pt x="1785793" y="36563"/>
                  <a:pt x="1778537" y="48077"/>
                </a:cubicBezTo>
                <a:lnTo>
                  <a:pt x="1778537" y="34195"/>
                </a:lnTo>
                <a:lnTo>
                  <a:pt x="1766392" y="34195"/>
                </a:lnTo>
                <a:close/>
                <a:moveTo>
                  <a:pt x="1860082" y="150426"/>
                </a:moveTo>
                <a:cubicBezTo>
                  <a:pt x="1875856" y="129764"/>
                  <a:pt x="1885793" y="101056"/>
                  <a:pt x="1885793" y="76293"/>
                </a:cubicBezTo>
                <a:cubicBezTo>
                  <a:pt x="1885793" y="51372"/>
                  <a:pt x="1875856" y="22667"/>
                  <a:pt x="1860082" y="2002"/>
                </a:cubicBezTo>
                <a:lnTo>
                  <a:pt x="1851408" y="2002"/>
                </a:lnTo>
                <a:cubicBezTo>
                  <a:pt x="1865288" y="24558"/>
                  <a:pt x="1873016" y="51056"/>
                  <a:pt x="1873016" y="76293"/>
                </a:cubicBezTo>
                <a:cubicBezTo>
                  <a:pt x="1873016" y="101372"/>
                  <a:pt x="1865288" y="128029"/>
                  <a:pt x="1851408" y="150426"/>
                </a:cubicBezTo>
                <a:lnTo>
                  <a:pt x="1860082" y="1504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O">
            <a:extLst xmlns:a="http://schemas.openxmlformats.org/drawingml/2006/main">
              <a:ext uri="{FF2B5EF4-FFF2-40B4-BE49-F238E27FC236}">
                <a16:creationId xmlns:a16="http://schemas.microsoft.com/office/drawing/2014/main" id="{494D9D38-9892-431F-A5A5-F0B9EAA9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688" y="1315384"/>
            <a:ext cx="120606" cy="111039"/>
          </a:xfrm>
          <a:custGeom xmlns:a="http://schemas.openxmlformats.org/drawingml/2006/main">
            <a:pathLst>
              <a:path w="120606" h="111039">
                <a:moveTo>
                  <a:pt x="0" y="55677"/>
                </a:moveTo>
                <a:cubicBezTo>
                  <a:pt x="0" y="88642"/>
                  <a:pt x="24303" y="111039"/>
                  <a:pt x="60306" y="111039"/>
                </a:cubicBezTo>
                <a:cubicBezTo>
                  <a:pt x="96462" y="111039"/>
                  <a:pt x="120606" y="88801"/>
                  <a:pt x="120606" y="55519"/>
                </a:cubicBezTo>
                <a:cubicBezTo>
                  <a:pt x="120606" y="41482"/>
                  <a:pt x="116349" y="29179"/>
                  <a:pt x="108462" y="19872"/>
                </a:cubicBezTo>
                <a:cubicBezTo>
                  <a:pt x="97884" y="7413"/>
                  <a:pt x="80041" y="0"/>
                  <a:pt x="61251" y="0"/>
                </a:cubicBezTo>
                <a:cubicBezTo>
                  <a:pt x="24147" y="0"/>
                  <a:pt x="0" y="21923"/>
                  <a:pt x="0" y="55677"/>
                </a:cubicBezTo>
                <a:moveTo>
                  <a:pt x="12934" y="55677"/>
                </a:moveTo>
                <a:cubicBezTo>
                  <a:pt x="12934" y="30756"/>
                  <a:pt x="31726" y="14669"/>
                  <a:pt x="60936" y="14669"/>
                </a:cubicBezTo>
                <a:cubicBezTo>
                  <a:pt x="88727" y="14669"/>
                  <a:pt x="107675" y="31230"/>
                  <a:pt x="107675" y="55519"/>
                </a:cubicBezTo>
                <a:cubicBezTo>
                  <a:pt x="107675" y="80125"/>
                  <a:pt x="88727" y="96370"/>
                  <a:pt x="60306" y="96370"/>
                </a:cubicBezTo>
                <a:cubicBezTo>
                  <a:pt x="31882" y="96370"/>
                  <a:pt x="12934" y="80125"/>
                  <a:pt x="12934" y="556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p">
            <a:extLst xmlns:a="http://schemas.openxmlformats.org/drawingml/2006/main">
              <a:ext uri="{FF2B5EF4-FFF2-40B4-BE49-F238E27FC236}">
                <a16:creationId xmlns:a16="http://schemas.microsoft.com/office/drawing/2014/main" id="{D2992024-89DD-46FD-B903-5A875AC7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517" y="1237308"/>
            <a:ext cx="119535" cy="73976"/>
          </a:xfrm>
          <a:custGeom xmlns:a="http://schemas.openxmlformats.org/drawingml/2006/main">
            <a:pathLst>
              <a:path w="119535" h="73976">
                <a:moveTo>
                  <a:pt x="119535" y="73976"/>
                </a:moveTo>
                <a:lnTo>
                  <a:pt x="119535" y="60727"/>
                </a:lnTo>
                <a:lnTo>
                  <a:pt x="76476" y="60727"/>
                </a:lnTo>
                <a:cubicBezTo>
                  <a:pt x="84994" y="53786"/>
                  <a:pt x="88777" y="46058"/>
                  <a:pt x="88777" y="35331"/>
                </a:cubicBezTo>
                <a:cubicBezTo>
                  <a:pt x="88777" y="13880"/>
                  <a:pt x="71581" y="0"/>
                  <a:pt x="45208" y="0"/>
                </a:cubicBezTo>
                <a:cubicBezTo>
                  <a:pt x="17413" y="0"/>
                  <a:pt x="55" y="13564"/>
                  <a:pt x="55" y="35490"/>
                </a:cubicBezTo>
                <a:cubicBezTo>
                  <a:pt x="0" y="46688"/>
                  <a:pt x="5049" y="55677"/>
                  <a:pt x="14828" y="61829"/>
                </a:cubicBezTo>
                <a:lnTo>
                  <a:pt x="2366" y="61829"/>
                </a:lnTo>
                <a:lnTo>
                  <a:pt x="2366" y="73976"/>
                </a:lnTo>
                <a:lnTo>
                  <a:pt x="119535" y="73976"/>
                </a:lnTo>
                <a:moveTo>
                  <a:pt x="12359" y="37697"/>
                </a:moveTo>
                <a:cubicBezTo>
                  <a:pt x="12359" y="23186"/>
                  <a:pt x="25150" y="13723"/>
                  <a:pt x="44890" y="13723"/>
                </a:cubicBezTo>
                <a:cubicBezTo>
                  <a:pt x="63685" y="13723"/>
                  <a:pt x="76476" y="23343"/>
                  <a:pt x="76476" y="37697"/>
                </a:cubicBezTo>
                <a:cubicBezTo>
                  <a:pt x="76476" y="51735"/>
                  <a:pt x="63841" y="60727"/>
                  <a:pt x="44419" y="60727"/>
                </a:cubicBezTo>
                <a:cubicBezTo>
                  <a:pt x="24994" y="60727"/>
                  <a:pt x="12359" y="51735"/>
                  <a:pt x="12359" y="376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c">
            <a:extLst xmlns:a="http://schemas.openxmlformats.org/drawingml/2006/main">
              <a:ext uri="{FF2B5EF4-FFF2-40B4-BE49-F238E27FC236}">
                <a16:creationId xmlns:a16="http://schemas.microsoft.com/office/drawing/2014/main" id="{4E671AA6-5D73-449F-B379-5D474A41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572" y="1154344"/>
            <a:ext cx="88722" cy="70346"/>
          </a:xfrm>
          <a:custGeom xmlns:a="http://schemas.openxmlformats.org/drawingml/2006/main">
            <a:pathLst>
              <a:path w="88722" h="70346">
                <a:moveTo>
                  <a:pt x="30149" y="946"/>
                </a:moveTo>
                <a:cubicBezTo>
                  <a:pt x="22096" y="1576"/>
                  <a:pt x="16883" y="3312"/>
                  <a:pt x="12303" y="6467"/>
                </a:cubicBezTo>
                <a:cubicBezTo>
                  <a:pt x="4575" y="12144"/>
                  <a:pt x="0" y="22082"/>
                  <a:pt x="0" y="33596"/>
                </a:cubicBezTo>
                <a:cubicBezTo>
                  <a:pt x="0" y="55993"/>
                  <a:pt x="17673" y="70346"/>
                  <a:pt x="45153" y="70346"/>
                </a:cubicBezTo>
                <a:cubicBezTo>
                  <a:pt x="71841" y="70346"/>
                  <a:pt x="88722" y="56152"/>
                  <a:pt x="88722" y="33752"/>
                </a:cubicBezTo>
                <a:cubicBezTo>
                  <a:pt x="88722" y="14036"/>
                  <a:pt x="76893" y="1576"/>
                  <a:pt x="56681" y="0"/>
                </a:cubicBezTo>
                <a:lnTo>
                  <a:pt x="56681" y="13249"/>
                </a:lnTo>
                <a:cubicBezTo>
                  <a:pt x="69945" y="15456"/>
                  <a:pt x="76577" y="22238"/>
                  <a:pt x="76577" y="33437"/>
                </a:cubicBezTo>
                <a:cubicBezTo>
                  <a:pt x="76577" y="47949"/>
                  <a:pt x="64734" y="56623"/>
                  <a:pt x="45153" y="56623"/>
                </a:cubicBezTo>
                <a:cubicBezTo>
                  <a:pt x="24464" y="56623"/>
                  <a:pt x="12147" y="48106"/>
                  <a:pt x="12147" y="33752"/>
                </a:cubicBezTo>
                <a:cubicBezTo>
                  <a:pt x="12147" y="22712"/>
                  <a:pt x="18621" y="15771"/>
                  <a:pt x="30149" y="14195"/>
                </a:cubicBezTo>
                <a:lnTo>
                  <a:pt x="30149" y="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o">
            <a:extLst xmlns:a="http://schemas.openxmlformats.org/drawingml/2006/main">
              <a:ext uri="{FF2B5EF4-FFF2-40B4-BE49-F238E27FC236}">
                <a16:creationId xmlns:a16="http://schemas.microsoft.com/office/drawing/2014/main" id="{B7E0B500-6A5E-4C3E-B9C1-E17E43D0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572" y="1059076"/>
            <a:ext cx="88722" cy="74763"/>
          </a:xfrm>
          <a:custGeom xmlns:a="http://schemas.openxmlformats.org/drawingml/2006/main">
            <a:pathLst>
              <a:path w="88722" h="74763">
                <a:moveTo>
                  <a:pt x="0" y="37540"/>
                </a:moveTo>
                <a:cubicBezTo>
                  <a:pt x="0" y="60883"/>
                  <a:pt x="16568" y="74763"/>
                  <a:pt x="44363" y="74763"/>
                </a:cubicBezTo>
                <a:cubicBezTo>
                  <a:pt x="72315" y="74763"/>
                  <a:pt x="88722" y="60883"/>
                  <a:pt x="88722" y="37381"/>
                </a:cubicBezTo>
                <a:cubicBezTo>
                  <a:pt x="88722" y="14038"/>
                  <a:pt x="72156" y="0"/>
                  <a:pt x="44994" y="0"/>
                </a:cubicBezTo>
                <a:cubicBezTo>
                  <a:pt x="16253" y="0"/>
                  <a:pt x="0" y="13564"/>
                  <a:pt x="0" y="37540"/>
                </a:cubicBezTo>
                <a:moveTo>
                  <a:pt x="12147" y="37381"/>
                </a:moveTo>
                <a:cubicBezTo>
                  <a:pt x="12147" y="22556"/>
                  <a:pt x="24306" y="13723"/>
                  <a:pt x="44835" y="13723"/>
                </a:cubicBezTo>
                <a:cubicBezTo>
                  <a:pt x="64419" y="13723"/>
                  <a:pt x="76577" y="22871"/>
                  <a:pt x="76577" y="37381"/>
                </a:cubicBezTo>
                <a:cubicBezTo>
                  <a:pt x="76577" y="52050"/>
                  <a:pt x="64419" y="61042"/>
                  <a:pt x="44363" y="61042"/>
                </a:cubicBezTo>
                <a:cubicBezTo>
                  <a:pt x="24306" y="61042"/>
                  <a:pt x="12147" y="52050"/>
                  <a:pt x="12147" y="373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d">
            <a:extLst xmlns:a="http://schemas.openxmlformats.org/drawingml/2006/main">
              <a:ext uri="{FF2B5EF4-FFF2-40B4-BE49-F238E27FC236}">
                <a16:creationId xmlns:a16="http://schemas.microsoft.com/office/drawing/2014/main" id="{0B863034-7DED-4851-8AD6-0602FAEE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690" y="971221"/>
            <a:ext cx="118604" cy="73976"/>
          </a:xfrm>
          <a:custGeom xmlns:a="http://schemas.openxmlformats.org/drawingml/2006/main">
            <a:pathLst>
              <a:path w="118604" h="73976">
                <a:moveTo>
                  <a:pt x="0" y="0"/>
                </a:moveTo>
                <a:lnTo>
                  <a:pt x="0" y="13093"/>
                </a:lnTo>
                <a:lnTo>
                  <a:pt x="42659" y="13093"/>
                </a:lnTo>
                <a:cubicBezTo>
                  <a:pt x="34301" y="18611"/>
                  <a:pt x="29882" y="27444"/>
                  <a:pt x="29882" y="38486"/>
                </a:cubicBezTo>
                <a:cubicBezTo>
                  <a:pt x="29882" y="59937"/>
                  <a:pt x="47083" y="73976"/>
                  <a:pt x="73456" y="73976"/>
                </a:cubicBezTo>
                <a:cubicBezTo>
                  <a:pt x="101408" y="73976"/>
                  <a:pt x="118604" y="60409"/>
                  <a:pt x="118604" y="38012"/>
                </a:cubicBezTo>
                <a:cubicBezTo>
                  <a:pt x="118604" y="26657"/>
                  <a:pt x="114346" y="18770"/>
                  <a:pt x="104091" y="11673"/>
                </a:cubicBezTo>
                <a:lnTo>
                  <a:pt x="114907" y="11673"/>
                </a:lnTo>
                <a:lnTo>
                  <a:pt x="114907" y="0"/>
                </a:lnTo>
                <a:lnTo>
                  <a:pt x="0" y="0"/>
                </a:lnTo>
                <a:moveTo>
                  <a:pt x="42185" y="36277"/>
                </a:moveTo>
                <a:cubicBezTo>
                  <a:pt x="42185" y="22082"/>
                  <a:pt x="54650" y="13093"/>
                  <a:pt x="74525" y="13093"/>
                </a:cubicBezTo>
                <a:cubicBezTo>
                  <a:pt x="93668" y="13093"/>
                  <a:pt x="106303" y="22241"/>
                  <a:pt x="106303" y="36120"/>
                </a:cubicBezTo>
                <a:cubicBezTo>
                  <a:pt x="106303" y="50630"/>
                  <a:pt x="93511" y="60253"/>
                  <a:pt x="74245" y="60253"/>
                </a:cubicBezTo>
                <a:cubicBezTo>
                  <a:pt x="54977" y="60253"/>
                  <a:pt x="42185" y="50630"/>
                  <a:pt x="42185" y="362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e">
            <a:extLst xmlns:a="http://schemas.openxmlformats.org/drawingml/2006/main">
              <a:ext uri="{FF2B5EF4-FFF2-40B4-BE49-F238E27FC236}">
                <a16:creationId xmlns:a16="http://schemas.microsoft.com/office/drawing/2014/main" id="{A7AD1A0B-99AB-472B-9D28-F4E045E3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572" y="878319"/>
            <a:ext cx="88722" cy="74606"/>
          </a:xfrm>
          <a:custGeom xmlns:a="http://schemas.openxmlformats.org/drawingml/2006/main">
            <a:pathLst>
              <a:path w="88722" h="74606">
                <a:moveTo>
                  <a:pt x="48156" y="0"/>
                </a:moveTo>
                <a:cubicBezTo>
                  <a:pt x="35535" y="0"/>
                  <a:pt x="27949" y="948"/>
                  <a:pt x="21786" y="3314"/>
                </a:cubicBezTo>
                <a:cubicBezTo>
                  <a:pt x="8202" y="8676"/>
                  <a:pt x="0" y="21295"/>
                  <a:pt x="0" y="36751"/>
                </a:cubicBezTo>
                <a:cubicBezTo>
                  <a:pt x="0" y="59781"/>
                  <a:pt x="17519" y="74606"/>
                  <a:pt x="44845" y="74606"/>
                </a:cubicBezTo>
                <a:cubicBezTo>
                  <a:pt x="72156" y="74606"/>
                  <a:pt x="88722" y="60411"/>
                  <a:pt x="88722" y="37066"/>
                </a:cubicBezTo>
                <a:cubicBezTo>
                  <a:pt x="88722" y="18140"/>
                  <a:pt x="77997" y="5049"/>
                  <a:pt x="59997" y="1735"/>
                </a:cubicBezTo>
                <a:lnTo>
                  <a:pt x="59997" y="14984"/>
                </a:lnTo>
                <a:cubicBezTo>
                  <a:pt x="70893" y="18614"/>
                  <a:pt x="76577" y="26026"/>
                  <a:pt x="76577" y="36594"/>
                </a:cubicBezTo>
                <a:cubicBezTo>
                  <a:pt x="76577" y="44953"/>
                  <a:pt x="72789" y="52050"/>
                  <a:pt x="65841" y="56467"/>
                </a:cubicBezTo>
                <a:cubicBezTo>
                  <a:pt x="61105" y="59622"/>
                  <a:pt x="56366" y="60727"/>
                  <a:pt x="48156" y="60883"/>
                </a:cubicBezTo>
                <a:lnTo>
                  <a:pt x="48156" y="0"/>
                </a:lnTo>
                <a:moveTo>
                  <a:pt x="37430" y="60568"/>
                </a:moveTo>
                <a:cubicBezTo>
                  <a:pt x="22101" y="59466"/>
                  <a:pt x="12147" y="50159"/>
                  <a:pt x="12147" y="36910"/>
                </a:cubicBezTo>
                <a:cubicBezTo>
                  <a:pt x="12147" y="23502"/>
                  <a:pt x="22575" y="14197"/>
                  <a:pt x="37430" y="14197"/>
                </a:cubicBezTo>
                <a:lnTo>
                  <a:pt x="37430" y="605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C">
            <a:extLst xmlns:a="http://schemas.openxmlformats.org/drawingml/2006/main">
              <a:ext uri="{FF2B5EF4-FFF2-40B4-BE49-F238E27FC236}">
                <a16:creationId xmlns:a16="http://schemas.microsoft.com/office/drawing/2014/main" id="{71B8A177-2B78-40ED-9652-EFCA0DBF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688" y="717281"/>
            <a:ext cx="120606" cy="99210"/>
          </a:xfrm>
          <a:custGeom xmlns:a="http://schemas.openxmlformats.org/drawingml/2006/main">
            <a:pathLst>
              <a:path w="120606" h="99210">
                <a:moveTo>
                  <a:pt x="37567" y="2366"/>
                </a:moveTo>
                <a:cubicBezTo>
                  <a:pt x="12303" y="6939"/>
                  <a:pt x="0" y="21449"/>
                  <a:pt x="0" y="46686"/>
                </a:cubicBezTo>
                <a:cubicBezTo>
                  <a:pt x="0" y="62144"/>
                  <a:pt x="4890" y="74604"/>
                  <a:pt x="14356" y="83121"/>
                </a:cubicBezTo>
                <a:cubicBezTo>
                  <a:pt x="25726" y="93530"/>
                  <a:pt x="42147" y="99210"/>
                  <a:pt x="60777" y="99210"/>
                </a:cubicBezTo>
                <a:cubicBezTo>
                  <a:pt x="79725" y="99210"/>
                  <a:pt x="95990" y="93374"/>
                  <a:pt x="107201" y="82647"/>
                </a:cubicBezTo>
                <a:cubicBezTo>
                  <a:pt x="116349" y="73658"/>
                  <a:pt x="120606" y="62301"/>
                  <a:pt x="120606" y="47316"/>
                </a:cubicBezTo>
                <a:cubicBezTo>
                  <a:pt x="120606" y="19242"/>
                  <a:pt x="105463" y="3468"/>
                  <a:pt x="74989" y="0"/>
                </a:cubicBezTo>
                <a:lnTo>
                  <a:pt x="74989" y="15141"/>
                </a:lnTo>
                <a:cubicBezTo>
                  <a:pt x="82883" y="16402"/>
                  <a:pt x="88253" y="17981"/>
                  <a:pt x="92833" y="20347"/>
                </a:cubicBezTo>
                <a:cubicBezTo>
                  <a:pt x="102305" y="25078"/>
                  <a:pt x="107675" y="34857"/>
                  <a:pt x="107675" y="47160"/>
                </a:cubicBezTo>
                <a:cubicBezTo>
                  <a:pt x="107675" y="70031"/>
                  <a:pt x="89357" y="84541"/>
                  <a:pt x="60621" y="84541"/>
                </a:cubicBezTo>
                <a:cubicBezTo>
                  <a:pt x="31093" y="84541"/>
                  <a:pt x="12934" y="70818"/>
                  <a:pt x="12934" y="48421"/>
                </a:cubicBezTo>
                <a:cubicBezTo>
                  <a:pt x="12934" y="39114"/>
                  <a:pt x="15620" y="30440"/>
                  <a:pt x="20200" y="25709"/>
                </a:cubicBezTo>
                <a:cubicBezTo>
                  <a:pt x="24147" y="21449"/>
                  <a:pt x="28883" y="19083"/>
                  <a:pt x="37567" y="17350"/>
                </a:cubicBezTo>
                <a:lnTo>
                  <a:pt x="37567" y="23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o">
            <a:extLst xmlns:a="http://schemas.openxmlformats.org/drawingml/2006/main">
              <a:ext uri="{FF2B5EF4-FFF2-40B4-BE49-F238E27FC236}">
                <a16:creationId xmlns:a16="http://schemas.microsoft.com/office/drawing/2014/main" id="{BA12C3AE-7125-4CE5-A90B-27511944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572" y="631003"/>
            <a:ext cx="88722" cy="74763"/>
          </a:xfrm>
          <a:custGeom xmlns:a="http://schemas.openxmlformats.org/drawingml/2006/main">
            <a:pathLst>
              <a:path w="88722" h="74763">
                <a:moveTo>
                  <a:pt x="0" y="37540"/>
                </a:moveTo>
                <a:cubicBezTo>
                  <a:pt x="0" y="60883"/>
                  <a:pt x="16568" y="74763"/>
                  <a:pt x="44363" y="74763"/>
                </a:cubicBezTo>
                <a:cubicBezTo>
                  <a:pt x="72315" y="74763"/>
                  <a:pt x="88722" y="60883"/>
                  <a:pt x="88722" y="37381"/>
                </a:cubicBezTo>
                <a:cubicBezTo>
                  <a:pt x="88722" y="14038"/>
                  <a:pt x="72156" y="0"/>
                  <a:pt x="44994" y="0"/>
                </a:cubicBezTo>
                <a:cubicBezTo>
                  <a:pt x="16253" y="0"/>
                  <a:pt x="0" y="13564"/>
                  <a:pt x="0" y="37540"/>
                </a:cubicBezTo>
                <a:moveTo>
                  <a:pt x="12147" y="37381"/>
                </a:moveTo>
                <a:cubicBezTo>
                  <a:pt x="12147" y="22556"/>
                  <a:pt x="24306" y="13723"/>
                  <a:pt x="44835" y="13723"/>
                </a:cubicBezTo>
                <a:cubicBezTo>
                  <a:pt x="64419" y="13723"/>
                  <a:pt x="76577" y="22871"/>
                  <a:pt x="76577" y="37381"/>
                </a:cubicBezTo>
                <a:cubicBezTo>
                  <a:pt x="76577" y="52050"/>
                  <a:pt x="64419" y="61042"/>
                  <a:pt x="44363" y="61042"/>
                </a:cubicBezTo>
                <a:cubicBezTo>
                  <a:pt x="24306" y="61042"/>
                  <a:pt x="12147" y="52050"/>
                  <a:pt x="12147" y="373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v">
            <a:extLst xmlns:a="http://schemas.openxmlformats.org/drawingml/2006/main">
              <a:ext uri="{FF2B5EF4-FFF2-40B4-BE49-F238E27FC236}">
                <a16:creationId xmlns:a16="http://schemas.microsoft.com/office/drawing/2014/main" id="{9E50980C-FC6B-45EC-B11E-9B3849F1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83" y="544568"/>
            <a:ext cx="82715" cy="75078"/>
          </a:xfrm>
          <a:custGeom xmlns:a="http://schemas.openxmlformats.org/drawingml/2006/main">
            <a:pathLst>
              <a:path w="82715" h="75078">
                <a:moveTo>
                  <a:pt x="82715" y="31704"/>
                </a:moveTo>
                <a:lnTo>
                  <a:pt x="0" y="0"/>
                </a:lnTo>
                <a:lnTo>
                  <a:pt x="0" y="14825"/>
                </a:lnTo>
                <a:lnTo>
                  <a:pt x="67090" y="38171"/>
                </a:lnTo>
                <a:lnTo>
                  <a:pt x="0" y="60253"/>
                </a:lnTo>
                <a:lnTo>
                  <a:pt x="0" y="75078"/>
                </a:lnTo>
                <a:lnTo>
                  <a:pt x="82715" y="46055"/>
                </a:lnTo>
                <a:lnTo>
                  <a:pt x="82715" y="31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e">
            <a:extLst xmlns:a="http://schemas.openxmlformats.org/drawingml/2006/main">
              <a:ext uri="{FF2B5EF4-FFF2-40B4-BE49-F238E27FC236}">
                <a16:creationId xmlns:a16="http://schemas.microsoft.com/office/drawing/2014/main" id="{27C77243-0A8D-428D-AC33-1FB05413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572" y="472801"/>
            <a:ext cx="88722" cy="74606"/>
          </a:xfrm>
          <a:custGeom xmlns:a="http://schemas.openxmlformats.org/drawingml/2006/main">
            <a:pathLst>
              <a:path w="88722" h="74606">
                <a:moveTo>
                  <a:pt x="48156" y="0"/>
                </a:moveTo>
                <a:cubicBezTo>
                  <a:pt x="35535" y="0"/>
                  <a:pt x="27949" y="948"/>
                  <a:pt x="21786" y="3314"/>
                </a:cubicBezTo>
                <a:cubicBezTo>
                  <a:pt x="8202" y="8676"/>
                  <a:pt x="0" y="21295"/>
                  <a:pt x="0" y="36751"/>
                </a:cubicBezTo>
                <a:cubicBezTo>
                  <a:pt x="0" y="59781"/>
                  <a:pt x="17519" y="74606"/>
                  <a:pt x="44845" y="74606"/>
                </a:cubicBezTo>
                <a:cubicBezTo>
                  <a:pt x="72156" y="74606"/>
                  <a:pt x="88722" y="60411"/>
                  <a:pt x="88722" y="37066"/>
                </a:cubicBezTo>
                <a:cubicBezTo>
                  <a:pt x="88722" y="18140"/>
                  <a:pt x="77997" y="5049"/>
                  <a:pt x="59997" y="1735"/>
                </a:cubicBezTo>
                <a:lnTo>
                  <a:pt x="59997" y="14984"/>
                </a:lnTo>
                <a:cubicBezTo>
                  <a:pt x="70893" y="18614"/>
                  <a:pt x="76577" y="26026"/>
                  <a:pt x="76577" y="36594"/>
                </a:cubicBezTo>
                <a:cubicBezTo>
                  <a:pt x="76577" y="44953"/>
                  <a:pt x="72789" y="52050"/>
                  <a:pt x="65841" y="56467"/>
                </a:cubicBezTo>
                <a:cubicBezTo>
                  <a:pt x="61105" y="59622"/>
                  <a:pt x="56366" y="60727"/>
                  <a:pt x="48156" y="60883"/>
                </a:cubicBezTo>
                <a:lnTo>
                  <a:pt x="48156" y="0"/>
                </a:lnTo>
                <a:moveTo>
                  <a:pt x="37430" y="60568"/>
                </a:moveTo>
                <a:cubicBezTo>
                  <a:pt x="22101" y="59466"/>
                  <a:pt x="12147" y="50159"/>
                  <a:pt x="12147" y="36910"/>
                </a:cubicBezTo>
                <a:cubicBezTo>
                  <a:pt x="12147" y="23502"/>
                  <a:pt x="22575" y="14197"/>
                  <a:pt x="37430" y="14197"/>
                </a:cubicBezTo>
                <a:lnTo>
                  <a:pt x="37430" y="605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r">
            <a:extLst xmlns:a="http://schemas.openxmlformats.org/drawingml/2006/main">
              <a:ext uri="{FF2B5EF4-FFF2-40B4-BE49-F238E27FC236}">
                <a16:creationId xmlns:a16="http://schemas.microsoft.com/office/drawing/2014/main" id="{F64340D5-260C-477D-A560-1D3F339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572" y="412864"/>
            <a:ext cx="85025" cy="39750"/>
          </a:xfrm>
          <a:custGeom xmlns:a="http://schemas.openxmlformats.org/drawingml/2006/main">
            <a:pathLst>
              <a:path w="85025" h="39750">
                <a:moveTo>
                  <a:pt x="2310" y="39750"/>
                </a:moveTo>
                <a:lnTo>
                  <a:pt x="85025" y="39750"/>
                </a:lnTo>
                <a:lnTo>
                  <a:pt x="85025" y="26498"/>
                </a:lnTo>
                <a:lnTo>
                  <a:pt x="42091" y="26498"/>
                </a:lnTo>
                <a:cubicBezTo>
                  <a:pt x="22200" y="26342"/>
                  <a:pt x="13360" y="18140"/>
                  <a:pt x="13834" y="0"/>
                </a:cubicBezTo>
                <a:lnTo>
                  <a:pt x="419" y="0"/>
                </a:lnTo>
                <a:cubicBezTo>
                  <a:pt x="159" y="2209"/>
                  <a:pt x="0" y="3471"/>
                  <a:pt x="0" y="5049"/>
                </a:cubicBezTo>
                <a:cubicBezTo>
                  <a:pt x="0" y="13567"/>
                  <a:pt x="5049" y="20031"/>
                  <a:pt x="17350" y="27603"/>
                </a:cubicBezTo>
                <a:lnTo>
                  <a:pt x="2310" y="27603"/>
                </a:lnTo>
                <a:lnTo>
                  <a:pt x="2310" y="397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a">
            <a:extLst xmlns:a="http://schemas.openxmlformats.org/drawingml/2006/main">
              <a:ext uri="{FF2B5EF4-FFF2-40B4-BE49-F238E27FC236}">
                <a16:creationId xmlns:a16="http://schemas.microsoft.com/office/drawing/2014/main" id="{1AAD8A5C-95C2-44D6-A8A5-CAE82344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572" y="334002"/>
            <a:ext cx="88722" cy="77759"/>
          </a:xfrm>
          <a:custGeom xmlns:a="http://schemas.openxmlformats.org/drawingml/2006/main">
            <a:pathLst>
              <a:path w="88722" h="77759">
                <a:moveTo>
                  <a:pt x="77367" y="0"/>
                </a:moveTo>
                <a:cubicBezTo>
                  <a:pt x="77682" y="1418"/>
                  <a:pt x="77682" y="2051"/>
                  <a:pt x="77682" y="2838"/>
                </a:cubicBezTo>
                <a:cubicBezTo>
                  <a:pt x="77682" y="7413"/>
                  <a:pt x="75314" y="9935"/>
                  <a:pt x="71208" y="9935"/>
                </a:cubicBezTo>
                <a:lnTo>
                  <a:pt x="22568" y="9935"/>
                </a:lnTo>
                <a:cubicBezTo>
                  <a:pt x="7887" y="9935"/>
                  <a:pt x="0" y="20662"/>
                  <a:pt x="0" y="41008"/>
                </a:cubicBezTo>
                <a:cubicBezTo>
                  <a:pt x="0" y="53153"/>
                  <a:pt x="3471" y="62775"/>
                  <a:pt x="9622" y="68452"/>
                </a:cubicBezTo>
                <a:cubicBezTo>
                  <a:pt x="13884" y="72238"/>
                  <a:pt x="18621" y="73817"/>
                  <a:pt x="26833" y="74132"/>
                </a:cubicBezTo>
                <a:lnTo>
                  <a:pt x="26833" y="60883"/>
                </a:lnTo>
                <a:cubicBezTo>
                  <a:pt x="16727" y="59778"/>
                  <a:pt x="12147" y="53783"/>
                  <a:pt x="12147" y="41482"/>
                </a:cubicBezTo>
                <a:cubicBezTo>
                  <a:pt x="12147" y="29495"/>
                  <a:pt x="16568" y="23028"/>
                  <a:pt x="24464" y="23028"/>
                </a:cubicBezTo>
                <a:lnTo>
                  <a:pt x="27937" y="23028"/>
                </a:lnTo>
                <a:cubicBezTo>
                  <a:pt x="33624" y="23184"/>
                  <a:pt x="35677" y="26024"/>
                  <a:pt x="37097" y="36751"/>
                </a:cubicBezTo>
                <a:cubicBezTo>
                  <a:pt x="39466" y="55362"/>
                  <a:pt x="40099" y="58202"/>
                  <a:pt x="42152" y="63249"/>
                </a:cubicBezTo>
                <a:cubicBezTo>
                  <a:pt x="46257" y="72869"/>
                  <a:pt x="53521" y="77759"/>
                  <a:pt x="64260" y="77759"/>
                </a:cubicBezTo>
                <a:cubicBezTo>
                  <a:pt x="79259" y="77759"/>
                  <a:pt x="88722" y="67350"/>
                  <a:pt x="88722" y="50630"/>
                </a:cubicBezTo>
                <a:cubicBezTo>
                  <a:pt x="88722" y="40219"/>
                  <a:pt x="85095" y="31860"/>
                  <a:pt x="76577" y="22554"/>
                </a:cubicBezTo>
                <a:cubicBezTo>
                  <a:pt x="85095" y="21608"/>
                  <a:pt x="88722" y="17507"/>
                  <a:pt x="88722" y="8989"/>
                </a:cubicBezTo>
                <a:cubicBezTo>
                  <a:pt x="88722" y="6152"/>
                  <a:pt x="88407" y="4416"/>
                  <a:pt x="87304" y="0"/>
                </a:cubicBezTo>
                <a:lnTo>
                  <a:pt x="77367" y="0"/>
                </a:lnTo>
                <a:moveTo>
                  <a:pt x="59049" y="23028"/>
                </a:moveTo>
                <a:cubicBezTo>
                  <a:pt x="63470" y="23028"/>
                  <a:pt x="66154" y="24289"/>
                  <a:pt x="69786" y="28233"/>
                </a:cubicBezTo>
                <a:cubicBezTo>
                  <a:pt x="74683" y="33596"/>
                  <a:pt x="77208" y="40062"/>
                  <a:pt x="77208" y="47791"/>
                </a:cubicBezTo>
                <a:cubicBezTo>
                  <a:pt x="77208" y="58043"/>
                  <a:pt x="72313" y="64036"/>
                  <a:pt x="63945" y="64036"/>
                </a:cubicBezTo>
                <a:cubicBezTo>
                  <a:pt x="55259" y="64036"/>
                  <a:pt x="50837" y="58358"/>
                  <a:pt x="48784" y="44164"/>
                </a:cubicBezTo>
                <a:cubicBezTo>
                  <a:pt x="46888" y="30125"/>
                  <a:pt x="46257" y="27444"/>
                  <a:pt x="44204" y="23028"/>
                </a:cubicBezTo>
                <a:lnTo>
                  <a:pt x="59049" y="230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g">
            <a:extLst xmlns:a="http://schemas.openxmlformats.org/drawingml/2006/main">
              <a:ext uri="{FF2B5EF4-FFF2-40B4-BE49-F238E27FC236}">
                <a16:creationId xmlns:a16="http://schemas.microsoft.com/office/drawing/2014/main" id="{88466D58-DFD1-4009-B888-F4244C86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572" y="252457"/>
            <a:ext cx="119480" cy="70346"/>
          </a:xfrm>
          <a:custGeom xmlns:a="http://schemas.openxmlformats.org/drawingml/2006/main">
            <a:pathLst>
              <a:path w="119480" h="70346">
                <a:moveTo>
                  <a:pt x="2310" y="12144"/>
                </a:moveTo>
                <a:lnTo>
                  <a:pt x="14298" y="12144"/>
                </a:lnTo>
                <a:cubicBezTo>
                  <a:pt x="4419" y="18768"/>
                  <a:pt x="0" y="26024"/>
                  <a:pt x="0" y="36433"/>
                </a:cubicBezTo>
                <a:cubicBezTo>
                  <a:pt x="0" y="56467"/>
                  <a:pt x="18621" y="70346"/>
                  <a:pt x="45153" y="70346"/>
                </a:cubicBezTo>
                <a:cubicBezTo>
                  <a:pt x="59049" y="70346"/>
                  <a:pt x="69155" y="67032"/>
                  <a:pt x="77523" y="59935"/>
                </a:cubicBezTo>
                <a:cubicBezTo>
                  <a:pt x="84780" y="53783"/>
                  <a:pt x="88722" y="45899"/>
                  <a:pt x="88722" y="37381"/>
                </a:cubicBezTo>
                <a:cubicBezTo>
                  <a:pt x="88722" y="27444"/>
                  <a:pt x="84305" y="20347"/>
                  <a:pt x="73894" y="13406"/>
                </a:cubicBezTo>
                <a:lnTo>
                  <a:pt x="78156" y="13406"/>
                </a:lnTo>
                <a:cubicBezTo>
                  <a:pt x="100238" y="13406"/>
                  <a:pt x="108438" y="19557"/>
                  <a:pt x="108438" y="35961"/>
                </a:cubicBezTo>
                <a:cubicBezTo>
                  <a:pt x="108438" y="47160"/>
                  <a:pt x="104021" y="52996"/>
                  <a:pt x="94558" y="54257"/>
                </a:cubicBezTo>
                <a:lnTo>
                  <a:pt x="94558" y="67665"/>
                </a:lnTo>
                <a:cubicBezTo>
                  <a:pt x="109858" y="66402"/>
                  <a:pt x="119480" y="54257"/>
                  <a:pt x="119480" y="36277"/>
                </a:cubicBezTo>
                <a:cubicBezTo>
                  <a:pt x="119480" y="24132"/>
                  <a:pt x="115538" y="14036"/>
                  <a:pt x="108912" y="8674"/>
                </a:cubicBezTo>
                <a:cubicBezTo>
                  <a:pt x="101184" y="2366"/>
                  <a:pt x="90931" y="0"/>
                  <a:pt x="71523" y="0"/>
                </a:cubicBezTo>
                <a:lnTo>
                  <a:pt x="2310" y="0"/>
                </a:lnTo>
                <a:lnTo>
                  <a:pt x="2310" y="12144"/>
                </a:lnTo>
                <a:moveTo>
                  <a:pt x="12147" y="35172"/>
                </a:moveTo>
                <a:cubicBezTo>
                  <a:pt x="12147" y="21292"/>
                  <a:pt x="23831" y="13406"/>
                  <a:pt x="44835" y="13406"/>
                </a:cubicBezTo>
                <a:cubicBezTo>
                  <a:pt x="64893" y="13406"/>
                  <a:pt x="76577" y="21451"/>
                  <a:pt x="76577" y="35172"/>
                </a:cubicBezTo>
                <a:cubicBezTo>
                  <a:pt x="76577" y="48736"/>
                  <a:pt x="64734" y="56623"/>
                  <a:pt x="44363" y="56623"/>
                </a:cubicBezTo>
                <a:cubicBezTo>
                  <a:pt x="24149" y="56623"/>
                  <a:pt x="12147" y="48736"/>
                  <a:pt x="12147" y="3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e">
            <a:extLst xmlns:a="http://schemas.openxmlformats.org/drawingml/2006/main">
              <a:ext uri="{FF2B5EF4-FFF2-40B4-BE49-F238E27FC236}">
                <a16:creationId xmlns:a16="http://schemas.microsoft.com/office/drawing/2014/main" id="{6707C4C0-8886-4714-9ABC-1B8A1FFA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572" y="157345"/>
            <a:ext cx="88722" cy="74606"/>
          </a:xfrm>
          <a:custGeom xmlns:a="http://schemas.openxmlformats.org/drawingml/2006/main">
            <a:pathLst>
              <a:path w="88722" h="74606">
                <a:moveTo>
                  <a:pt x="48156" y="0"/>
                </a:moveTo>
                <a:cubicBezTo>
                  <a:pt x="35535" y="0"/>
                  <a:pt x="27949" y="948"/>
                  <a:pt x="21786" y="3314"/>
                </a:cubicBezTo>
                <a:cubicBezTo>
                  <a:pt x="8202" y="8676"/>
                  <a:pt x="0" y="21295"/>
                  <a:pt x="0" y="36751"/>
                </a:cubicBezTo>
                <a:cubicBezTo>
                  <a:pt x="0" y="59781"/>
                  <a:pt x="17519" y="74606"/>
                  <a:pt x="44845" y="74606"/>
                </a:cubicBezTo>
                <a:cubicBezTo>
                  <a:pt x="72156" y="74606"/>
                  <a:pt x="88722" y="60411"/>
                  <a:pt x="88722" y="37066"/>
                </a:cubicBezTo>
                <a:cubicBezTo>
                  <a:pt x="88722" y="18140"/>
                  <a:pt x="77997" y="5049"/>
                  <a:pt x="59997" y="1735"/>
                </a:cubicBezTo>
                <a:lnTo>
                  <a:pt x="59997" y="14984"/>
                </a:lnTo>
                <a:cubicBezTo>
                  <a:pt x="70893" y="18614"/>
                  <a:pt x="76577" y="26026"/>
                  <a:pt x="76577" y="36594"/>
                </a:cubicBezTo>
                <a:cubicBezTo>
                  <a:pt x="76577" y="44953"/>
                  <a:pt x="72789" y="52050"/>
                  <a:pt x="65841" y="56467"/>
                </a:cubicBezTo>
                <a:cubicBezTo>
                  <a:pt x="61105" y="59622"/>
                  <a:pt x="56366" y="60727"/>
                  <a:pt x="48156" y="60883"/>
                </a:cubicBezTo>
                <a:lnTo>
                  <a:pt x="48156" y="0"/>
                </a:lnTo>
                <a:moveTo>
                  <a:pt x="37430" y="60568"/>
                </a:moveTo>
                <a:cubicBezTo>
                  <a:pt x="22101" y="59466"/>
                  <a:pt x="12147" y="50159"/>
                  <a:pt x="12147" y="36910"/>
                </a:cubicBezTo>
                <a:cubicBezTo>
                  <a:pt x="12147" y="23502"/>
                  <a:pt x="22575" y="14197"/>
                  <a:pt x="37430" y="14197"/>
                </a:cubicBezTo>
                <a:lnTo>
                  <a:pt x="37430" y="605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E81F4-C393-4177-8F5F-3BFBB694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896" y="690869"/>
            <a:ext cx="1039831" cy="529064"/>
          </a:xfrm>
          <a:custGeom xmlns:a="http://schemas.openxmlformats.org/drawingml/2006/main">
            <a:pathLst>
              <a:path w="1039831" h="529064">
                <a:moveTo>
                  <a:pt x="0" y="0"/>
                </a:moveTo>
                <a:lnTo>
                  <a:pt x="1039831" y="0"/>
                </a:lnTo>
                <a:lnTo>
                  <a:pt x="1039831" y="529064"/>
                </a:lnTo>
                <a:lnTo>
                  <a:pt x="0" y="5290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B1964-2701-4073-98BE-1B22DDD3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896" y="686633"/>
            <a:ext cx="127714" cy="135195"/>
          </a:xfrm>
          <a:custGeom xmlns:a="http://schemas.openxmlformats.org/drawingml/2006/main">
            <a:pathLst>
              <a:path w="127714" h="135195">
                <a:moveTo>
                  <a:pt x="0" y="0"/>
                </a:moveTo>
                <a:lnTo>
                  <a:pt x="127714" y="0"/>
                </a:lnTo>
                <a:lnTo>
                  <a:pt x="127714" y="135195"/>
                </a:lnTo>
                <a:lnTo>
                  <a:pt x="0" y="1351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DB532-02B7-41C0-9DC8-4ACC25EE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672" y="754231"/>
            <a:ext cx="102185" cy="10"/>
          </a:xfrm>
          <a:custGeom xmlns:a="http://schemas.openxmlformats.org/drawingml/2006/main">
            <a:pathLst>
              <a:path w="102185" h="1" fill="none">
                <a:moveTo>
                  <a:pt x="0" y="0"/>
                </a:moveTo>
                <a:lnTo>
                  <a:pt x="102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4DAF4A"/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0BA3C-5E99-45C2-BEB3-93B4C0EA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896" y="821828"/>
            <a:ext cx="127714" cy="135195"/>
          </a:xfrm>
          <a:custGeom xmlns:a="http://schemas.openxmlformats.org/drawingml/2006/main">
            <a:pathLst>
              <a:path w="127714" h="135195">
                <a:moveTo>
                  <a:pt x="0" y="0"/>
                </a:moveTo>
                <a:lnTo>
                  <a:pt x="127714" y="0"/>
                </a:lnTo>
                <a:lnTo>
                  <a:pt x="127714" y="135195"/>
                </a:lnTo>
                <a:lnTo>
                  <a:pt x="0" y="1351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D8D1E1-D884-4625-A520-092C1C14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672" y="889426"/>
            <a:ext cx="102185" cy="10"/>
          </a:xfrm>
          <a:custGeom xmlns:a="http://schemas.openxmlformats.org/drawingml/2006/main">
            <a:pathLst>
              <a:path w="102185" h="1" fill="none">
                <a:moveTo>
                  <a:pt x="0" y="0"/>
                </a:moveTo>
                <a:lnTo>
                  <a:pt x="102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377EB8"/>
            </a:solidFill>
            <a:custDash>
              <a:ds d="100000" sp="100000"/>
            </a:custDash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8AB4F-D0D6-485F-8869-37409A95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896" y="957024"/>
            <a:ext cx="127714" cy="135195"/>
          </a:xfrm>
          <a:custGeom xmlns:a="http://schemas.openxmlformats.org/drawingml/2006/main">
            <a:pathLst>
              <a:path w="127714" h="135195">
                <a:moveTo>
                  <a:pt x="0" y="0"/>
                </a:moveTo>
                <a:lnTo>
                  <a:pt x="127714" y="0"/>
                </a:lnTo>
                <a:lnTo>
                  <a:pt x="127714" y="135195"/>
                </a:lnTo>
                <a:lnTo>
                  <a:pt x="0" y="1351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A2729-C143-417B-B853-B63DB415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672" y="1024621"/>
            <a:ext cx="102185" cy="10"/>
          </a:xfrm>
          <a:custGeom xmlns:a="http://schemas.openxmlformats.org/drawingml/2006/main">
            <a:pathLst>
              <a:path w="102185" h="1" fill="none">
                <a:moveTo>
                  <a:pt x="0" y="0"/>
                </a:moveTo>
                <a:lnTo>
                  <a:pt x="102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042" cap="flat">
            <a:solidFill>
              <a:srgbClr val="FFA500"/>
            </a:solidFill>
            <a:custDash>
              <a:ds d="700000" sp="300000"/>
            </a:custDash>
            <a:round/>
          </a:ln>
        </p:spPr>
      </p:sp>
      <p:sp>
        <p:nvSpPr>
          <p:cNvPr id="126" name="Text AsFuzzer">
            <a:extLst xmlns:a="http://schemas.openxmlformats.org/drawingml/2006/main">
              <a:ext uri="{FF2B5EF4-FFF2-40B4-BE49-F238E27FC236}">
                <a16:creationId xmlns:a16="http://schemas.microsoft.com/office/drawing/2014/main" id="{3C39D37F-24D1-49DF-A5A0-316E7861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025" y="709219"/>
            <a:ext cx="439835" cy="84717"/>
          </a:xfrm>
          <a:custGeom xmlns:a="http://schemas.openxmlformats.org/drawingml/2006/main">
            <a:pathLst>
              <a:path w="439835" h="84717">
                <a:moveTo>
                  <a:pt x="42811" y="0"/>
                </a:moveTo>
                <a:lnTo>
                  <a:pt x="29292" y="0"/>
                </a:lnTo>
                <a:lnTo>
                  <a:pt x="0" y="82076"/>
                </a:lnTo>
                <a:lnTo>
                  <a:pt x="11153" y="82076"/>
                </a:lnTo>
                <a:lnTo>
                  <a:pt x="19828" y="57418"/>
                </a:lnTo>
                <a:lnTo>
                  <a:pt x="51487" y="57418"/>
                </a:lnTo>
                <a:lnTo>
                  <a:pt x="59936" y="82076"/>
                </a:lnTo>
                <a:lnTo>
                  <a:pt x="71654" y="82076"/>
                </a:lnTo>
                <a:lnTo>
                  <a:pt x="42811" y="0"/>
                </a:lnTo>
                <a:close/>
                <a:moveTo>
                  <a:pt x="48558" y="48630"/>
                </a:moveTo>
                <a:lnTo>
                  <a:pt x="22419" y="48630"/>
                </a:lnTo>
                <a:lnTo>
                  <a:pt x="35939" y="11260"/>
                </a:lnTo>
                <a:lnTo>
                  <a:pt x="48558" y="48630"/>
                </a:lnTo>
                <a:close/>
                <a:moveTo>
                  <a:pt x="131365" y="35432"/>
                </a:moveTo>
                <a:lnTo>
                  <a:pt x="131365" y="9238"/>
                </a:lnTo>
                <a:lnTo>
                  <a:pt x="175979" y="9238"/>
                </a:lnTo>
                <a:lnTo>
                  <a:pt x="175979" y="0"/>
                </a:lnTo>
                <a:lnTo>
                  <a:pt x="120887" y="0"/>
                </a:lnTo>
                <a:lnTo>
                  <a:pt x="120887" y="82076"/>
                </a:lnTo>
                <a:lnTo>
                  <a:pt x="131365" y="82076"/>
                </a:lnTo>
                <a:lnTo>
                  <a:pt x="131365" y="44669"/>
                </a:lnTo>
                <a:lnTo>
                  <a:pt x="170570" y="44669"/>
                </a:lnTo>
                <a:lnTo>
                  <a:pt x="170570" y="35432"/>
                </a:lnTo>
                <a:lnTo>
                  <a:pt x="131365" y="35432"/>
                </a:lnTo>
                <a:close/>
                <a:moveTo>
                  <a:pt x="420908" y="51410"/>
                </a:moveTo>
                <a:lnTo>
                  <a:pt x="420952" y="49675"/>
                </a:lnTo>
                <a:lnTo>
                  <a:pt x="421056" y="48021"/>
                </a:lnTo>
                <a:lnTo>
                  <a:pt x="421221" y="46449"/>
                </a:lnTo>
                <a:lnTo>
                  <a:pt x="421449" y="44957"/>
                </a:lnTo>
                <a:lnTo>
                  <a:pt x="421738" y="43546"/>
                </a:lnTo>
                <a:lnTo>
                  <a:pt x="422090" y="42214"/>
                </a:lnTo>
                <a:lnTo>
                  <a:pt x="422506" y="40961"/>
                </a:lnTo>
                <a:lnTo>
                  <a:pt x="422985" y="39787"/>
                </a:lnTo>
                <a:lnTo>
                  <a:pt x="423529" y="38690"/>
                </a:lnTo>
                <a:lnTo>
                  <a:pt x="424138" y="37671"/>
                </a:lnTo>
                <a:lnTo>
                  <a:pt x="424813" y="36729"/>
                </a:lnTo>
                <a:lnTo>
                  <a:pt x="425554" y="35862"/>
                </a:lnTo>
                <a:lnTo>
                  <a:pt x="426362" y="35072"/>
                </a:lnTo>
                <a:lnTo>
                  <a:pt x="427238" y="34357"/>
                </a:lnTo>
                <a:lnTo>
                  <a:pt x="428182" y="33717"/>
                </a:lnTo>
                <a:lnTo>
                  <a:pt x="429194" y="33151"/>
                </a:lnTo>
                <a:lnTo>
                  <a:pt x="430276" y="32658"/>
                </a:lnTo>
                <a:lnTo>
                  <a:pt x="431427" y="32238"/>
                </a:lnTo>
                <a:lnTo>
                  <a:pt x="432649" y="31891"/>
                </a:lnTo>
                <a:lnTo>
                  <a:pt x="433942" y="31616"/>
                </a:lnTo>
                <a:lnTo>
                  <a:pt x="435306" y="31413"/>
                </a:lnTo>
                <a:lnTo>
                  <a:pt x="436743" y="31280"/>
                </a:lnTo>
                <a:lnTo>
                  <a:pt x="438252" y="31218"/>
                </a:lnTo>
                <a:lnTo>
                  <a:pt x="439835" y="31226"/>
                </a:lnTo>
                <a:lnTo>
                  <a:pt x="439835" y="21643"/>
                </a:lnTo>
                <a:lnTo>
                  <a:pt x="439641" y="21621"/>
                </a:lnTo>
                <a:lnTo>
                  <a:pt x="439454" y="21599"/>
                </a:lnTo>
                <a:lnTo>
                  <a:pt x="439273" y="21577"/>
                </a:lnTo>
                <a:lnTo>
                  <a:pt x="439098" y="21557"/>
                </a:lnTo>
                <a:lnTo>
                  <a:pt x="438928" y="21537"/>
                </a:lnTo>
                <a:lnTo>
                  <a:pt x="438764" y="21518"/>
                </a:lnTo>
                <a:lnTo>
                  <a:pt x="438604" y="21500"/>
                </a:lnTo>
                <a:lnTo>
                  <a:pt x="438449" y="21483"/>
                </a:lnTo>
                <a:lnTo>
                  <a:pt x="438297" y="21467"/>
                </a:lnTo>
                <a:lnTo>
                  <a:pt x="438150" y="21452"/>
                </a:lnTo>
                <a:lnTo>
                  <a:pt x="438005" y="21438"/>
                </a:lnTo>
                <a:lnTo>
                  <a:pt x="437863" y="21424"/>
                </a:lnTo>
                <a:lnTo>
                  <a:pt x="437723" y="21412"/>
                </a:lnTo>
                <a:lnTo>
                  <a:pt x="437585" y="21400"/>
                </a:lnTo>
                <a:lnTo>
                  <a:pt x="437449" y="21390"/>
                </a:lnTo>
                <a:lnTo>
                  <a:pt x="437314" y="21381"/>
                </a:lnTo>
                <a:lnTo>
                  <a:pt x="437179" y="21372"/>
                </a:lnTo>
                <a:lnTo>
                  <a:pt x="437046" y="21365"/>
                </a:lnTo>
                <a:lnTo>
                  <a:pt x="436912" y="21359"/>
                </a:lnTo>
                <a:lnTo>
                  <a:pt x="436777" y="21354"/>
                </a:lnTo>
                <a:lnTo>
                  <a:pt x="436642" y="21350"/>
                </a:lnTo>
                <a:lnTo>
                  <a:pt x="436506" y="21347"/>
                </a:lnTo>
                <a:lnTo>
                  <a:pt x="436368" y="21345"/>
                </a:lnTo>
                <a:lnTo>
                  <a:pt x="436228" y="21344"/>
                </a:lnTo>
                <a:lnTo>
                  <a:pt x="435475" y="21363"/>
                </a:lnTo>
                <a:lnTo>
                  <a:pt x="434736" y="21420"/>
                </a:lnTo>
                <a:lnTo>
                  <a:pt x="434011" y="21516"/>
                </a:lnTo>
                <a:lnTo>
                  <a:pt x="433298" y="21652"/>
                </a:lnTo>
                <a:lnTo>
                  <a:pt x="432596" y="21828"/>
                </a:lnTo>
                <a:lnTo>
                  <a:pt x="431905" y="22045"/>
                </a:lnTo>
                <a:lnTo>
                  <a:pt x="431223" y="22304"/>
                </a:lnTo>
                <a:lnTo>
                  <a:pt x="430549" y="22605"/>
                </a:lnTo>
                <a:lnTo>
                  <a:pt x="429883" y="22949"/>
                </a:lnTo>
                <a:lnTo>
                  <a:pt x="429224" y="23337"/>
                </a:lnTo>
                <a:lnTo>
                  <a:pt x="428570" y="23769"/>
                </a:lnTo>
                <a:lnTo>
                  <a:pt x="427920" y="24246"/>
                </a:lnTo>
                <a:lnTo>
                  <a:pt x="427274" y="24769"/>
                </a:lnTo>
                <a:lnTo>
                  <a:pt x="426630" y="25338"/>
                </a:lnTo>
                <a:lnTo>
                  <a:pt x="425988" y="25955"/>
                </a:lnTo>
                <a:lnTo>
                  <a:pt x="425347" y="26619"/>
                </a:lnTo>
                <a:lnTo>
                  <a:pt x="424705" y="27332"/>
                </a:lnTo>
                <a:lnTo>
                  <a:pt x="424062" y="28094"/>
                </a:lnTo>
                <a:lnTo>
                  <a:pt x="423416" y="28906"/>
                </a:lnTo>
                <a:lnTo>
                  <a:pt x="422767" y="29768"/>
                </a:lnTo>
                <a:lnTo>
                  <a:pt x="422114" y="30682"/>
                </a:lnTo>
                <a:lnTo>
                  <a:pt x="421455" y="31648"/>
                </a:lnTo>
                <a:lnTo>
                  <a:pt x="420791" y="32666"/>
                </a:lnTo>
                <a:lnTo>
                  <a:pt x="420118" y="33737"/>
                </a:lnTo>
                <a:lnTo>
                  <a:pt x="420118" y="22995"/>
                </a:lnTo>
                <a:lnTo>
                  <a:pt x="411442" y="22995"/>
                </a:lnTo>
                <a:lnTo>
                  <a:pt x="411442" y="82076"/>
                </a:lnTo>
                <a:lnTo>
                  <a:pt x="420908" y="82076"/>
                </a:lnTo>
                <a:lnTo>
                  <a:pt x="420908" y="51410"/>
                </a:lnTo>
                <a:close/>
                <a:moveTo>
                  <a:pt x="284698" y="31220"/>
                </a:moveTo>
                <a:lnTo>
                  <a:pt x="249434" y="73627"/>
                </a:lnTo>
                <a:lnTo>
                  <a:pt x="249434" y="82076"/>
                </a:lnTo>
                <a:lnTo>
                  <a:pt x="294499" y="82076"/>
                </a:lnTo>
                <a:lnTo>
                  <a:pt x="297429" y="82076"/>
                </a:lnTo>
                <a:lnTo>
                  <a:pt x="342495" y="82076"/>
                </a:lnTo>
                <a:lnTo>
                  <a:pt x="342495" y="73852"/>
                </a:lnTo>
                <a:lnTo>
                  <a:pt x="305878" y="73852"/>
                </a:lnTo>
                <a:lnTo>
                  <a:pt x="340917" y="31332"/>
                </a:lnTo>
                <a:lnTo>
                  <a:pt x="340917" y="22995"/>
                </a:lnTo>
                <a:lnTo>
                  <a:pt x="296865" y="22995"/>
                </a:lnTo>
                <a:lnTo>
                  <a:pt x="296865" y="31220"/>
                </a:lnTo>
                <a:lnTo>
                  <a:pt x="329763" y="31220"/>
                </a:lnTo>
                <a:lnTo>
                  <a:pt x="294499" y="73627"/>
                </a:lnTo>
                <a:lnTo>
                  <a:pt x="294499" y="73852"/>
                </a:lnTo>
                <a:lnTo>
                  <a:pt x="260813" y="73852"/>
                </a:lnTo>
                <a:lnTo>
                  <a:pt x="295851" y="31332"/>
                </a:lnTo>
                <a:lnTo>
                  <a:pt x="295851" y="22995"/>
                </a:lnTo>
                <a:lnTo>
                  <a:pt x="251799" y="22995"/>
                </a:lnTo>
                <a:lnTo>
                  <a:pt x="251799" y="31220"/>
                </a:lnTo>
                <a:lnTo>
                  <a:pt x="284698" y="31220"/>
                </a:lnTo>
                <a:close/>
                <a:moveTo>
                  <a:pt x="114635" y="35381"/>
                </a:moveTo>
                <a:lnTo>
                  <a:pt x="114350" y="34118"/>
                </a:lnTo>
                <a:lnTo>
                  <a:pt x="113989" y="32911"/>
                </a:lnTo>
                <a:lnTo>
                  <a:pt x="113553" y="31760"/>
                </a:lnTo>
                <a:lnTo>
                  <a:pt x="113042" y="30665"/>
                </a:lnTo>
                <a:lnTo>
                  <a:pt x="112457" y="29628"/>
                </a:lnTo>
                <a:lnTo>
                  <a:pt x="111800" y="28648"/>
                </a:lnTo>
                <a:lnTo>
                  <a:pt x="111070" y="27727"/>
                </a:lnTo>
                <a:lnTo>
                  <a:pt x="110268" y="26866"/>
                </a:lnTo>
                <a:lnTo>
                  <a:pt x="109395" y="26064"/>
                </a:lnTo>
                <a:lnTo>
                  <a:pt x="108451" y="25323"/>
                </a:lnTo>
                <a:lnTo>
                  <a:pt x="107438" y="24643"/>
                </a:lnTo>
                <a:lnTo>
                  <a:pt x="106356" y="24025"/>
                </a:lnTo>
                <a:lnTo>
                  <a:pt x="105205" y="23469"/>
                </a:lnTo>
                <a:lnTo>
                  <a:pt x="103987" y="22976"/>
                </a:lnTo>
                <a:lnTo>
                  <a:pt x="102701" y="22547"/>
                </a:lnTo>
                <a:lnTo>
                  <a:pt x="101350" y="22182"/>
                </a:lnTo>
                <a:lnTo>
                  <a:pt x="99933" y="21882"/>
                </a:lnTo>
                <a:lnTo>
                  <a:pt x="98450" y="21648"/>
                </a:lnTo>
                <a:lnTo>
                  <a:pt x="96904" y="21480"/>
                </a:lnTo>
                <a:lnTo>
                  <a:pt x="95294" y="21378"/>
                </a:lnTo>
                <a:lnTo>
                  <a:pt x="93621" y="21344"/>
                </a:lnTo>
                <a:lnTo>
                  <a:pt x="91929" y="21381"/>
                </a:lnTo>
                <a:lnTo>
                  <a:pt x="90288" y="21490"/>
                </a:lnTo>
                <a:lnTo>
                  <a:pt x="88702" y="21671"/>
                </a:lnTo>
                <a:lnTo>
                  <a:pt x="87172" y="21921"/>
                </a:lnTo>
                <a:lnTo>
                  <a:pt x="85699" y="22239"/>
                </a:lnTo>
                <a:lnTo>
                  <a:pt x="84285" y="22624"/>
                </a:lnTo>
                <a:lnTo>
                  <a:pt x="82932" y="23075"/>
                </a:lnTo>
                <a:lnTo>
                  <a:pt x="81642" y="23590"/>
                </a:lnTo>
                <a:lnTo>
                  <a:pt x="80417" y="24167"/>
                </a:lnTo>
                <a:lnTo>
                  <a:pt x="79258" y="24806"/>
                </a:lnTo>
                <a:lnTo>
                  <a:pt x="78166" y="25504"/>
                </a:lnTo>
                <a:lnTo>
                  <a:pt x="77145" y="26261"/>
                </a:lnTo>
                <a:lnTo>
                  <a:pt x="76196" y="27075"/>
                </a:lnTo>
                <a:lnTo>
                  <a:pt x="75319" y="27944"/>
                </a:lnTo>
                <a:lnTo>
                  <a:pt x="74518" y="28868"/>
                </a:lnTo>
                <a:lnTo>
                  <a:pt x="73794" y="29844"/>
                </a:lnTo>
                <a:lnTo>
                  <a:pt x="73148" y="30871"/>
                </a:lnTo>
                <a:lnTo>
                  <a:pt x="72583" y="31949"/>
                </a:lnTo>
                <a:lnTo>
                  <a:pt x="72099" y="33075"/>
                </a:lnTo>
                <a:lnTo>
                  <a:pt x="71700" y="34248"/>
                </a:lnTo>
                <a:lnTo>
                  <a:pt x="71387" y="35467"/>
                </a:lnTo>
                <a:lnTo>
                  <a:pt x="71160" y="36730"/>
                </a:lnTo>
                <a:lnTo>
                  <a:pt x="71023" y="38035"/>
                </a:lnTo>
                <a:lnTo>
                  <a:pt x="70977" y="39383"/>
                </a:lnTo>
                <a:lnTo>
                  <a:pt x="71002" y="40514"/>
                </a:lnTo>
                <a:lnTo>
                  <a:pt x="71079" y="41596"/>
                </a:lnTo>
                <a:lnTo>
                  <a:pt x="71208" y="42631"/>
                </a:lnTo>
                <a:lnTo>
                  <a:pt x="71392" y="43621"/>
                </a:lnTo>
                <a:lnTo>
                  <a:pt x="71634" y="44567"/>
                </a:lnTo>
                <a:lnTo>
                  <a:pt x="71935" y="45470"/>
                </a:lnTo>
                <a:lnTo>
                  <a:pt x="72297" y="46333"/>
                </a:lnTo>
                <a:lnTo>
                  <a:pt x="72721" y="47157"/>
                </a:lnTo>
                <a:lnTo>
                  <a:pt x="73211" y="47944"/>
                </a:lnTo>
                <a:lnTo>
                  <a:pt x="73768" y="48696"/>
                </a:lnTo>
                <a:lnTo>
                  <a:pt x="74393" y="49413"/>
                </a:lnTo>
                <a:lnTo>
                  <a:pt x="75089" y="50099"/>
                </a:lnTo>
                <a:lnTo>
                  <a:pt x="75858" y="50754"/>
                </a:lnTo>
                <a:lnTo>
                  <a:pt x="76702" y="51379"/>
                </a:lnTo>
                <a:lnTo>
                  <a:pt x="77622" y="51978"/>
                </a:lnTo>
                <a:lnTo>
                  <a:pt x="78621" y="52551"/>
                </a:lnTo>
                <a:lnTo>
                  <a:pt x="79701" y="53101"/>
                </a:lnTo>
                <a:lnTo>
                  <a:pt x="80863" y="53628"/>
                </a:lnTo>
                <a:lnTo>
                  <a:pt x="82110" y="54134"/>
                </a:lnTo>
                <a:lnTo>
                  <a:pt x="83443" y="54621"/>
                </a:lnTo>
                <a:lnTo>
                  <a:pt x="84865" y="55092"/>
                </a:lnTo>
                <a:lnTo>
                  <a:pt x="86376" y="55546"/>
                </a:lnTo>
                <a:lnTo>
                  <a:pt x="87981" y="55987"/>
                </a:lnTo>
                <a:lnTo>
                  <a:pt x="89679" y="56416"/>
                </a:lnTo>
                <a:lnTo>
                  <a:pt x="98467" y="58559"/>
                </a:lnTo>
                <a:lnTo>
                  <a:pt x="99264" y="58761"/>
                </a:lnTo>
                <a:lnTo>
                  <a:pt x="100020" y="58971"/>
                </a:lnTo>
                <a:lnTo>
                  <a:pt x="100736" y="59190"/>
                </a:lnTo>
                <a:lnTo>
                  <a:pt x="101412" y="59419"/>
                </a:lnTo>
                <a:lnTo>
                  <a:pt x="102050" y="59658"/>
                </a:lnTo>
                <a:lnTo>
                  <a:pt x="102650" y="59907"/>
                </a:lnTo>
                <a:lnTo>
                  <a:pt x="103212" y="60167"/>
                </a:lnTo>
                <a:lnTo>
                  <a:pt x="103737" y="60439"/>
                </a:lnTo>
                <a:lnTo>
                  <a:pt x="104226" y="60722"/>
                </a:lnTo>
                <a:lnTo>
                  <a:pt x="104679" y="61017"/>
                </a:lnTo>
                <a:lnTo>
                  <a:pt x="105097" y="61325"/>
                </a:lnTo>
                <a:lnTo>
                  <a:pt x="105480" y="61646"/>
                </a:lnTo>
                <a:lnTo>
                  <a:pt x="105829" y="61981"/>
                </a:lnTo>
                <a:lnTo>
                  <a:pt x="106145" y="62330"/>
                </a:lnTo>
                <a:lnTo>
                  <a:pt x="106428" y="62693"/>
                </a:lnTo>
                <a:lnTo>
                  <a:pt x="106679" y="63070"/>
                </a:lnTo>
                <a:lnTo>
                  <a:pt x="106898" y="63464"/>
                </a:lnTo>
                <a:lnTo>
                  <a:pt x="107085" y="63872"/>
                </a:lnTo>
                <a:lnTo>
                  <a:pt x="107243" y="64297"/>
                </a:lnTo>
                <a:lnTo>
                  <a:pt x="107370" y="64739"/>
                </a:lnTo>
                <a:lnTo>
                  <a:pt x="107468" y="65198"/>
                </a:lnTo>
                <a:lnTo>
                  <a:pt x="107538" y="65674"/>
                </a:lnTo>
                <a:lnTo>
                  <a:pt x="107579" y="66168"/>
                </a:lnTo>
                <a:lnTo>
                  <a:pt x="107592" y="66680"/>
                </a:lnTo>
                <a:lnTo>
                  <a:pt x="107564" y="67375"/>
                </a:lnTo>
                <a:lnTo>
                  <a:pt x="107479" y="68049"/>
                </a:lnTo>
                <a:lnTo>
                  <a:pt x="107339" y="68702"/>
                </a:lnTo>
                <a:lnTo>
                  <a:pt x="107145" y="69332"/>
                </a:lnTo>
                <a:lnTo>
                  <a:pt x="106899" y="69939"/>
                </a:lnTo>
                <a:lnTo>
                  <a:pt x="106601" y="70523"/>
                </a:lnTo>
                <a:lnTo>
                  <a:pt x="106253" y="71081"/>
                </a:lnTo>
                <a:lnTo>
                  <a:pt x="105857" y="71614"/>
                </a:lnTo>
                <a:lnTo>
                  <a:pt x="105412" y="72121"/>
                </a:lnTo>
                <a:lnTo>
                  <a:pt x="104921" y="72601"/>
                </a:lnTo>
                <a:lnTo>
                  <a:pt x="104385" y="73053"/>
                </a:lnTo>
                <a:lnTo>
                  <a:pt x="103804" y="73477"/>
                </a:lnTo>
                <a:lnTo>
                  <a:pt x="103181" y="73871"/>
                </a:lnTo>
                <a:lnTo>
                  <a:pt x="102516" y="74234"/>
                </a:lnTo>
                <a:lnTo>
                  <a:pt x="101811" y="74567"/>
                </a:lnTo>
                <a:lnTo>
                  <a:pt x="101067" y="74869"/>
                </a:lnTo>
                <a:lnTo>
                  <a:pt x="100284" y="75137"/>
                </a:lnTo>
                <a:lnTo>
                  <a:pt x="99465" y="75373"/>
                </a:lnTo>
                <a:lnTo>
                  <a:pt x="98611" y="75574"/>
                </a:lnTo>
                <a:lnTo>
                  <a:pt x="97722" y="75741"/>
                </a:lnTo>
                <a:lnTo>
                  <a:pt x="96800" y="75872"/>
                </a:lnTo>
                <a:lnTo>
                  <a:pt x="95846" y="75966"/>
                </a:lnTo>
                <a:lnTo>
                  <a:pt x="94862" y="76023"/>
                </a:lnTo>
                <a:lnTo>
                  <a:pt x="93848" y="76042"/>
                </a:lnTo>
                <a:lnTo>
                  <a:pt x="93218" y="76035"/>
                </a:lnTo>
                <a:lnTo>
                  <a:pt x="92597" y="76012"/>
                </a:lnTo>
                <a:lnTo>
                  <a:pt x="91986" y="75975"/>
                </a:lnTo>
                <a:lnTo>
                  <a:pt x="91384" y="75922"/>
                </a:lnTo>
                <a:lnTo>
                  <a:pt x="90792" y="75856"/>
                </a:lnTo>
                <a:lnTo>
                  <a:pt x="90211" y="75775"/>
                </a:lnTo>
                <a:lnTo>
                  <a:pt x="89640" y="75679"/>
                </a:lnTo>
                <a:lnTo>
                  <a:pt x="89082" y="75570"/>
                </a:lnTo>
                <a:lnTo>
                  <a:pt x="88536" y="75448"/>
                </a:lnTo>
                <a:lnTo>
                  <a:pt x="88002" y="75311"/>
                </a:lnTo>
                <a:lnTo>
                  <a:pt x="87482" y="75162"/>
                </a:lnTo>
                <a:lnTo>
                  <a:pt x="86975" y="74999"/>
                </a:lnTo>
                <a:lnTo>
                  <a:pt x="86482" y="74824"/>
                </a:lnTo>
                <a:lnTo>
                  <a:pt x="86004" y="74635"/>
                </a:lnTo>
                <a:lnTo>
                  <a:pt x="85541" y="74434"/>
                </a:lnTo>
                <a:lnTo>
                  <a:pt x="85093" y="74221"/>
                </a:lnTo>
                <a:lnTo>
                  <a:pt x="84661" y="73996"/>
                </a:lnTo>
                <a:lnTo>
                  <a:pt x="84246" y="73759"/>
                </a:lnTo>
                <a:lnTo>
                  <a:pt x="83848" y="73510"/>
                </a:lnTo>
                <a:lnTo>
                  <a:pt x="83468" y="73249"/>
                </a:lnTo>
                <a:lnTo>
                  <a:pt x="83105" y="72977"/>
                </a:lnTo>
                <a:lnTo>
                  <a:pt x="82761" y="72694"/>
                </a:lnTo>
                <a:lnTo>
                  <a:pt x="82436" y="72400"/>
                </a:lnTo>
                <a:lnTo>
                  <a:pt x="82131" y="72095"/>
                </a:lnTo>
                <a:lnTo>
                  <a:pt x="81952" y="71884"/>
                </a:lnTo>
                <a:lnTo>
                  <a:pt x="81781" y="71671"/>
                </a:lnTo>
                <a:lnTo>
                  <a:pt x="81617" y="71456"/>
                </a:lnTo>
                <a:lnTo>
                  <a:pt x="81461" y="71237"/>
                </a:lnTo>
                <a:lnTo>
                  <a:pt x="81312" y="71015"/>
                </a:lnTo>
                <a:lnTo>
                  <a:pt x="81170" y="70787"/>
                </a:lnTo>
                <a:lnTo>
                  <a:pt x="81034" y="70553"/>
                </a:lnTo>
                <a:lnTo>
                  <a:pt x="80904" y="70311"/>
                </a:lnTo>
                <a:lnTo>
                  <a:pt x="80780" y="70060"/>
                </a:lnTo>
                <a:lnTo>
                  <a:pt x="80662" y="69800"/>
                </a:lnTo>
                <a:lnTo>
                  <a:pt x="80549" y="69529"/>
                </a:lnTo>
                <a:lnTo>
                  <a:pt x="80441" y="69246"/>
                </a:lnTo>
                <a:lnTo>
                  <a:pt x="80338" y="68951"/>
                </a:lnTo>
                <a:lnTo>
                  <a:pt x="80239" y="68641"/>
                </a:lnTo>
                <a:lnTo>
                  <a:pt x="80144" y="68316"/>
                </a:lnTo>
                <a:lnTo>
                  <a:pt x="80053" y="67975"/>
                </a:lnTo>
                <a:lnTo>
                  <a:pt x="79965" y="67617"/>
                </a:lnTo>
                <a:lnTo>
                  <a:pt x="79881" y="67240"/>
                </a:lnTo>
                <a:lnTo>
                  <a:pt x="79800" y="66845"/>
                </a:lnTo>
                <a:lnTo>
                  <a:pt x="79721" y="66428"/>
                </a:lnTo>
                <a:lnTo>
                  <a:pt x="79645" y="65990"/>
                </a:lnTo>
                <a:lnTo>
                  <a:pt x="79570" y="65530"/>
                </a:lnTo>
                <a:lnTo>
                  <a:pt x="79498" y="65046"/>
                </a:lnTo>
                <a:lnTo>
                  <a:pt x="79427" y="64537"/>
                </a:lnTo>
                <a:lnTo>
                  <a:pt x="69513" y="64537"/>
                </a:lnTo>
                <a:lnTo>
                  <a:pt x="69607" y="66205"/>
                </a:lnTo>
                <a:lnTo>
                  <a:pt x="69776" y="67800"/>
                </a:lnTo>
                <a:lnTo>
                  <a:pt x="70021" y="69322"/>
                </a:lnTo>
                <a:lnTo>
                  <a:pt x="70341" y="70770"/>
                </a:lnTo>
                <a:lnTo>
                  <a:pt x="70738" y="72145"/>
                </a:lnTo>
                <a:lnTo>
                  <a:pt x="71211" y="73447"/>
                </a:lnTo>
                <a:lnTo>
                  <a:pt x="71761" y="74676"/>
                </a:lnTo>
                <a:lnTo>
                  <a:pt x="72387" y="75834"/>
                </a:lnTo>
                <a:lnTo>
                  <a:pt x="73091" y="76919"/>
                </a:lnTo>
                <a:lnTo>
                  <a:pt x="73872" y="77932"/>
                </a:lnTo>
                <a:lnTo>
                  <a:pt x="74730" y="78874"/>
                </a:lnTo>
                <a:lnTo>
                  <a:pt x="75666" y="79744"/>
                </a:lnTo>
                <a:lnTo>
                  <a:pt x="76681" y="80543"/>
                </a:lnTo>
                <a:lnTo>
                  <a:pt x="77773" y="81272"/>
                </a:lnTo>
                <a:lnTo>
                  <a:pt x="78944" y="81930"/>
                </a:lnTo>
                <a:lnTo>
                  <a:pt x="80194" y="82518"/>
                </a:lnTo>
                <a:lnTo>
                  <a:pt x="81523" y="83035"/>
                </a:lnTo>
                <a:lnTo>
                  <a:pt x="82931" y="83483"/>
                </a:lnTo>
                <a:lnTo>
                  <a:pt x="84419" y="83861"/>
                </a:lnTo>
                <a:lnTo>
                  <a:pt x="85987" y="84170"/>
                </a:lnTo>
                <a:lnTo>
                  <a:pt x="87634" y="84410"/>
                </a:lnTo>
                <a:lnTo>
                  <a:pt x="89362" y="84581"/>
                </a:lnTo>
                <a:lnTo>
                  <a:pt x="91170" y="84683"/>
                </a:lnTo>
                <a:lnTo>
                  <a:pt x="93059" y="84717"/>
                </a:lnTo>
                <a:lnTo>
                  <a:pt x="94890" y="84679"/>
                </a:lnTo>
                <a:lnTo>
                  <a:pt x="96662" y="84566"/>
                </a:lnTo>
                <a:lnTo>
                  <a:pt x="98375" y="84380"/>
                </a:lnTo>
                <a:lnTo>
                  <a:pt x="100026" y="84122"/>
                </a:lnTo>
                <a:lnTo>
                  <a:pt x="101613" y="83793"/>
                </a:lnTo>
                <a:lnTo>
                  <a:pt x="103136" y="83395"/>
                </a:lnTo>
                <a:lnTo>
                  <a:pt x="104591" y="82929"/>
                </a:lnTo>
                <a:lnTo>
                  <a:pt x="105978" y="82397"/>
                </a:lnTo>
                <a:lnTo>
                  <a:pt x="107295" y="81800"/>
                </a:lnTo>
                <a:lnTo>
                  <a:pt x="108539" y="81139"/>
                </a:lnTo>
                <a:lnTo>
                  <a:pt x="109709" y="80416"/>
                </a:lnTo>
                <a:lnTo>
                  <a:pt x="110804" y="79632"/>
                </a:lnTo>
                <a:lnTo>
                  <a:pt x="111821" y="78789"/>
                </a:lnTo>
                <a:lnTo>
                  <a:pt x="112759" y="77888"/>
                </a:lnTo>
                <a:lnTo>
                  <a:pt x="113616" y="76931"/>
                </a:lnTo>
                <a:lnTo>
                  <a:pt x="114390" y="75918"/>
                </a:lnTo>
                <a:lnTo>
                  <a:pt x="115080" y="74852"/>
                </a:lnTo>
                <a:lnTo>
                  <a:pt x="115684" y="73733"/>
                </a:lnTo>
                <a:lnTo>
                  <a:pt x="116199" y="72564"/>
                </a:lnTo>
                <a:lnTo>
                  <a:pt x="116625" y="71345"/>
                </a:lnTo>
                <a:lnTo>
                  <a:pt x="116959" y="70078"/>
                </a:lnTo>
                <a:lnTo>
                  <a:pt x="117200" y="68764"/>
                </a:lnTo>
                <a:lnTo>
                  <a:pt x="117346" y="67406"/>
                </a:lnTo>
                <a:lnTo>
                  <a:pt x="117395" y="66003"/>
                </a:lnTo>
                <a:lnTo>
                  <a:pt x="117369" y="64924"/>
                </a:lnTo>
                <a:lnTo>
                  <a:pt x="117290" y="63885"/>
                </a:lnTo>
                <a:lnTo>
                  <a:pt x="117159" y="62885"/>
                </a:lnTo>
                <a:lnTo>
                  <a:pt x="116973" y="61924"/>
                </a:lnTo>
                <a:lnTo>
                  <a:pt x="116733" y="61001"/>
                </a:lnTo>
                <a:lnTo>
                  <a:pt x="116437" y="60115"/>
                </a:lnTo>
                <a:lnTo>
                  <a:pt x="116085" y="59265"/>
                </a:lnTo>
                <a:lnTo>
                  <a:pt x="115675" y="58450"/>
                </a:lnTo>
                <a:lnTo>
                  <a:pt x="115208" y="57669"/>
                </a:lnTo>
                <a:lnTo>
                  <a:pt x="114682" y="56923"/>
                </a:lnTo>
                <a:lnTo>
                  <a:pt x="114097" y="56209"/>
                </a:lnTo>
                <a:lnTo>
                  <a:pt x="113451" y="55527"/>
                </a:lnTo>
                <a:lnTo>
                  <a:pt x="112744" y="54876"/>
                </a:lnTo>
                <a:lnTo>
                  <a:pt x="111976" y="54256"/>
                </a:lnTo>
                <a:lnTo>
                  <a:pt x="111145" y="53665"/>
                </a:lnTo>
                <a:lnTo>
                  <a:pt x="110250" y="53102"/>
                </a:lnTo>
                <a:lnTo>
                  <a:pt x="109292" y="52568"/>
                </a:lnTo>
                <a:lnTo>
                  <a:pt x="108268" y="52060"/>
                </a:lnTo>
                <a:lnTo>
                  <a:pt x="107179" y="51579"/>
                </a:lnTo>
                <a:lnTo>
                  <a:pt x="106023" y="51122"/>
                </a:lnTo>
                <a:lnTo>
                  <a:pt x="104800" y="50691"/>
                </a:lnTo>
                <a:lnTo>
                  <a:pt x="103509" y="50283"/>
                </a:lnTo>
                <a:lnTo>
                  <a:pt x="102149" y="49897"/>
                </a:lnTo>
                <a:lnTo>
                  <a:pt x="100719" y="49534"/>
                </a:lnTo>
                <a:lnTo>
                  <a:pt x="91706" y="47392"/>
                </a:lnTo>
                <a:lnTo>
                  <a:pt x="90771" y="47163"/>
                </a:lnTo>
                <a:lnTo>
                  <a:pt x="89882" y="46926"/>
                </a:lnTo>
                <a:lnTo>
                  <a:pt x="89037" y="46681"/>
                </a:lnTo>
                <a:lnTo>
                  <a:pt x="88237" y="46428"/>
                </a:lnTo>
                <a:lnTo>
                  <a:pt x="87480" y="46167"/>
                </a:lnTo>
                <a:lnTo>
                  <a:pt x="86767" y="45895"/>
                </a:lnTo>
                <a:lnTo>
                  <a:pt x="86096" y="45615"/>
                </a:lnTo>
                <a:lnTo>
                  <a:pt x="85468" y="45324"/>
                </a:lnTo>
                <a:lnTo>
                  <a:pt x="84882" y="45022"/>
                </a:lnTo>
                <a:lnTo>
                  <a:pt x="84337" y="44710"/>
                </a:lnTo>
                <a:lnTo>
                  <a:pt x="83833" y="44386"/>
                </a:lnTo>
                <a:lnTo>
                  <a:pt x="83369" y="44050"/>
                </a:lnTo>
                <a:lnTo>
                  <a:pt x="82946" y="43701"/>
                </a:lnTo>
                <a:lnTo>
                  <a:pt x="82561" y="43340"/>
                </a:lnTo>
                <a:lnTo>
                  <a:pt x="82216" y="42966"/>
                </a:lnTo>
                <a:lnTo>
                  <a:pt x="81909" y="42578"/>
                </a:lnTo>
                <a:lnTo>
                  <a:pt x="81640" y="42176"/>
                </a:lnTo>
                <a:lnTo>
                  <a:pt x="81408" y="41760"/>
                </a:lnTo>
                <a:lnTo>
                  <a:pt x="81214" y="41328"/>
                </a:lnTo>
                <a:lnTo>
                  <a:pt x="81055" y="40881"/>
                </a:lnTo>
                <a:lnTo>
                  <a:pt x="80933" y="40419"/>
                </a:lnTo>
                <a:lnTo>
                  <a:pt x="80847" y="39939"/>
                </a:lnTo>
                <a:lnTo>
                  <a:pt x="80795" y="39444"/>
                </a:lnTo>
                <a:lnTo>
                  <a:pt x="80778" y="38931"/>
                </a:lnTo>
                <a:lnTo>
                  <a:pt x="80803" y="38251"/>
                </a:lnTo>
                <a:lnTo>
                  <a:pt x="80878" y="37594"/>
                </a:lnTo>
                <a:lnTo>
                  <a:pt x="81001" y="36961"/>
                </a:lnTo>
                <a:lnTo>
                  <a:pt x="81172" y="36352"/>
                </a:lnTo>
                <a:lnTo>
                  <a:pt x="81390" y="35767"/>
                </a:lnTo>
                <a:lnTo>
                  <a:pt x="81655" y="35207"/>
                </a:lnTo>
                <a:lnTo>
                  <a:pt x="81964" y="34672"/>
                </a:lnTo>
                <a:lnTo>
                  <a:pt x="82318" y="34164"/>
                </a:lnTo>
                <a:lnTo>
                  <a:pt x="82715" y="33683"/>
                </a:lnTo>
                <a:lnTo>
                  <a:pt x="83154" y="33228"/>
                </a:lnTo>
                <a:lnTo>
                  <a:pt x="83636" y="32801"/>
                </a:lnTo>
                <a:lnTo>
                  <a:pt x="84158" y="32403"/>
                </a:lnTo>
                <a:lnTo>
                  <a:pt x="84720" y="32033"/>
                </a:lnTo>
                <a:lnTo>
                  <a:pt x="85321" y="31693"/>
                </a:lnTo>
                <a:lnTo>
                  <a:pt x="85960" y="31382"/>
                </a:lnTo>
                <a:lnTo>
                  <a:pt x="86637" y="31102"/>
                </a:lnTo>
                <a:lnTo>
                  <a:pt x="87349" y="30853"/>
                </a:lnTo>
                <a:lnTo>
                  <a:pt x="88098" y="30636"/>
                </a:lnTo>
                <a:lnTo>
                  <a:pt x="88881" y="30450"/>
                </a:lnTo>
                <a:lnTo>
                  <a:pt x="89697" y="30297"/>
                </a:lnTo>
                <a:lnTo>
                  <a:pt x="90547" y="30177"/>
                </a:lnTo>
                <a:lnTo>
                  <a:pt x="91429" y="30090"/>
                </a:lnTo>
                <a:lnTo>
                  <a:pt x="92341" y="30038"/>
                </a:lnTo>
                <a:lnTo>
                  <a:pt x="93284" y="30021"/>
                </a:lnTo>
                <a:lnTo>
                  <a:pt x="94210" y="30038"/>
                </a:lnTo>
                <a:lnTo>
                  <a:pt x="95098" y="30089"/>
                </a:lnTo>
                <a:lnTo>
                  <a:pt x="95951" y="30173"/>
                </a:lnTo>
                <a:lnTo>
                  <a:pt x="96766" y="30292"/>
                </a:lnTo>
                <a:lnTo>
                  <a:pt x="97544" y="30443"/>
                </a:lnTo>
                <a:lnTo>
                  <a:pt x="98285" y="30629"/>
                </a:lnTo>
                <a:lnTo>
                  <a:pt x="98989" y="30847"/>
                </a:lnTo>
                <a:lnTo>
                  <a:pt x="99656" y="31099"/>
                </a:lnTo>
                <a:lnTo>
                  <a:pt x="100285" y="31383"/>
                </a:lnTo>
                <a:lnTo>
                  <a:pt x="100876" y="31700"/>
                </a:lnTo>
                <a:lnTo>
                  <a:pt x="101430" y="32050"/>
                </a:lnTo>
                <a:lnTo>
                  <a:pt x="101945" y="32432"/>
                </a:lnTo>
                <a:lnTo>
                  <a:pt x="102422" y="32846"/>
                </a:lnTo>
                <a:lnTo>
                  <a:pt x="102861" y="33293"/>
                </a:lnTo>
                <a:lnTo>
                  <a:pt x="103262" y="33772"/>
                </a:lnTo>
                <a:lnTo>
                  <a:pt x="103624" y="34282"/>
                </a:lnTo>
                <a:lnTo>
                  <a:pt x="103947" y="34824"/>
                </a:lnTo>
                <a:lnTo>
                  <a:pt x="104232" y="35398"/>
                </a:lnTo>
                <a:lnTo>
                  <a:pt x="104477" y="36004"/>
                </a:lnTo>
                <a:lnTo>
                  <a:pt x="104683" y="36640"/>
                </a:lnTo>
                <a:lnTo>
                  <a:pt x="104850" y="37308"/>
                </a:lnTo>
                <a:lnTo>
                  <a:pt x="104978" y="38006"/>
                </a:lnTo>
                <a:lnTo>
                  <a:pt x="105065" y="38736"/>
                </a:lnTo>
                <a:lnTo>
                  <a:pt x="105113" y="39496"/>
                </a:lnTo>
                <a:lnTo>
                  <a:pt x="115027" y="39496"/>
                </a:lnTo>
                <a:lnTo>
                  <a:pt x="114974" y="38071"/>
                </a:lnTo>
                <a:lnTo>
                  <a:pt x="114843" y="36699"/>
                </a:lnTo>
                <a:lnTo>
                  <a:pt x="114635" y="35381"/>
                </a:lnTo>
                <a:close/>
                <a:moveTo>
                  <a:pt x="393837" y="52525"/>
                </a:moveTo>
                <a:lnTo>
                  <a:pt x="393811" y="51522"/>
                </a:lnTo>
                <a:lnTo>
                  <a:pt x="393778" y="50552"/>
                </a:lnTo>
                <a:lnTo>
                  <a:pt x="393737" y="49614"/>
                </a:lnTo>
                <a:lnTo>
                  <a:pt x="393688" y="48707"/>
                </a:lnTo>
                <a:lnTo>
                  <a:pt x="393631" y="47830"/>
                </a:lnTo>
                <a:lnTo>
                  <a:pt x="393566" y="46981"/>
                </a:lnTo>
                <a:lnTo>
                  <a:pt x="393492" y="46159"/>
                </a:lnTo>
                <a:lnTo>
                  <a:pt x="393410" y="45364"/>
                </a:lnTo>
                <a:lnTo>
                  <a:pt x="393319" y="44594"/>
                </a:lnTo>
                <a:lnTo>
                  <a:pt x="393220" y="43848"/>
                </a:lnTo>
                <a:lnTo>
                  <a:pt x="393111" y="43125"/>
                </a:lnTo>
                <a:lnTo>
                  <a:pt x="392994" y="42423"/>
                </a:lnTo>
                <a:lnTo>
                  <a:pt x="392867" y="41742"/>
                </a:lnTo>
                <a:lnTo>
                  <a:pt x="392731" y="41081"/>
                </a:lnTo>
                <a:lnTo>
                  <a:pt x="392585" y="40438"/>
                </a:lnTo>
                <a:lnTo>
                  <a:pt x="392429" y="39813"/>
                </a:lnTo>
                <a:lnTo>
                  <a:pt x="392264" y="39203"/>
                </a:lnTo>
                <a:lnTo>
                  <a:pt x="392089" y="38609"/>
                </a:lnTo>
                <a:lnTo>
                  <a:pt x="391904" y="38029"/>
                </a:lnTo>
                <a:lnTo>
                  <a:pt x="391708" y="37461"/>
                </a:lnTo>
                <a:lnTo>
                  <a:pt x="391502" y="36906"/>
                </a:lnTo>
                <a:lnTo>
                  <a:pt x="390996" y="35713"/>
                </a:lnTo>
                <a:lnTo>
                  <a:pt x="390438" y="34561"/>
                </a:lnTo>
                <a:lnTo>
                  <a:pt x="389829" y="33451"/>
                </a:lnTo>
                <a:lnTo>
                  <a:pt x="389170" y="32384"/>
                </a:lnTo>
                <a:lnTo>
                  <a:pt x="388462" y="31360"/>
                </a:lnTo>
                <a:lnTo>
                  <a:pt x="387707" y="30381"/>
                </a:lnTo>
                <a:lnTo>
                  <a:pt x="386906" y="29447"/>
                </a:lnTo>
                <a:lnTo>
                  <a:pt x="386061" y="28559"/>
                </a:lnTo>
                <a:lnTo>
                  <a:pt x="385173" y="27718"/>
                </a:lnTo>
                <a:lnTo>
                  <a:pt x="384243" y="26925"/>
                </a:lnTo>
                <a:lnTo>
                  <a:pt x="383273" y="26181"/>
                </a:lnTo>
                <a:lnTo>
                  <a:pt x="382264" y="25486"/>
                </a:lnTo>
                <a:lnTo>
                  <a:pt x="381217" y="24842"/>
                </a:lnTo>
                <a:lnTo>
                  <a:pt x="380135" y="24250"/>
                </a:lnTo>
                <a:lnTo>
                  <a:pt x="379017" y="23710"/>
                </a:lnTo>
                <a:lnTo>
                  <a:pt x="377866" y="23223"/>
                </a:lnTo>
                <a:lnTo>
                  <a:pt x="376683" y="22789"/>
                </a:lnTo>
                <a:lnTo>
                  <a:pt x="375469" y="22411"/>
                </a:lnTo>
                <a:lnTo>
                  <a:pt x="374226" y="22089"/>
                </a:lnTo>
                <a:lnTo>
                  <a:pt x="372955" y="21823"/>
                </a:lnTo>
                <a:lnTo>
                  <a:pt x="371657" y="21615"/>
                </a:lnTo>
                <a:lnTo>
                  <a:pt x="370335" y="21465"/>
                </a:lnTo>
                <a:lnTo>
                  <a:pt x="368988" y="21375"/>
                </a:lnTo>
                <a:lnTo>
                  <a:pt x="367619" y="21344"/>
                </a:lnTo>
                <a:lnTo>
                  <a:pt x="365593" y="21409"/>
                </a:lnTo>
                <a:lnTo>
                  <a:pt x="363631" y="21602"/>
                </a:lnTo>
                <a:lnTo>
                  <a:pt x="361734" y="21920"/>
                </a:lnTo>
                <a:lnTo>
                  <a:pt x="359904" y="22362"/>
                </a:lnTo>
                <a:lnTo>
                  <a:pt x="358143" y="22924"/>
                </a:lnTo>
                <a:lnTo>
                  <a:pt x="356454" y="23604"/>
                </a:lnTo>
                <a:lnTo>
                  <a:pt x="354838" y="24401"/>
                </a:lnTo>
                <a:lnTo>
                  <a:pt x="353297" y="25311"/>
                </a:lnTo>
                <a:lnTo>
                  <a:pt x="351834" y="26333"/>
                </a:lnTo>
                <a:lnTo>
                  <a:pt x="350450" y="27463"/>
                </a:lnTo>
                <a:lnTo>
                  <a:pt x="349148" y="28700"/>
                </a:lnTo>
                <a:lnTo>
                  <a:pt x="347930" y="30041"/>
                </a:lnTo>
                <a:lnTo>
                  <a:pt x="346797" y="31483"/>
                </a:lnTo>
                <a:lnTo>
                  <a:pt x="345752" y="33025"/>
                </a:lnTo>
                <a:lnTo>
                  <a:pt x="344797" y="34664"/>
                </a:lnTo>
                <a:lnTo>
                  <a:pt x="343934" y="36397"/>
                </a:lnTo>
                <a:lnTo>
                  <a:pt x="343164" y="38222"/>
                </a:lnTo>
                <a:lnTo>
                  <a:pt x="342491" y="40137"/>
                </a:lnTo>
                <a:lnTo>
                  <a:pt x="341915" y="42139"/>
                </a:lnTo>
                <a:lnTo>
                  <a:pt x="341439" y="44226"/>
                </a:lnTo>
                <a:lnTo>
                  <a:pt x="341066" y="46396"/>
                </a:lnTo>
                <a:lnTo>
                  <a:pt x="340797" y="48646"/>
                </a:lnTo>
                <a:lnTo>
                  <a:pt x="340634" y="50973"/>
                </a:lnTo>
                <a:lnTo>
                  <a:pt x="340579" y="53376"/>
                </a:lnTo>
                <a:lnTo>
                  <a:pt x="340631" y="55774"/>
                </a:lnTo>
                <a:lnTo>
                  <a:pt x="340788" y="58091"/>
                </a:lnTo>
                <a:lnTo>
                  <a:pt x="341047" y="60324"/>
                </a:lnTo>
                <a:lnTo>
                  <a:pt x="341407" y="62471"/>
                </a:lnTo>
                <a:lnTo>
                  <a:pt x="341867" y="64532"/>
                </a:lnTo>
                <a:lnTo>
                  <a:pt x="342424" y="66503"/>
                </a:lnTo>
                <a:lnTo>
                  <a:pt x="343077" y="68384"/>
                </a:lnTo>
                <a:lnTo>
                  <a:pt x="343825" y="70172"/>
                </a:lnTo>
                <a:lnTo>
                  <a:pt x="344666" y="71866"/>
                </a:lnTo>
                <a:lnTo>
                  <a:pt x="345599" y="73463"/>
                </a:lnTo>
                <a:lnTo>
                  <a:pt x="346622" y="74963"/>
                </a:lnTo>
                <a:lnTo>
                  <a:pt x="347733" y="76362"/>
                </a:lnTo>
                <a:lnTo>
                  <a:pt x="348931" y="77660"/>
                </a:lnTo>
                <a:lnTo>
                  <a:pt x="350214" y="78855"/>
                </a:lnTo>
                <a:lnTo>
                  <a:pt x="351581" y="79944"/>
                </a:lnTo>
                <a:lnTo>
                  <a:pt x="353030" y="80927"/>
                </a:lnTo>
                <a:lnTo>
                  <a:pt x="354560" y="81800"/>
                </a:lnTo>
                <a:lnTo>
                  <a:pt x="356169" y="82563"/>
                </a:lnTo>
                <a:lnTo>
                  <a:pt x="357855" y="83214"/>
                </a:lnTo>
                <a:lnTo>
                  <a:pt x="359617" y="83750"/>
                </a:lnTo>
                <a:lnTo>
                  <a:pt x="361454" y="84170"/>
                </a:lnTo>
                <a:lnTo>
                  <a:pt x="363363" y="84473"/>
                </a:lnTo>
                <a:lnTo>
                  <a:pt x="365343" y="84656"/>
                </a:lnTo>
                <a:lnTo>
                  <a:pt x="367393" y="84717"/>
                </a:lnTo>
                <a:lnTo>
                  <a:pt x="369061" y="84677"/>
                </a:lnTo>
                <a:lnTo>
                  <a:pt x="370685" y="84559"/>
                </a:lnTo>
                <a:lnTo>
                  <a:pt x="372262" y="84363"/>
                </a:lnTo>
                <a:lnTo>
                  <a:pt x="373792" y="84090"/>
                </a:lnTo>
                <a:lnTo>
                  <a:pt x="375274" y="83742"/>
                </a:lnTo>
                <a:lnTo>
                  <a:pt x="376707" y="83319"/>
                </a:lnTo>
                <a:lnTo>
                  <a:pt x="378089" y="82823"/>
                </a:lnTo>
                <a:lnTo>
                  <a:pt x="379419" y="82255"/>
                </a:lnTo>
                <a:lnTo>
                  <a:pt x="380695" y="81615"/>
                </a:lnTo>
                <a:lnTo>
                  <a:pt x="381917" y="80905"/>
                </a:lnTo>
                <a:lnTo>
                  <a:pt x="383084" y="80127"/>
                </a:lnTo>
                <a:lnTo>
                  <a:pt x="384193" y="79280"/>
                </a:lnTo>
                <a:lnTo>
                  <a:pt x="385245" y="78366"/>
                </a:lnTo>
                <a:lnTo>
                  <a:pt x="386237" y="77386"/>
                </a:lnTo>
                <a:lnTo>
                  <a:pt x="387169" y="76342"/>
                </a:lnTo>
                <a:lnTo>
                  <a:pt x="388039" y="75233"/>
                </a:lnTo>
                <a:lnTo>
                  <a:pt x="388846" y="74062"/>
                </a:lnTo>
                <a:lnTo>
                  <a:pt x="389589" y="72830"/>
                </a:lnTo>
                <a:lnTo>
                  <a:pt x="390266" y="71536"/>
                </a:lnTo>
                <a:lnTo>
                  <a:pt x="390877" y="70184"/>
                </a:lnTo>
                <a:lnTo>
                  <a:pt x="391420" y="68773"/>
                </a:lnTo>
                <a:lnTo>
                  <a:pt x="391894" y="67304"/>
                </a:lnTo>
                <a:lnTo>
                  <a:pt x="392298" y="65780"/>
                </a:lnTo>
                <a:lnTo>
                  <a:pt x="392630" y="64200"/>
                </a:lnTo>
                <a:lnTo>
                  <a:pt x="383166" y="64200"/>
                </a:lnTo>
                <a:lnTo>
                  <a:pt x="382828" y="65153"/>
                </a:lnTo>
                <a:lnTo>
                  <a:pt x="382462" y="66067"/>
                </a:lnTo>
                <a:lnTo>
                  <a:pt x="382068" y="66943"/>
                </a:lnTo>
                <a:lnTo>
                  <a:pt x="381647" y="67779"/>
                </a:lnTo>
                <a:lnTo>
                  <a:pt x="381198" y="68576"/>
                </a:lnTo>
                <a:lnTo>
                  <a:pt x="380722" y="69333"/>
                </a:lnTo>
                <a:lnTo>
                  <a:pt x="380219" y="70051"/>
                </a:lnTo>
                <a:lnTo>
                  <a:pt x="379689" y="70729"/>
                </a:lnTo>
                <a:lnTo>
                  <a:pt x="379133" y="71367"/>
                </a:lnTo>
                <a:lnTo>
                  <a:pt x="378551" y="71965"/>
                </a:lnTo>
                <a:lnTo>
                  <a:pt x="377942" y="72522"/>
                </a:lnTo>
                <a:lnTo>
                  <a:pt x="377307" y="73039"/>
                </a:lnTo>
                <a:lnTo>
                  <a:pt x="376646" y="73516"/>
                </a:lnTo>
                <a:lnTo>
                  <a:pt x="375960" y="73952"/>
                </a:lnTo>
                <a:lnTo>
                  <a:pt x="375248" y="74347"/>
                </a:lnTo>
                <a:lnTo>
                  <a:pt x="374511" y="74702"/>
                </a:lnTo>
                <a:lnTo>
                  <a:pt x="373749" y="75015"/>
                </a:lnTo>
                <a:lnTo>
                  <a:pt x="372962" y="75286"/>
                </a:lnTo>
                <a:lnTo>
                  <a:pt x="372151" y="75517"/>
                </a:lnTo>
                <a:lnTo>
                  <a:pt x="371315" y="75706"/>
                </a:lnTo>
                <a:lnTo>
                  <a:pt x="370455" y="75853"/>
                </a:lnTo>
                <a:lnTo>
                  <a:pt x="369570" y="75958"/>
                </a:lnTo>
                <a:lnTo>
                  <a:pt x="368662" y="76021"/>
                </a:lnTo>
                <a:lnTo>
                  <a:pt x="367730" y="76042"/>
                </a:lnTo>
                <a:lnTo>
                  <a:pt x="366989" y="76028"/>
                </a:lnTo>
                <a:lnTo>
                  <a:pt x="366257" y="75986"/>
                </a:lnTo>
                <a:lnTo>
                  <a:pt x="365536" y="75917"/>
                </a:lnTo>
                <a:lnTo>
                  <a:pt x="364825" y="75819"/>
                </a:lnTo>
                <a:lnTo>
                  <a:pt x="364125" y="75694"/>
                </a:lnTo>
                <a:lnTo>
                  <a:pt x="363437" y="75542"/>
                </a:lnTo>
                <a:lnTo>
                  <a:pt x="362761" y="75363"/>
                </a:lnTo>
                <a:lnTo>
                  <a:pt x="362098" y="75157"/>
                </a:lnTo>
                <a:lnTo>
                  <a:pt x="361447" y="74925"/>
                </a:lnTo>
                <a:lnTo>
                  <a:pt x="360810" y="74666"/>
                </a:lnTo>
                <a:lnTo>
                  <a:pt x="360186" y="74380"/>
                </a:lnTo>
                <a:lnTo>
                  <a:pt x="359577" y="74069"/>
                </a:lnTo>
                <a:lnTo>
                  <a:pt x="358982" y="73732"/>
                </a:lnTo>
                <a:lnTo>
                  <a:pt x="358403" y="73369"/>
                </a:lnTo>
                <a:lnTo>
                  <a:pt x="357839" y="72981"/>
                </a:lnTo>
                <a:lnTo>
                  <a:pt x="357291" y="72568"/>
                </a:lnTo>
                <a:lnTo>
                  <a:pt x="356760" y="72129"/>
                </a:lnTo>
                <a:lnTo>
                  <a:pt x="356245" y="71666"/>
                </a:lnTo>
                <a:lnTo>
                  <a:pt x="355748" y="71178"/>
                </a:lnTo>
                <a:lnTo>
                  <a:pt x="355268" y="70665"/>
                </a:lnTo>
                <a:lnTo>
                  <a:pt x="354806" y="70128"/>
                </a:lnTo>
                <a:lnTo>
                  <a:pt x="354364" y="69567"/>
                </a:lnTo>
                <a:lnTo>
                  <a:pt x="353940" y="68982"/>
                </a:lnTo>
                <a:lnTo>
                  <a:pt x="353536" y="68374"/>
                </a:lnTo>
                <a:lnTo>
                  <a:pt x="353262" y="67951"/>
                </a:lnTo>
                <a:lnTo>
                  <a:pt x="353002" y="67526"/>
                </a:lnTo>
                <a:lnTo>
                  <a:pt x="352758" y="67100"/>
                </a:lnTo>
                <a:lnTo>
                  <a:pt x="352527" y="66670"/>
                </a:lnTo>
                <a:lnTo>
                  <a:pt x="352311" y="66236"/>
                </a:lnTo>
                <a:lnTo>
                  <a:pt x="352108" y="65797"/>
                </a:lnTo>
                <a:lnTo>
                  <a:pt x="351918" y="65351"/>
                </a:lnTo>
                <a:lnTo>
                  <a:pt x="351741" y="64898"/>
                </a:lnTo>
                <a:lnTo>
                  <a:pt x="351577" y="64436"/>
                </a:lnTo>
                <a:lnTo>
                  <a:pt x="351424" y="63965"/>
                </a:lnTo>
                <a:lnTo>
                  <a:pt x="351284" y="63482"/>
                </a:lnTo>
                <a:lnTo>
                  <a:pt x="351155" y="62988"/>
                </a:lnTo>
                <a:lnTo>
                  <a:pt x="351038" y="62481"/>
                </a:lnTo>
                <a:lnTo>
                  <a:pt x="350931" y="61960"/>
                </a:lnTo>
                <a:lnTo>
                  <a:pt x="350834" y="61423"/>
                </a:lnTo>
                <a:lnTo>
                  <a:pt x="350748" y="60871"/>
                </a:lnTo>
                <a:lnTo>
                  <a:pt x="350671" y="60301"/>
                </a:lnTo>
                <a:lnTo>
                  <a:pt x="350604" y="59713"/>
                </a:lnTo>
                <a:lnTo>
                  <a:pt x="350546" y="59106"/>
                </a:lnTo>
                <a:lnTo>
                  <a:pt x="350497" y="58478"/>
                </a:lnTo>
                <a:lnTo>
                  <a:pt x="350456" y="57829"/>
                </a:lnTo>
                <a:lnTo>
                  <a:pt x="350424" y="57157"/>
                </a:lnTo>
                <a:lnTo>
                  <a:pt x="350399" y="56462"/>
                </a:lnTo>
                <a:lnTo>
                  <a:pt x="350381" y="55742"/>
                </a:lnTo>
                <a:lnTo>
                  <a:pt x="393869" y="55742"/>
                </a:lnTo>
                <a:lnTo>
                  <a:pt x="393866" y="54633"/>
                </a:lnTo>
                <a:lnTo>
                  <a:pt x="393855" y="53561"/>
                </a:lnTo>
                <a:lnTo>
                  <a:pt x="393837" y="52525"/>
                </a:lnTo>
                <a:close/>
                <a:moveTo>
                  <a:pt x="351170" y="44160"/>
                </a:moveTo>
                <a:lnTo>
                  <a:pt x="351474" y="42940"/>
                </a:lnTo>
                <a:lnTo>
                  <a:pt x="351834" y="41766"/>
                </a:lnTo>
                <a:lnTo>
                  <a:pt x="352248" y="40639"/>
                </a:lnTo>
                <a:lnTo>
                  <a:pt x="352715" y="39560"/>
                </a:lnTo>
                <a:lnTo>
                  <a:pt x="353234" y="38531"/>
                </a:lnTo>
                <a:lnTo>
                  <a:pt x="353804" y="37554"/>
                </a:lnTo>
                <a:lnTo>
                  <a:pt x="354423" y="36630"/>
                </a:lnTo>
                <a:lnTo>
                  <a:pt x="355089" y="35759"/>
                </a:lnTo>
                <a:lnTo>
                  <a:pt x="355802" y="34944"/>
                </a:lnTo>
                <a:lnTo>
                  <a:pt x="356560" y="34186"/>
                </a:lnTo>
                <a:lnTo>
                  <a:pt x="357362" y="33487"/>
                </a:lnTo>
                <a:lnTo>
                  <a:pt x="358207" y="32848"/>
                </a:lnTo>
                <a:lnTo>
                  <a:pt x="359093" y="32269"/>
                </a:lnTo>
                <a:lnTo>
                  <a:pt x="360019" y="31754"/>
                </a:lnTo>
                <a:lnTo>
                  <a:pt x="360983" y="31303"/>
                </a:lnTo>
                <a:lnTo>
                  <a:pt x="361985" y="30917"/>
                </a:lnTo>
                <a:lnTo>
                  <a:pt x="363022" y="30598"/>
                </a:lnTo>
                <a:lnTo>
                  <a:pt x="364094" y="30347"/>
                </a:lnTo>
                <a:lnTo>
                  <a:pt x="365200" y="30167"/>
                </a:lnTo>
                <a:lnTo>
                  <a:pt x="366337" y="30057"/>
                </a:lnTo>
                <a:lnTo>
                  <a:pt x="367505" y="30021"/>
                </a:lnTo>
                <a:lnTo>
                  <a:pt x="368687" y="30059"/>
                </a:lnTo>
                <a:lnTo>
                  <a:pt x="369836" y="30173"/>
                </a:lnTo>
                <a:lnTo>
                  <a:pt x="370952" y="30361"/>
                </a:lnTo>
                <a:lnTo>
                  <a:pt x="372032" y="30621"/>
                </a:lnTo>
                <a:lnTo>
                  <a:pt x="373076" y="30952"/>
                </a:lnTo>
                <a:lnTo>
                  <a:pt x="374080" y="31350"/>
                </a:lnTo>
                <a:lnTo>
                  <a:pt x="375045" y="31815"/>
                </a:lnTo>
                <a:lnTo>
                  <a:pt x="375968" y="32345"/>
                </a:lnTo>
                <a:lnTo>
                  <a:pt x="376847" y="32937"/>
                </a:lnTo>
                <a:lnTo>
                  <a:pt x="377681" y="33590"/>
                </a:lnTo>
                <a:lnTo>
                  <a:pt x="378469" y="34302"/>
                </a:lnTo>
                <a:lnTo>
                  <a:pt x="379208" y="35071"/>
                </a:lnTo>
                <a:lnTo>
                  <a:pt x="379898" y="35896"/>
                </a:lnTo>
                <a:lnTo>
                  <a:pt x="380535" y="36774"/>
                </a:lnTo>
                <a:lnTo>
                  <a:pt x="381120" y="37703"/>
                </a:lnTo>
                <a:lnTo>
                  <a:pt x="381650" y="38682"/>
                </a:lnTo>
                <a:lnTo>
                  <a:pt x="382124" y="39709"/>
                </a:lnTo>
                <a:lnTo>
                  <a:pt x="382540" y="40782"/>
                </a:lnTo>
                <a:lnTo>
                  <a:pt x="382896" y="41899"/>
                </a:lnTo>
                <a:lnTo>
                  <a:pt x="383192" y="43058"/>
                </a:lnTo>
                <a:lnTo>
                  <a:pt x="383424" y="44257"/>
                </a:lnTo>
                <a:lnTo>
                  <a:pt x="383592" y="45495"/>
                </a:lnTo>
                <a:lnTo>
                  <a:pt x="383694" y="46770"/>
                </a:lnTo>
                <a:lnTo>
                  <a:pt x="383728" y="48080"/>
                </a:lnTo>
                <a:lnTo>
                  <a:pt x="350606" y="48080"/>
                </a:lnTo>
                <a:lnTo>
                  <a:pt x="350735" y="46731"/>
                </a:lnTo>
                <a:lnTo>
                  <a:pt x="350924" y="45424"/>
                </a:lnTo>
                <a:lnTo>
                  <a:pt x="351170" y="44160"/>
                </a:lnTo>
                <a:close/>
                <a:moveTo>
                  <a:pt x="223263" y="57974"/>
                </a:moveTo>
                <a:lnTo>
                  <a:pt x="223166" y="59420"/>
                </a:lnTo>
                <a:lnTo>
                  <a:pt x="223006" y="60819"/>
                </a:lnTo>
                <a:lnTo>
                  <a:pt x="222783" y="62169"/>
                </a:lnTo>
                <a:lnTo>
                  <a:pt x="222500" y="63470"/>
                </a:lnTo>
                <a:lnTo>
                  <a:pt x="222157" y="64718"/>
                </a:lnTo>
                <a:lnTo>
                  <a:pt x="221756" y="65913"/>
                </a:lnTo>
                <a:lnTo>
                  <a:pt x="221297" y="67052"/>
                </a:lnTo>
                <a:lnTo>
                  <a:pt x="220783" y="68135"/>
                </a:lnTo>
                <a:lnTo>
                  <a:pt x="220214" y="69160"/>
                </a:lnTo>
                <a:lnTo>
                  <a:pt x="219591" y="70125"/>
                </a:lnTo>
                <a:lnTo>
                  <a:pt x="218916" y="71029"/>
                </a:lnTo>
                <a:lnTo>
                  <a:pt x="218191" y="71869"/>
                </a:lnTo>
                <a:lnTo>
                  <a:pt x="217415" y="72645"/>
                </a:lnTo>
                <a:lnTo>
                  <a:pt x="216591" y="73354"/>
                </a:lnTo>
                <a:lnTo>
                  <a:pt x="215719" y="73996"/>
                </a:lnTo>
                <a:lnTo>
                  <a:pt x="214801" y="74568"/>
                </a:lnTo>
                <a:lnTo>
                  <a:pt x="213838" y="75069"/>
                </a:lnTo>
                <a:lnTo>
                  <a:pt x="212832" y="75497"/>
                </a:lnTo>
                <a:lnTo>
                  <a:pt x="211783" y="75852"/>
                </a:lnTo>
                <a:lnTo>
                  <a:pt x="210692" y="76130"/>
                </a:lnTo>
                <a:lnTo>
                  <a:pt x="209562" y="76330"/>
                </a:lnTo>
                <a:lnTo>
                  <a:pt x="208393" y="76452"/>
                </a:lnTo>
                <a:lnTo>
                  <a:pt x="207186" y="76493"/>
                </a:lnTo>
                <a:lnTo>
                  <a:pt x="206271" y="76470"/>
                </a:lnTo>
                <a:lnTo>
                  <a:pt x="205385" y="76400"/>
                </a:lnTo>
                <a:lnTo>
                  <a:pt x="204528" y="76285"/>
                </a:lnTo>
                <a:lnTo>
                  <a:pt x="203703" y="76126"/>
                </a:lnTo>
                <a:lnTo>
                  <a:pt x="202909" y="75922"/>
                </a:lnTo>
                <a:lnTo>
                  <a:pt x="202148" y="75676"/>
                </a:lnTo>
                <a:lnTo>
                  <a:pt x="201420" y="75388"/>
                </a:lnTo>
                <a:lnTo>
                  <a:pt x="200727" y="75059"/>
                </a:lnTo>
                <a:lnTo>
                  <a:pt x="200068" y="74689"/>
                </a:lnTo>
                <a:lnTo>
                  <a:pt x="199446" y="74280"/>
                </a:lnTo>
                <a:lnTo>
                  <a:pt x="198861" y="73832"/>
                </a:lnTo>
                <a:lnTo>
                  <a:pt x="198314" y="73347"/>
                </a:lnTo>
                <a:lnTo>
                  <a:pt x="197805" y="72824"/>
                </a:lnTo>
                <a:lnTo>
                  <a:pt x="197336" y="72265"/>
                </a:lnTo>
                <a:lnTo>
                  <a:pt x="196908" y="71671"/>
                </a:lnTo>
                <a:lnTo>
                  <a:pt x="196521" y="71042"/>
                </a:lnTo>
                <a:lnTo>
                  <a:pt x="196176" y="70379"/>
                </a:lnTo>
                <a:lnTo>
                  <a:pt x="195874" y="69684"/>
                </a:lnTo>
                <a:lnTo>
                  <a:pt x="195616" y="68956"/>
                </a:lnTo>
                <a:lnTo>
                  <a:pt x="195404" y="68197"/>
                </a:lnTo>
                <a:lnTo>
                  <a:pt x="195236" y="67408"/>
                </a:lnTo>
                <a:lnTo>
                  <a:pt x="195116" y="66589"/>
                </a:lnTo>
                <a:lnTo>
                  <a:pt x="195043" y="65742"/>
                </a:lnTo>
                <a:lnTo>
                  <a:pt x="195019" y="64867"/>
                </a:lnTo>
                <a:lnTo>
                  <a:pt x="195019" y="22995"/>
                </a:lnTo>
                <a:lnTo>
                  <a:pt x="185667" y="22995"/>
                </a:lnTo>
                <a:lnTo>
                  <a:pt x="185667" y="68592"/>
                </a:lnTo>
                <a:lnTo>
                  <a:pt x="185705" y="69800"/>
                </a:lnTo>
                <a:lnTo>
                  <a:pt x="185818" y="70971"/>
                </a:lnTo>
                <a:lnTo>
                  <a:pt x="186004" y="72103"/>
                </a:lnTo>
                <a:lnTo>
                  <a:pt x="186262" y="73195"/>
                </a:lnTo>
                <a:lnTo>
                  <a:pt x="186592" y="74245"/>
                </a:lnTo>
                <a:lnTo>
                  <a:pt x="186991" y="75253"/>
                </a:lnTo>
                <a:lnTo>
                  <a:pt x="187458" y="76216"/>
                </a:lnTo>
                <a:lnTo>
                  <a:pt x="187991" y="77135"/>
                </a:lnTo>
                <a:lnTo>
                  <a:pt x="188590" y="78008"/>
                </a:lnTo>
                <a:lnTo>
                  <a:pt x="189253" y="78833"/>
                </a:lnTo>
                <a:lnTo>
                  <a:pt x="189978" y="79609"/>
                </a:lnTo>
                <a:lnTo>
                  <a:pt x="190765" y="80335"/>
                </a:lnTo>
                <a:lnTo>
                  <a:pt x="191612" y="81011"/>
                </a:lnTo>
                <a:lnTo>
                  <a:pt x="192517" y="81634"/>
                </a:lnTo>
                <a:lnTo>
                  <a:pt x="193479" y="82203"/>
                </a:lnTo>
                <a:lnTo>
                  <a:pt x="194497" y="82718"/>
                </a:lnTo>
                <a:lnTo>
                  <a:pt x="195569" y="83176"/>
                </a:lnTo>
                <a:lnTo>
                  <a:pt x="196694" y="83578"/>
                </a:lnTo>
                <a:lnTo>
                  <a:pt x="197871" y="83921"/>
                </a:lnTo>
                <a:lnTo>
                  <a:pt x="199098" y="84204"/>
                </a:lnTo>
                <a:lnTo>
                  <a:pt x="200374" y="84427"/>
                </a:lnTo>
                <a:lnTo>
                  <a:pt x="201698" y="84587"/>
                </a:lnTo>
                <a:lnTo>
                  <a:pt x="203068" y="84684"/>
                </a:lnTo>
                <a:lnTo>
                  <a:pt x="204482" y="84717"/>
                </a:lnTo>
                <a:lnTo>
                  <a:pt x="205550" y="84695"/>
                </a:lnTo>
                <a:lnTo>
                  <a:pt x="206587" y="84642"/>
                </a:lnTo>
                <a:lnTo>
                  <a:pt x="207594" y="84555"/>
                </a:lnTo>
                <a:lnTo>
                  <a:pt x="208571" y="84435"/>
                </a:lnTo>
                <a:lnTo>
                  <a:pt x="209522" y="84281"/>
                </a:lnTo>
                <a:lnTo>
                  <a:pt x="210446" y="84092"/>
                </a:lnTo>
                <a:lnTo>
                  <a:pt x="211346" y="83868"/>
                </a:lnTo>
                <a:lnTo>
                  <a:pt x="212222" y="83606"/>
                </a:lnTo>
                <a:lnTo>
                  <a:pt x="213077" y="83308"/>
                </a:lnTo>
                <a:lnTo>
                  <a:pt x="213911" y="82972"/>
                </a:lnTo>
                <a:lnTo>
                  <a:pt x="214726" y="82596"/>
                </a:lnTo>
                <a:lnTo>
                  <a:pt x="215523" y="82182"/>
                </a:lnTo>
                <a:lnTo>
                  <a:pt x="216303" y="81727"/>
                </a:lnTo>
                <a:lnTo>
                  <a:pt x="217069" y="81231"/>
                </a:lnTo>
                <a:lnTo>
                  <a:pt x="217821" y="80694"/>
                </a:lnTo>
                <a:lnTo>
                  <a:pt x="218561" y="80113"/>
                </a:lnTo>
                <a:lnTo>
                  <a:pt x="219289" y="79490"/>
                </a:lnTo>
                <a:lnTo>
                  <a:pt x="220008" y="78823"/>
                </a:lnTo>
                <a:lnTo>
                  <a:pt x="220719" y="78111"/>
                </a:lnTo>
                <a:lnTo>
                  <a:pt x="221423" y="77353"/>
                </a:lnTo>
                <a:lnTo>
                  <a:pt x="222122" y="76549"/>
                </a:lnTo>
                <a:lnTo>
                  <a:pt x="222816" y="75698"/>
                </a:lnTo>
                <a:lnTo>
                  <a:pt x="223508" y="74800"/>
                </a:lnTo>
                <a:lnTo>
                  <a:pt x="224199" y="73852"/>
                </a:lnTo>
                <a:lnTo>
                  <a:pt x="224199" y="82076"/>
                </a:lnTo>
                <a:lnTo>
                  <a:pt x="232648" y="82076"/>
                </a:lnTo>
                <a:lnTo>
                  <a:pt x="232648" y="22995"/>
                </a:lnTo>
                <a:lnTo>
                  <a:pt x="223296" y="22995"/>
                </a:lnTo>
                <a:lnTo>
                  <a:pt x="223296" y="56483"/>
                </a:lnTo>
                <a:lnTo>
                  <a:pt x="223263" y="57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-GAS">
            <a:extLst xmlns:a="http://schemas.openxmlformats.org/drawingml/2006/main">
              <a:ext uri="{FF2B5EF4-FFF2-40B4-BE49-F238E27FC236}">
                <a16:creationId xmlns:a16="http://schemas.microsoft.com/office/drawing/2014/main" id="{52D1F985-72CB-4A7C-8FB0-F310B288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409" y="707789"/>
            <a:ext cx="267574" cy="86147"/>
          </a:xfrm>
          <a:custGeom xmlns:a="http://schemas.openxmlformats.org/drawingml/2006/main">
            <a:pathLst>
              <a:path w="267574" h="86147">
                <a:moveTo>
                  <a:pt x="26814" y="48331"/>
                </a:moveTo>
                <a:lnTo>
                  <a:pt x="0" y="48331"/>
                </a:lnTo>
                <a:lnTo>
                  <a:pt x="0" y="56441"/>
                </a:lnTo>
                <a:lnTo>
                  <a:pt x="26814" y="56441"/>
                </a:lnTo>
                <a:lnTo>
                  <a:pt x="26814" y="48331"/>
                </a:lnTo>
                <a:close/>
                <a:moveTo>
                  <a:pt x="119762" y="40158"/>
                </a:moveTo>
                <a:lnTo>
                  <a:pt x="85512" y="40158"/>
                </a:lnTo>
                <a:lnTo>
                  <a:pt x="85512" y="49396"/>
                </a:lnTo>
                <a:lnTo>
                  <a:pt x="110523" y="49396"/>
                </a:lnTo>
                <a:lnTo>
                  <a:pt x="110523" y="51652"/>
                </a:lnTo>
                <a:cubicBezTo>
                  <a:pt x="110523" y="66311"/>
                  <a:pt x="99707" y="76911"/>
                  <a:pt x="84723" y="76911"/>
                </a:cubicBezTo>
                <a:cubicBezTo>
                  <a:pt x="76386" y="76911"/>
                  <a:pt x="68837" y="73866"/>
                  <a:pt x="63993" y="68566"/>
                </a:cubicBezTo>
                <a:cubicBezTo>
                  <a:pt x="58584" y="62702"/>
                  <a:pt x="55318" y="52893"/>
                  <a:pt x="55318" y="42750"/>
                </a:cubicBezTo>
                <a:cubicBezTo>
                  <a:pt x="55318" y="22555"/>
                  <a:pt x="66810" y="9238"/>
                  <a:pt x="84159" y="9238"/>
                </a:cubicBezTo>
                <a:cubicBezTo>
                  <a:pt x="96666" y="9238"/>
                  <a:pt x="105679" y="15671"/>
                  <a:pt x="107931" y="26278"/>
                </a:cubicBezTo>
                <a:lnTo>
                  <a:pt x="118634" y="26278"/>
                </a:lnTo>
                <a:cubicBezTo>
                  <a:pt x="115705" y="9577"/>
                  <a:pt x="103087" y="0"/>
                  <a:pt x="84273" y="0"/>
                </a:cubicBezTo>
                <a:cubicBezTo>
                  <a:pt x="74245" y="0"/>
                  <a:pt x="66133" y="2592"/>
                  <a:pt x="59712" y="7887"/>
                </a:cubicBezTo>
                <a:cubicBezTo>
                  <a:pt x="50135" y="15785"/>
                  <a:pt x="44840" y="28535"/>
                  <a:pt x="44840" y="43314"/>
                </a:cubicBezTo>
                <a:cubicBezTo>
                  <a:pt x="44840" y="68566"/>
                  <a:pt x="60276" y="86147"/>
                  <a:pt x="82469" y="86147"/>
                </a:cubicBezTo>
                <a:cubicBezTo>
                  <a:pt x="93623" y="86147"/>
                  <a:pt x="102411" y="81980"/>
                  <a:pt x="110523" y="73075"/>
                </a:cubicBezTo>
                <a:lnTo>
                  <a:pt x="113114" y="84007"/>
                </a:lnTo>
                <a:lnTo>
                  <a:pt x="119762" y="84007"/>
                </a:lnTo>
                <a:lnTo>
                  <a:pt x="119762" y="40158"/>
                </a:lnTo>
                <a:close/>
                <a:moveTo>
                  <a:pt x="183416" y="58848"/>
                </a:moveTo>
                <a:lnTo>
                  <a:pt x="191865" y="83507"/>
                </a:lnTo>
                <a:lnTo>
                  <a:pt x="203583" y="83507"/>
                </a:lnTo>
                <a:lnTo>
                  <a:pt x="174740" y="1430"/>
                </a:lnTo>
                <a:lnTo>
                  <a:pt x="161221" y="1430"/>
                </a:lnTo>
                <a:lnTo>
                  <a:pt x="131929" y="83507"/>
                </a:lnTo>
                <a:lnTo>
                  <a:pt x="143083" y="83507"/>
                </a:lnTo>
                <a:lnTo>
                  <a:pt x="151757" y="58848"/>
                </a:lnTo>
                <a:lnTo>
                  <a:pt x="183416" y="58848"/>
                </a:lnTo>
                <a:moveTo>
                  <a:pt x="180487" y="50060"/>
                </a:moveTo>
                <a:lnTo>
                  <a:pt x="154348" y="50060"/>
                </a:lnTo>
                <a:lnTo>
                  <a:pt x="167869" y="12690"/>
                </a:lnTo>
                <a:lnTo>
                  <a:pt x="180487" y="50060"/>
                </a:lnTo>
                <a:close/>
                <a:moveTo>
                  <a:pt x="264758" y="25480"/>
                </a:moveTo>
                <a:cubicBezTo>
                  <a:pt x="264758" y="19842"/>
                  <a:pt x="264419" y="18262"/>
                  <a:pt x="262618" y="14428"/>
                </a:cubicBezTo>
                <a:cubicBezTo>
                  <a:pt x="258110" y="4958"/>
                  <a:pt x="248535" y="0"/>
                  <a:pt x="234677" y="0"/>
                </a:cubicBezTo>
                <a:cubicBezTo>
                  <a:pt x="216651" y="0"/>
                  <a:pt x="205497" y="9240"/>
                  <a:pt x="205497" y="24128"/>
                </a:cubicBezTo>
                <a:cubicBezTo>
                  <a:pt x="205497" y="34165"/>
                  <a:pt x="210792" y="40481"/>
                  <a:pt x="221609" y="43301"/>
                </a:cubicBezTo>
                <a:lnTo>
                  <a:pt x="242000" y="48714"/>
                </a:lnTo>
                <a:cubicBezTo>
                  <a:pt x="252478" y="51420"/>
                  <a:pt x="257098" y="55594"/>
                  <a:pt x="257098" y="62022"/>
                </a:cubicBezTo>
                <a:cubicBezTo>
                  <a:pt x="257098" y="66421"/>
                  <a:pt x="254730" y="70932"/>
                  <a:pt x="251239" y="73414"/>
                </a:cubicBezTo>
                <a:cubicBezTo>
                  <a:pt x="247971" y="75781"/>
                  <a:pt x="242788" y="76911"/>
                  <a:pt x="236142" y="76911"/>
                </a:cubicBezTo>
                <a:cubicBezTo>
                  <a:pt x="227129" y="76911"/>
                  <a:pt x="221158" y="74767"/>
                  <a:pt x="217215" y="70031"/>
                </a:cubicBezTo>
                <a:cubicBezTo>
                  <a:pt x="214172" y="66421"/>
                  <a:pt x="212821" y="62474"/>
                  <a:pt x="212932" y="57399"/>
                </a:cubicBezTo>
                <a:lnTo>
                  <a:pt x="203018" y="57399"/>
                </a:lnTo>
                <a:cubicBezTo>
                  <a:pt x="203132" y="64954"/>
                  <a:pt x="204596" y="69917"/>
                  <a:pt x="207863" y="74428"/>
                </a:cubicBezTo>
                <a:cubicBezTo>
                  <a:pt x="213496" y="82205"/>
                  <a:pt x="222960" y="86147"/>
                  <a:pt x="235466" y="86147"/>
                </a:cubicBezTo>
                <a:cubicBezTo>
                  <a:pt x="245267" y="86147"/>
                  <a:pt x="253266" y="83895"/>
                  <a:pt x="258562" y="79838"/>
                </a:cubicBezTo>
                <a:cubicBezTo>
                  <a:pt x="264082" y="75444"/>
                  <a:pt x="267574" y="68112"/>
                  <a:pt x="267574" y="61007"/>
                </a:cubicBezTo>
                <a:cubicBezTo>
                  <a:pt x="267574" y="50856"/>
                  <a:pt x="261265" y="43412"/>
                  <a:pt x="250111" y="40368"/>
                </a:cubicBezTo>
                <a:lnTo>
                  <a:pt x="229494" y="34841"/>
                </a:lnTo>
                <a:cubicBezTo>
                  <a:pt x="219580" y="32135"/>
                  <a:pt x="215975" y="28977"/>
                  <a:pt x="215975" y="22661"/>
                </a:cubicBezTo>
                <a:cubicBezTo>
                  <a:pt x="215975" y="14315"/>
                  <a:pt x="223298" y="8788"/>
                  <a:pt x="234338" y="8788"/>
                </a:cubicBezTo>
                <a:cubicBezTo>
                  <a:pt x="247407" y="8788"/>
                  <a:pt x="254730" y="14654"/>
                  <a:pt x="254844" y="25480"/>
                </a:cubicBezTo>
                <a:lnTo>
                  <a:pt x="264758" y="254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Csmith-GCC">
            <a:extLst xmlns:a="http://schemas.openxmlformats.org/drawingml/2006/main">
              <a:ext uri="{FF2B5EF4-FFF2-40B4-BE49-F238E27FC236}">
                <a16:creationId xmlns:a16="http://schemas.microsoft.com/office/drawing/2014/main" id="{53B4997F-B1CD-41EE-B225-2A2FC2CE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516" y="842984"/>
            <a:ext cx="634178" cy="86147"/>
          </a:xfrm>
          <a:custGeom xmlns:a="http://schemas.openxmlformats.org/drawingml/2006/main">
            <a:pathLst>
              <a:path w="634178" h="86147">
                <a:moveTo>
                  <a:pt x="69175" y="26833"/>
                </a:moveTo>
                <a:cubicBezTo>
                  <a:pt x="65908" y="8788"/>
                  <a:pt x="55544" y="0"/>
                  <a:pt x="37518" y="0"/>
                </a:cubicBezTo>
                <a:cubicBezTo>
                  <a:pt x="26476" y="0"/>
                  <a:pt x="17576" y="3493"/>
                  <a:pt x="11492" y="10254"/>
                </a:cubicBezTo>
                <a:cubicBezTo>
                  <a:pt x="4057" y="18375"/>
                  <a:pt x="0" y="30105"/>
                  <a:pt x="0" y="43412"/>
                </a:cubicBezTo>
                <a:cubicBezTo>
                  <a:pt x="0" y="56947"/>
                  <a:pt x="4169" y="68564"/>
                  <a:pt x="11831" y="76572"/>
                </a:cubicBezTo>
                <a:cubicBezTo>
                  <a:pt x="18252" y="83106"/>
                  <a:pt x="26364" y="86147"/>
                  <a:pt x="37067" y="86147"/>
                </a:cubicBezTo>
                <a:cubicBezTo>
                  <a:pt x="57120" y="86147"/>
                  <a:pt x="68387" y="75331"/>
                  <a:pt x="70865" y="53564"/>
                </a:cubicBezTo>
                <a:lnTo>
                  <a:pt x="60050" y="53564"/>
                </a:lnTo>
                <a:cubicBezTo>
                  <a:pt x="59149" y="59202"/>
                  <a:pt x="58021" y="63038"/>
                  <a:pt x="56331" y="66309"/>
                </a:cubicBezTo>
                <a:cubicBezTo>
                  <a:pt x="52952" y="73075"/>
                  <a:pt x="45967" y="76911"/>
                  <a:pt x="37179" y="76911"/>
                </a:cubicBezTo>
                <a:cubicBezTo>
                  <a:pt x="20842" y="76911"/>
                  <a:pt x="10478" y="63827"/>
                  <a:pt x="10478" y="43301"/>
                </a:cubicBezTo>
                <a:cubicBezTo>
                  <a:pt x="10478" y="22209"/>
                  <a:pt x="20280" y="9238"/>
                  <a:pt x="36278" y="9238"/>
                </a:cubicBezTo>
                <a:cubicBezTo>
                  <a:pt x="42926" y="9238"/>
                  <a:pt x="49121" y="11157"/>
                  <a:pt x="52501" y="14428"/>
                </a:cubicBezTo>
                <a:cubicBezTo>
                  <a:pt x="55544" y="17248"/>
                  <a:pt x="57234" y="20631"/>
                  <a:pt x="58472" y="26833"/>
                </a:cubicBezTo>
                <a:lnTo>
                  <a:pt x="69175" y="26833"/>
                </a:lnTo>
                <a:close/>
                <a:moveTo>
                  <a:pt x="134068" y="40927"/>
                </a:moveTo>
                <a:cubicBezTo>
                  <a:pt x="133957" y="29311"/>
                  <a:pt x="126295" y="22775"/>
                  <a:pt x="112662" y="22775"/>
                </a:cubicBezTo>
                <a:cubicBezTo>
                  <a:pt x="98918" y="22775"/>
                  <a:pt x="90018" y="29873"/>
                  <a:pt x="90018" y="40813"/>
                </a:cubicBezTo>
                <a:cubicBezTo>
                  <a:pt x="90018" y="50062"/>
                  <a:pt x="94749" y="54463"/>
                  <a:pt x="108720" y="57846"/>
                </a:cubicBezTo>
                <a:lnTo>
                  <a:pt x="117508" y="59990"/>
                </a:lnTo>
                <a:cubicBezTo>
                  <a:pt x="124043" y="61568"/>
                  <a:pt x="126633" y="63937"/>
                  <a:pt x="126633" y="68111"/>
                </a:cubicBezTo>
                <a:cubicBezTo>
                  <a:pt x="126633" y="73751"/>
                  <a:pt x="121113" y="77473"/>
                  <a:pt x="112889" y="77473"/>
                </a:cubicBezTo>
                <a:cubicBezTo>
                  <a:pt x="107818" y="77473"/>
                  <a:pt x="103537" y="76006"/>
                  <a:pt x="101172" y="73526"/>
                </a:cubicBezTo>
                <a:cubicBezTo>
                  <a:pt x="99707" y="71832"/>
                  <a:pt x="99032" y="70141"/>
                  <a:pt x="98468" y="65967"/>
                </a:cubicBezTo>
                <a:lnTo>
                  <a:pt x="88554" y="65967"/>
                </a:lnTo>
                <a:cubicBezTo>
                  <a:pt x="89004" y="79613"/>
                  <a:pt x="96664" y="86147"/>
                  <a:pt x="112100" y="86147"/>
                </a:cubicBezTo>
                <a:cubicBezTo>
                  <a:pt x="126972" y="86147"/>
                  <a:pt x="136436" y="78826"/>
                  <a:pt x="136436" y="67433"/>
                </a:cubicBezTo>
                <a:cubicBezTo>
                  <a:pt x="136436" y="58635"/>
                  <a:pt x="131478" y="53785"/>
                  <a:pt x="119760" y="50964"/>
                </a:cubicBezTo>
                <a:lnTo>
                  <a:pt x="110747" y="48822"/>
                </a:lnTo>
                <a:cubicBezTo>
                  <a:pt x="103087" y="47017"/>
                  <a:pt x="99819" y="44535"/>
                  <a:pt x="99819" y="40361"/>
                </a:cubicBezTo>
                <a:cubicBezTo>
                  <a:pt x="99819" y="34834"/>
                  <a:pt x="104663" y="31451"/>
                  <a:pt x="112325" y="31451"/>
                </a:cubicBezTo>
                <a:cubicBezTo>
                  <a:pt x="119874" y="31451"/>
                  <a:pt x="123929" y="34722"/>
                  <a:pt x="124154" y="40927"/>
                </a:cubicBezTo>
                <a:lnTo>
                  <a:pt x="134068" y="40927"/>
                </a:lnTo>
                <a:close/>
                <a:moveTo>
                  <a:pt x="137674" y="24425"/>
                </a:moveTo>
                <a:lnTo>
                  <a:pt x="137674" y="83507"/>
                </a:lnTo>
                <a:lnTo>
                  <a:pt x="147138" y="83507"/>
                </a:lnTo>
                <a:lnTo>
                  <a:pt x="147138" y="46412"/>
                </a:lnTo>
                <a:cubicBezTo>
                  <a:pt x="147138" y="37873"/>
                  <a:pt x="153335" y="31000"/>
                  <a:pt x="160996" y="31000"/>
                </a:cubicBezTo>
                <a:cubicBezTo>
                  <a:pt x="167980" y="31000"/>
                  <a:pt x="171924" y="35281"/>
                  <a:pt x="171924" y="42831"/>
                </a:cubicBezTo>
                <a:lnTo>
                  <a:pt x="171924" y="83507"/>
                </a:lnTo>
                <a:lnTo>
                  <a:pt x="181388" y="83507"/>
                </a:lnTo>
                <a:lnTo>
                  <a:pt x="181388" y="46436"/>
                </a:lnTo>
                <a:cubicBezTo>
                  <a:pt x="181388" y="37873"/>
                  <a:pt x="187585" y="31000"/>
                  <a:pt x="195245" y="31000"/>
                </a:cubicBezTo>
                <a:cubicBezTo>
                  <a:pt x="202118" y="31000"/>
                  <a:pt x="206173" y="35394"/>
                  <a:pt x="206173" y="42831"/>
                </a:cubicBezTo>
                <a:lnTo>
                  <a:pt x="206173" y="83507"/>
                </a:lnTo>
                <a:lnTo>
                  <a:pt x="215637" y="83507"/>
                </a:lnTo>
                <a:lnTo>
                  <a:pt x="215637" y="39226"/>
                </a:lnTo>
                <a:cubicBezTo>
                  <a:pt x="215637" y="28633"/>
                  <a:pt x="209553" y="22775"/>
                  <a:pt x="198513" y="22775"/>
                </a:cubicBezTo>
                <a:cubicBezTo>
                  <a:pt x="190626" y="22775"/>
                  <a:pt x="185893" y="25142"/>
                  <a:pt x="180373" y="31790"/>
                </a:cubicBezTo>
                <a:cubicBezTo>
                  <a:pt x="176882" y="25479"/>
                  <a:pt x="172149" y="22775"/>
                  <a:pt x="164489" y="22775"/>
                </a:cubicBezTo>
                <a:cubicBezTo>
                  <a:pt x="156602" y="22735"/>
                  <a:pt x="151307" y="25664"/>
                  <a:pt x="146349" y="32763"/>
                </a:cubicBezTo>
                <a:lnTo>
                  <a:pt x="146349" y="24425"/>
                </a:lnTo>
                <a:lnTo>
                  <a:pt x="137674" y="24425"/>
                </a:lnTo>
                <a:close/>
                <a:moveTo>
                  <a:pt x="236817" y="24425"/>
                </a:moveTo>
                <a:lnTo>
                  <a:pt x="227465" y="24425"/>
                </a:lnTo>
                <a:lnTo>
                  <a:pt x="227465" y="83507"/>
                </a:lnTo>
                <a:lnTo>
                  <a:pt x="236817" y="83507"/>
                </a:lnTo>
                <a:lnTo>
                  <a:pt x="236817" y="24425"/>
                </a:lnTo>
                <a:moveTo>
                  <a:pt x="236817" y="1430"/>
                </a:moveTo>
                <a:lnTo>
                  <a:pt x="227354" y="1430"/>
                </a:lnTo>
                <a:lnTo>
                  <a:pt x="227354" y="13261"/>
                </a:lnTo>
                <a:lnTo>
                  <a:pt x="236817" y="13261"/>
                </a:lnTo>
                <a:lnTo>
                  <a:pt x="236817" y="1430"/>
                </a:lnTo>
                <a:close/>
                <a:moveTo>
                  <a:pt x="271067" y="24425"/>
                </a:moveTo>
                <a:lnTo>
                  <a:pt x="261378" y="24425"/>
                </a:lnTo>
                <a:lnTo>
                  <a:pt x="261378" y="8202"/>
                </a:lnTo>
                <a:lnTo>
                  <a:pt x="252026" y="8202"/>
                </a:lnTo>
                <a:lnTo>
                  <a:pt x="252026" y="24425"/>
                </a:lnTo>
                <a:lnTo>
                  <a:pt x="244027" y="24425"/>
                </a:lnTo>
                <a:lnTo>
                  <a:pt x="244027" y="32087"/>
                </a:lnTo>
                <a:lnTo>
                  <a:pt x="252026" y="32087"/>
                </a:lnTo>
                <a:lnTo>
                  <a:pt x="252026" y="76795"/>
                </a:lnTo>
                <a:cubicBezTo>
                  <a:pt x="252026" y="82881"/>
                  <a:pt x="256082" y="86147"/>
                  <a:pt x="263405" y="86147"/>
                </a:cubicBezTo>
                <a:cubicBezTo>
                  <a:pt x="265884" y="86147"/>
                  <a:pt x="267913" y="85922"/>
                  <a:pt x="271067" y="85360"/>
                </a:cubicBezTo>
                <a:lnTo>
                  <a:pt x="271067" y="77473"/>
                </a:lnTo>
                <a:cubicBezTo>
                  <a:pt x="269714" y="77811"/>
                  <a:pt x="268475" y="77923"/>
                  <a:pt x="266560" y="77923"/>
                </a:cubicBezTo>
                <a:cubicBezTo>
                  <a:pt x="262504" y="77923"/>
                  <a:pt x="261378" y="76795"/>
                  <a:pt x="261378" y="72618"/>
                </a:cubicBezTo>
                <a:lnTo>
                  <a:pt x="261378" y="32087"/>
                </a:lnTo>
                <a:lnTo>
                  <a:pt x="271067" y="32087"/>
                </a:lnTo>
                <a:lnTo>
                  <a:pt x="271067" y="24425"/>
                </a:lnTo>
                <a:close/>
                <a:moveTo>
                  <a:pt x="272869" y="1430"/>
                </a:moveTo>
                <a:lnTo>
                  <a:pt x="272869" y="83507"/>
                </a:lnTo>
                <a:lnTo>
                  <a:pt x="282221" y="83507"/>
                </a:lnTo>
                <a:lnTo>
                  <a:pt x="282221" y="50944"/>
                </a:lnTo>
                <a:cubicBezTo>
                  <a:pt x="282221" y="38888"/>
                  <a:pt x="288530" y="31000"/>
                  <a:pt x="298219" y="31000"/>
                </a:cubicBezTo>
                <a:cubicBezTo>
                  <a:pt x="301374" y="31000"/>
                  <a:pt x="304303" y="31901"/>
                  <a:pt x="306555" y="33591"/>
                </a:cubicBezTo>
                <a:cubicBezTo>
                  <a:pt x="309259" y="35620"/>
                  <a:pt x="310387" y="38437"/>
                  <a:pt x="310387" y="42606"/>
                </a:cubicBezTo>
                <a:lnTo>
                  <a:pt x="310387" y="83507"/>
                </a:lnTo>
                <a:lnTo>
                  <a:pt x="319737" y="83507"/>
                </a:lnTo>
                <a:lnTo>
                  <a:pt x="319737" y="38888"/>
                </a:lnTo>
                <a:cubicBezTo>
                  <a:pt x="319737" y="28972"/>
                  <a:pt x="312639" y="22775"/>
                  <a:pt x="301148" y="22775"/>
                </a:cubicBezTo>
                <a:cubicBezTo>
                  <a:pt x="292811" y="22775"/>
                  <a:pt x="287741" y="25367"/>
                  <a:pt x="282221" y="32577"/>
                </a:cubicBezTo>
                <a:lnTo>
                  <a:pt x="282221" y="1430"/>
                </a:lnTo>
                <a:lnTo>
                  <a:pt x="272869" y="1430"/>
                </a:lnTo>
                <a:close/>
                <a:moveTo>
                  <a:pt x="364577" y="48331"/>
                </a:moveTo>
                <a:lnTo>
                  <a:pt x="337763" y="48331"/>
                </a:lnTo>
                <a:lnTo>
                  <a:pt x="337763" y="56441"/>
                </a:lnTo>
                <a:lnTo>
                  <a:pt x="364577" y="56441"/>
                </a:lnTo>
                <a:lnTo>
                  <a:pt x="364577" y="48331"/>
                </a:lnTo>
                <a:close/>
                <a:moveTo>
                  <a:pt x="457524" y="40158"/>
                </a:moveTo>
                <a:lnTo>
                  <a:pt x="423275" y="40158"/>
                </a:lnTo>
                <a:lnTo>
                  <a:pt x="423275" y="49396"/>
                </a:lnTo>
                <a:lnTo>
                  <a:pt x="448286" y="49396"/>
                </a:lnTo>
                <a:lnTo>
                  <a:pt x="448286" y="51652"/>
                </a:lnTo>
                <a:cubicBezTo>
                  <a:pt x="448286" y="66311"/>
                  <a:pt x="437469" y="76911"/>
                  <a:pt x="422486" y="76911"/>
                </a:cubicBezTo>
                <a:cubicBezTo>
                  <a:pt x="414148" y="76911"/>
                  <a:pt x="406599" y="73866"/>
                  <a:pt x="401755" y="68566"/>
                </a:cubicBezTo>
                <a:cubicBezTo>
                  <a:pt x="396347" y="62702"/>
                  <a:pt x="393081" y="52893"/>
                  <a:pt x="393081" y="42750"/>
                </a:cubicBezTo>
                <a:cubicBezTo>
                  <a:pt x="393081" y="22555"/>
                  <a:pt x="404573" y="9238"/>
                  <a:pt x="421922" y="9238"/>
                </a:cubicBezTo>
                <a:cubicBezTo>
                  <a:pt x="434428" y="9238"/>
                  <a:pt x="443441" y="15671"/>
                  <a:pt x="445693" y="26278"/>
                </a:cubicBezTo>
                <a:lnTo>
                  <a:pt x="456397" y="26278"/>
                </a:lnTo>
                <a:cubicBezTo>
                  <a:pt x="453467" y="9577"/>
                  <a:pt x="440849" y="0"/>
                  <a:pt x="422035" y="0"/>
                </a:cubicBezTo>
                <a:cubicBezTo>
                  <a:pt x="412008" y="0"/>
                  <a:pt x="403895" y="2592"/>
                  <a:pt x="397475" y="7887"/>
                </a:cubicBezTo>
                <a:cubicBezTo>
                  <a:pt x="387897" y="15785"/>
                  <a:pt x="382603" y="28535"/>
                  <a:pt x="382603" y="43314"/>
                </a:cubicBezTo>
                <a:cubicBezTo>
                  <a:pt x="382603" y="68566"/>
                  <a:pt x="398038" y="86147"/>
                  <a:pt x="420232" y="86147"/>
                </a:cubicBezTo>
                <a:cubicBezTo>
                  <a:pt x="431385" y="86147"/>
                  <a:pt x="440173" y="81980"/>
                  <a:pt x="448286" y="73075"/>
                </a:cubicBezTo>
                <a:lnTo>
                  <a:pt x="450876" y="84007"/>
                </a:lnTo>
                <a:lnTo>
                  <a:pt x="457524" y="84007"/>
                </a:lnTo>
                <a:lnTo>
                  <a:pt x="457524" y="40158"/>
                </a:lnTo>
                <a:close/>
                <a:moveTo>
                  <a:pt x="542358" y="26833"/>
                </a:moveTo>
                <a:cubicBezTo>
                  <a:pt x="539092" y="8788"/>
                  <a:pt x="528727" y="0"/>
                  <a:pt x="510701" y="0"/>
                </a:cubicBezTo>
                <a:cubicBezTo>
                  <a:pt x="499659" y="0"/>
                  <a:pt x="490759" y="3493"/>
                  <a:pt x="484675" y="10254"/>
                </a:cubicBezTo>
                <a:cubicBezTo>
                  <a:pt x="477240" y="18375"/>
                  <a:pt x="473183" y="30105"/>
                  <a:pt x="473183" y="43412"/>
                </a:cubicBezTo>
                <a:cubicBezTo>
                  <a:pt x="473183" y="56947"/>
                  <a:pt x="477352" y="68564"/>
                  <a:pt x="485014" y="76572"/>
                </a:cubicBezTo>
                <a:cubicBezTo>
                  <a:pt x="491435" y="83106"/>
                  <a:pt x="499547" y="86147"/>
                  <a:pt x="510250" y="86147"/>
                </a:cubicBezTo>
                <a:cubicBezTo>
                  <a:pt x="530304" y="86147"/>
                  <a:pt x="541570" y="75331"/>
                  <a:pt x="544048" y="53564"/>
                </a:cubicBezTo>
                <a:lnTo>
                  <a:pt x="533233" y="53564"/>
                </a:lnTo>
                <a:cubicBezTo>
                  <a:pt x="532332" y="59202"/>
                  <a:pt x="531204" y="63038"/>
                  <a:pt x="529514" y="66309"/>
                </a:cubicBezTo>
                <a:cubicBezTo>
                  <a:pt x="526135" y="73075"/>
                  <a:pt x="519150" y="76911"/>
                  <a:pt x="510362" y="76911"/>
                </a:cubicBezTo>
                <a:cubicBezTo>
                  <a:pt x="494025" y="76911"/>
                  <a:pt x="483661" y="63827"/>
                  <a:pt x="483661" y="43301"/>
                </a:cubicBezTo>
                <a:cubicBezTo>
                  <a:pt x="483661" y="22209"/>
                  <a:pt x="493463" y="9238"/>
                  <a:pt x="509461" y="9238"/>
                </a:cubicBezTo>
                <a:cubicBezTo>
                  <a:pt x="516109" y="9238"/>
                  <a:pt x="522305" y="11157"/>
                  <a:pt x="525684" y="14428"/>
                </a:cubicBezTo>
                <a:cubicBezTo>
                  <a:pt x="528727" y="17248"/>
                  <a:pt x="530417" y="20631"/>
                  <a:pt x="531655" y="26833"/>
                </a:cubicBezTo>
                <a:lnTo>
                  <a:pt x="542358" y="26833"/>
                </a:lnTo>
                <a:close/>
                <a:moveTo>
                  <a:pt x="632488" y="26833"/>
                </a:moveTo>
                <a:cubicBezTo>
                  <a:pt x="629222" y="8788"/>
                  <a:pt x="618857" y="0"/>
                  <a:pt x="600831" y="0"/>
                </a:cubicBezTo>
                <a:cubicBezTo>
                  <a:pt x="589789" y="0"/>
                  <a:pt x="580889" y="3493"/>
                  <a:pt x="574805" y="10254"/>
                </a:cubicBezTo>
                <a:cubicBezTo>
                  <a:pt x="567370" y="18375"/>
                  <a:pt x="563313" y="30105"/>
                  <a:pt x="563313" y="43412"/>
                </a:cubicBezTo>
                <a:cubicBezTo>
                  <a:pt x="563313" y="56947"/>
                  <a:pt x="567482" y="68564"/>
                  <a:pt x="575144" y="76572"/>
                </a:cubicBezTo>
                <a:cubicBezTo>
                  <a:pt x="581565" y="83106"/>
                  <a:pt x="589677" y="86147"/>
                  <a:pt x="600380" y="86147"/>
                </a:cubicBezTo>
                <a:cubicBezTo>
                  <a:pt x="620434" y="86147"/>
                  <a:pt x="631701" y="75331"/>
                  <a:pt x="634178" y="53564"/>
                </a:cubicBezTo>
                <a:lnTo>
                  <a:pt x="623363" y="53564"/>
                </a:lnTo>
                <a:cubicBezTo>
                  <a:pt x="622462" y="59202"/>
                  <a:pt x="621334" y="63038"/>
                  <a:pt x="619645" y="66309"/>
                </a:cubicBezTo>
                <a:cubicBezTo>
                  <a:pt x="616265" y="73075"/>
                  <a:pt x="609280" y="76911"/>
                  <a:pt x="600492" y="76911"/>
                </a:cubicBezTo>
                <a:cubicBezTo>
                  <a:pt x="584156" y="76911"/>
                  <a:pt x="573791" y="63827"/>
                  <a:pt x="573791" y="43301"/>
                </a:cubicBezTo>
                <a:cubicBezTo>
                  <a:pt x="573791" y="22209"/>
                  <a:pt x="583593" y="9238"/>
                  <a:pt x="599591" y="9238"/>
                </a:cubicBezTo>
                <a:cubicBezTo>
                  <a:pt x="606239" y="9238"/>
                  <a:pt x="612435" y="11157"/>
                  <a:pt x="615814" y="14428"/>
                </a:cubicBezTo>
                <a:cubicBezTo>
                  <a:pt x="618857" y="17248"/>
                  <a:pt x="620547" y="20631"/>
                  <a:pt x="621785" y="26833"/>
                </a:cubicBezTo>
                <a:lnTo>
                  <a:pt x="632488" y="26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Grammarinator">
            <a:extLst xmlns:a="http://schemas.openxmlformats.org/drawingml/2006/main">
              <a:ext uri="{FF2B5EF4-FFF2-40B4-BE49-F238E27FC236}">
                <a16:creationId xmlns:a16="http://schemas.microsoft.com/office/drawing/2014/main" id="{DD64E2E1-66B7-4FF7-A964-02EB3575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066" y="978179"/>
            <a:ext cx="774782" cy="86147"/>
          </a:xfrm>
          <a:custGeom xmlns:a="http://schemas.openxmlformats.org/drawingml/2006/main">
            <a:pathLst>
              <a:path w="774782" h="86147">
                <a:moveTo>
                  <a:pt x="74922" y="40158"/>
                </a:moveTo>
                <a:lnTo>
                  <a:pt x="40672" y="40158"/>
                </a:lnTo>
                <a:lnTo>
                  <a:pt x="40672" y="49396"/>
                </a:lnTo>
                <a:lnTo>
                  <a:pt x="65683" y="49396"/>
                </a:lnTo>
                <a:lnTo>
                  <a:pt x="65683" y="51652"/>
                </a:lnTo>
                <a:cubicBezTo>
                  <a:pt x="65683" y="66311"/>
                  <a:pt x="54867" y="76911"/>
                  <a:pt x="39883" y="76911"/>
                </a:cubicBezTo>
                <a:cubicBezTo>
                  <a:pt x="31545" y="76911"/>
                  <a:pt x="23997" y="73866"/>
                  <a:pt x="19152" y="68566"/>
                </a:cubicBezTo>
                <a:cubicBezTo>
                  <a:pt x="13744" y="62702"/>
                  <a:pt x="10478" y="52893"/>
                  <a:pt x="10478" y="42750"/>
                </a:cubicBezTo>
                <a:cubicBezTo>
                  <a:pt x="10478" y="22555"/>
                  <a:pt x="21970" y="9238"/>
                  <a:pt x="39319" y="9238"/>
                </a:cubicBezTo>
                <a:cubicBezTo>
                  <a:pt x="51826" y="9238"/>
                  <a:pt x="60839" y="15671"/>
                  <a:pt x="63091" y="26278"/>
                </a:cubicBezTo>
                <a:lnTo>
                  <a:pt x="73794" y="26278"/>
                </a:lnTo>
                <a:cubicBezTo>
                  <a:pt x="70865" y="9577"/>
                  <a:pt x="58246" y="0"/>
                  <a:pt x="39433" y="0"/>
                </a:cubicBezTo>
                <a:cubicBezTo>
                  <a:pt x="29405" y="0"/>
                  <a:pt x="21293" y="2592"/>
                  <a:pt x="14872" y="7887"/>
                </a:cubicBezTo>
                <a:cubicBezTo>
                  <a:pt x="5295" y="15785"/>
                  <a:pt x="0" y="28535"/>
                  <a:pt x="0" y="43314"/>
                </a:cubicBezTo>
                <a:cubicBezTo>
                  <a:pt x="0" y="68566"/>
                  <a:pt x="15436" y="86147"/>
                  <a:pt x="37629" y="86147"/>
                </a:cubicBezTo>
                <a:cubicBezTo>
                  <a:pt x="48783" y="86147"/>
                  <a:pt x="57571" y="81980"/>
                  <a:pt x="65683" y="73075"/>
                </a:cubicBezTo>
                <a:lnTo>
                  <a:pt x="68274" y="84007"/>
                </a:lnTo>
                <a:lnTo>
                  <a:pt x="74922" y="84007"/>
                </a:lnTo>
                <a:lnTo>
                  <a:pt x="74922" y="40158"/>
                </a:lnTo>
                <a:close/>
                <a:moveTo>
                  <a:pt x="92946" y="24425"/>
                </a:moveTo>
                <a:lnTo>
                  <a:pt x="92946" y="83507"/>
                </a:lnTo>
                <a:lnTo>
                  <a:pt x="102411" y="83507"/>
                </a:lnTo>
                <a:lnTo>
                  <a:pt x="102411" y="52840"/>
                </a:lnTo>
                <a:cubicBezTo>
                  <a:pt x="102523" y="38632"/>
                  <a:pt x="108382" y="32317"/>
                  <a:pt x="121339" y="32656"/>
                </a:cubicBezTo>
                <a:lnTo>
                  <a:pt x="121339" y="23074"/>
                </a:lnTo>
                <a:cubicBezTo>
                  <a:pt x="119760" y="22888"/>
                  <a:pt x="118860" y="22775"/>
                  <a:pt x="117732" y="22775"/>
                </a:cubicBezTo>
                <a:cubicBezTo>
                  <a:pt x="111648" y="22775"/>
                  <a:pt x="107031" y="26381"/>
                  <a:pt x="101622" y="35168"/>
                </a:cubicBezTo>
                <a:lnTo>
                  <a:pt x="101622" y="24425"/>
                </a:lnTo>
                <a:lnTo>
                  <a:pt x="92946" y="24425"/>
                </a:lnTo>
                <a:close/>
                <a:moveTo>
                  <a:pt x="190513" y="78037"/>
                </a:moveTo>
                <a:cubicBezTo>
                  <a:pt x="189500" y="78262"/>
                  <a:pt x="189048" y="78262"/>
                  <a:pt x="188486" y="78262"/>
                </a:cubicBezTo>
                <a:cubicBezTo>
                  <a:pt x="185218" y="78262"/>
                  <a:pt x="183416" y="76570"/>
                  <a:pt x="183416" y="73637"/>
                </a:cubicBezTo>
                <a:lnTo>
                  <a:pt x="183416" y="38895"/>
                </a:lnTo>
                <a:cubicBezTo>
                  <a:pt x="183416" y="28408"/>
                  <a:pt x="175754" y="22775"/>
                  <a:pt x="161221" y="22775"/>
                </a:cubicBezTo>
                <a:cubicBezTo>
                  <a:pt x="152546" y="22775"/>
                  <a:pt x="145673" y="25254"/>
                  <a:pt x="141618" y="29648"/>
                </a:cubicBezTo>
                <a:cubicBezTo>
                  <a:pt x="138914" y="32692"/>
                  <a:pt x="137786" y="36075"/>
                  <a:pt x="137561" y="41941"/>
                </a:cubicBezTo>
                <a:lnTo>
                  <a:pt x="147025" y="41941"/>
                </a:lnTo>
                <a:cubicBezTo>
                  <a:pt x="147814" y="34722"/>
                  <a:pt x="152096" y="31451"/>
                  <a:pt x="160882" y="31451"/>
                </a:cubicBezTo>
                <a:cubicBezTo>
                  <a:pt x="169445" y="31451"/>
                  <a:pt x="174064" y="34609"/>
                  <a:pt x="174064" y="40249"/>
                </a:cubicBezTo>
                <a:lnTo>
                  <a:pt x="174064" y="42730"/>
                </a:lnTo>
                <a:cubicBezTo>
                  <a:pt x="173952" y="46792"/>
                  <a:pt x="171924" y="48258"/>
                  <a:pt x="164262" y="49273"/>
                </a:cubicBezTo>
                <a:cubicBezTo>
                  <a:pt x="150968" y="50964"/>
                  <a:pt x="148940" y="51416"/>
                  <a:pt x="145335" y="52883"/>
                </a:cubicBezTo>
                <a:cubicBezTo>
                  <a:pt x="138463" y="55816"/>
                  <a:pt x="134970" y="61004"/>
                  <a:pt x="134970" y="68674"/>
                </a:cubicBezTo>
                <a:cubicBezTo>
                  <a:pt x="134970" y="79388"/>
                  <a:pt x="142405" y="86147"/>
                  <a:pt x="154348" y="86147"/>
                </a:cubicBezTo>
                <a:cubicBezTo>
                  <a:pt x="161785" y="86147"/>
                  <a:pt x="167755" y="83557"/>
                  <a:pt x="174403" y="77473"/>
                </a:cubicBezTo>
                <a:cubicBezTo>
                  <a:pt x="175078" y="83557"/>
                  <a:pt x="178008" y="86147"/>
                  <a:pt x="184092" y="86147"/>
                </a:cubicBezTo>
                <a:cubicBezTo>
                  <a:pt x="186119" y="86147"/>
                  <a:pt x="187358" y="85922"/>
                  <a:pt x="190513" y="85135"/>
                </a:cubicBezTo>
                <a:lnTo>
                  <a:pt x="190513" y="78037"/>
                </a:lnTo>
                <a:moveTo>
                  <a:pt x="174064" y="64953"/>
                </a:moveTo>
                <a:cubicBezTo>
                  <a:pt x="174064" y="68111"/>
                  <a:pt x="173163" y="70027"/>
                  <a:pt x="170346" y="72621"/>
                </a:cubicBezTo>
                <a:cubicBezTo>
                  <a:pt x="166516" y="76120"/>
                  <a:pt x="161896" y="77923"/>
                  <a:pt x="156376" y="77923"/>
                </a:cubicBezTo>
                <a:cubicBezTo>
                  <a:pt x="149053" y="77923"/>
                  <a:pt x="144773" y="74427"/>
                  <a:pt x="144773" y="68449"/>
                </a:cubicBezTo>
                <a:cubicBezTo>
                  <a:pt x="144773" y="62245"/>
                  <a:pt x="148828" y="59087"/>
                  <a:pt x="158967" y="57621"/>
                </a:cubicBezTo>
                <a:cubicBezTo>
                  <a:pt x="168995" y="56266"/>
                  <a:pt x="170910" y="55816"/>
                  <a:pt x="174064" y="54349"/>
                </a:cubicBezTo>
                <a:lnTo>
                  <a:pt x="174064" y="64953"/>
                </a:lnTo>
                <a:close/>
                <a:moveTo>
                  <a:pt x="205722" y="24425"/>
                </a:moveTo>
                <a:lnTo>
                  <a:pt x="205722" y="83507"/>
                </a:lnTo>
                <a:lnTo>
                  <a:pt x="215186" y="83507"/>
                </a:lnTo>
                <a:lnTo>
                  <a:pt x="215186" y="46412"/>
                </a:lnTo>
                <a:cubicBezTo>
                  <a:pt x="215186" y="37873"/>
                  <a:pt x="221383" y="31000"/>
                  <a:pt x="229043" y="31000"/>
                </a:cubicBezTo>
                <a:cubicBezTo>
                  <a:pt x="236028" y="31000"/>
                  <a:pt x="239972" y="35281"/>
                  <a:pt x="239972" y="42831"/>
                </a:cubicBezTo>
                <a:lnTo>
                  <a:pt x="239972" y="83507"/>
                </a:lnTo>
                <a:lnTo>
                  <a:pt x="249435" y="83507"/>
                </a:lnTo>
                <a:lnTo>
                  <a:pt x="249435" y="46436"/>
                </a:lnTo>
                <a:cubicBezTo>
                  <a:pt x="249435" y="37873"/>
                  <a:pt x="255633" y="31000"/>
                  <a:pt x="263293" y="31000"/>
                </a:cubicBezTo>
                <a:cubicBezTo>
                  <a:pt x="270166" y="31000"/>
                  <a:pt x="274221" y="35394"/>
                  <a:pt x="274221" y="42831"/>
                </a:cubicBezTo>
                <a:lnTo>
                  <a:pt x="274221" y="83507"/>
                </a:lnTo>
                <a:lnTo>
                  <a:pt x="283685" y="83507"/>
                </a:lnTo>
                <a:lnTo>
                  <a:pt x="283685" y="39226"/>
                </a:lnTo>
                <a:cubicBezTo>
                  <a:pt x="283685" y="28633"/>
                  <a:pt x="277601" y="22775"/>
                  <a:pt x="266561" y="22775"/>
                </a:cubicBezTo>
                <a:cubicBezTo>
                  <a:pt x="258674" y="22775"/>
                  <a:pt x="253941" y="25142"/>
                  <a:pt x="248421" y="31790"/>
                </a:cubicBezTo>
                <a:cubicBezTo>
                  <a:pt x="244930" y="25479"/>
                  <a:pt x="240197" y="22775"/>
                  <a:pt x="232537" y="22775"/>
                </a:cubicBezTo>
                <a:cubicBezTo>
                  <a:pt x="224649" y="22735"/>
                  <a:pt x="219355" y="25664"/>
                  <a:pt x="214397" y="32763"/>
                </a:cubicBezTo>
                <a:lnTo>
                  <a:pt x="214397" y="24425"/>
                </a:lnTo>
                <a:lnTo>
                  <a:pt x="205722" y="24425"/>
                </a:lnTo>
                <a:close/>
                <a:moveTo>
                  <a:pt x="295852" y="24425"/>
                </a:moveTo>
                <a:lnTo>
                  <a:pt x="295852" y="83507"/>
                </a:lnTo>
                <a:lnTo>
                  <a:pt x="305316" y="83507"/>
                </a:lnTo>
                <a:lnTo>
                  <a:pt x="305316" y="46412"/>
                </a:lnTo>
                <a:cubicBezTo>
                  <a:pt x="305316" y="37873"/>
                  <a:pt x="311513" y="31000"/>
                  <a:pt x="319173" y="31000"/>
                </a:cubicBezTo>
                <a:cubicBezTo>
                  <a:pt x="326158" y="31000"/>
                  <a:pt x="330102" y="35281"/>
                  <a:pt x="330102" y="42831"/>
                </a:cubicBezTo>
                <a:lnTo>
                  <a:pt x="330102" y="83507"/>
                </a:lnTo>
                <a:lnTo>
                  <a:pt x="339565" y="83507"/>
                </a:lnTo>
                <a:lnTo>
                  <a:pt x="339565" y="46436"/>
                </a:lnTo>
                <a:cubicBezTo>
                  <a:pt x="339565" y="37873"/>
                  <a:pt x="345763" y="31000"/>
                  <a:pt x="353423" y="31000"/>
                </a:cubicBezTo>
                <a:cubicBezTo>
                  <a:pt x="360296" y="31000"/>
                  <a:pt x="364351" y="35394"/>
                  <a:pt x="364351" y="42831"/>
                </a:cubicBezTo>
                <a:lnTo>
                  <a:pt x="364351" y="83507"/>
                </a:lnTo>
                <a:lnTo>
                  <a:pt x="373815" y="83507"/>
                </a:lnTo>
                <a:lnTo>
                  <a:pt x="373815" y="39226"/>
                </a:lnTo>
                <a:cubicBezTo>
                  <a:pt x="373815" y="28633"/>
                  <a:pt x="367731" y="22775"/>
                  <a:pt x="356691" y="22775"/>
                </a:cubicBezTo>
                <a:cubicBezTo>
                  <a:pt x="348804" y="22775"/>
                  <a:pt x="344071" y="25142"/>
                  <a:pt x="338551" y="31790"/>
                </a:cubicBezTo>
                <a:cubicBezTo>
                  <a:pt x="335060" y="25479"/>
                  <a:pt x="330327" y="22775"/>
                  <a:pt x="322667" y="22775"/>
                </a:cubicBezTo>
                <a:cubicBezTo>
                  <a:pt x="314779" y="22735"/>
                  <a:pt x="309485" y="25664"/>
                  <a:pt x="304527" y="32763"/>
                </a:cubicBezTo>
                <a:lnTo>
                  <a:pt x="304527" y="24425"/>
                </a:lnTo>
                <a:lnTo>
                  <a:pt x="295852" y="24425"/>
                </a:lnTo>
                <a:close/>
                <a:moveTo>
                  <a:pt x="438370" y="78037"/>
                </a:moveTo>
                <a:cubicBezTo>
                  <a:pt x="437358" y="78262"/>
                  <a:pt x="436905" y="78262"/>
                  <a:pt x="436343" y="78262"/>
                </a:cubicBezTo>
                <a:cubicBezTo>
                  <a:pt x="433075" y="78262"/>
                  <a:pt x="431274" y="76570"/>
                  <a:pt x="431274" y="73637"/>
                </a:cubicBezTo>
                <a:lnTo>
                  <a:pt x="431274" y="38895"/>
                </a:lnTo>
                <a:cubicBezTo>
                  <a:pt x="431274" y="28408"/>
                  <a:pt x="423612" y="22775"/>
                  <a:pt x="409078" y="22775"/>
                </a:cubicBezTo>
                <a:cubicBezTo>
                  <a:pt x="400404" y="22775"/>
                  <a:pt x="393531" y="25254"/>
                  <a:pt x="389476" y="29648"/>
                </a:cubicBezTo>
                <a:cubicBezTo>
                  <a:pt x="386771" y="32692"/>
                  <a:pt x="385644" y="36075"/>
                  <a:pt x="385418" y="41941"/>
                </a:cubicBezTo>
                <a:lnTo>
                  <a:pt x="394882" y="41941"/>
                </a:lnTo>
                <a:cubicBezTo>
                  <a:pt x="395671" y="34722"/>
                  <a:pt x="399953" y="31451"/>
                  <a:pt x="408740" y="31451"/>
                </a:cubicBezTo>
                <a:cubicBezTo>
                  <a:pt x="417303" y="31451"/>
                  <a:pt x="421922" y="34609"/>
                  <a:pt x="421922" y="40249"/>
                </a:cubicBezTo>
                <a:lnTo>
                  <a:pt x="421922" y="42730"/>
                </a:lnTo>
                <a:cubicBezTo>
                  <a:pt x="421810" y="46792"/>
                  <a:pt x="419781" y="48258"/>
                  <a:pt x="412119" y="49273"/>
                </a:cubicBezTo>
                <a:cubicBezTo>
                  <a:pt x="398826" y="50964"/>
                  <a:pt x="396797" y="51416"/>
                  <a:pt x="393192" y="52883"/>
                </a:cubicBezTo>
                <a:cubicBezTo>
                  <a:pt x="386321" y="55816"/>
                  <a:pt x="382828" y="61004"/>
                  <a:pt x="382828" y="68674"/>
                </a:cubicBezTo>
                <a:cubicBezTo>
                  <a:pt x="382828" y="79388"/>
                  <a:pt x="390263" y="86147"/>
                  <a:pt x="402205" y="86147"/>
                </a:cubicBezTo>
                <a:cubicBezTo>
                  <a:pt x="409642" y="86147"/>
                  <a:pt x="415613" y="83557"/>
                  <a:pt x="422260" y="77473"/>
                </a:cubicBezTo>
                <a:cubicBezTo>
                  <a:pt x="422936" y="83557"/>
                  <a:pt x="425865" y="86147"/>
                  <a:pt x="431949" y="86147"/>
                </a:cubicBezTo>
                <a:cubicBezTo>
                  <a:pt x="433976" y="86147"/>
                  <a:pt x="435216" y="85922"/>
                  <a:pt x="438370" y="85135"/>
                </a:cubicBezTo>
                <a:lnTo>
                  <a:pt x="438370" y="78037"/>
                </a:lnTo>
                <a:moveTo>
                  <a:pt x="421922" y="64953"/>
                </a:moveTo>
                <a:cubicBezTo>
                  <a:pt x="421922" y="68111"/>
                  <a:pt x="421021" y="70027"/>
                  <a:pt x="418203" y="72621"/>
                </a:cubicBezTo>
                <a:cubicBezTo>
                  <a:pt x="414373" y="76120"/>
                  <a:pt x="409754" y="77923"/>
                  <a:pt x="404234" y="77923"/>
                </a:cubicBezTo>
                <a:cubicBezTo>
                  <a:pt x="396911" y="77923"/>
                  <a:pt x="392630" y="74427"/>
                  <a:pt x="392630" y="68449"/>
                </a:cubicBezTo>
                <a:cubicBezTo>
                  <a:pt x="392630" y="62245"/>
                  <a:pt x="396685" y="59087"/>
                  <a:pt x="406825" y="57621"/>
                </a:cubicBezTo>
                <a:cubicBezTo>
                  <a:pt x="416852" y="56266"/>
                  <a:pt x="418767" y="55816"/>
                  <a:pt x="421922" y="54349"/>
                </a:cubicBezTo>
                <a:lnTo>
                  <a:pt x="421922" y="64953"/>
                </a:lnTo>
                <a:close/>
                <a:moveTo>
                  <a:pt x="453466" y="24425"/>
                </a:moveTo>
                <a:lnTo>
                  <a:pt x="453466" y="83507"/>
                </a:lnTo>
                <a:lnTo>
                  <a:pt x="462932" y="83507"/>
                </a:lnTo>
                <a:lnTo>
                  <a:pt x="462932" y="52840"/>
                </a:lnTo>
                <a:cubicBezTo>
                  <a:pt x="463044" y="38632"/>
                  <a:pt x="468902" y="32317"/>
                  <a:pt x="481859" y="32656"/>
                </a:cubicBezTo>
                <a:lnTo>
                  <a:pt x="481859" y="23074"/>
                </a:lnTo>
                <a:cubicBezTo>
                  <a:pt x="480281" y="22888"/>
                  <a:pt x="479380" y="22775"/>
                  <a:pt x="478252" y="22775"/>
                </a:cubicBezTo>
                <a:cubicBezTo>
                  <a:pt x="472169" y="22775"/>
                  <a:pt x="467551" y="26381"/>
                  <a:pt x="462143" y="35168"/>
                </a:cubicBezTo>
                <a:lnTo>
                  <a:pt x="462143" y="24425"/>
                </a:lnTo>
                <a:lnTo>
                  <a:pt x="453466" y="24425"/>
                </a:lnTo>
                <a:close/>
                <a:moveTo>
                  <a:pt x="507658" y="24425"/>
                </a:moveTo>
                <a:lnTo>
                  <a:pt x="498306" y="24425"/>
                </a:lnTo>
                <a:lnTo>
                  <a:pt x="498306" y="83507"/>
                </a:lnTo>
                <a:lnTo>
                  <a:pt x="507658" y="83507"/>
                </a:lnTo>
                <a:lnTo>
                  <a:pt x="507658" y="24425"/>
                </a:lnTo>
                <a:moveTo>
                  <a:pt x="507658" y="1430"/>
                </a:moveTo>
                <a:lnTo>
                  <a:pt x="498195" y="1430"/>
                </a:lnTo>
                <a:lnTo>
                  <a:pt x="498195" y="13261"/>
                </a:lnTo>
                <a:lnTo>
                  <a:pt x="507658" y="13261"/>
                </a:lnTo>
                <a:lnTo>
                  <a:pt x="507658" y="1430"/>
                </a:lnTo>
                <a:close/>
                <a:moveTo>
                  <a:pt x="521178" y="24425"/>
                </a:moveTo>
                <a:lnTo>
                  <a:pt x="521178" y="83507"/>
                </a:lnTo>
                <a:lnTo>
                  <a:pt x="530641" y="83507"/>
                </a:lnTo>
                <a:lnTo>
                  <a:pt x="530641" y="50923"/>
                </a:lnTo>
                <a:cubicBezTo>
                  <a:pt x="530641" y="38888"/>
                  <a:pt x="536951" y="31000"/>
                  <a:pt x="546639" y="31000"/>
                </a:cubicBezTo>
                <a:cubicBezTo>
                  <a:pt x="554076" y="31000"/>
                  <a:pt x="558807" y="35508"/>
                  <a:pt x="558807" y="42606"/>
                </a:cubicBezTo>
                <a:lnTo>
                  <a:pt x="558807" y="83507"/>
                </a:lnTo>
                <a:lnTo>
                  <a:pt x="568159" y="83507"/>
                </a:lnTo>
                <a:lnTo>
                  <a:pt x="568159" y="38888"/>
                </a:lnTo>
                <a:cubicBezTo>
                  <a:pt x="568159" y="29085"/>
                  <a:pt x="560836" y="22775"/>
                  <a:pt x="549457" y="22775"/>
                </a:cubicBezTo>
                <a:cubicBezTo>
                  <a:pt x="540669" y="22735"/>
                  <a:pt x="535035" y="26117"/>
                  <a:pt x="529852" y="34341"/>
                </a:cubicBezTo>
                <a:lnTo>
                  <a:pt x="529852" y="24425"/>
                </a:lnTo>
                <a:lnTo>
                  <a:pt x="521178" y="24425"/>
                </a:lnTo>
                <a:close/>
                <a:moveTo>
                  <a:pt x="641163" y="78037"/>
                </a:moveTo>
                <a:cubicBezTo>
                  <a:pt x="640150" y="78262"/>
                  <a:pt x="639698" y="78262"/>
                  <a:pt x="639136" y="78262"/>
                </a:cubicBezTo>
                <a:cubicBezTo>
                  <a:pt x="635868" y="78262"/>
                  <a:pt x="634066" y="76570"/>
                  <a:pt x="634066" y="73637"/>
                </a:cubicBezTo>
                <a:lnTo>
                  <a:pt x="634066" y="38895"/>
                </a:lnTo>
                <a:cubicBezTo>
                  <a:pt x="634066" y="28408"/>
                  <a:pt x="626404" y="22775"/>
                  <a:pt x="611871" y="22775"/>
                </a:cubicBezTo>
                <a:cubicBezTo>
                  <a:pt x="603197" y="22775"/>
                  <a:pt x="596324" y="25254"/>
                  <a:pt x="592268" y="29648"/>
                </a:cubicBezTo>
                <a:cubicBezTo>
                  <a:pt x="589564" y="32692"/>
                  <a:pt x="588436" y="36075"/>
                  <a:pt x="588211" y="41941"/>
                </a:cubicBezTo>
                <a:lnTo>
                  <a:pt x="597675" y="41941"/>
                </a:lnTo>
                <a:cubicBezTo>
                  <a:pt x="598464" y="34722"/>
                  <a:pt x="602746" y="31451"/>
                  <a:pt x="611533" y="31451"/>
                </a:cubicBezTo>
                <a:cubicBezTo>
                  <a:pt x="620095" y="31451"/>
                  <a:pt x="624715" y="34609"/>
                  <a:pt x="624715" y="40249"/>
                </a:cubicBezTo>
                <a:lnTo>
                  <a:pt x="624715" y="42730"/>
                </a:lnTo>
                <a:cubicBezTo>
                  <a:pt x="624603" y="46792"/>
                  <a:pt x="622574" y="48258"/>
                  <a:pt x="614912" y="49273"/>
                </a:cubicBezTo>
                <a:cubicBezTo>
                  <a:pt x="601618" y="50964"/>
                  <a:pt x="599590" y="51416"/>
                  <a:pt x="595985" y="52883"/>
                </a:cubicBezTo>
                <a:cubicBezTo>
                  <a:pt x="589114" y="55816"/>
                  <a:pt x="585621" y="61004"/>
                  <a:pt x="585621" y="68674"/>
                </a:cubicBezTo>
                <a:cubicBezTo>
                  <a:pt x="585621" y="79388"/>
                  <a:pt x="593056" y="86147"/>
                  <a:pt x="604998" y="86147"/>
                </a:cubicBezTo>
                <a:cubicBezTo>
                  <a:pt x="612435" y="86147"/>
                  <a:pt x="618405" y="83557"/>
                  <a:pt x="625053" y="77473"/>
                </a:cubicBezTo>
                <a:cubicBezTo>
                  <a:pt x="625729" y="83557"/>
                  <a:pt x="628658" y="86147"/>
                  <a:pt x="634742" y="86147"/>
                </a:cubicBezTo>
                <a:cubicBezTo>
                  <a:pt x="636769" y="86147"/>
                  <a:pt x="638008" y="85922"/>
                  <a:pt x="641163" y="85135"/>
                </a:cubicBezTo>
                <a:lnTo>
                  <a:pt x="641163" y="78037"/>
                </a:lnTo>
                <a:moveTo>
                  <a:pt x="624715" y="64953"/>
                </a:moveTo>
                <a:cubicBezTo>
                  <a:pt x="624715" y="68111"/>
                  <a:pt x="623814" y="70027"/>
                  <a:pt x="620996" y="72621"/>
                </a:cubicBezTo>
                <a:cubicBezTo>
                  <a:pt x="617166" y="76120"/>
                  <a:pt x="612547" y="77923"/>
                  <a:pt x="607027" y="77923"/>
                </a:cubicBezTo>
                <a:cubicBezTo>
                  <a:pt x="599703" y="77923"/>
                  <a:pt x="595423" y="74427"/>
                  <a:pt x="595423" y="68449"/>
                </a:cubicBezTo>
                <a:cubicBezTo>
                  <a:pt x="595423" y="62245"/>
                  <a:pt x="599478" y="59087"/>
                  <a:pt x="609617" y="57621"/>
                </a:cubicBezTo>
                <a:cubicBezTo>
                  <a:pt x="619645" y="56266"/>
                  <a:pt x="621560" y="55816"/>
                  <a:pt x="624715" y="54349"/>
                </a:cubicBezTo>
                <a:lnTo>
                  <a:pt x="624715" y="64953"/>
                </a:lnTo>
                <a:close/>
                <a:moveTo>
                  <a:pt x="677103" y="24425"/>
                </a:moveTo>
                <a:lnTo>
                  <a:pt x="667414" y="24425"/>
                </a:lnTo>
                <a:lnTo>
                  <a:pt x="667414" y="8202"/>
                </a:lnTo>
                <a:lnTo>
                  <a:pt x="658063" y="8202"/>
                </a:lnTo>
                <a:lnTo>
                  <a:pt x="658063" y="24425"/>
                </a:lnTo>
                <a:lnTo>
                  <a:pt x="650064" y="24425"/>
                </a:lnTo>
                <a:lnTo>
                  <a:pt x="650064" y="32087"/>
                </a:lnTo>
                <a:lnTo>
                  <a:pt x="658063" y="32087"/>
                </a:lnTo>
                <a:lnTo>
                  <a:pt x="658063" y="76795"/>
                </a:lnTo>
                <a:cubicBezTo>
                  <a:pt x="658063" y="82881"/>
                  <a:pt x="662118" y="86147"/>
                  <a:pt x="669441" y="86147"/>
                </a:cubicBezTo>
                <a:cubicBezTo>
                  <a:pt x="671920" y="86147"/>
                  <a:pt x="673949" y="85922"/>
                  <a:pt x="677103" y="85360"/>
                </a:cubicBezTo>
                <a:lnTo>
                  <a:pt x="677103" y="77473"/>
                </a:lnTo>
                <a:cubicBezTo>
                  <a:pt x="675750" y="77811"/>
                  <a:pt x="674511" y="77923"/>
                  <a:pt x="672596" y="77923"/>
                </a:cubicBezTo>
                <a:cubicBezTo>
                  <a:pt x="668540" y="77923"/>
                  <a:pt x="667414" y="76795"/>
                  <a:pt x="667414" y="72618"/>
                </a:cubicBezTo>
                <a:lnTo>
                  <a:pt x="667414" y="32087"/>
                </a:lnTo>
                <a:lnTo>
                  <a:pt x="677103" y="32087"/>
                </a:lnTo>
                <a:lnTo>
                  <a:pt x="677103" y="24425"/>
                </a:lnTo>
                <a:close/>
                <a:moveTo>
                  <a:pt x="701663" y="22775"/>
                </a:moveTo>
                <a:cubicBezTo>
                  <a:pt x="684989" y="22775"/>
                  <a:pt x="675075" y="34609"/>
                  <a:pt x="675075" y="54463"/>
                </a:cubicBezTo>
                <a:cubicBezTo>
                  <a:pt x="675075" y="74428"/>
                  <a:pt x="684989" y="86147"/>
                  <a:pt x="701776" y="86147"/>
                </a:cubicBezTo>
                <a:cubicBezTo>
                  <a:pt x="718450" y="86147"/>
                  <a:pt x="728477" y="74315"/>
                  <a:pt x="728477" y="54913"/>
                </a:cubicBezTo>
                <a:cubicBezTo>
                  <a:pt x="728477" y="34384"/>
                  <a:pt x="718788" y="22775"/>
                  <a:pt x="701663" y="22775"/>
                </a:cubicBezTo>
                <a:moveTo>
                  <a:pt x="701776" y="31451"/>
                </a:moveTo>
                <a:cubicBezTo>
                  <a:pt x="712366" y="31451"/>
                  <a:pt x="718675" y="40136"/>
                  <a:pt x="718675" y="54800"/>
                </a:cubicBezTo>
                <a:cubicBezTo>
                  <a:pt x="718675" y="68788"/>
                  <a:pt x="712141" y="77473"/>
                  <a:pt x="701776" y="77473"/>
                </a:cubicBezTo>
                <a:cubicBezTo>
                  <a:pt x="691298" y="77473"/>
                  <a:pt x="684876" y="68788"/>
                  <a:pt x="684876" y="54463"/>
                </a:cubicBezTo>
                <a:cubicBezTo>
                  <a:pt x="684876" y="40136"/>
                  <a:pt x="691298" y="31451"/>
                  <a:pt x="701776" y="31451"/>
                </a:cubicBezTo>
                <a:close/>
                <a:moveTo>
                  <a:pt x="746389" y="24425"/>
                </a:moveTo>
                <a:lnTo>
                  <a:pt x="746389" y="83507"/>
                </a:lnTo>
                <a:lnTo>
                  <a:pt x="755855" y="83507"/>
                </a:lnTo>
                <a:lnTo>
                  <a:pt x="755855" y="52840"/>
                </a:lnTo>
                <a:cubicBezTo>
                  <a:pt x="755966" y="38632"/>
                  <a:pt x="761825" y="32317"/>
                  <a:pt x="774782" y="32656"/>
                </a:cubicBezTo>
                <a:lnTo>
                  <a:pt x="774782" y="23074"/>
                </a:lnTo>
                <a:cubicBezTo>
                  <a:pt x="773204" y="22888"/>
                  <a:pt x="772303" y="22775"/>
                  <a:pt x="771175" y="22775"/>
                </a:cubicBezTo>
                <a:cubicBezTo>
                  <a:pt x="765091" y="22775"/>
                  <a:pt x="760474" y="26381"/>
                  <a:pt x="755066" y="35168"/>
                </a:cubicBezTo>
                <a:lnTo>
                  <a:pt x="755066" y="24425"/>
                </a:lnTo>
                <a:lnTo>
                  <a:pt x="746389" y="244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(b)x86GAS.">
            <a:extLst xmlns:a="http://schemas.openxmlformats.org/drawingml/2006/main">
              <a:ext uri="{FF2B5EF4-FFF2-40B4-BE49-F238E27FC236}">
                <a16:creationId xmlns:a16="http://schemas.microsoft.com/office/drawing/2014/main" id="{15278CBB-2D48-4C2F-9C24-E06EFD4E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918" y="2220640"/>
            <a:ext cx="1231646" cy="213154"/>
          </a:xfrm>
          <a:custGeom xmlns:a="http://schemas.openxmlformats.org/drawingml/2006/main">
            <a:pathLst>
              <a:path w="1231646" h="213154">
                <a:moveTo>
                  <a:pt x="0" y="106360"/>
                </a:moveTo>
                <a:cubicBezTo>
                  <a:pt x="0" y="116608"/>
                  <a:pt x="1136" y="167848"/>
                  <a:pt x="52836" y="212486"/>
                </a:cubicBezTo>
                <a:lnTo>
                  <a:pt x="59668" y="205199"/>
                </a:lnTo>
                <a:cubicBezTo>
                  <a:pt x="52381" y="197001"/>
                  <a:pt x="26189" y="166483"/>
                  <a:pt x="26189" y="106360"/>
                </a:cubicBezTo>
                <a:cubicBezTo>
                  <a:pt x="26189" y="46233"/>
                  <a:pt x="52836" y="15715"/>
                  <a:pt x="59668" y="7746"/>
                </a:cubicBezTo>
                <a:lnTo>
                  <a:pt x="53291" y="0"/>
                </a:lnTo>
                <a:cubicBezTo>
                  <a:pt x="23457" y="25737"/>
                  <a:pt x="0" y="64908"/>
                  <a:pt x="0" y="106360"/>
                </a:cubicBezTo>
                <a:close/>
                <a:moveTo>
                  <a:pt x="83126" y="135019"/>
                </a:moveTo>
                <a:cubicBezTo>
                  <a:pt x="83126" y="153927"/>
                  <a:pt x="82671" y="156662"/>
                  <a:pt x="81760" y="165315"/>
                </a:cubicBezTo>
                <a:cubicBezTo>
                  <a:pt x="84492" y="166226"/>
                  <a:pt x="86997" y="166910"/>
                  <a:pt x="89503" y="166910"/>
                </a:cubicBezTo>
                <a:cubicBezTo>
                  <a:pt x="92464" y="164405"/>
                  <a:pt x="94743" y="161218"/>
                  <a:pt x="96790" y="157117"/>
                </a:cubicBezTo>
                <a:cubicBezTo>
                  <a:pt x="105673" y="163949"/>
                  <a:pt x="119566" y="166226"/>
                  <a:pt x="130044" y="166226"/>
                </a:cubicBezTo>
                <a:cubicBezTo>
                  <a:pt x="155322" y="166226"/>
                  <a:pt x="181969" y="141170"/>
                  <a:pt x="181969" y="108594"/>
                </a:cubicBezTo>
                <a:cubicBezTo>
                  <a:pt x="181969" y="95608"/>
                  <a:pt x="176958" y="82850"/>
                  <a:pt x="169671" y="74423"/>
                </a:cubicBezTo>
                <a:cubicBezTo>
                  <a:pt x="161473" y="65086"/>
                  <a:pt x="150540" y="62806"/>
                  <a:pt x="138467" y="62806"/>
                </a:cubicBezTo>
                <a:cubicBezTo>
                  <a:pt x="131409" y="62806"/>
                  <a:pt x="119337" y="70778"/>
                  <a:pt x="112734" y="75563"/>
                </a:cubicBezTo>
                <a:lnTo>
                  <a:pt x="112734" y="31106"/>
                </a:lnTo>
                <a:cubicBezTo>
                  <a:pt x="112734" y="16281"/>
                  <a:pt x="113415" y="7899"/>
                  <a:pt x="113415" y="7899"/>
                </a:cubicBezTo>
                <a:cubicBezTo>
                  <a:pt x="113415" y="5880"/>
                  <a:pt x="111824" y="4980"/>
                  <a:pt x="109773" y="4980"/>
                </a:cubicBezTo>
                <a:cubicBezTo>
                  <a:pt x="101346" y="7673"/>
                  <a:pt x="83126" y="10144"/>
                  <a:pt x="66956" y="10815"/>
                </a:cubicBezTo>
                <a:cubicBezTo>
                  <a:pt x="66275" y="13550"/>
                  <a:pt x="66501" y="16055"/>
                  <a:pt x="67641" y="18102"/>
                </a:cubicBezTo>
                <a:cubicBezTo>
                  <a:pt x="81986" y="19245"/>
                  <a:pt x="83126" y="19471"/>
                  <a:pt x="83126" y="35210"/>
                </a:cubicBezTo>
                <a:lnTo>
                  <a:pt x="83126" y="135019"/>
                </a:lnTo>
                <a:moveTo>
                  <a:pt x="112734" y="84671"/>
                </a:moveTo>
                <a:cubicBezTo>
                  <a:pt x="120251" y="79660"/>
                  <a:pt x="125258" y="78979"/>
                  <a:pt x="130499" y="78979"/>
                </a:cubicBezTo>
                <a:cubicBezTo>
                  <a:pt x="141658" y="78979"/>
                  <a:pt x="150085" y="89231"/>
                  <a:pt x="150085" y="111555"/>
                </a:cubicBezTo>
                <a:cubicBezTo>
                  <a:pt x="150085" y="130237"/>
                  <a:pt x="146895" y="156662"/>
                  <a:pt x="128904" y="156662"/>
                </a:cubicBezTo>
                <a:cubicBezTo>
                  <a:pt x="122298" y="156662"/>
                  <a:pt x="117061" y="153927"/>
                  <a:pt x="112734" y="148690"/>
                </a:cubicBezTo>
                <a:lnTo>
                  <a:pt x="112734" y="84671"/>
                </a:lnTo>
                <a:close/>
                <a:moveTo>
                  <a:pt x="253253" y="106797"/>
                </a:moveTo>
                <a:cubicBezTo>
                  <a:pt x="253253" y="96549"/>
                  <a:pt x="252113" y="45305"/>
                  <a:pt x="200417" y="667"/>
                </a:cubicBezTo>
                <a:lnTo>
                  <a:pt x="193585" y="7955"/>
                </a:lnTo>
                <a:cubicBezTo>
                  <a:pt x="200872" y="16156"/>
                  <a:pt x="227061" y="46674"/>
                  <a:pt x="227061" y="106797"/>
                </a:cubicBezTo>
                <a:cubicBezTo>
                  <a:pt x="227061" y="166924"/>
                  <a:pt x="200417" y="197443"/>
                  <a:pt x="193585" y="205411"/>
                </a:cubicBezTo>
                <a:lnTo>
                  <a:pt x="199962" y="213154"/>
                </a:lnTo>
                <a:cubicBezTo>
                  <a:pt x="229796" y="187420"/>
                  <a:pt x="253253" y="148249"/>
                  <a:pt x="253253" y="106797"/>
                </a:cubicBezTo>
                <a:close/>
                <a:moveTo>
                  <a:pt x="360067" y="147380"/>
                </a:moveTo>
                <a:lnTo>
                  <a:pt x="374186" y="127593"/>
                </a:lnTo>
                <a:cubicBezTo>
                  <a:pt x="375097" y="126456"/>
                  <a:pt x="375782" y="125772"/>
                  <a:pt x="376463" y="126911"/>
                </a:cubicBezTo>
                <a:lnTo>
                  <a:pt x="387395" y="147606"/>
                </a:lnTo>
                <a:cubicBezTo>
                  <a:pt x="391267" y="154886"/>
                  <a:pt x="388990" y="155567"/>
                  <a:pt x="381019" y="156704"/>
                </a:cubicBezTo>
                <a:cubicBezTo>
                  <a:pt x="379653" y="158069"/>
                  <a:pt x="379653" y="163081"/>
                  <a:pt x="381019" y="164446"/>
                </a:cubicBezTo>
                <a:cubicBezTo>
                  <a:pt x="385574" y="164220"/>
                  <a:pt x="399920" y="163991"/>
                  <a:pt x="411992" y="163991"/>
                </a:cubicBezTo>
                <a:cubicBezTo>
                  <a:pt x="423835" y="163991"/>
                  <a:pt x="437955" y="164220"/>
                  <a:pt x="442511" y="164446"/>
                </a:cubicBezTo>
                <a:cubicBezTo>
                  <a:pt x="443877" y="163081"/>
                  <a:pt x="443877" y="158069"/>
                  <a:pt x="442511" y="156704"/>
                </a:cubicBezTo>
                <a:cubicBezTo>
                  <a:pt x="434084" y="155341"/>
                  <a:pt x="426341" y="152384"/>
                  <a:pt x="419050" y="141465"/>
                </a:cubicBezTo>
                <a:lnTo>
                  <a:pt x="399009" y="111673"/>
                </a:lnTo>
                <a:cubicBezTo>
                  <a:pt x="397873" y="109852"/>
                  <a:pt x="397873" y="109171"/>
                  <a:pt x="398554" y="108260"/>
                </a:cubicBezTo>
                <a:lnTo>
                  <a:pt x="418824" y="83698"/>
                </a:lnTo>
                <a:cubicBezTo>
                  <a:pt x="425201" y="75963"/>
                  <a:pt x="433399" y="73235"/>
                  <a:pt x="440460" y="72554"/>
                </a:cubicBezTo>
                <a:cubicBezTo>
                  <a:pt x="441826" y="71188"/>
                  <a:pt x="441826" y="66177"/>
                  <a:pt x="440460" y="64808"/>
                </a:cubicBezTo>
                <a:cubicBezTo>
                  <a:pt x="435905" y="65037"/>
                  <a:pt x="428847" y="65266"/>
                  <a:pt x="421330" y="65266"/>
                </a:cubicBezTo>
                <a:cubicBezTo>
                  <a:pt x="412448" y="65266"/>
                  <a:pt x="403110" y="65037"/>
                  <a:pt x="398554" y="64808"/>
                </a:cubicBezTo>
                <a:cubicBezTo>
                  <a:pt x="397188" y="66177"/>
                  <a:pt x="397188" y="71188"/>
                  <a:pt x="398554" y="72554"/>
                </a:cubicBezTo>
                <a:cubicBezTo>
                  <a:pt x="406755" y="73235"/>
                  <a:pt x="408576" y="75737"/>
                  <a:pt x="404020" y="82333"/>
                </a:cubicBezTo>
                <a:lnTo>
                  <a:pt x="391722" y="99844"/>
                </a:lnTo>
                <a:cubicBezTo>
                  <a:pt x="391041" y="100984"/>
                  <a:pt x="389901" y="100984"/>
                  <a:pt x="388990" y="99392"/>
                </a:cubicBezTo>
                <a:lnTo>
                  <a:pt x="378742" y="82107"/>
                </a:lnTo>
                <a:cubicBezTo>
                  <a:pt x="373957" y="73916"/>
                  <a:pt x="376918" y="73464"/>
                  <a:pt x="385574" y="72554"/>
                </a:cubicBezTo>
                <a:cubicBezTo>
                  <a:pt x="386940" y="71188"/>
                  <a:pt x="386940" y="66177"/>
                  <a:pt x="385574" y="64808"/>
                </a:cubicBezTo>
                <a:cubicBezTo>
                  <a:pt x="381019" y="65037"/>
                  <a:pt x="366214" y="65266"/>
                  <a:pt x="353690" y="65266"/>
                </a:cubicBezTo>
                <a:cubicBezTo>
                  <a:pt x="342528" y="65266"/>
                  <a:pt x="329548" y="65037"/>
                  <a:pt x="324993" y="64808"/>
                </a:cubicBezTo>
                <a:cubicBezTo>
                  <a:pt x="323627" y="66177"/>
                  <a:pt x="323627" y="71188"/>
                  <a:pt x="324993" y="72554"/>
                </a:cubicBezTo>
                <a:cubicBezTo>
                  <a:pt x="335241" y="72554"/>
                  <a:pt x="339797" y="78694"/>
                  <a:pt x="346173" y="87792"/>
                </a:cubicBezTo>
                <a:lnTo>
                  <a:pt x="366444" y="116677"/>
                </a:lnTo>
                <a:cubicBezTo>
                  <a:pt x="367125" y="117584"/>
                  <a:pt x="367125" y="118495"/>
                  <a:pt x="365759" y="120086"/>
                </a:cubicBezTo>
                <a:lnTo>
                  <a:pt x="344808" y="146014"/>
                </a:lnTo>
                <a:cubicBezTo>
                  <a:pt x="339112" y="153295"/>
                  <a:pt x="329093" y="155793"/>
                  <a:pt x="322261" y="156704"/>
                </a:cubicBezTo>
                <a:cubicBezTo>
                  <a:pt x="320892" y="158069"/>
                  <a:pt x="320892" y="163081"/>
                  <a:pt x="322261" y="164446"/>
                </a:cubicBezTo>
                <a:cubicBezTo>
                  <a:pt x="326814" y="164220"/>
                  <a:pt x="333875" y="163991"/>
                  <a:pt x="341162" y="163991"/>
                </a:cubicBezTo>
                <a:cubicBezTo>
                  <a:pt x="350955" y="163991"/>
                  <a:pt x="361659" y="164220"/>
                  <a:pt x="366214" y="164446"/>
                </a:cubicBezTo>
                <a:cubicBezTo>
                  <a:pt x="367580" y="163081"/>
                  <a:pt x="367580" y="158069"/>
                  <a:pt x="366214" y="156704"/>
                </a:cubicBezTo>
                <a:cubicBezTo>
                  <a:pt x="362114" y="155793"/>
                  <a:pt x="355056" y="154431"/>
                  <a:pt x="360067" y="147380"/>
                </a:cubicBezTo>
                <a:close/>
                <a:moveTo>
                  <a:pt x="505368" y="32968"/>
                </a:moveTo>
                <a:cubicBezTo>
                  <a:pt x="521308" y="32968"/>
                  <a:pt x="522448" y="45500"/>
                  <a:pt x="522448" y="54837"/>
                </a:cubicBezTo>
                <a:cubicBezTo>
                  <a:pt x="522448" y="64634"/>
                  <a:pt x="520853" y="74885"/>
                  <a:pt x="513565" y="79441"/>
                </a:cubicBezTo>
                <a:lnTo>
                  <a:pt x="502177" y="73516"/>
                </a:lnTo>
                <a:cubicBezTo>
                  <a:pt x="490793" y="67595"/>
                  <a:pt x="488968" y="59623"/>
                  <a:pt x="488968" y="52561"/>
                </a:cubicBezTo>
                <a:cubicBezTo>
                  <a:pt x="488968" y="41854"/>
                  <a:pt x="490793" y="32968"/>
                  <a:pt x="505368" y="32968"/>
                </a:cubicBezTo>
                <a:moveTo>
                  <a:pt x="548866" y="55293"/>
                </a:moveTo>
                <a:cubicBezTo>
                  <a:pt x="548866" y="38664"/>
                  <a:pt x="536797" y="24997"/>
                  <a:pt x="506963" y="24997"/>
                </a:cubicBezTo>
                <a:cubicBezTo>
                  <a:pt x="474623" y="24997"/>
                  <a:pt x="460956" y="41399"/>
                  <a:pt x="460956" y="59167"/>
                </a:cubicBezTo>
                <a:cubicBezTo>
                  <a:pt x="460956" y="72150"/>
                  <a:pt x="466196" y="80122"/>
                  <a:pt x="482821" y="88779"/>
                </a:cubicBezTo>
                <a:lnTo>
                  <a:pt x="487603" y="91285"/>
                </a:lnTo>
                <a:cubicBezTo>
                  <a:pt x="465967" y="101991"/>
                  <a:pt x="453898" y="112924"/>
                  <a:pt x="453898" y="130467"/>
                </a:cubicBezTo>
                <a:cubicBezTo>
                  <a:pt x="453898" y="154156"/>
                  <a:pt x="474164" y="166226"/>
                  <a:pt x="503091" y="166226"/>
                </a:cubicBezTo>
                <a:cubicBezTo>
                  <a:pt x="538618" y="166226"/>
                  <a:pt x="555472" y="144360"/>
                  <a:pt x="555472" y="126821"/>
                </a:cubicBezTo>
                <a:cubicBezTo>
                  <a:pt x="555472" y="113379"/>
                  <a:pt x="549321" y="100170"/>
                  <a:pt x="536112" y="92424"/>
                </a:cubicBezTo>
                <a:lnTo>
                  <a:pt x="523358" y="84908"/>
                </a:lnTo>
                <a:cubicBezTo>
                  <a:pt x="536797" y="81033"/>
                  <a:pt x="548866" y="69871"/>
                  <a:pt x="548866" y="55293"/>
                </a:cubicBezTo>
                <a:moveTo>
                  <a:pt x="503547" y="157117"/>
                </a:moveTo>
                <a:cubicBezTo>
                  <a:pt x="491474" y="157117"/>
                  <a:pt x="481911" y="150740"/>
                  <a:pt x="481911" y="130467"/>
                </a:cubicBezTo>
                <a:cubicBezTo>
                  <a:pt x="481911" y="123631"/>
                  <a:pt x="481226" y="107458"/>
                  <a:pt x="496940" y="96525"/>
                </a:cubicBezTo>
                <a:lnTo>
                  <a:pt x="509239" y="103131"/>
                </a:lnTo>
                <a:cubicBezTo>
                  <a:pt x="525638" y="111788"/>
                  <a:pt x="527230" y="120444"/>
                  <a:pt x="527230" y="131377"/>
                </a:cubicBezTo>
                <a:cubicBezTo>
                  <a:pt x="527230" y="153246"/>
                  <a:pt x="513340" y="157117"/>
                  <a:pt x="503547" y="157117"/>
                </a:cubicBezTo>
                <a:close/>
                <a:moveTo>
                  <a:pt x="602158" y="98131"/>
                </a:moveTo>
                <a:cubicBezTo>
                  <a:pt x="611041" y="92664"/>
                  <a:pt x="614912" y="92209"/>
                  <a:pt x="619012" y="92209"/>
                </a:cubicBezTo>
                <a:cubicBezTo>
                  <a:pt x="632221" y="92209"/>
                  <a:pt x="641330" y="107923"/>
                  <a:pt x="641330" y="121588"/>
                </a:cubicBezTo>
                <a:cubicBezTo>
                  <a:pt x="641330" y="146184"/>
                  <a:pt x="634042" y="157347"/>
                  <a:pt x="625845" y="157347"/>
                </a:cubicBezTo>
                <a:cubicBezTo>
                  <a:pt x="614457" y="157347"/>
                  <a:pt x="601932" y="148464"/>
                  <a:pt x="601932" y="108834"/>
                </a:cubicBezTo>
                <a:cubicBezTo>
                  <a:pt x="601932" y="106328"/>
                  <a:pt x="601932" y="100636"/>
                  <a:pt x="602158" y="98131"/>
                </a:cubicBezTo>
                <a:moveTo>
                  <a:pt x="665701" y="34334"/>
                </a:moveTo>
                <a:cubicBezTo>
                  <a:pt x="666382" y="31603"/>
                  <a:pt x="666156" y="27276"/>
                  <a:pt x="664335" y="24997"/>
                </a:cubicBezTo>
                <a:cubicBezTo>
                  <a:pt x="632221" y="25911"/>
                  <a:pt x="615141" y="32058"/>
                  <a:pt x="597832" y="47098"/>
                </a:cubicBezTo>
                <a:cubicBezTo>
                  <a:pt x="580522" y="62135"/>
                  <a:pt x="573235" y="86061"/>
                  <a:pt x="573235" y="107923"/>
                </a:cubicBezTo>
                <a:cubicBezTo>
                  <a:pt x="573235" y="156662"/>
                  <a:pt x="600108" y="166226"/>
                  <a:pt x="623113" y="166226"/>
                </a:cubicBezTo>
                <a:cubicBezTo>
                  <a:pt x="658639" y="166226"/>
                  <a:pt x="671848" y="137531"/>
                  <a:pt x="671848" y="117490"/>
                </a:cubicBezTo>
                <a:cubicBezTo>
                  <a:pt x="671848" y="106328"/>
                  <a:pt x="664106" y="81506"/>
                  <a:pt x="626755" y="80821"/>
                </a:cubicBezTo>
                <a:cubicBezTo>
                  <a:pt x="621289" y="81506"/>
                  <a:pt x="611725" y="84240"/>
                  <a:pt x="603524" y="88567"/>
                </a:cubicBezTo>
                <a:cubicBezTo>
                  <a:pt x="605119" y="72164"/>
                  <a:pt x="612861" y="56669"/>
                  <a:pt x="623568" y="48009"/>
                </a:cubicBezTo>
                <a:cubicBezTo>
                  <a:pt x="637003" y="37069"/>
                  <a:pt x="652718" y="35019"/>
                  <a:pt x="665701" y="34334"/>
                </a:cubicBezTo>
                <a:close/>
                <a:moveTo>
                  <a:pt x="827170" y="14099"/>
                </a:moveTo>
                <a:cubicBezTo>
                  <a:pt x="804853" y="14099"/>
                  <a:pt x="784582" y="21160"/>
                  <a:pt x="768868" y="35269"/>
                </a:cubicBezTo>
                <a:cubicBezTo>
                  <a:pt x="753609" y="48923"/>
                  <a:pt x="744726" y="69402"/>
                  <a:pt x="744726" y="93974"/>
                </a:cubicBezTo>
                <a:cubicBezTo>
                  <a:pt x="744726" y="114484"/>
                  <a:pt x="752924" y="135686"/>
                  <a:pt x="768639" y="148909"/>
                </a:cubicBezTo>
                <a:cubicBezTo>
                  <a:pt x="782987" y="161218"/>
                  <a:pt x="800982" y="166226"/>
                  <a:pt x="824894" y="166226"/>
                </a:cubicBezTo>
                <a:cubicBezTo>
                  <a:pt x="850401" y="166226"/>
                  <a:pt x="874998" y="158483"/>
                  <a:pt x="889573" y="146174"/>
                </a:cubicBezTo>
                <a:cubicBezTo>
                  <a:pt x="887297" y="144124"/>
                  <a:pt x="886157" y="142299"/>
                  <a:pt x="886157" y="139790"/>
                </a:cubicBezTo>
                <a:lnTo>
                  <a:pt x="886157" y="113119"/>
                </a:lnTo>
                <a:cubicBezTo>
                  <a:pt x="886157" y="105136"/>
                  <a:pt x="889573" y="102857"/>
                  <a:pt x="895950" y="102172"/>
                </a:cubicBezTo>
                <a:cubicBezTo>
                  <a:pt x="897315" y="100806"/>
                  <a:pt x="897315" y="95114"/>
                  <a:pt x="895950" y="93748"/>
                </a:cubicBezTo>
                <a:cubicBezTo>
                  <a:pt x="889573" y="93974"/>
                  <a:pt x="878869" y="94204"/>
                  <a:pt x="870216" y="94204"/>
                </a:cubicBezTo>
                <a:cubicBezTo>
                  <a:pt x="861789" y="94204"/>
                  <a:pt x="846756" y="93974"/>
                  <a:pt x="836508" y="93748"/>
                </a:cubicBezTo>
                <a:cubicBezTo>
                  <a:pt x="835142" y="95114"/>
                  <a:pt x="835142" y="100806"/>
                  <a:pt x="836508" y="102172"/>
                </a:cubicBezTo>
                <a:cubicBezTo>
                  <a:pt x="848351" y="103086"/>
                  <a:pt x="854273" y="103997"/>
                  <a:pt x="854273" y="113119"/>
                </a:cubicBezTo>
                <a:lnTo>
                  <a:pt x="854273" y="147088"/>
                </a:lnTo>
                <a:cubicBezTo>
                  <a:pt x="846985" y="154382"/>
                  <a:pt x="841519" y="156662"/>
                  <a:pt x="829905" y="156662"/>
                </a:cubicBezTo>
                <a:cubicBezTo>
                  <a:pt x="791415" y="156662"/>
                  <a:pt x="779116" y="119499"/>
                  <a:pt x="779116" y="89425"/>
                </a:cubicBezTo>
                <a:cubicBezTo>
                  <a:pt x="779116" y="69857"/>
                  <a:pt x="782077" y="52106"/>
                  <a:pt x="790504" y="40503"/>
                </a:cubicBezTo>
                <a:cubicBezTo>
                  <a:pt x="799386" y="28444"/>
                  <a:pt x="811911" y="23666"/>
                  <a:pt x="823983" y="23666"/>
                </a:cubicBezTo>
                <a:cubicBezTo>
                  <a:pt x="853588" y="23666"/>
                  <a:pt x="868621" y="41187"/>
                  <a:pt x="874314" y="60756"/>
                </a:cubicBezTo>
                <a:cubicBezTo>
                  <a:pt x="877959" y="61211"/>
                  <a:pt x="881601" y="60756"/>
                  <a:pt x="884336" y="59390"/>
                </a:cubicBezTo>
                <a:cubicBezTo>
                  <a:pt x="882286" y="49833"/>
                  <a:pt x="881146" y="38456"/>
                  <a:pt x="879554" y="22071"/>
                </a:cubicBezTo>
                <a:cubicBezTo>
                  <a:pt x="867711" y="22071"/>
                  <a:pt x="855638" y="14099"/>
                  <a:pt x="827170" y="14099"/>
                </a:cubicBezTo>
                <a:close/>
                <a:moveTo>
                  <a:pt x="966096" y="99503"/>
                </a:moveTo>
                <a:cubicBezTo>
                  <a:pt x="961085" y="99503"/>
                  <a:pt x="959490" y="98822"/>
                  <a:pt x="960400" y="96546"/>
                </a:cubicBezTo>
                <a:lnTo>
                  <a:pt x="980445" y="45528"/>
                </a:lnTo>
                <a:lnTo>
                  <a:pt x="982037" y="45528"/>
                </a:lnTo>
                <a:lnTo>
                  <a:pt x="1000712" y="99503"/>
                </a:lnTo>
                <a:lnTo>
                  <a:pt x="966096" y="99503"/>
                </a:lnTo>
                <a:moveTo>
                  <a:pt x="941499" y="145993"/>
                </a:moveTo>
                <a:lnTo>
                  <a:pt x="953568" y="114311"/>
                </a:lnTo>
                <a:cubicBezTo>
                  <a:pt x="954708" y="111350"/>
                  <a:pt x="956074" y="110436"/>
                  <a:pt x="961540" y="110436"/>
                </a:cubicBezTo>
                <a:lnTo>
                  <a:pt x="1004813" y="110436"/>
                </a:lnTo>
                <a:lnTo>
                  <a:pt x="1017566" y="147588"/>
                </a:lnTo>
                <a:cubicBezTo>
                  <a:pt x="1020756" y="156933"/>
                  <a:pt x="1011645" y="156023"/>
                  <a:pt x="1000712" y="156704"/>
                </a:cubicBezTo>
                <a:cubicBezTo>
                  <a:pt x="999346" y="158069"/>
                  <a:pt x="999346" y="163081"/>
                  <a:pt x="1000712" y="164446"/>
                </a:cubicBezTo>
                <a:cubicBezTo>
                  <a:pt x="1009139" y="164220"/>
                  <a:pt x="1030775" y="163991"/>
                  <a:pt x="1039658" y="163991"/>
                </a:cubicBezTo>
                <a:cubicBezTo>
                  <a:pt x="1048995" y="163991"/>
                  <a:pt x="1061749" y="164220"/>
                  <a:pt x="1070176" y="164446"/>
                </a:cubicBezTo>
                <a:cubicBezTo>
                  <a:pt x="1071542" y="163081"/>
                  <a:pt x="1071542" y="158069"/>
                  <a:pt x="1070176" y="156704"/>
                </a:cubicBezTo>
                <a:cubicBezTo>
                  <a:pt x="1061294" y="155793"/>
                  <a:pt x="1053777" y="156023"/>
                  <a:pt x="1049680" y="144398"/>
                </a:cubicBezTo>
                <a:lnTo>
                  <a:pt x="1002762" y="14099"/>
                </a:lnTo>
                <a:cubicBezTo>
                  <a:pt x="999346" y="16149"/>
                  <a:pt x="985682" y="24121"/>
                  <a:pt x="977710" y="24121"/>
                </a:cubicBezTo>
                <a:lnTo>
                  <a:pt x="928290" y="140749"/>
                </a:lnTo>
                <a:cubicBezTo>
                  <a:pt x="922369" y="154883"/>
                  <a:pt x="915537" y="156023"/>
                  <a:pt x="905514" y="156704"/>
                </a:cubicBezTo>
                <a:cubicBezTo>
                  <a:pt x="904149" y="158069"/>
                  <a:pt x="904149" y="163081"/>
                  <a:pt x="905514" y="164446"/>
                </a:cubicBezTo>
                <a:cubicBezTo>
                  <a:pt x="913942" y="164220"/>
                  <a:pt x="918042" y="163991"/>
                  <a:pt x="926925" y="163991"/>
                </a:cubicBezTo>
                <a:cubicBezTo>
                  <a:pt x="936262" y="163991"/>
                  <a:pt x="948787" y="164220"/>
                  <a:pt x="957214" y="164446"/>
                </a:cubicBezTo>
                <a:cubicBezTo>
                  <a:pt x="958579" y="163081"/>
                  <a:pt x="958579" y="158069"/>
                  <a:pt x="957214" y="156704"/>
                </a:cubicBezTo>
                <a:cubicBezTo>
                  <a:pt x="948561" y="156023"/>
                  <a:pt x="937854" y="155338"/>
                  <a:pt x="941499" y="145993"/>
                </a:cubicBezTo>
                <a:close/>
                <a:moveTo>
                  <a:pt x="1168333" y="20250"/>
                </a:moveTo>
                <a:cubicBezTo>
                  <a:pt x="1155808" y="18429"/>
                  <a:pt x="1151023" y="14099"/>
                  <a:pt x="1129846" y="14099"/>
                </a:cubicBezTo>
                <a:cubicBezTo>
                  <a:pt x="1119594" y="14099"/>
                  <a:pt x="1106159" y="17289"/>
                  <a:pt x="1096592" y="25031"/>
                </a:cubicBezTo>
                <a:cubicBezTo>
                  <a:pt x="1088165" y="31863"/>
                  <a:pt x="1081788" y="42341"/>
                  <a:pt x="1081788" y="53500"/>
                </a:cubicBezTo>
                <a:cubicBezTo>
                  <a:pt x="1081788" y="62153"/>
                  <a:pt x="1084068" y="73085"/>
                  <a:pt x="1089305" y="79917"/>
                </a:cubicBezTo>
                <a:cubicBezTo>
                  <a:pt x="1099782" y="94037"/>
                  <a:pt x="1118684" y="101779"/>
                  <a:pt x="1128477" y="108611"/>
                </a:cubicBezTo>
                <a:cubicBezTo>
                  <a:pt x="1138954" y="115899"/>
                  <a:pt x="1149202" y="125007"/>
                  <a:pt x="1149202" y="137761"/>
                </a:cubicBezTo>
                <a:cubicBezTo>
                  <a:pt x="1149202" y="148919"/>
                  <a:pt x="1139409" y="156662"/>
                  <a:pt x="1125516" y="156662"/>
                </a:cubicBezTo>
                <a:cubicBezTo>
                  <a:pt x="1110256" y="156662"/>
                  <a:pt x="1094545" y="144138"/>
                  <a:pt x="1089990" y="123412"/>
                </a:cubicBezTo>
                <a:cubicBezTo>
                  <a:pt x="1086118" y="122046"/>
                  <a:pt x="1082247" y="123186"/>
                  <a:pt x="1078602" y="124097"/>
                </a:cubicBezTo>
                <a:cubicBezTo>
                  <a:pt x="1078602" y="141177"/>
                  <a:pt x="1080423" y="153246"/>
                  <a:pt x="1082928" y="161673"/>
                </a:cubicBezTo>
                <a:cubicBezTo>
                  <a:pt x="1095911" y="161673"/>
                  <a:pt x="1096592" y="166226"/>
                  <a:pt x="1128021" y="166226"/>
                </a:cubicBezTo>
                <a:cubicBezTo>
                  <a:pt x="1141915" y="166226"/>
                  <a:pt x="1153073" y="162128"/>
                  <a:pt x="1162411" y="153701"/>
                </a:cubicBezTo>
                <a:cubicBezTo>
                  <a:pt x="1170612" y="146643"/>
                  <a:pt x="1177900" y="136166"/>
                  <a:pt x="1177900" y="122046"/>
                </a:cubicBezTo>
                <a:cubicBezTo>
                  <a:pt x="1177900" y="110203"/>
                  <a:pt x="1172889" y="102235"/>
                  <a:pt x="1166057" y="94718"/>
                </a:cubicBezTo>
                <a:cubicBezTo>
                  <a:pt x="1157174" y="84925"/>
                  <a:pt x="1144420" y="77867"/>
                  <a:pt x="1135538" y="73311"/>
                </a:cubicBezTo>
                <a:cubicBezTo>
                  <a:pt x="1126430" y="68759"/>
                  <a:pt x="1110256" y="56916"/>
                  <a:pt x="1110256" y="43936"/>
                </a:cubicBezTo>
                <a:cubicBezTo>
                  <a:pt x="1110256" y="31182"/>
                  <a:pt x="1118003" y="23436"/>
                  <a:pt x="1129616" y="23436"/>
                </a:cubicBezTo>
                <a:cubicBezTo>
                  <a:pt x="1148976" y="23436"/>
                  <a:pt x="1155353" y="40975"/>
                  <a:pt x="1159450" y="56005"/>
                </a:cubicBezTo>
                <a:cubicBezTo>
                  <a:pt x="1162640" y="56916"/>
                  <a:pt x="1168333" y="56916"/>
                  <a:pt x="1170838" y="54865"/>
                </a:cubicBezTo>
                <a:cubicBezTo>
                  <a:pt x="1170838" y="42796"/>
                  <a:pt x="1169928" y="33458"/>
                  <a:pt x="1168333" y="20250"/>
                </a:cubicBezTo>
                <a:close/>
                <a:moveTo>
                  <a:pt x="1198396" y="150740"/>
                </a:moveTo>
                <a:cubicBezTo>
                  <a:pt x="1198396" y="159393"/>
                  <a:pt x="1205683" y="166226"/>
                  <a:pt x="1214791" y="166226"/>
                </a:cubicBezTo>
                <a:cubicBezTo>
                  <a:pt x="1223903" y="166226"/>
                  <a:pt x="1231646" y="158938"/>
                  <a:pt x="1231646" y="150285"/>
                </a:cubicBezTo>
                <a:cubicBezTo>
                  <a:pt x="1231646" y="141403"/>
                  <a:pt x="1224358" y="134571"/>
                  <a:pt x="1215247" y="134571"/>
                </a:cubicBezTo>
                <a:cubicBezTo>
                  <a:pt x="1206138" y="134571"/>
                  <a:pt x="1198396" y="141858"/>
                  <a:pt x="1198396" y="1507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E4579-1A6C-47F8-8E94-2BFC1DB1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" y="2828255"/>
            <a:ext cx="3232532" cy="1930540"/>
          </a:xfrm>
          <a:custGeom xmlns:a="http://schemas.openxmlformats.org/drawingml/2006/main">
            <a:pathLst>
              <a:path w="3232532" h="1930540">
                <a:moveTo>
                  <a:pt x="0" y="0"/>
                </a:moveTo>
                <a:lnTo>
                  <a:pt x="3232532" y="0"/>
                </a:lnTo>
                <a:lnTo>
                  <a:pt x="3232532" y="1930540"/>
                </a:lnTo>
                <a:lnTo>
                  <a:pt x="0" y="19305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4BF88B-12BD-4E8C-A999-C2A995FF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" y="2828255"/>
            <a:ext cx="3232532" cy="1930540"/>
          </a:xfrm>
          <a:custGeom xmlns:a="http://schemas.openxmlformats.org/drawingml/2006/main">
            <a:pathLst>
              <a:path w="3232532" h="1930540">
                <a:moveTo>
                  <a:pt x="0" y="0"/>
                </a:moveTo>
                <a:lnTo>
                  <a:pt x="3232532" y="0"/>
                </a:lnTo>
                <a:lnTo>
                  <a:pt x="3232532" y="1930540"/>
                </a:lnTo>
                <a:lnTo>
                  <a:pt x="0" y="19305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33B5E-0B29-40E0-9E5B-742B2676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" y="2828255"/>
            <a:ext cx="3232532" cy="1930540"/>
          </a:xfrm>
          <a:custGeom xmlns:a="http://schemas.openxmlformats.org/drawingml/2006/main">
            <a:pathLst>
              <a:path w="3232532" h="1930540" fill="none">
                <a:moveTo>
                  <a:pt x="0" y="0"/>
                </a:moveTo>
                <a:lnTo>
                  <a:pt x="3232532" y="0"/>
                </a:lnTo>
                <a:lnTo>
                  <a:pt x="3232532" y="1930540"/>
                </a:lnTo>
                <a:lnTo>
                  <a:pt x="0" y="19305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952" cap="rnd">
            <a:solidFill>
              <a:srgbClr val="FFFFFF"/>
            </a:solidFill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C276F-0DF4-4506-AF5E-35A8237F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45" y="2951270"/>
            <a:ext cx="2432727" cy="1175564"/>
          </a:xfrm>
          <a:custGeom xmlns:a="http://schemas.openxmlformats.org/drawingml/2006/main">
            <a:pathLst>
              <a:path w="2432727" h="1175564">
                <a:moveTo>
                  <a:pt x="2432727" y="1175564"/>
                </a:moveTo>
                <a:lnTo>
                  <a:pt x="2432727" y="0"/>
                </a:lnTo>
                <a:lnTo>
                  <a:pt x="0" y="0"/>
                </a:lnTo>
                <a:lnTo>
                  <a:pt x="0" y="1175564"/>
                </a:lnTo>
                <a:lnTo>
                  <a:pt x="2432727" y="11755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25D91-5639-435C-9C4B-1EA71174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45" y="4073430"/>
            <a:ext cx="2432660" cy="10"/>
          </a:xfrm>
          <a:custGeom xmlns:a="http://schemas.openxmlformats.org/drawingml/2006/main">
            <a:pathLst>
              <a:path w="2432660" h="1" fill="none">
                <a:moveTo>
                  <a:pt x="0" y="0"/>
                </a:moveTo>
                <a:lnTo>
                  <a:pt x="2432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CB3C1-F122-43F1-BEE6-EE47B7FA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45" y="3847018"/>
            <a:ext cx="2432660" cy="10"/>
          </a:xfrm>
          <a:custGeom xmlns:a="http://schemas.openxmlformats.org/drawingml/2006/main">
            <a:pathLst>
              <a:path w="2432660" h="1" fill="none">
                <a:moveTo>
                  <a:pt x="0" y="0"/>
                </a:moveTo>
                <a:lnTo>
                  <a:pt x="2432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A0E7E-B2E7-43F6-9EEF-41EA37E6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45" y="3620607"/>
            <a:ext cx="2432660" cy="10"/>
          </a:xfrm>
          <a:custGeom xmlns:a="http://schemas.openxmlformats.org/drawingml/2006/main">
            <a:pathLst>
              <a:path w="2432660" h="1" fill="none">
                <a:moveTo>
                  <a:pt x="0" y="0"/>
                </a:moveTo>
                <a:lnTo>
                  <a:pt x="2432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3271F-F1AF-4046-957C-B3CE2C6A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45" y="3394105"/>
            <a:ext cx="2432660" cy="10"/>
          </a:xfrm>
          <a:custGeom xmlns:a="http://schemas.openxmlformats.org/drawingml/2006/main">
            <a:pathLst>
              <a:path w="2432660" h="1" fill="none">
                <a:moveTo>
                  <a:pt x="0" y="0"/>
                </a:moveTo>
                <a:lnTo>
                  <a:pt x="2432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B7F7A-998B-4A0A-B45D-6603158E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45" y="3167693"/>
            <a:ext cx="2432660" cy="10"/>
          </a:xfrm>
          <a:custGeom xmlns:a="http://schemas.openxmlformats.org/drawingml/2006/main">
            <a:pathLst>
              <a:path w="2432660" h="1" fill="none">
                <a:moveTo>
                  <a:pt x="0" y="0"/>
                </a:moveTo>
                <a:lnTo>
                  <a:pt x="2432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8CF91-7C9C-477C-9E0E-750DD218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24" y="2951270"/>
            <a:ext cx="10" cy="1175564"/>
          </a:xfrm>
          <a:custGeom xmlns:a="http://schemas.openxmlformats.org/drawingml/2006/main">
            <a:pathLst>
              <a:path w="1" h="1175564" fill="none"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483D3-8086-4865-8952-2EC31BCA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020" y="2951270"/>
            <a:ext cx="10" cy="1175564"/>
          </a:xfrm>
          <a:custGeom xmlns:a="http://schemas.openxmlformats.org/drawingml/2006/main">
            <a:pathLst>
              <a:path w="1" h="1175564" fill="none"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10213-A9AB-40B4-AEAC-C7741F52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316" y="2951270"/>
            <a:ext cx="10" cy="1175564"/>
          </a:xfrm>
          <a:custGeom xmlns:a="http://schemas.openxmlformats.org/drawingml/2006/main">
            <a:pathLst>
              <a:path w="1" h="1175564" fill="none"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E1855-2B13-429C-A222-959CB904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634" y="2951270"/>
            <a:ext cx="10" cy="1175564"/>
          </a:xfrm>
          <a:custGeom xmlns:a="http://schemas.openxmlformats.org/drawingml/2006/main">
            <a:pathLst>
              <a:path w="1" h="1175564" fill="none"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34AC5-F5A1-47EA-B6B3-D3C7135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930" y="2951270"/>
            <a:ext cx="10" cy="1175564"/>
          </a:xfrm>
          <a:custGeom xmlns:a="http://schemas.openxmlformats.org/drawingml/2006/main">
            <a:pathLst>
              <a:path w="1" h="1175564" fill="none"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788FE-60CE-4ED3-A144-7B797F59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225" y="2951270"/>
            <a:ext cx="10" cy="1175564"/>
          </a:xfrm>
          <a:custGeom xmlns:a="http://schemas.openxmlformats.org/drawingml/2006/main">
            <a:pathLst>
              <a:path w="1" h="1175564" fill="none"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D5E17-EDD5-4E96-856A-680D278C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24" y="3004675"/>
            <a:ext cx="2211501" cy="1068756"/>
          </a:xfrm>
          <a:custGeom xmlns:a="http://schemas.openxmlformats.org/drawingml/2006/main">
            <a:pathLst>
              <a:path w="2211501" h="1068756" fill="none">
                <a:moveTo>
                  <a:pt x="0" y="1068756"/>
                </a:moveTo>
                <a:lnTo>
                  <a:pt x="44200" y="18161"/>
                </a:lnTo>
                <a:lnTo>
                  <a:pt x="88401" y="0"/>
                </a:lnTo>
                <a:lnTo>
                  <a:pt x="2211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4DAF4A"/>
            </a:solidFill>
            <a:round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AFB20-43FB-4003-9DB1-3EE2FDF4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24" y="3779045"/>
            <a:ext cx="2211501" cy="294385"/>
          </a:xfrm>
          <a:custGeom xmlns:a="http://schemas.openxmlformats.org/drawingml/2006/main">
            <a:pathLst>
              <a:path w="2211501" h="294385" fill="none">
                <a:moveTo>
                  <a:pt x="0" y="294385"/>
                </a:moveTo>
                <a:lnTo>
                  <a:pt x="44200" y="86044"/>
                </a:lnTo>
                <a:lnTo>
                  <a:pt x="88401" y="9047"/>
                </a:lnTo>
                <a:lnTo>
                  <a:pt x="132668" y="9047"/>
                </a:lnTo>
                <a:lnTo>
                  <a:pt x="176869" y="4579"/>
                </a:lnTo>
                <a:lnTo>
                  <a:pt x="398028" y="4579"/>
                </a:lnTo>
                <a:lnTo>
                  <a:pt x="442296" y="0"/>
                </a:lnTo>
                <a:lnTo>
                  <a:pt x="2211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77EB8"/>
            </a:solidFill>
            <a:custDash>
              <a:ds d="100000" sp="100000"/>
            </a:custDash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E325A-82AF-4EBF-BBCE-36AF0C2E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24" y="3579818"/>
            <a:ext cx="2211501" cy="493612"/>
          </a:xfrm>
          <a:custGeom xmlns:a="http://schemas.openxmlformats.org/drawingml/2006/main">
            <a:pathLst>
              <a:path w="2211501" h="493612" fill="none">
                <a:moveTo>
                  <a:pt x="0" y="493612"/>
                </a:moveTo>
                <a:lnTo>
                  <a:pt x="44200" y="0"/>
                </a:lnTo>
                <a:lnTo>
                  <a:pt x="2211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41A1C"/>
            </a:solidFill>
            <a:custDash>
              <a:ds d="700000" sp="300000"/>
            </a:custDash>
            <a:round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ABB7F-9423-4D9C-BB38-D6288857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24" y="3448474"/>
            <a:ext cx="2211501" cy="624956"/>
          </a:xfrm>
          <a:custGeom xmlns:a="http://schemas.openxmlformats.org/drawingml/2006/main">
            <a:pathLst>
              <a:path w="2211501" h="624956" fill="none">
                <a:moveTo>
                  <a:pt x="0" y="624956"/>
                </a:moveTo>
                <a:lnTo>
                  <a:pt x="44200" y="0"/>
                </a:lnTo>
                <a:lnTo>
                  <a:pt x="2211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FFA500"/>
            </a:solidFill>
            <a:custDash>
              <a:ds d="700000" sp="300000"/>
            </a:custDash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2F981B-EF64-47F2-A59A-3B2DC776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45" y="2951270"/>
            <a:ext cx="2432727" cy="1175564"/>
          </a:xfrm>
          <a:custGeom xmlns:a="http://schemas.openxmlformats.org/drawingml/2006/main">
            <a:pathLst>
              <a:path w="2432727" h="1175564" fill="none">
                <a:moveTo>
                  <a:pt x="2432727" y="0"/>
                </a:moveTo>
                <a:lnTo>
                  <a:pt x="2432727" y="1175564"/>
                </a:lnTo>
                <a:moveTo>
                  <a:pt x="2432727" y="1175564"/>
                </a:moveTo>
                <a:lnTo>
                  <a:pt x="0" y="1175564"/>
                </a:lnTo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rnd">
            <a:solidFill>
              <a:srgbClr val="333333"/>
            </a:solidFill>
            <a:round/>
          </a:ln>
        </p:spPr>
      </p:sp>
      <p:sp>
        <p:nvSpPr>
          <p:cNvPr id="151" name="Text 0">
            <a:extLst xmlns:a="http://schemas.openxmlformats.org/drawingml/2006/main">
              <a:ext uri="{FF2B5EF4-FFF2-40B4-BE49-F238E27FC236}">
                <a16:creationId xmlns:a16="http://schemas.microsoft.com/office/drawing/2014/main" id="{9B4884BD-71C8-4439-926B-ECB5CCB4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50" y="4018160"/>
            <a:ext cx="62494" cy="100490"/>
          </a:xfrm>
          <a:custGeom xmlns:a="http://schemas.openxmlformats.org/drawingml/2006/main">
            <a:pathLst>
              <a:path w="62494" h="100490">
                <a:moveTo>
                  <a:pt x="31247" y="0"/>
                </a:moveTo>
                <a:cubicBezTo>
                  <a:pt x="22358" y="0"/>
                  <a:pt x="14275" y="4043"/>
                  <a:pt x="9294" y="10642"/>
                </a:cubicBezTo>
                <a:cubicBezTo>
                  <a:pt x="3097" y="19263"/>
                  <a:pt x="0" y="32195"/>
                  <a:pt x="0" y="50247"/>
                </a:cubicBezTo>
                <a:cubicBezTo>
                  <a:pt x="0" y="83116"/>
                  <a:pt x="10773" y="100490"/>
                  <a:pt x="31247" y="100490"/>
                </a:cubicBezTo>
                <a:cubicBezTo>
                  <a:pt x="51450" y="100490"/>
                  <a:pt x="62494" y="83116"/>
                  <a:pt x="62494" y="51055"/>
                </a:cubicBezTo>
                <a:cubicBezTo>
                  <a:pt x="62494" y="32195"/>
                  <a:pt x="59533" y="19533"/>
                  <a:pt x="53201" y="10642"/>
                </a:cubicBezTo>
                <a:cubicBezTo>
                  <a:pt x="48217" y="3907"/>
                  <a:pt x="40271" y="0"/>
                  <a:pt x="31247" y="0"/>
                </a:cubicBezTo>
                <a:moveTo>
                  <a:pt x="31247" y="10506"/>
                </a:moveTo>
                <a:cubicBezTo>
                  <a:pt x="44043" y="10506"/>
                  <a:pt x="50373" y="23575"/>
                  <a:pt x="50373" y="49978"/>
                </a:cubicBezTo>
                <a:cubicBezTo>
                  <a:pt x="50373" y="77727"/>
                  <a:pt x="44176" y="90658"/>
                  <a:pt x="30978" y="90658"/>
                </a:cubicBezTo>
                <a:cubicBezTo>
                  <a:pt x="18451" y="90658"/>
                  <a:pt x="12122" y="77189"/>
                  <a:pt x="12122" y="50381"/>
                </a:cubicBezTo>
                <a:cubicBezTo>
                  <a:pt x="12122" y="23575"/>
                  <a:pt x="18451" y="10506"/>
                  <a:pt x="31247" y="1050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50">
            <a:extLst xmlns:a="http://schemas.openxmlformats.org/drawingml/2006/main">
              <a:ext uri="{FF2B5EF4-FFF2-40B4-BE49-F238E27FC236}">
                <a16:creationId xmlns:a16="http://schemas.microsoft.com/office/drawing/2014/main" id="{4249F2C2-AE49-42B7-8EB6-53AEF116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26" y="3791749"/>
            <a:ext cx="130918" cy="100490"/>
          </a:xfrm>
          <a:custGeom xmlns:a="http://schemas.openxmlformats.org/drawingml/2006/main">
            <a:pathLst>
              <a:path w="130918" h="100490">
                <a:moveTo>
                  <a:pt x="59399" y="1841"/>
                </a:moveTo>
                <a:lnTo>
                  <a:pt x="10101" y="1841"/>
                </a:lnTo>
                <a:lnTo>
                  <a:pt x="2964" y="53864"/>
                </a:lnTo>
                <a:lnTo>
                  <a:pt x="13873" y="53864"/>
                </a:lnTo>
                <a:cubicBezTo>
                  <a:pt x="19395" y="47259"/>
                  <a:pt x="23976" y="44968"/>
                  <a:pt x="31518" y="44968"/>
                </a:cubicBezTo>
                <a:cubicBezTo>
                  <a:pt x="44314" y="44968"/>
                  <a:pt x="52259" y="53729"/>
                  <a:pt x="52259" y="67881"/>
                </a:cubicBezTo>
                <a:cubicBezTo>
                  <a:pt x="52259" y="81630"/>
                  <a:pt x="44314" y="89986"/>
                  <a:pt x="31383" y="89986"/>
                </a:cubicBezTo>
                <a:cubicBezTo>
                  <a:pt x="21012" y="89986"/>
                  <a:pt x="14682" y="84729"/>
                  <a:pt x="11852" y="73946"/>
                </a:cubicBezTo>
                <a:lnTo>
                  <a:pt x="0" y="73946"/>
                </a:lnTo>
                <a:cubicBezTo>
                  <a:pt x="1617" y="81764"/>
                  <a:pt x="2964" y="85537"/>
                  <a:pt x="5792" y="89043"/>
                </a:cubicBezTo>
                <a:cubicBezTo>
                  <a:pt x="11180" y="96316"/>
                  <a:pt x="20877" y="100490"/>
                  <a:pt x="31652" y="100490"/>
                </a:cubicBezTo>
                <a:cubicBezTo>
                  <a:pt x="50913" y="100490"/>
                  <a:pt x="64383" y="86482"/>
                  <a:pt x="64383" y="66263"/>
                </a:cubicBezTo>
                <a:cubicBezTo>
                  <a:pt x="64383" y="47395"/>
                  <a:pt x="51857" y="34461"/>
                  <a:pt x="33539" y="34461"/>
                </a:cubicBezTo>
                <a:cubicBezTo>
                  <a:pt x="26804" y="34461"/>
                  <a:pt x="21417" y="36212"/>
                  <a:pt x="15895" y="40255"/>
                </a:cubicBezTo>
                <a:lnTo>
                  <a:pt x="19666" y="13560"/>
                </a:lnTo>
                <a:lnTo>
                  <a:pt x="59399" y="13560"/>
                </a:lnTo>
                <a:lnTo>
                  <a:pt x="59399" y="1841"/>
                </a:lnTo>
                <a:close/>
                <a:moveTo>
                  <a:pt x="99670" y="0"/>
                </a:moveTo>
                <a:cubicBezTo>
                  <a:pt x="90782" y="0"/>
                  <a:pt x="82699" y="4043"/>
                  <a:pt x="77717" y="10642"/>
                </a:cubicBezTo>
                <a:cubicBezTo>
                  <a:pt x="71521" y="19263"/>
                  <a:pt x="68423" y="32195"/>
                  <a:pt x="68423" y="50247"/>
                </a:cubicBezTo>
                <a:cubicBezTo>
                  <a:pt x="68423" y="83116"/>
                  <a:pt x="79197" y="100490"/>
                  <a:pt x="99670" y="100490"/>
                </a:cubicBezTo>
                <a:cubicBezTo>
                  <a:pt x="119873" y="100490"/>
                  <a:pt x="130918" y="83116"/>
                  <a:pt x="130918" y="51055"/>
                </a:cubicBezTo>
                <a:cubicBezTo>
                  <a:pt x="130918" y="32195"/>
                  <a:pt x="127956" y="19533"/>
                  <a:pt x="121624" y="10642"/>
                </a:cubicBezTo>
                <a:cubicBezTo>
                  <a:pt x="116640" y="3907"/>
                  <a:pt x="108695" y="0"/>
                  <a:pt x="99670" y="0"/>
                </a:cubicBezTo>
                <a:moveTo>
                  <a:pt x="99670" y="10506"/>
                </a:moveTo>
                <a:cubicBezTo>
                  <a:pt x="112466" y="10506"/>
                  <a:pt x="118796" y="23575"/>
                  <a:pt x="118796" y="49978"/>
                </a:cubicBezTo>
                <a:cubicBezTo>
                  <a:pt x="118796" y="77727"/>
                  <a:pt x="112600" y="90658"/>
                  <a:pt x="99401" y="90658"/>
                </a:cubicBezTo>
                <a:cubicBezTo>
                  <a:pt x="86875" y="90658"/>
                  <a:pt x="80545" y="77189"/>
                  <a:pt x="80545" y="50381"/>
                </a:cubicBezTo>
                <a:cubicBezTo>
                  <a:pt x="80545" y="23575"/>
                  <a:pt x="86875" y="10506"/>
                  <a:pt x="99670" y="1050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100">
            <a:extLst xmlns:a="http://schemas.openxmlformats.org/drawingml/2006/main">
              <a:ext uri="{FF2B5EF4-FFF2-40B4-BE49-F238E27FC236}">
                <a16:creationId xmlns:a16="http://schemas.microsoft.com/office/drawing/2014/main" id="{C601B0DA-9372-4CC6-8978-A29443F0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06" y="3565293"/>
            <a:ext cx="189238" cy="100536"/>
          </a:xfrm>
          <a:custGeom xmlns:a="http://schemas.openxmlformats.org/drawingml/2006/main">
            <a:pathLst>
              <a:path w="189238" h="100536">
                <a:moveTo>
                  <a:pt x="21146" y="28014"/>
                </a:moveTo>
                <a:lnTo>
                  <a:pt x="21146" y="97379"/>
                </a:lnTo>
                <a:lnTo>
                  <a:pt x="33000" y="97379"/>
                </a:lnTo>
                <a:lnTo>
                  <a:pt x="33000" y="0"/>
                </a:lnTo>
                <a:lnTo>
                  <a:pt x="25186" y="0"/>
                </a:lnTo>
                <a:cubicBezTo>
                  <a:pt x="21012" y="14949"/>
                  <a:pt x="18318" y="16970"/>
                  <a:pt x="0" y="19395"/>
                </a:cubicBezTo>
                <a:lnTo>
                  <a:pt x="0" y="28014"/>
                </a:lnTo>
                <a:lnTo>
                  <a:pt x="21146" y="28014"/>
                </a:lnTo>
                <a:close/>
                <a:moveTo>
                  <a:pt x="90646" y="45"/>
                </a:moveTo>
                <a:cubicBezTo>
                  <a:pt x="81757" y="45"/>
                  <a:pt x="73674" y="4088"/>
                  <a:pt x="68693" y="10687"/>
                </a:cubicBezTo>
                <a:cubicBezTo>
                  <a:pt x="62496" y="19309"/>
                  <a:pt x="59399" y="32240"/>
                  <a:pt x="59399" y="50293"/>
                </a:cubicBezTo>
                <a:cubicBezTo>
                  <a:pt x="59399" y="83161"/>
                  <a:pt x="70172" y="100536"/>
                  <a:pt x="90646" y="100536"/>
                </a:cubicBezTo>
                <a:cubicBezTo>
                  <a:pt x="110849" y="100536"/>
                  <a:pt x="121893" y="83161"/>
                  <a:pt x="121893" y="51100"/>
                </a:cubicBezTo>
                <a:cubicBezTo>
                  <a:pt x="121893" y="32240"/>
                  <a:pt x="118932" y="19578"/>
                  <a:pt x="112600" y="10687"/>
                </a:cubicBezTo>
                <a:cubicBezTo>
                  <a:pt x="107616" y="3952"/>
                  <a:pt x="99670" y="45"/>
                  <a:pt x="90646" y="45"/>
                </a:cubicBezTo>
                <a:moveTo>
                  <a:pt x="90646" y="10551"/>
                </a:moveTo>
                <a:cubicBezTo>
                  <a:pt x="103442" y="10551"/>
                  <a:pt x="109772" y="23620"/>
                  <a:pt x="109772" y="50023"/>
                </a:cubicBezTo>
                <a:cubicBezTo>
                  <a:pt x="109772" y="77772"/>
                  <a:pt x="103575" y="90704"/>
                  <a:pt x="90377" y="90704"/>
                </a:cubicBezTo>
                <a:cubicBezTo>
                  <a:pt x="77851" y="90704"/>
                  <a:pt x="71521" y="77234"/>
                  <a:pt x="71521" y="50426"/>
                </a:cubicBezTo>
                <a:cubicBezTo>
                  <a:pt x="71521" y="23620"/>
                  <a:pt x="77851" y="10551"/>
                  <a:pt x="90646" y="10551"/>
                </a:cubicBezTo>
                <a:close/>
                <a:moveTo>
                  <a:pt x="157991" y="45"/>
                </a:moveTo>
                <a:cubicBezTo>
                  <a:pt x="149102" y="45"/>
                  <a:pt x="141019" y="4088"/>
                  <a:pt x="136037" y="10687"/>
                </a:cubicBezTo>
                <a:cubicBezTo>
                  <a:pt x="129841" y="19309"/>
                  <a:pt x="126743" y="32240"/>
                  <a:pt x="126743" y="50293"/>
                </a:cubicBezTo>
                <a:cubicBezTo>
                  <a:pt x="126743" y="83161"/>
                  <a:pt x="137517" y="100536"/>
                  <a:pt x="157991" y="100536"/>
                </a:cubicBezTo>
                <a:cubicBezTo>
                  <a:pt x="178193" y="100536"/>
                  <a:pt x="189238" y="83161"/>
                  <a:pt x="189238" y="51100"/>
                </a:cubicBezTo>
                <a:cubicBezTo>
                  <a:pt x="189238" y="32240"/>
                  <a:pt x="186276" y="19578"/>
                  <a:pt x="179944" y="10687"/>
                </a:cubicBezTo>
                <a:cubicBezTo>
                  <a:pt x="174960" y="3952"/>
                  <a:pt x="167015" y="45"/>
                  <a:pt x="157991" y="45"/>
                </a:cubicBezTo>
                <a:moveTo>
                  <a:pt x="157991" y="10551"/>
                </a:moveTo>
                <a:cubicBezTo>
                  <a:pt x="170786" y="10551"/>
                  <a:pt x="177116" y="23620"/>
                  <a:pt x="177116" y="50023"/>
                </a:cubicBezTo>
                <a:cubicBezTo>
                  <a:pt x="177116" y="77772"/>
                  <a:pt x="170920" y="90704"/>
                  <a:pt x="157721" y="90704"/>
                </a:cubicBezTo>
                <a:cubicBezTo>
                  <a:pt x="145195" y="90704"/>
                  <a:pt x="138865" y="77234"/>
                  <a:pt x="138865" y="50426"/>
                </a:cubicBezTo>
                <a:cubicBezTo>
                  <a:pt x="138865" y="23620"/>
                  <a:pt x="145195" y="10551"/>
                  <a:pt x="157991" y="1055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150">
            <a:extLst xmlns:a="http://schemas.openxmlformats.org/drawingml/2006/main">
              <a:ext uri="{FF2B5EF4-FFF2-40B4-BE49-F238E27FC236}">
                <a16:creationId xmlns:a16="http://schemas.microsoft.com/office/drawing/2014/main" id="{7DB4466F-7C65-49BA-8CF4-7CB9FEBB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06" y="3338795"/>
            <a:ext cx="189238" cy="100536"/>
          </a:xfrm>
          <a:custGeom xmlns:a="http://schemas.openxmlformats.org/drawingml/2006/main">
            <a:pathLst>
              <a:path w="189238" h="100536">
                <a:moveTo>
                  <a:pt x="21146" y="28014"/>
                </a:moveTo>
                <a:lnTo>
                  <a:pt x="21146" y="97379"/>
                </a:lnTo>
                <a:lnTo>
                  <a:pt x="33000" y="97379"/>
                </a:lnTo>
                <a:lnTo>
                  <a:pt x="33000" y="0"/>
                </a:lnTo>
                <a:lnTo>
                  <a:pt x="25186" y="0"/>
                </a:lnTo>
                <a:cubicBezTo>
                  <a:pt x="21012" y="14949"/>
                  <a:pt x="18318" y="16970"/>
                  <a:pt x="0" y="19395"/>
                </a:cubicBezTo>
                <a:lnTo>
                  <a:pt x="0" y="28014"/>
                </a:lnTo>
                <a:lnTo>
                  <a:pt x="21146" y="28014"/>
                </a:lnTo>
                <a:close/>
                <a:moveTo>
                  <a:pt x="117719" y="1887"/>
                </a:moveTo>
                <a:lnTo>
                  <a:pt x="68421" y="1887"/>
                </a:lnTo>
                <a:lnTo>
                  <a:pt x="61284" y="53910"/>
                </a:lnTo>
                <a:lnTo>
                  <a:pt x="72193" y="53910"/>
                </a:lnTo>
                <a:cubicBezTo>
                  <a:pt x="77715" y="47304"/>
                  <a:pt x="82296" y="45013"/>
                  <a:pt x="89838" y="45013"/>
                </a:cubicBezTo>
                <a:cubicBezTo>
                  <a:pt x="102634" y="45013"/>
                  <a:pt x="110579" y="53774"/>
                  <a:pt x="110579" y="67926"/>
                </a:cubicBezTo>
                <a:cubicBezTo>
                  <a:pt x="110579" y="81675"/>
                  <a:pt x="102634" y="90032"/>
                  <a:pt x="89703" y="90032"/>
                </a:cubicBezTo>
                <a:cubicBezTo>
                  <a:pt x="79332" y="90032"/>
                  <a:pt x="73002" y="84774"/>
                  <a:pt x="70172" y="73991"/>
                </a:cubicBezTo>
                <a:lnTo>
                  <a:pt x="58320" y="73991"/>
                </a:lnTo>
                <a:cubicBezTo>
                  <a:pt x="59938" y="81809"/>
                  <a:pt x="61284" y="85582"/>
                  <a:pt x="64112" y="89088"/>
                </a:cubicBezTo>
                <a:cubicBezTo>
                  <a:pt x="69500" y="96362"/>
                  <a:pt x="79197" y="100536"/>
                  <a:pt x="89972" y="100536"/>
                </a:cubicBezTo>
                <a:cubicBezTo>
                  <a:pt x="109233" y="100536"/>
                  <a:pt x="122703" y="86528"/>
                  <a:pt x="122703" y="66309"/>
                </a:cubicBezTo>
                <a:cubicBezTo>
                  <a:pt x="122703" y="47440"/>
                  <a:pt x="110177" y="34507"/>
                  <a:pt x="91859" y="34507"/>
                </a:cubicBezTo>
                <a:cubicBezTo>
                  <a:pt x="85124" y="34507"/>
                  <a:pt x="79737" y="36258"/>
                  <a:pt x="74215" y="40300"/>
                </a:cubicBezTo>
                <a:lnTo>
                  <a:pt x="77986" y="13605"/>
                </a:lnTo>
                <a:lnTo>
                  <a:pt x="117719" y="13605"/>
                </a:lnTo>
                <a:lnTo>
                  <a:pt x="117719" y="1887"/>
                </a:lnTo>
                <a:close/>
                <a:moveTo>
                  <a:pt x="157991" y="45"/>
                </a:moveTo>
                <a:cubicBezTo>
                  <a:pt x="149102" y="45"/>
                  <a:pt x="141019" y="4088"/>
                  <a:pt x="136037" y="10687"/>
                </a:cubicBezTo>
                <a:cubicBezTo>
                  <a:pt x="129841" y="19309"/>
                  <a:pt x="126743" y="32240"/>
                  <a:pt x="126743" y="50293"/>
                </a:cubicBezTo>
                <a:cubicBezTo>
                  <a:pt x="126743" y="83161"/>
                  <a:pt x="137517" y="100536"/>
                  <a:pt x="157991" y="100536"/>
                </a:cubicBezTo>
                <a:cubicBezTo>
                  <a:pt x="178193" y="100536"/>
                  <a:pt x="189238" y="83161"/>
                  <a:pt x="189238" y="51100"/>
                </a:cubicBezTo>
                <a:cubicBezTo>
                  <a:pt x="189238" y="32240"/>
                  <a:pt x="186276" y="19578"/>
                  <a:pt x="179944" y="10687"/>
                </a:cubicBezTo>
                <a:cubicBezTo>
                  <a:pt x="174960" y="3952"/>
                  <a:pt x="167015" y="45"/>
                  <a:pt x="157991" y="45"/>
                </a:cubicBezTo>
                <a:moveTo>
                  <a:pt x="157991" y="10551"/>
                </a:moveTo>
                <a:cubicBezTo>
                  <a:pt x="170786" y="10551"/>
                  <a:pt x="177116" y="23620"/>
                  <a:pt x="177116" y="50023"/>
                </a:cubicBezTo>
                <a:cubicBezTo>
                  <a:pt x="177116" y="77772"/>
                  <a:pt x="170920" y="90704"/>
                  <a:pt x="157721" y="90704"/>
                </a:cubicBezTo>
                <a:cubicBezTo>
                  <a:pt x="145195" y="90704"/>
                  <a:pt x="138865" y="77234"/>
                  <a:pt x="138865" y="50426"/>
                </a:cubicBezTo>
                <a:cubicBezTo>
                  <a:pt x="138865" y="23620"/>
                  <a:pt x="145195" y="10551"/>
                  <a:pt x="157991" y="1055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200">
            <a:extLst xmlns:a="http://schemas.openxmlformats.org/drawingml/2006/main">
              <a:ext uri="{FF2B5EF4-FFF2-40B4-BE49-F238E27FC236}">
                <a16:creationId xmlns:a16="http://schemas.microsoft.com/office/drawing/2014/main" id="{A1600BA3-B8CA-4A4D-B103-3FBDC754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48" y="3112430"/>
            <a:ext cx="198396" cy="100490"/>
          </a:xfrm>
          <a:custGeom xmlns:a="http://schemas.openxmlformats.org/drawingml/2006/main">
            <a:pathLst>
              <a:path w="198396" h="100490">
                <a:moveTo>
                  <a:pt x="63573" y="85619"/>
                </a:moveTo>
                <a:lnTo>
                  <a:pt x="13334" y="85619"/>
                </a:lnTo>
                <a:cubicBezTo>
                  <a:pt x="14547" y="77544"/>
                  <a:pt x="18856" y="72429"/>
                  <a:pt x="30573" y="65293"/>
                </a:cubicBezTo>
                <a:lnTo>
                  <a:pt x="44043" y="57755"/>
                </a:lnTo>
                <a:cubicBezTo>
                  <a:pt x="57377" y="50352"/>
                  <a:pt x="64245" y="40391"/>
                  <a:pt x="64245" y="28411"/>
                </a:cubicBezTo>
                <a:cubicBezTo>
                  <a:pt x="64245" y="20334"/>
                  <a:pt x="61014" y="12796"/>
                  <a:pt x="55357" y="7545"/>
                </a:cubicBezTo>
                <a:cubicBezTo>
                  <a:pt x="49701" y="2425"/>
                  <a:pt x="42697" y="0"/>
                  <a:pt x="33672" y="0"/>
                </a:cubicBezTo>
                <a:cubicBezTo>
                  <a:pt x="21551" y="0"/>
                  <a:pt x="12526" y="4312"/>
                  <a:pt x="7273" y="12660"/>
                </a:cubicBezTo>
                <a:cubicBezTo>
                  <a:pt x="3905" y="17775"/>
                  <a:pt x="2423" y="23834"/>
                  <a:pt x="2154" y="33660"/>
                </a:cubicBezTo>
                <a:lnTo>
                  <a:pt x="14006" y="33660"/>
                </a:lnTo>
                <a:cubicBezTo>
                  <a:pt x="14411" y="27065"/>
                  <a:pt x="15219" y="23160"/>
                  <a:pt x="16836" y="19929"/>
                </a:cubicBezTo>
                <a:cubicBezTo>
                  <a:pt x="19933" y="14006"/>
                  <a:pt x="26130" y="10373"/>
                  <a:pt x="33267" y="10373"/>
                </a:cubicBezTo>
                <a:cubicBezTo>
                  <a:pt x="44043" y="10373"/>
                  <a:pt x="52124" y="18180"/>
                  <a:pt x="52124" y="28680"/>
                </a:cubicBezTo>
                <a:cubicBezTo>
                  <a:pt x="52124" y="36488"/>
                  <a:pt x="47680" y="43219"/>
                  <a:pt x="39194" y="48063"/>
                </a:cubicBezTo>
                <a:lnTo>
                  <a:pt x="26802" y="55332"/>
                </a:lnTo>
                <a:cubicBezTo>
                  <a:pt x="6868" y="66775"/>
                  <a:pt x="1077" y="75929"/>
                  <a:pt x="0" y="97202"/>
                </a:cubicBezTo>
                <a:lnTo>
                  <a:pt x="63573" y="97202"/>
                </a:lnTo>
                <a:lnTo>
                  <a:pt x="63573" y="85619"/>
                </a:lnTo>
                <a:close/>
                <a:moveTo>
                  <a:pt x="99804" y="0"/>
                </a:moveTo>
                <a:cubicBezTo>
                  <a:pt x="90915" y="0"/>
                  <a:pt x="82832" y="4043"/>
                  <a:pt x="77851" y="10642"/>
                </a:cubicBezTo>
                <a:cubicBezTo>
                  <a:pt x="71654" y="19263"/>
                  <a:pt x="68557" y="32195"/>
                  <a:pt x="68557" y="50247"/>
                </a:cubicBezTo>
                <a:cubicBezTo>
                  <a:pt x="68557" y="83116"/>
                  <a:pt x="79330" y="100490"/>
                  <a:pt x="99804" y="100490"/>
                </a:cubicBezTo>
                <a:cubicBezTo>
                  <a:pt x="120007" y="100490"/>
                  <a:pt x="131051" y="83116"/>
                  <a:pt x="131051" y="51055"/>
                </a:cubicBezTo>
                <a:cubicBezTo>
                  <a:pt x="131051" y="32195"/>
                  <a:pt x="128090" y="19533"/>
                  <a:pt x="121758" y="10642"/>
                </a:cubicBezTo>
                <a:cubicBezTo>
                  <a:pt x="116774" y="3907"/>
                  <a:pt x="108828" y="0"/>
                  <a:pt x="99804" y="0"/>
                </a:cubicBezTo>
                <a:moveTo>
                  <a:pt x="99804" y="10506"/>
                </a:moveTo>
                <a:cubicBezTo>
                  <a:pt x="112600" y="10506"/>
                  <a:pt x="118930" y="23575"/>
                  <a:pt x="118930" y="49978"/>
                </a:cubicBezTo>
                <a:cubicBezTo>
                  <a:pt x="118930" y="77727"/>
                  <a:pt x="112733" y="90658"/>
                  <a:pt x="99535" y="90658"/>
                </a:cubicBezTo>
                <a:cubicBezTo>
                  <a:pt x="87008" y="90658"/>
                  <a:pt x="80678" y="77189"/>
                  <a:pt x="80678" y="50381"/>
                </a:cubicBezTo>
                <a:cubicBezTo>
                  <a:pt x="80678" y="23575"/>
                  <a:pt x="87008" y="10506"/>
                  <a:pt x="99804" y="10506"/>
                </a:cubicBezTo>
                <a:close/>
                <a:moveTo>
                  <a:pt x="167148" y="0"/>
                </a:moveTo>
                <a:cubicBezTo>
                  <a:pt x="158260" y="0"/>
                  <a:pt x="150177" y="4043"/>
                  <a:pt x="145195" y="10642"/>
                </a:cubicBezTo>
                <a:cubicBezTo>
                  <a:pt x="138999" y="19263"/>
                  <a:pt x="135901" y="32195"/>
                  <a:pt x="135901" y="50247"/>
                </a:cubicBezTo>
                <a:cubicBezTo>
                  <a:pt x="135901" y="83116"/>
                  <a:pt x="146675" y="100490"/>
                  <a:pt x="167148" y="100490"/>
                </a:cubicBezTo>
                <a:cubicBezTo>
                  <a:pt x="187351" y="100490"/>
                  <a:pt x="198396" y="83116"/>
                  <a:pt x="198396" y="51055"/>
                </a:cubicBezTo>
                <a:cubicBezTo>
                  <a:pt x="198396" y="32195"/>
                  <a:pt x="195434" y="19533"/>
                  <a:pt x="189102" y="10642"/>
                </a:cubicBezTo>
                <a:cubicBezTo>
                  <a:pt x="184118" y="3907"/>
                  <a:pt x="176173" y="0"/>
                  <a:pt x="167148" y="0"/>
                </a:cubicBezTo>
                <a:moveTo>
                  <a:pt x="167148" y="10506"/>
                </a:moveTo>
                <a:cubicBezTo>
                  <a:pt x="179944" y="10506"/>
                  <a:pt x="186274" y="23575"/>
                  <a:pt x="186274" y="49978"/>
                </a:cubicBezTo>
                <a:cubicBezTo>
                  <a:pt x="186274" y="77727"/>
                  <a:pt x="180078" y="90658"/>
                  <a:pt x="166879" y="90658"/>
                </a:cubicBezTo>
                <a:cubicBezTo>
                  <a:pt x="154353" y="90658"/>
                  <a:pt x="148023" y="77189"/>
                  <a:pt x="148023" y="50381"/>
                </a:cubicBezTo>
                <a:cubicBezTo>
                  <a:pt x="148023" y="23575"/>
                  <a:pt x="154353" y="10506"/>
                  <a:pt x="167148" y="1050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EFF92-B1C5-4A47-BDB9-747E4CD1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92" y="4073430"/>
            <a:ext cx="61553" cy="10"/>
          </a:xfrm>
          <a:custGeom xmlns:a="http://schemas.openxmlformats.org/drawingml/2006/main">
            <a:pathLst>
              <a:path w="61553" h="1" fill="none">
                <a:moveTo>
                  <a:pt x="0" y="0"/>
                </a:moveTo>
                <a:lnTo>
                  <a:pt x="61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278B5-3931-45C5-AB94-B1E65E3D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92" y="3847018"/>
            <a:ext cx="61553" cy="10"/>
          </a:xfrm>
          <a:custGeom xmlns:a="http://schemas.openxmlformats.org/drawingml/2006/main">
            <a:pathLst>
              <a:path w="61553" h="1" fill="none">
                <a:moveTo>
                  <a:pt x="0" y="0"/>
                </a:moveTo>
                <a:lnTo>
                  <a:pt x="61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316B7-45D3-4A73-BDF6-BFC4C9FE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92" y="3620607"/>
            <a:ext cx="61553" cy="10"/>
          </a:xfrm>
          <a:custGeom xmlns:a="http://schemas.openxmlformats.org/drawingml/2006/main">
            <a:pathLst>
              <a:path w="61553" h="1" fill="none">
                <a:moveTo>
                  <a:pt x="0" y="0"/>
                </a:moveTo>
                <a:lnTo>
                  <a:pt x="61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BE311-2175-495F-9DC3-16000887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92" y="3394105"/>
            <a:ext cx="61553" cy="10"/>
          </a:xfrm>
          <a:custGeom xmlns:a="http://schemas.openxmlformats.org/drawingml/2006/main">
            <a:pathLst>
              <a:path w="61553" h="1" fill="none">
                <a:moveTo>
                  <a:pt x="0" y="0"/>
                </a:moveTo>
                <a:lnTo>
                  <a:pt x="61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DD495-A0D1-495E-B28A-E8CB2797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92" y="3167693"/>
            <a:ext cx="61553" cy="10"/>
          </a:xfrm>
          <a:custGeom xmlns:a="http://schemas.openxmlformats.org/drawingml/2006/main">
            <a:pathLst>
              <a:path w="61553" h="1" fill="none">
                <a:moveTo>
                  <a:pt x="0" y="0"/>
                </a:moveTo>
                <a:lnTo>
                  <a:pt x="61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5A8339-4E5F-4BE9-98E1-C0646A93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24" y="4126834"/>
            <a:ext cx="10" cy="61553"/>
          </a:xfrm>
          <a:custGeom xmlns:a="http://schemas.openxmlformats.org/drawingml/2006/main">
            <a:pathLst>
              <a:path w="1" h="61553" fill="none">
                <a:moveTo>
                  <a:pt x="0" y="615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1D0B0-5BC7-4CA3-B4AB-D4B71870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020" y="4126834"/>
            <a:ext cx="10" cy="61553"/>
          </a:xfrm>
          <a:custGeom xmlns:a="http://schemas.openxmlformats.org/drawingml/2006/main">
            <a:pathLst>
              <a:path w="1" h="61553" fill="none">
                <a:moveTo>
                  <a:pt x="0" y="615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F82A0-91C8-4F89-860E-B2E89A23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316" y="4126834"/>
            <a:ext cx="10" cy="61553"/>
          </a:xfrm>
          <a:custGeom xmlns:a="http://schemas.openxmlformats.org/drawingml/2006/main">
            <a:pathLst>
              <a:path w="1" h="61553" fill="none">
                <a:moveTo>
                  <a:pt x="0" y="615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97703-4B88-4778-936C-FE0815D1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634" y="4126834"/>
            <a:ext cx="10" cy="61553"/>
          </a:xfrm>
          <a:custGeom xmlns:a="http://schemas.openxmlformats.org/drawingml/2006/main">
            <a:pathLst>
              <a:path w="1" h="61553" fill="none">
                <a:moveTo>
                  <a:pt x="0" y="615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41802-66AC-45CF-A371-9B13511E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930" y="4126834"/>
            <a:ext cx="10" cy="61553"/>
          </a:xfrm>
          <a:custGeom xmlns:a="http://schemas.openxmlformats.org/drawingml/2006/main">
            <a:pathLst>
              <a:path w="1" h="61553" fill="none">
                <a:moveTo>
                  <a:pt x="0" y="615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D29D7-D238-4D58-A674-CC725FCA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225" y="4126834"/>
            <a:ext cx="10" cy="61553"/>
          </a:xfrm>
          <a:custGeom xmlns:a="http://schemas.openxmlformats.org/drawingml/2006/main">
            <a:pathLst>
              <a:path w="1" h="61553" fill="none">
                <a:moveTo>
                  <a:pt x="0" y="615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167" name="Text 0.0">
            <a:extLst xmlns:a="http://schemas.openxmlformats.org/drawingml/2006/main">
              <a:ext uri="{FF2B5EF4-FFF2-40B4-BE49-F238E27FC236}">
                <a16:creationId xmlns:a16="http://schemas.microsoft.com/office/drawing/2014/main" id="{EAC202A2-2604-437D-8B74-B0F51FA3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26" y="4238432"/>
            <a:ext cx="174690" cy="100490"/>
          </a:xfrm>
          <a:custGeom xmlns:a="http://schemas.openxmlformats.org/drawingml/2006/main">
            <a:pathLst>
              <a:path w="174690" h="100490">
                <a:moveTo>
                  <a:pt x="31247" y="0"/>
                </a:moveTo>
                <a:cubicBezTo>
                  <a:pt x="22358" y="0"/>
                  <a:pt x="14275" y="4043"/>
                  <a:pt x="9294" y="10642"/>
                </a:cubicBezTo>
                <a:cubicBezTo>
                  <a:pt x="3097" y="19263"/>
                  <a:pt x="0" y="32195"/>
                  <a:pt x="0" y="50247"/>
                </a:cubicBezTo>
                <a:cubicBezTo>
                  <a:pt x="0" y="83116"/>
                  <a:pt x="10773" y="100490"/>
                  <a:pt x="31247" y="100490"/>
                </a:cubicBezTo>
                <a:cubicBezTo>
                  <a:pt x="51450" y="100490"/>
                  <a:pt x="62494" y="83116"/>
                  <a:pt x="62494" y="51055"/>
                </a:cubicBezTo>
                <a:cubicBezTo>
                  <a:pt x="62494" y="32195"/>
                  <a:pt x="59533" y="19533"/>
                  <a:pt x="53201" y="10642"/>
                </a:cubicBezTo>
                <a:cubicBezTo>
                  <a:pt x="48217" y="3907"/>
                  <a:pt x="40271" y="0"/>
                  <a:pt x="31247" y="0"/>
                </a:cubicBezTo>
                <a:moveTo>
                  <a:pt x="31247" y="10506"/>
                </a:moveTo>
                <a:cubicBezTo>
                  <a:pt x="44043" y="10506"/>
                  <a:pt x="50373" y="23575"/>
                  <a:pt x="50373" y="49978"/>
                </a:cubicBezTo>
                <a:cubicBezTo>
                  <a:pt x="50373" y="77727"/>
                  <a:pt x="44176" y="90658"/>
                  <a:pt x="30978" y="90658"/>
                </a:cubicBezTo>
                <a:cubicBezTo>
                  <a:pt x="18451" y="90658"/>
                  <a:pt x="12122" y="77189"/>
                  <a:pt x="12122" y="50381"/>
                </a:cubicBezTo>
                <a:cubicBezTo>
                  <a:pt x="12122" y="23575"/>
                  <a:pt x="18451" y="10506"/>
                  <a:pt x="31247" y="10506"/>
                </a:cubicBezTo>
                <a:close/>
                <a:moveTo>
                  <a:pt x="87278" y="83328"/>
                </a:moveTo>
                <a:lnTo>
                  <a:pt x="73270" y="83328"/>
                </a:lnTo>
                <a:lnTo>
                  <a:pt x="73270" y="97334"/>
                </a:lnTo>
                <a:lnTo>
                  <a:pt x="87278" y="97334"/>
                </a:lnTo>
                <a:lnTo>
                  <a:pt x="87278" y="83328"/>
                </a:lnTo>
                <a:close/>
                <a:moveTo>
                  <a:pt x="143443" y="0"/>
                </a:moveTo>
                <a:cubicBezTo>
                  <a:pt x="134554" y="0"/>
                  <a:pt x="126471" y="4043"/>
                  <a:pt x="121489" y="10642"/>
                </a:cubicBezTo>
                <a:cubicBezTo>
                  <a:pt x="115293" y="19263"/>
                  <a:pt x="112196" y="32195"/>
                  <a:pt x="112196" y="50247"/>
                </a:cubicBezTo>
                <a:cubicBezTo>
                  <a:pt x="112196" y="83116"/>
                  <a:pt x="122969" y="100490"/>
                  <a:pt x="143443" y="100490"/>
                </a:cubicBezTo>
                <a:cubicBezTo>
                  <a:pt x="163645" y="100490"/>
                  <a:pt x="174690" y="83116"/>
                  <a:pt x="174690" y="51055"/>
                </a:cubicBezTo>
                <a:cubicBezTo>
                  <a:pt x="174690" y="32195"/>
                  <a:pt x="171728" y="19533"/>
                  <a:pt x="165396" y="10642"/>
                </a:cubicBezTo>
                <a:cubicBezTo>
                  <a:pt x="160413" y="3907"/>
                  <a:pt x="152467" y="0"/>
                  <a:pt x="143443" y="0"/>
                </a:cubicBezTo>
                <a:moveTo>
                  <a:pt x="143443" y="10506"/>
                </a:moveTo>
                <a:cubicBezTo>
                  <a:pt x="156239" y="10506"/>
                  <a:pt x="162568" y="23575"/>
                  <a:pt x="162568" y="49978"/>
                </a:cubicBezTo>
                <a:cubicBezTo>
                  <a:pt x="162568" y="77727"/>
                  <a:pt x="156372" y="90658"/>
                  <a:pt x="143174" y="90658"/>
                </a:cubicBezTo>
                <a:cubicBezTo>
                  <a:pt x="130647" y="90658"/>
                  <a:pt x="124317" y="77189"/>
                  <a:pt x="124317" y="50381"/>
                </a:cubicBezTo>
                <a:cubicBezTo>
                  <a:pt x="124317" y="23575"/>
                  <a:pt x="130647" y="10506"/>
                  <a:pt x="143443" y="1050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0.2">
            <a:extLst xmlns:a="http://schemas.openxmlformats.org/drawingml/2006/main">
              <a:ext uri="{FF2B5EF4-FFF2-40B4-BE49-F238E27FC236}">
                <a16:creationId xmlns:a16="http://schemas.microsoft.com/office/drawing/2014/main" id="{5084AF3C-5D67-4E87-8055-22F7820F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044" y="4238432"/>
            <a:ext cx="175229" cy="100490"/>
          </a:xfrm>
          <a:custGeom xmlns:a="http://schemas.openxmlformats.org/drawingml/2006/main">
            <a:pathLst>
              <a:path w="175229" h="100490">
                <a:moveTo>
                  <a:pt x="31247" y="0"/>
                </a:moveTo>
                <a:cubicBezTo>
                  <a:pt x="22358" y="0"/>
                  <a:pt x="14275" y="4043"/>
                  <a:pt x="9294" y="10642"/>
                </a:cubicBezTo>
                <a:cubicBezTo>
                  <a:pt x="3097" y="19263"/>
                  <a:pt x="0" y="32195"/>
                  <a:pt x="0" y="50247"/>
                </a:cubicBezTo>
                <a:cubicBezTo>
                  <a:pt x="0" y="83116"/>
                  <a:pt x="10773" y="100490"/>
                  <a:pt x="31247" y="100490"/>
                </a:cubicBezTo>
                <a:cubicBezTo>
                  <a:pt x="51450" y="100490"/>
                  <a:pt x="62494" y="83116"/>
                  <a:pt x="62494" y="51055"/>
                </a:cubicBezTo>
                <a:cubicBezTo>
                  <a:pt x="62494" y="32195"/>
                  <a:pt x="59533" y="19533"/>
                  <a:pt x="53201" y="10642"/>
                </a:cubicBezTo>
                <a:cubicBezTo>
                  <a:pt x="48217" y="3907"/>
                  <a:pt x="40271" y="0"/>
                  <a:pt x="31247" y="0"/>
                </a:cubicBezTo>
                <a:moveTo>
                  <a:pt x="31247" y="10506"/>
                </a:moveTo>
                <a:cubicBezTo>
                  <a:pt x="44043" y="10506"/>
                  <a:pt x="50373" y="23575"/>
                  <a:pt x="50373" y="49978"/>
                </a:cubicBezTo>
                <a:cubicBezTo>
                  <a:pt x="50373" y="77727"/>
                  <a:pt x="44176" y="90658"/>
                  <a:pt x="30978" y="90658"/>
                </a:cubicBezTo>
                <a:cubicBezTo>
                  <a:pt x="18451" y="90658"/>
                  <a:pt x="12122" y="77189"/>
                  <a:pt x="12122" y="50381"/>
                </a:cubicBezTo>
                <a:cubicBezTo>
                  <a:pt x="12122" y="23575"/>
                  <a:pt x="18451" y="10506"/>
                  <a:pt x="31247" y="10506"/>
                </a:cubicBezTo>
                <a:close/>
                <a:moveTo>
                  <a:pt x="87278" y="83328"/>
                </a:moveTo>
                <a:lnTo>
                  <a:pt x="73270" y="83328"/>
                </a:lnTo>
                <a:lnTo>
                  <a:pt x="73270" y="97334"/>
                </a:lnTo>
                <a:lnTo>
                  <a:pt x="87278" y="97334"/>
                </a:lnTo>
                <a:lnTo>
                  <a:pt x="87278" y="83328"/>
                </a:lnTo>
                <a:close/>
                <a:moveTo>
                  <a:pt x="174556" y="85619"/>
                </a:moveTo>
                <a:lnTo>
                  <a:pt x="124317" y="85619"/>
                </a:lnTo>
                <a:cubicBezTo>
                  <a:pt x="125530" y="77544"/>
                  <a:pt x="129840" y="72429"/>
                  <a:pt x="141556" y="65293"/>
                </a:cubicBezTo>
                <a:lnTo>
                  <a:pt x="155026" y="57755"/>
                </a:lnTo>
                <a:cubicBezTo>
                  <a:pt x="168360" y="50352"/>
                  <a:pt x="175229" y="40391"/>
                  <a:pt x="175229" y="28411"/>
                </a:cubicBezTo>
                <a:cubicBezTo>
                  <a:pt x="175229" y="20334"/>
                  <a:pt x="171998" y="12796"/>
                  <a:pt x="166340" y="7545"/>
                </a:cubicBezTo>
                <a:cubicBezTo>
                  <a:pt x="160684" y="2425"/>
                  <a:pt x="153680" y="0"/>
                  <a:pt x="144656" y="0"/>
                </a:cubicBezTo>
                <a:cubicBezTo>
                  <a:pt x="132534" y="0"/>
                  <a:pt x="123510" y="4312"/>
                  <a:pt x="118257" y="12660"/>
                </a:cubicBezTo>
                <a:cubicBezTo>
                  <a:pt x="114888" y="17775"/>
                  <a:pt x="113406" y="23834"/>
                  <a:pt x="113137" y="33660"/>
                </a:cubicBezTo>
                <a:lnTo>
                  <a:pt x="124989" y="33660"/>
                </a:lnTo>
                <a:cubicBezTo>
                  <a:pt x="125394" y="27065"/>
                  <a:pt x="126202" y="23160"/>
                  <a:pt x="127819" y="19929"/>
                </a:cubicBezTo>
                <a:cubicBezTo>
                  <a:pt x="130917" y="14006"/>
                  <a:pt x="137113" y="10373"/>
                  <a:pt x="144251" y="10373"/>
                </a:cubicBezTo>
                <a:cubicBezTo>
                  <a:pt x="155026" y="10373"/>
                  <a:pt x="163107" y="18180"/>
                  <a:pt x="163107" y="28680"/>
                </a:cubicBezTo>
                <a:cubicBezTo>
                  <a:pt x="163107" y="36488"/>
                  <a:pt x="158664" y="43219"/>
                  <a:pt x="150178" y="48063"/>
                </a:cubicBezTo>
                <a:lnTo>
                  <a:pt x="137785" y="55332"/>
                </a:lnTo>
                <a:cubicBezTo>
                  <a:pt x="117852" y="66775"/>
                  <a:pt x="112060" y="75929"/>
                  <a:pt x="110983" y="97202"/>
                </a:cubicBezTo>
                <a:lnTo>
                  <a:pt x="174556" y="97202"/>
                </a:lnTo>
                <a:lnTo>
                  <a:pt x="174556" y="85619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0.4">
            <a:extLst xmlns:a="http://schemas.openxmlformats.org/drawingml/2006/main">
              <a:ext uri="{FF2B5EF4-FFF2-40B4-BE49-F238E27FC236}">
                <a16:creationId xmlns:a16="http://schemas.microsoft.com/office/drawing/2014/main" id="{24FF2929-43DE-4FE5-972F-58984D1D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363" y="4238399"/>
            <a:ext cx="176441" cy="100523"/>
          </a:xfrm>
          <a:custGeom xmlns:a="http://schemas.openxmlformats.org/drawingml/2006/main">
            <a:pathLst>
              <a:path w="176441" h="100523">
                <a:moveTo>
                  <a:pt x="31247" y="33"/>
                </a:moveTo>
                <a:cubicBezTo>
                  <a:pt x="22358" y="33"/>
                  <a:pt x="14275" y="4075"/>
                  <a:pt x="9294" y="10675"/>
                </a:cubicBezTo>
                <a:cubicBezTo>
                  <a:pt x="3097" y="19296"/>
                  <a:pt x="0" y="32227"/>
                  <a:pt x="0" y="50280"/>
                </a:cubicBezTo>
                <a:cubicBezTo>
                  <a:pt x="0" y="83149"/>
                  <a:pt x="10773" y="100523"/>
                  <a:pt x="31247" y="100523"/>
                </a:cubicBezTo>
                <a:cubicBezTo>
                  <a:pt x="51450" y="100523"/>
                  <a:pt x="62494" y="83149"/>
                  <a:pt x="62494" y="51088"/>
                </a:cubicBezTo>
                <a:cubicBezTo>
                  <a:pt x="62494" y="32227"/>
                  <a:pt x="59533" y="19565"/>
                  <a:pt x="53201" y="10675"/>
                </a:cubicBezTo>
                <a:cubicBezTo>
                  <a:pt x="48217" y="3940"/>
                  <a:pt x="40271" y="33"/>
                  <a:pt x="31247" y="33"/>
                </a:cubicBezTo>
                <a:moveTo>
                  <a:pt x="31247" y="10539"/>
                </a:moveTo>
                <a:cubicBezTo>
                  <a:pt x="44043" y="10539"/>
                  <a:pt x="50373" y="23608"/>
                  <a:pt x="50373" y="50011"/>
                </a:cubicBezTo>
                <a:cubicBezTo>
                  <a:pt x="50373" y="77760"/>
                  <a:pt x="44176" y="90691"/>
                  <a:pt x="30978" y="90691"/>
                </a:cubicBezTo>
                <a:cubicBezTo>
                  <a:pt x="18451" y="90691"/>
                  <a:pt x="12122" y="77222"/>
                  <a:pt x="12122" y="50414"/>
                </a:cubicBezTo>
                <a:cubicBezTo>
                  <a:pt x="12122" y="23608"/>
                  <a:pt x="18451" y="10539"/>
                  <a:pt x="31247" y="10539"/>
                </a:cubicBezTo>
                <a:close/>
                <a:moveTo>
                  <a:pt x="87278" y="83360"/>
                </a:moveTo>
                <a:lnTo>
                  <a:pt x="73269" y="83360"/>
                </a:lnTo>
                <a:lnTo>
                  <a:pt x="73269" y="97367"/>
                </a:lnTo>
                <a:lnTo>
                  <a:pt x="87278" y="97367"/>
                </a:lnTo>
                <a:lnTo>
                  <a:pt x="87278" y="83360"/>
                </a:lnTo>
                <a:close/>
                <a:moveTo>
                  <a:pt x="150447" y="73810"/>
                </a:moveTo>
                <a:lnTo>
                  <a:pt x="150447" y="97367"/>
                </a:lnTo>
                <a:lnTo>
                  <a:pt x="162299" y="97367"/>
                </a:lnTo>
                <a:lnTo>
                  <a:pt x="162299" y="73810"/>
                </a:lnTo>
                <a:lnTo>
                  <a:pt x="176441" y="73810"/>
                </a:lnTo>
                <a:lnTo>
                  <a:pt x="176441" y="63168"/>
                </a:lnTo>
                <a:lnTo>
                  <a:pt x="162299" y="63168"/>
                </a:lnTo>
                <a:lnTo>
                  <a:pt x="162299" y="0"/>
                </a:lnTo>
                <a:lnTo>
                  <a:pt x="153544" y="0"/>
                </a:lnTo>
                <a:lnTo>
                  <a:pt x="110176" y="61284"/>
                </a:lnTo>
                <a:lnTo>
                  <a:pt x="110176" y="73810"/>
                </a:lnTo>
                <a:lnTo>
                  <a:pt x="150447" y="73810"/>
                </a:lnTo>
                <a:moveTo>
                  <a:pt x="150447" y="63168"/>
                </a:moveTo>
                <a:lnTo>
                  <a:pt x="120546" y="63168"/>
                </a:lnTo>
                <a:lnTo>
                  <a:pt x="150447" y="20203"/>
                </a:lnTo>
                <a:lnTo>
                  <a:pt x="150447" y="63168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0.6">
            <a:extLst xmlns:a="http://schemas.openxmlformats.org/drawingml/2006/main">
              <a:ext uri="{FF2B5EF4-FFF2-40B4-BE49-F238E27FC236}">
                <a16:creationId xmlns:a16="http://schemas.microsoft.com/office/drawing/2014/main" id="{8C75E415-1E84-438F-A898-511D3A34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681" y="4238432"/>
            <a:ext cx="175500" cy="100490"/>
          </a:xfrm>
          <a:custGeom xmlns:a="http://schemas.openxmlformats.org/drawingml/2006/main">
            <a:pathLst>
              <a:path w="175500" h="100490">
                <a:moveTo>
                  <a:pt x="31247" y="0"/>
                </a:moveTo>
                <a:cubicBezTo>
                  <a:pt x="22358" y="0"/>
                  <a:pt x="14275" y="4043"/>
                  <a:pt x="9294" y="10642"/>
                </a:cubicBezTo>
                <a:cubicBezTo>
                  <a:pt x="3097" y="19263"/>
                  <a:pt x="0" y="32195"/>
                  <a:pt x="0" y="50247"/>
                </a:cubicBezTo>
                <a:cubicBezTo>
                  <a:pt x="0" y="83116"/>
                  <a:pt x="10773" y="100490"/>
                  <a:pt x="31247" y="100490"/>
                </a:cubicBezTo>
                <a:cubicBezTo>
                  <a:pt x="51450" y="100490"/>
                  <a:pt x="62494" y="83116"/>
                  <a:pt x="62494" y="51055"/>
                </a:cubicBezTo>
                <a:cubicBezTo>
                  <a:pt x="62494" y="32195"/>
                  <a:pt x="59533" y="19533"/>
                  <a:pt x="53201" y="10642"/>
                </a:cubicBezTo>
                <a:cubicBezTo>
                  <a:pt x="48217" y="3907"/>
                  <a:pt x="40271" y="0"/>
                  <a:pt x="31247" y="0"/>
                </a:cubicBezTo>
                <a:moveTo>
                  <a:pt x="31247" y="10506"/>
                </a:moveTo>
                <a:cubicBezTo>
                  <a:pt x="44043" y="10506"/>
                  <a:pt x="50373" y="23575"/>
                  <a:pt x="50373" y="49978"/>
                </a:cubicBezTo>
                <a:cubicBezTo>
                  <a:pt x="50373" y="77727"/>
                  <a:pt x="44176" y="90658"/>
                  <a:pt x="30978" y="90658"/>
                </a:cubicBezTo>
                <a:cubicBezTo>
                  <a:pt x="18451" y="90658"/>
                  <a:pt x="12122" y="77189"/>
                  <a:pt x="12122" y="50381"/>
                </a:cubicBezTo>
                <a:cubicBezTo>
                  <a:pt x="12122" y="23575"/>
                  <a:pt x="18451" y="10506"/>
                  <a:pt x="31247" y="10506"/>
                </a:cubicBezTo>
                <a:close/>
                <a:moveTo>
                  <a:pt x="87277" y="83328"/>
                </a:moveTo>
                <a:lnTo>
                  <a:pt x="73269" y="83328"/>
                </a:lnTo>
                <a:lnTo>
                  <a:pt x="73269" y="97334"/>
                </a:lnTo>
                <a:lnTo>
                  <a:pt x="87277" y="97334"/>
                </a:lnTo>
                <a:lnTo>
                  <a:pt x="87277" y="83328"/>
                </a:lnTo>
                <a:close/>
                <a:moveTo>
                  <a:pt x="173477" y="25349"/>
                </a:moveTo>
                <a:cubicBezTo>
                  <a:pt x="171188" y="9429"/>
                  <a:pt x="160953" y="0"/>
                  <a:pt x="146406" y="0"/>
                </a:cubicBezTo>
                <a:cubicBezTo>
                  <a:pt x="135900" y="0"/>
                  <a:pt x="126471" y="5119"/>
                  <a:pt x="120815" y="13881"/>
                </a:cubicBezTo>
                <a:cubicBezTo>
                  <a:pt x="114755" y="23460"/>
                  <a:pt x="112196" y="35333"/>
                  <a:pt x="112196" y="52977"/>
                </a:cubicBezTo>
                <a:cubicBezTo>
                  <a:pt x="112196" y="69395"/>
                  <a:pt x="114485" y="79758"/>
                  <a:pt x="120277" y="88371"/>
                </a:cubicBezTo>
                <a:cubicBezTo>
                  <a:pt x="125394" y="96316"/>
                  <a:pt x="133744" y="100490"/>
                  <a:pt x="144251" y="100490"/>
                </a:cubicBezTo>
                <a:cubicBezTo>
                  <a:pt x="162435" y="100490"/>
                  <a:pt x="175500" y="86891"/>
                  <a:pt x="175500" y="67914"/>
                </a:cubicBezTo>
                <a:cubicBezTo>
                  <a:pt x="175500" y="50015"/>
                  <a:pt x="163376" y="37355"/>
                  <a:pt x="146271" y="37355"/>
                </a:cubicBezTo>
                <a:cubicBezTo>
                  <a:pt x="136844" y="37355"/>
                  <a:pt x="129435" y="40857"/>
                  <a:pt x="124317" y="47997"/>
                </a:cubicBezTo>
                <a:cubicBezTo>
                  <a:pt x="124451" y="23865"/>
                  <a:pt x="131993" y="10506"/>
                  <a:pt x="145599" y="10506"/>
                </a:cubicBezTo>
                <a:cubicBezTo>
                  <a:pt x="153949" y="10506"/>
                  <a:pt x="159741" y="15903"/>
                  <a:pt x="161625" y="25349"/>
                </a:cubicBezTo>
                <a:lnTo>
                  <a:pt x="173477" y="25349"/>
                </a:lnTo>
                <a:moveTo>
                  <a:pt x="144789" y="47861"/>
                </a:moveTo>
                <a:cubicBezTo>
                  <a:pt x="156238" y="47861"/>
                  <a:pt x="163376" y="55936"/>
                  <a:pt x="163376" y="68857"/>
                </a:cubicBezTo>
                <a:cubicBezTo>
                  <a:pt x="163376" y="81104"/>
                  <a:pt x="155295" y="89986"/>
                  <a:pt x="144386" y="89986"/>
                </a:cubicBezTo>
                <a:cubicBezTo>
                  <a:pt x="133342" y="89986"/>
                  <a:pt x="124989" y="80699"/>
                  <a:pt x="124989" y="68319"/>
                </a:cubicBezTo>
                <a:cubicBezTo>
                  <a:pt x="124989" y="56205"/>
                  <a:pt x="133072" y="47861"/>
                  <a:pt x="144789" y="4786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0.8">
            <a:extLst xmlns:a="http://schemas.openxmlformats.org/drawingml/2006/main">
              <a:ext uri="{FF2B5EF4-FFF2-40B4-BE49-F238E27FC236}">
                <a16:creationId xmlns:a16="http://schemas.microsoft.com/office/drawing/2014/main" id="{5AB56410-39D8-40C6-B627-F8A71A9C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864" y="4238432"/>
            <a:ext cx="175634" cy="100490"/>
          </a:xfrm>
          <a:custGeom xmlns:a="http://schemas.openxmlformats.org/drawingml/2006/main">
            <a:pathLst>
              <a:path w="175634" h="100490">
                <a:moveTo>
                  <a:pt x="31247" y="0"/>
                </a:moveTo>
                <a:cubicBezTo>
                  <a:pt x="22358" y="0"/>
                  <a:pt x="14275" y="4043"/>
                  <a:pt x="9294" y="10642"/>
                </a:cubicBezTo>
                <a:cubicBezTo>
                  <a:pt x="3097" y="19263"/>
                  <a:pt x="0" y="32195"/>
                  <a:pt x="0" y="50247"/>
                </a:cubicBezTo>
                <a:cubicBezTo>
                  <a:pt x="0" y="83116"/>
                  <a:pt x="10773" y="100490"/>
                  <a:pt x="31247" y="100490"/>
                </a:cubicBezTo>
                <a:cubicBezTo>
                  <a:pt x="51450" y="100490"/>
                  <a:pt x="62494" y="83116"/>
                  <a:pt x="62494" y="51055"/>
                </a:cubicBezTo>
                <a:cubicBezTo>
                  <a:pt x="62494" y="32195"/>
                  <a:pt x="59533" y="19533"/>
                  <a:pt x="53201" y="10642"/>
                </a:cubicBezTo>
                <a:cubicBezTo>
                  <a:pt x="48217" y="3907"/>
                  <a:pt x="40271" y="0"/>
                  <a:pt x="31247" y="0"/>
                </a:cubicBezTo>
                <a:moveTo>
                  <a:pt x="31247" y="10506"/>
                </a:moveTo>
                <a:cubicBezTo>
                  <a:pt x="44043" y="10506"/>
                  <a:pt x="50373" y="23575"/>
                  <a:pt x="50373" y="49978"/>
                </a:cubicBezTo>
                <a:cubicBezTo>
                  <a:pt x="50373" y="77727"/>
                  <a:pt x="44176" y="90658"/>
                  <a:pt x="30978" y="90658"/>
                </a:cubicBezTo>
                <a:cubicBezTo>
                  <a:pt x="18451" y="90658"/>
                  <a:pt x="12122" y="77189"/>
                  <a:pt x="12122" y="50381"/>
                </a:cubicBezTo>
                <a:cubicBezTo>
                  <a:pt x="12122" y="23575"/>
                  <a:pt x="18451" y="10506"/>
                  <a:pt x="31247" y="10506"/>
                </a:cubicBezTo>
                <a:close/>
                <a:moveTo>
                  <a:pt x="87278" y="83328"/>
                </a:moveTo>
                <a:lnTo>
                  <a:pt x="73270" y="83328"/>
                </a:lnTo>
                <a:lnTo>
                  <a:pt x="73270" y="97334"/>
                </a:lnTo>
                <a:lnTo>
                  <a:pt x="87278" y="97334"/>
                </a:lnTo>
                <a:lnTo>
                  <a:pt x="87278" y="83328"/>
                </a:lnTo>
                <a:close/>
                <a:moveTo>
                  <a:pt x="159201" y="46042"/>
                </a:moveTo>
                <a:cubicBezTo>
                  <a:pt x="169169" y="39982"/>
                  <a:pt x="172266" y="35138"/>
                  <a:pt x="172266" y="25986"/>
                </a:cubicBezTo>
                <a:cubicBezTo>
                  <a:pt x="172266" y="10642"/>
                  <a:pt x="160547" y="0"/>
                  <a:pt x="143577" y="0"/>
                </a:cubicBezTo>
                <a:cubicBezTo>
                  <a:pt x="126741" y="0"/>
                  <a:pt x="114889" y="10642"/>
                  <a:pt x="114889" y="25850"/>
                </a:cubicBezTo>
                <a:cubicBezTo>
                  <a:pt x="114889" y="35138"/>
                  <a:pt x="117986" y="39848"/>
                  <a:pt x="127818" y="46042"/>
                </a:cubicBezTo>
                <a:cubicBezTo>
                  <a:pt x="116909" y="51565"/>
                  <a:pt x="111521" y="59518"/>
                  <a:pt x="111521" y="70304"/>
                </a:cubicBezTo>
                <a:cubicBezTo>
                  <a:pt x="111521" y="88098"/>
                  <a:pt x="124585" y="100490"/>
                  <a:pt x="143577" y="100490"/>
                </a:cubicBezTo>
                <a:cubicBezTo>
                  <a:pt x="162434" y="100490"/>
                  <a:pt x="175634" y="88098"/>
                  <a:pt x="175634" y="70304"/>
                </a:cubicBezTo>
                <a:cubicBezTo>
                  <a:pt x="175634" y="59518"/>
                  <a:pt x="170246" y="51565"/>
                  <a:pt x="159201" y="46042"/>
                </a:cubicBezTo>
                <a:moveTo>
                  <a:pt x="143577" y="10506"/>
                </a:moveTo>
                <a:cubicBezTo>
                  <a:pt x="153679" y="10506"/>
                  <a:pt x="160144" y="16563"/>
                  <a:pt x="160144" y="26255"/>
                </a:cubicBezTo>
                <a:cubicBezTo>
                  <a:pt x="160144" y="35407"/>
                  <a:pt x="153545" y="41463"/>
                  <a:pt x="143577" y="41463"/>
                </a:cubicBezTo>
                <a:cubicBezTo>
                  <a:pt x="133476" y="41463"/>
                  <a:pt x="127011" y="35407"/>
                  <a:pt x="127011" y="25986"/>
                </a:cubicBezTo>
                <a:cubicBezTo>
                  <a:pt x="127011" y="16563"/>
                  <a:pt x="133476" y="10506"/>
                  <a:pt x="143577" y="10506"/>
                </a:cubicBezTo>
                <a:moveTo>
                  <a:pt x="143577" y="51429"/>
                </a:moveTo>
                <a:cubicBezTo>
                  <a:pt x="155430" y="51429"/>
                  <a:pt x="163511" y="59249"/>
                  <a:pt x="163511" y="70573"/>
                </a:cubicBezTo>
                <a:cubicBezTo>
                  <a:pt x="163511" y="82302"/>
                  <a:pt x="155565" y="89986"/>
                  <a:pt x="143308" y="89986"/>
                </a:cubicBezTo>
                <a:cubicBezTo>
                  <a:pt x="131725" y="89986"/>
                  <a:pt x="123644" y="82033"/>
                  <a:pt x="123644" y="70709"/>
                </a:cubicBezTo>
                <a:cubicBezTo>
                  <a:pt x="123644" y="59113"/>
                  <a:pt x="131589" y="51429"/>
                  <a:pt x="143577" y="51429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1.0">
            <a:extLst xmlns:a="http://schemas.openxmlformats.org/drawingml/2006/main">
              <a:ext uri="{FF2B5EF4-FFF2-40B4-BE49-F238E27FC236}">
                <a16:creationId xmlns:a16="http://schemas.microsoft.com/office/drawing/2014/main" id="{57E0C2FF-4D16-4B72-98F7-E703B013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128" y="4238386"/>
            <a:ext cx="166879" cy="100536"/>
          </a:xfrm>
          <a:custGeom xmlns:a="http://schemas.openxmlformats.org/drawingml/2006/main">
            <a:pathLst>
              <a:path w="166879" h="100536">
                <a:moveTo>
                  <a:pt x="21146" y="28014"/>
                </a:moveTo>
                <a:lnTo>
                  <a:pt x="21146" y="97379"/>
                </a:lnTo>
                <a:lnTo>
                  <a:pt x="33000" y="97379"/>
                </a:lnTo>
                <a:lnTo>
                  <a:pt x="33000" y="0"/>
                </a:lnTo>
                <a:lnTo>
                  <a:pt x="25186" y="0"/>
                </a:lnTo>
                <a:cubicBezTo>
                  <a:pt x="21012" y="14949"/>
                  <a:pt x="18318" y="16970"/>
                  <a:pt x="0" y="19395"/>
                </a:cubicBezTo>
                <a:lnTo>
                  <a:pt x="0" y="28014"/>
                </a:lnTo>
                <a:lnTo>
                  <a:pt x="21146" y="28014"/>
                </a:lnTo>
                <a:close/>
                <a:moveTo>
                  <a:pt x="79332" y="83373"/>
                </a:moveTo>
                <a:lnTo>
                  <a:pt x="65324" y="83373"/>
                </a:lnTo>
                <a:lnTo>
                  <a:pt x="65324" y="97379"/>
                </a:lnTo>
                <a:lnTo>
                  <a:pt x="79332" y="97379"/>
                </a:lnTo>
                <a:lnTo>
                  <a:pt x="79332" y="83373"/>
                </a:lnTo>
                <a:close/>
                <a:moveTo>
                  <a:pt x="135632" y="45"/>
                </a:moveTo>
                <a:cubicBezTo>
                  <a:pt x="126743" y="45"/>
                  <a:pt x="118660" y="4088"/>
                  <a:pt x="113679" y="10687"/>
                </a:cubicBezTo>
                <a:cubicBezTo>
                  <a:pt x="107482" y="19309"/>
                  <a:pt x="104385" y="32240"/>
                  <a:pt x="104385" y="50293"/>
                </a:cubicBezTo>
                <a:cubicBezTo>
                  <a:pt x="104385" y="83161"/>
                  <a:pt x="115158" y="100536"/>
                  <a:pt x="135632" y="100536"/>
                </a:cubicBezTo>
                <a:cubicBezTo>
                  <a:pt x="155835" y="100536"/>
                  <a:pt x="166879" y="83161"/>
                  <a:pt x="166879" y="51100"/>
                </a:cubicBezTo>
                <a:cubicBezTo>
                  <a:pt x="166879" y="32240"/>
                  <a:pt x="163918" y="19578"/>
                  <a:pt x="157586" y="10687"/>
                </a:cubicBezTo>
                <a:cubicBezTo>
                  <a:pt x="152602" y="3952"/>
                  <a:pt x="144656" y="45"/>
                  <a:pt x="135632" y="45"/>
                </a:cubicBezTo>
                <a:moveTo>
                  <a:pt x="135632" y="10551"/>
                </a:moveTo>
                <a:cubicBezTo>
                  <a:pt x="148428" y="10551"/>
                  <a:pt x="154758" y="23620"/>
                  <a:pt x="154758" y="50023"/>
                </a:cubicBezTo>
                <a:cubicBezTo>
                  <a:pt x="154758" y="77772"/>
                  <a:pt x="148561" y="90704"/>
                  <a:pt x="135363" y="90704"/>
                </a:cubicBezTo>
                <a:cubicBezTo>
                  <a:pt x="122836" y="90704"/>
                  <a:pt x="116506" y="77234"/>
                  <a:pt x="116506" y="50426"/>
                </a:cubicBezTo>
                <a:cubicBezTo>
                  <a:pt x="116506" y="23620"/>
                  <a:pt x="122836" y="10551"/>
                  <a:pt x="135632" y="1055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#ofTestCases(inmillion)">
            <a:extLst xmlns:a="http://schemas.openxmlformats.org/drawingml/2006/main">
              <a:ext uri="{FF2B5EF4-FFF2-40B4-BE49-F238E27FC236}">
                <a16:creationId xmlns:a16="http://schemas.microsoft.com/office/drawing/2014/main" id="{1668BCFB-A0CF-4343-AA63-7B28C4CA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50" y="4454254"/>
            <a:ext cx="1878730" cy="149862"/>
          </a:xfrm>
          <a:custGeom xmlns:a="http://schemas.openxmlformats.org/drawingml/2006/main">
            <a:pathLst>
              <a:path w="1878730" h="149862">
                <a:moveTo>
                  <a:pt x="74013" y="6855"/>
                </a:moveTo>
                <a:lnTo>
                  <a:pt x="61912" y="6855"/>
                </a:lnTo>
                <a:lnTo>
                  <a:pt x="56411" y="37654"/>
                </a:lnTo>
                <a:lnTo>
                  <a:pt x="36769" y="37654"/>
                </a:lnTo>
                <a:lnTo>
                  <a:pt x="42428" y="6855"/>
                </a:lnTo>
                <a:lnTo>
                  <a:pt x="30485" y="6855"/>
                </a:lnTo>
                <a:lnTo>
                  <a:pt x="24828" y="37654"/>
                </a:lnTo>
                <a:lnTo>
                  <a:pt x="5814" y="37654"/>
                </a:lnTo>
                <a:lnTo>
                  <a:pt x="5814" y="48338"/>
                </a:lnTo>
                <a:lnTo>
                  <a:pt x="22786" y="48338"/>
                </a:lnTo>
                <a:lnTo>
                  <a:pt x="17913" y="75710"/>
                </a:lnTo>
                <a:lnTo>
                  <a:pt x="0" y="75710"/>
                </a:lnTo>
                <a:lnTo>
                  <a:pt x="0" y="86395"/>
                </a:lnTo>
                <a:lnTo>
                  <a:pt x="15871" y="86395"/>
                </a:lnTo>
                <a:lnTo>
                  <a:pt x="9900" y="119541"/>
                </a:lnTo>
                <a:lnTo>
                  <a:pt x="21843" y="119541"/>
                </a:lnTo>
                <a:lnTo>
                  <a:pt x="27969" y="86395"/>
                </a:lnTo>
                <a:lnTo>
                  <a:pt x="47456" y="86395"/>
                </a:lnTo>
                <a:lnTo>
                  <a:pt x="41485" y="119541"/>
                </a:lnTo>
                <a:lnTo>
                  <a:pt x="53426" y="119541"/>
                </a:lnTo>
                <a:lnTo>
                  <a:pt x="59555" y="86395"/>
                </a:lnTo>
                <a:lnTo>
                  <a:pt x="77940" y="86395"/>
                </a:lnTo>
                <a:lnTo>
                  <a:pt x="77940" y="75710"/>
                </a:lnTo>
                <a:lnTo>
                  <a:pt x="61442" y="75710"/>
                </a:lnTo>
                <a:lnTo>
                  <a:pt x="66311" y="48338"/>
                </a:lnTo>
                <a:lnTo>
                  <a:pt x="82968" y="48338"/>
                </a:lnTo>
                <a:lnTo>
                  <a:pt x="82968" y="37654"/>
                </a:lnTo>
                <a:lnTo>
                  <a:pt x="68354" y="37654"/>
                </a:lnTo>
                <a:lnTo>
                  <a:pt x="74013" y="6855"/>
                </a:lnTo>
                <a:moveTo>
                  <a:pt x="54371" y="48338"/>
                </a:moveTo>
                <a:lnTo>
                  <a:pt x="49499" y="75710"/>
                </a:lnTo>
                <a:lnTo>
                  <a:pt x="29856" y="75710"/>
                </a:lnTo>
                <a:lnTo>
                  <a:pt x="34884" y="48338"/>
                </a:lnTo>
                <a:lnTo>
                  <a:pt x="54371" y="48338"/>
                </a:lnTo>
                <a:close/>
                <a:moveTo>
                  <a:pt x="175207" y="31765"/>
                </a:moveTo>
                <a:cubicBezTo>
                  <a:pt x="151952" y="31765"/>
                  <a:pt x="138124" y="48271"/>
                  <a:pt x="138124" y="75962"/>
                </a:cubicBezTo>
                <a:cubicBezTo>
                  <a:pt x="138124" y="103809"/>
                  <a:pt x="151952" y="120155"/>
                  <a:pt x="175365" y="120155"/>
                </a:cubicBezTo>
                <a:cubicBezTo>
                  <a:pt x="198621" y="120155"/>
                  <a:pt x="212607" y="103651"/>
                  <a:pt x="212607" y="76590"/>
                </a:cubicBezTo>
                <a:cubicBezTo>
                  <a:pt x="212607" y="47957"/>
                  <a:pt x="199093" y="31765"/>
                  <a:pt x="175207" y="31765"/>
                </a:cubicBezTo>
                <a:moveTo>
                  <a:pt x="175365" y="43866"/>
                </a:moveTo>
                <a:cubicBezTo>
                  <a:pt x="190135" y="43866"/>
                  <a:pt x="198935" y="55980"/>
                  <a:pt x="198935" y="76432"/>
                </a:cubicBezTo>
                <a:cubicBezTo>
                  <a:pt x="198935" y="95942"/>
                  <a:pt x="189821" y="108056"/>
                  <a:pt x="175365" y="108056"/>
                </a:cubicBezTo>
                <a:cubicBezTo>
                  <a:pt x="160751" y="108056"/>
                  <a:pt x="151793" y="95942"/>
                  <a:pt x="151793" y="75962"/>
                </a:cubicBezTo>
                <a:cubicBezTo>
                  <a:pt x="151793" y="55980"/>
                  <a:pt x="160751" y="43866"/>
                  <a:pt x="175365" y="43866"/>
                </a:cubicBezTo>
                <a:close/>
                <a:moveTo>
                  <a:pt x="262891" y="34067"/>
                </a:moveTo>
                <a:lnTo>
                  <a:pt x="249219" y="34067"/>
                </a:lnTo>
                <a:lnTo>
                  <a:pt x="249219" y="21181"/>
                </a:lnTo>
                <a:cubicBezTo>
                  <a:pt x="249219" y="15681"/>
                  <a:pt x="252204" y="12854"/>
                  <a:pt x="258333" y="12854"/>
                </a:cubicBezTo>
                <a:cubicBezTo>
                  <a:pt x="259433" y="12854"/>
                  <a:pt x="259906" y="12854"/>
                  <a:pt x="262891" y="13010"/>
                </a:cubicBezTo>
                <a:lnTo>
                  <a:pt x="262891" y="2168"/>
                </a:lnTo>
                <a:cubicBezTo>
                  <a:pt x="259906" y="1539"/>
                  <a:pt x="258177" y="1381"/>
                  <a:pt x="255506" y="1381"/>
                </a:cubicBezTo>
                <a:cubicBezTo>
                  <a:pt x="243404" y="1381"/>
                  <a:pt x="236178" y="8296"/>
                  <a:pt x="236178" y="20081"/>
                </a:cubicBezTo>
                <a:lnTo>
                  <a:pt x="236178" y="34067"/>
                </a:lnTo>
                <a:lnTo>
                  <a:pt x="225177" y="34067"/>
                </a:lnTo>
                <a:lnTo>
                  <a:pt x="225177" y="44753"/>
                </a:lnTo>
                <a:lnTo>
                  <a:pt x="236178" y="44753"/>
                </a:lnTo>
                <a:lnTo>
                  <a:pt x="236178" y="116472"/>
                </a:lnTo>
                <a:lnTo>
                  <a:pt x="249219" y="116472"/>
                </a:lnTo>
                <a:lnTo>
                  <a:pt x="249219" y="44753"/>
                </a:lnTo>
                <a:lnTo>
                  <a:pt x="262891" y="44753"/>
                </a:lnTo>
                <a:lnTo>
                  <a:pt x="262891" y="34067"/>
                </a:lnTo>
                <a:close/>
                <a:moveTo>
                  <a:pt x="367700" y="14880"/>
                </a:moveTo>
                <a:lnTo>
                  <a:pt x="405255" y="14880"/>
                </a:lnTo>
                <a:lnTo>
                  <a:pt x="405255" y="1995"/>
                </a:lnTo>
                <a:lnTo>
                  <a:pt x="315375" y="1995"/>
                </a:lnTo>
                <a:lnTo>
                  <a:pt x="315375" y="14880"/>
                </a:lnTo>
                <a:lnTo>
                  <a:pt x="353086" y="14880"/>
                </a:lnTo>
                <a:lnTo>
                  <a:pt x="353086" y="116472"/>
                </a:lnTo>
                <a:lnTo>
                  <a:pt x="367700" y="116472"/>
                </a:lnTo>
                <a:lnTo>
                  <a:pt x="367700" y="14880"/>
                </a:lnTo>
                <a:close/>
                <a:moveTo>
                  <a:pt x="482412" y="79741"/>
                </a:moveTo>
                <a:cubicBezTo>
                  <a:pt x="482412" y="67167"/>
                  <a:pt x="481467" y="59610"/>
                  <a:pt x="479110" y="53469"/>
                </a:cubicBezTo>
                <a:cubicBezTo>
                  <a:pt x="473768" y="39936"/>
                  <a:pt x="461197" y="31765"/>
                  <a:pt x="445799" y="31765"/>
                </a:cubicBezTo>
                <a:cubicBezTo>
                  <a:pt x="422855" y="31765"/>
                  <a:pt x="408085" y="49218"/>
                  <a:pt x="408085" y="76442"/>
                </a:cubicBezTo>
                <a:cubicBezTo>
                  <a:pt x="408085" y="103651"/>
                  <a:pt x="422227" y="120155"/>
                  <a:pt x="445485" y="120155"/>
                </a:cubicBezTo>
                <a:cubicBezTo>
                  <a:pt x="464340" y="120155"/>
                  <a:pt x="477381" y="109470"/>
                  <a:pt x="480683" y="91538"/>
                </a:cubicBezTo>
                <a:lnTo>
                  <a:pt x="467484" y="91538"/>
                </a:lnTo>
                <a:cubicBezTo>
                  <a:pt x="463868" y="102392"/>
                  <a:pt x="456483" y="108056"/>
                  <a:pt x="445955" y="108056"/>
                </a:cubicBezTo>
                <a:cubicBezTo>
                  <a:pt x="437627" y="108056"/>
                  <a:pt x="430556" y="104282"/>
                  <a:pt x="426157" y="97359"/>
                </a:cubicBezTo>
                <a:cubicBezTo>
                  <a:pt x="423013" y="92641"/>
                  <a:pt x="421913" y="87920"/>
                  <a:pt x="421757" y="79741"/>
                </a:cubicBezTo>
                <a:lnTo>
                  <a:pt x="482412" y="79741"/>
                </a:lnTo>
                <a:moveTo>
                  <a:pt x="422071" y="69054"/>
                </a:moveTo>
                <a:cubicBezTo>
                  <a:pt x="423169" y="53783"/>
                  <a:pt x="432441" y="43866"/>
                  <a:pt x="445640" y="43866"/>
                </a:cubicBezTo>
                <a:cubicBezTo>
                  <a:pt x="458998" y="43866"/>
                  <a:pt x="468268" y="54256"/>
                  <a:pt x="468268" y="69054"/>
                </a:cubicBezTo>
                <a:lnTo>
                  <a:pt x="422071" y="69054"/>
                </a:lnTo>
                <a:close/>
                <a:moveTo>
                  <a:pt x="560507" y="57083"/>
                </a:moveTo>
                <a:cubicBezTo>
                  <a:pt x="560351" y="40881"/>
                  <a:pt x="549665" y="31765"/>
                  <a:pt x="530651" y="31765"/>
                </a:cubicBezTo>
                <a:cubicBezTo>
                  <a:pt x="511481" y="31765"/>
                  <a:pt x="499068" y="41665"/>
                  <a:pt x="499068" y="56924"/>
                </a:cubicBezTo>
                <a:cubicBezTo>
                  <a:pt x="499068" y="69824"/>
                  <a:pt x="505666" y="75962"/>
                  <a:pt x="525153" y="80681"/>
                </a:cubicBezTo>
                <a:lnTo>
                  <a:pt x="537410" y="83671"/>
                </a:lnTo>
                <a:cubicBezTo>
                  <a:pt x="546523" y="85872"/>
                  <a:pt x="550137" y="89176"/>
                  <a:pt x="550137" y="94998"/>
                </a:cubicBezTo>
                <a:cubicBezTo>
                  <a:pt x="550137" y="102865"/>
                  <a:pt x="542438" y="108056"/>
                  <a:pt x="530967" y="108056"/>
                </a:cubicBezTo>
                <a:cubicBezTo>
                  <a:pt x="523894" y="108056"/>
                  <a:pt x="517923" y="106010"/>
                  <a:pt x="514624" y="102550"/>
                </a:cubicBezTo>
                <a:cubicBezTo>
                  <a:pt x="512581" y="100189"/>
                  <a:pt x="511639" y="97829"/>
                  <a:pt x="510853" y="92008"/>
                </a:cubicBezTo>
                <a:lnTo>
                  <a:pt x="497025" y="92008"/>
                </a:lnTo>
                <a:cubicBezTo>
                  <a:pt x="497653" y="111041"/>
                  <a:pt x="508337" y="120155"/>
                  <a:pt x="529867" y="120155"/>
                </a:cubicBezTo>
                <a:cubicBezTo>
                  <a:pt x="550609" y="120155"/>
                  <a:pt x="563809" y="109943"/>
                  <a:pt x="563809" y="94053"/>
                </a:cubicBezTo>
                <a:cubicBezTo>
                  <a:pt x="563809" y="81781"/>
                  <a:pt x="556894" y="75017"/>
                  <a:pt x="540551" y="71083"/>
                </a:cubicBezTo>
                <a:lnTo>
                  <a:pt x="527980" y="68095"/>
                </a:lnTo>
                <a:cubicBezTo>
                  <a:pt x="517295" y="65578"/>
                  <a:pt x="512737" y="62115"/>
                  <a:pt x="512737" y="56294"/>
                </a:cubicBezTo>
                <a:cubicBezTo>
                  <a:pt x="512737" y="48585"/>
                  <a:pt x="519494" y="43866"/>
                  <a:pt x="530181" y="43866"/>
                </a:cubicBezTo>
                <a:cubicBezTo>
                  <a:pt x="540709" y="43866"/>
                  <a:pt x="546365" y="48429"/>
                  <a:pt x="546679" y="57083"/>
                </a:cubicBezTo>
                <a:lnTo>
                  <a:pt x="560507" y="57083"/>
                </a:lnTo>
                <a:close/>
                <a:moveTo>
                  <a:pt x="598850" y="34067"/>
                </a:moveTo>
                <a:lnTo>
                  <a:pt x="585336" y="34067"/>
                </a:lnTo>
                <a:lnTo>
                  <a:pt x="585336" y="11440"/>
                </a:lnTo>
                <a:lnTo>
                  <a:pt x="572293" y="11440"/>
                </a:lnTo>
                <a:lnTo>
                  <a:pt x="572293" y="34067"/>
                </a:lnTo>
                <a:lnTo>
                  <a:pt x="561136" y="34067"/>
                </a:lnTo>
                <a:lnTo>
                  <a:pt x="561136" y="44753"/>
                </a:lnTo>
                <a:lnTo>
                  <a:pt x="572293" y="44753"/>
                </a:lnTo>
                <a:lnTo>
                  <a:pt x="572293" y="107111"/>
                </a:lnTo>
                <a:cubicBezTo>
                  <a:pt x="572293" y="115599"/>
                  <a:pt x="577949" y="120155"/>
                  <a:pt x="588163" y="120155"/>
                </a:cubicBezTo>
                <a:cubicBezTo>
                  <a:pt x="591621" y="120155"/>
                  <a:pt x="594450" y="119840"/>
                  <a:pt x="598850" y="119056"/>
                </a:cubicBezTo>
                <a:lnTo>
                  <a:pt x="598850" y="108056"/>
                </a:lnTo>
                <a:cubicBezTo>
                  <a:pt x="596963" y="108528"/>
                  <a:pt x="595234" y="108684"/>
                  <a:pt x="592563" y="108684"/>
                </a:cubicBezTo>
                <a:cubicBezTo>
                  <a:pt x="586907" y="108684"/>
                  <a:pt x="585336" y="107111"/>
                  <a:pt x="585336" y="101284"/>
                </a:cubicBezTo>
                <a:lnTo>
                  <a:pt x="585336" y="44753"/>
                </a:lnTo>
                <a:lnTo>
                  <a:pt x="598850" y="44753"/>
                </a:lnTo>
                <a:lnTo>
                  <a:pt x="598850" y="34067"/>
                </a:lnTo>
                <a:close/>
                <a:moveTo>
                  <a:pt x="752842" y="37426"/>
                </a:moveTo>
                <a:cubicBezTo>
                  <a:pt x="748287" y="12257"/>
                  <a:pt x="733831" y="0"/>
                  <a:pt x="708688" y="0"/>
                </a:cubicBezTo>
                <a:cubicBezTo>
                  <a:pt x="693288" y="0"/>
                  <a:pt x="680875" y="4872"/>
                  <a:pt x="672389" y="14302"/>
                </a:cubicBezTo>
                <a:cubicBezTo>
                  <a:pt x="662019" y="25629"/>
                  <a:pt x="656361" y="41989"/>
                  <a:pt x="656361" y="60550"/>
                </a:cubicBezTo>
                <a:cubicBezTo>
                  <a:pt x="656361" y="79427"/>
                  <a:pt x="662175" y="95631"/>
                  <a:pt x="672862" y="106799"/>
                </a:cubicBezTo>
                <a:cubicBezTo>
                  <a:pt x="681817" y="115913"/>
                  <a:pt x="693132" y="120155"/>
                  <a:pt x="708060" y="120155"/>
                </a:cubicBezTo>
                <a:cubicBezTo>
                  <a:pt x="736030" y="120155"/>
                  <a:pt x="751744" y="105068"/>
                  <a:pt x="755199" y="74708"/>
                </a:cubicBezTo>
                <a:lnTo>
                  <a:pt x="740115" y="74708"/>
                </a:lnTo>
                <a:cubicBezTo>
                  <a:pt x="738859" y="82573"/>
                  <a:pt x="737286" y="87922"/>
                  <a:pt x="734929" y="92485"/>
                </a:cubicBezTo>
                <a:cubicBezTo>
                  <a:pt x="730215" y="101922"/>
                  <a:pt x="720473" y="107272"/>
                  <a:pt x="708216" y="107272"/>
                </a:cubicBezTo>
                <a:cubicBezTo>
                  <a:pt x="685431" y="107272"/>
                  <a:pt x="670975" y="89023"/>
                  <a:pt x="670975" y="60394"/>
                </a:cubicBezTo>
                <a:cubicBezTo>
                  <a:pt x="670975" y="30976"/>
                  <a:pt x="684646" y="12885"/>
                  <a:pt x="706960" y="12885"/>
                </a:cubicBezTo>
                <a:cubicBezTo>
                  <a:pt x="716232" y="12885"/>
                  <a:pt x="724873" y="15561"/>
                  <a:pt x="729587" y="20124"/>
                </a:cubicBezTo>
                <a:cubicBezTo>
                  <a:pt x="733831" y="24056"/>
                  <a:pt x="736188" y="28775"/>
                  <a:pt x="737914" y="37426"/>
                </a:cubicBezTo>
                <a:lnTo>
                  <a:pt x="752842" y="37426"/>
                </a:lnTo>
                <a:close/>
                <a:moveTo>
                  <a:pt x="845082" y="108842"/>
                </a:moveTo>
                <a:cubicBezTo>
                  <a:pt x="843670" y="109156"/>
                  <a:pt x="843039" y="109156"/>
                  <a:pt x="842255" y="109156"/>
                </a:cubicBezTo>
                <a:cubicBezTo>
                  <a:pt x="837697" y="109156"/>
                  <a:pt x="835184" y="106797"/>
                  <a:pt x="835184" y="102706"/>
                </a:cubicBezTo>
                <a:lnTo>
                  <a:pt x="835184" y="54248"/>
                </a:lnTo>
                <a:cubicBezTo>
                  <a:pt x="835184" y="39622"/>
                  <a:pt x="824498" y="31765"/>
                  <a:pt x="804227" y="31765"/>
                </a:cubicBezTo>
                <a:cubicBezTo>
                  <a:pt x="792128" y="31765"/>
                  <a:pt x="782542" y="35223"/>
                  <a:pt x="776886" y="41351"/>
                </a:cubicBezTo>
                <a:cubicBezTo>
                  <a:pt x="773114" y="45597"/>
                  <a:pt x="771542" y="50316"/>
                  <a:pt x="771227" y="58497"/>
                </a:cubicBezTo>
                <a:lnTo>
                  <a:pt x="784427" y="58497"/>
                </a:lnTo>
                <a:cubicBezTo>
                  <a:pt x="785527" y="48429"/>
                  <a:pt x="791500" y="43866"/>
                  <a:pt x="803755" y="43866"/>
                </a:cubicBezTo>
                <a:cubicBezTo>
                  <a:pt x="815698" y="43866"/>
                  <a:pt x="822141" y="48271"/>
                  <a:pt x="822141" y="56138"/>
                </a:cubicBezTo>
                <a:lnTo>
                  <a:pt x="822141" y="59598"/>
                </a:lnTo>
                <a:cubicBezTo>
                  <a:pt x="821985" y="65264"/>
                  <a:pt x="819155" y="67309"/>
                  <a:pt x="808469" y="68723"/>
                </a:cubicBezTo>
                <a:cubicBezTo>
                  <a:pt x="789927" y="71083"/>
                  <a:pt x="787098" y="71713"/>
                  <a:pt x="782070" y="73759"/>
                </a:cubicBezTo>
                <a:cubicBezTo>
                  <a:pt x="772486" y="77849"/>
                  <a:pt x="767614" y="85085"/>
                  <a:pt x="767614" y="95784"/>
                </a:cubicBezTo>
                <a:cubicBezTo>
                  <a:pt x="767614" y="110727"/>
                  <a:pt x="777984" y="120155"/>
                  <a:pt x="794641" y="120155"/>
                </a:cubicBezTo>
                <a:cubicBezTo>
                  <a:pt x="805014" y="120155"/>
                  <a:pt x="813341" y="116541"/>
                  <a:pt x="822613" y="108056"/>
                </a:cubicBezTo>
                <a:cubicBezTo>
                  <a:pt x="823555" y="116541"/>
                  <a:pt x="827641" y="120155"/>
                  <a:pt x="836127" y="120155"/>
                </a:cubicBezTo>
                <a:cubicBezTo>
                  <a:pt x="838953" y="120155"/>
                  <a:pt x="840682" y="119840"/>
                  <a:pt x="845082" y="118742"/>
                </a:cubicBezTo>
                <a:lnTo>
                  <a:pt x="845082" y="108842"/>
                </a:lnTo>
                <a:moveTo>
                  <a:pt x="822141" y="90593"/>
                </a:moveTo>
                <a:cubicBezTo>
                  <a:pt x="822141" y="94998"/>
                  <a:pt x="820884" y="97671"/>
                  <a:pt x="816954" y="101289"/>
                </a:cubicBezTo>
                <a:cubicBezTo>
                  <a:pt x="811612" y="106169"/>
                  <a:pt x="805170" y="108684"/>
                  <a:pt x="797470" y="108684"/>
                </a:cubicBezTo>
                <a:cubicBezTo>
                  <a:pt x="787256" y="108684"/>
                  <a:pt x="781286" y="103807"/>
                  <a:pt x="781286" y="95470"/>
                </a:cubicBezTo>
                <a:cubicBezTo>
                  <a:pt x="781286" y="86817"/>
                  <a:pt x="786942" y="82412"/>
                  <a:pt x="801084" y="80367"/>
                </a:cubicBezTo>
                <a:cubicBezTo>
                  <a:pt x="815070" y="78477"/>
                  <a:pt x="817741" y="77849"/>
                  <a:pt x="822141" y="75804"/>
                </a:cubicBezTo>
                <a:lnTo>
                  <a:pt x="822141" y="90593"/>
                </a:lnTo>
                <a:close/>
                <a:moveTo>
                  <a:pt x="919722" y="57083"/>
                </a:moveTo>
                <a:cubicBezTo>
                  <a:pt x="919566" y="40881"/>
                  <a:pt x="908880" y="31765"/>
                  <a:pt x="889866" y="31765"/>
                </a:cubicBezTo>
                <a:cubicBezTo>
                  <a:pt x="870696" y="31765"/>
                  <a:pt x="858283" y="41665"/>
                  <a:pt x="858283" y="56924"/>
                </a:cubicBezTo>
                <a:cubicBezTo>
                  <a:pt x="858283" y="69824"/>
                  <a:pt x="864881" y="75962"/>
                  <a:pt x="884368" y="80681"/>
                </a:cubicBezTo>
                <a:lnTo>
                  <a:pt x="896625" y="83671"/>
                </a:lnTo>
                <a:cubicBezTo>
                  <a:pt x="905739" y="85872"/>
                  <a:pt x="909352" y="89176"/>
                  <a:pt x="909352" y="94998"/>
                </a:cubicBezTo>
                <a:cubicBezTo>
                  <a:pt x="909352" y="102865"/>
                  <a:pt x="901653" y="108056"/>
                  <a:pt x="890182" y="108056"/>
                </a:cubicBezTo>
                <a:cubicBezTo>
                  <a:pt x="883109" y="108056"/>
                  <a:pt x="877139" y="106010"/>
                  <a:pt x="873839" y="102550"/>
                </a:cubicBezTo>
                <a:cubicBezTo>
                  <a:pt x="871796" y="100189"/>
                  <a:pt x="870854" y="97829"/>
                  <a:pt x="870068" y="92008"/>
                </a:cubicBezTo>
                <a:lnTo>
                  <a:pt x="856240" y="92008"/>
                </a:lnTo>
                <a:cubicBezTo>
                  <a:pt x="856868" y="111041"/>
                  <a:pt x="867552" y="120155"/>
                  <a:pt x="889082" y="120155"/>
                </a:cubicBezTo>
                <a:cubicBezTo>
                  <a:pt x="909824" y="120155"/>
                  <a:pt x="923024" y="109943"/>
                  <a:pt x="923024" y="94053"/>
                </a:cubicBezTo>
                <a:cubicBezTo>
                  <a:pt x="923024" y="81781"/>
                  <a:pt x="916109" y="75017"/>
                  <a:pt x="899766" y="71083"/>
                </a:cubicBezTo>
                <a:lnTo>
                  <a:pt x="887195" y="68095"/>
                </a:lnTo>
                <a:cubicBezTo>
                  <a:pt x="876510" y="65578"/>
                  <a:pt x="871952" y="62115"/>
                  <a:pt x="871952" y="56294"/>
                </a:cubicBezTo>
                <a:cubicBezTo>
                  <a:pt x="871952" y="48585"/>
                  <a:pt x="878709" y="43866"/>
                  <a:pt x="889396" y="43866"/>
                </a:cubicBezTo>
                <a:cubicBezTo>
                  <a:pt x="899924" y="43866"/>
                  <a:pt x="905580" y="48429"/>
                  <a:pt x="905894" y="57083"/>
                </a:cubicBezTo>
                <a:lnTo>
                  <a:pt x="919722" y="57083"/>
                </a:lnTo>
                <a:close/>
                <a:moveTo>
                  <a:pt x="998764" y="79741"/>
                </a:moveTo>
                <a:cubicBezTo>
                  <a:pt x="998764" y="67167"/>
                  <a:pt x="997819" y="59610"/>
                  <a:pt x="995462" y="53469"/>
                </a:cubicBezTo>
                <a:cubicBezTo>
                  <a:pt x="990120" y="39936"/>
                  <a:pt x="977549" y="31765"/>
                  <a:pt x="962151" y="31765"/>
                </a:cubicBezTo>
                <a:cubicBezTo>
                  <a:pt x="939207" y="31765"/>
                  <a:pt x="924437" y="49218"/>
                  <a:pt x="924437" y="76442"/>
                </a:cubicBezTo>
                <a:cubicBezTo>
                  <a:pt x="924437" y="103651"/>
                  <a:pt x="938579" y="120155"/>
                  <a:pt x="961837" y="120155"/>
                </a:cubicBezTo>
                <a:cubicBezTo>
                  <a:pt x="980692" y="120155"/>
                  <a:pt x="993734" y="109470"/>
                  <a:pt x="997035" y="91538"/>
                </a:cubicBezTo>
                <a:lnTo>
                  <a:pt x="983836" y="91538"/>
                </a:lnTo>
                <a:cubicBezTo>
                  <a:pt x="980220" y="102392"/>
                  <a:pt x="972835" y="108056"/>
                  <a:pt x="962307" y="108056"/>
                </a:cubicBezTo>
                <a:cubicBezTo>
                  <a:pt x="953979" y="108056"/>
                  <a:pt x="946908" y="104282"/>
                  <a:pt x="942509" y="97359"/>
                </a:cubicBezTo>
                <a:cubicBezTo>
                  <a:pt x="939365" y="92641"/>
                  <a:pt x="938265" y="87920"/>
                  <a:pt x="938109" y="79741"/>
                </a:cubicBezTo>
                <a:lnTo>
                  <a:pt x="998764" y="79741"/>
                </a:lnTo>
                <a:moveTo>
                  <a:pt x="938423" y="69054"/>
                </a:moveTo>
                <a:cubicBezTo>
                  <a:pt x="939521" y="53783"/>
                  <a:pt x="948793" y="43866"/>
                  <a:pt x="961993" y="43866"/>
                </a:cubicBezTo>
                <a:cubicBezTo>
                  <a:pt x="975350" y="43866"/>
                  <a:pt x="984620" y="54256"/>
                  <a:pt x="984620" y="69054"/>
                </a:cubicBezTo>
                <a:lnTo>
                  <a:pt x="938423" y="69054"/>
                </a:lnTo>
                <a:close/>
                <a:moveTo>
                  <a:pt x="1076859" y="57083"/>
                </a:moveTo>
                <a:cubicBezTo>
                  <a:pt x="1076703" y="40881"/>
                  <a:pt x="1066016" y="31765"/>
                  <a:pt x="1047002" y="31765"/>
                </a:cubicBezTo>
                <a:cubicBezTo>
                  <a:pt x="1027833" y="31765"/>
                  <a:pt x="1015420" y="41665"/>
                  <a:pt x="1015420" y="56924"/>
                </a:cubicBezTo>
                <a:cubicBezTo>
                  <a:pt x="1015420" y="69824"/>
                  <a:pt x="1022018" y="75962"/>
                  <a:pt x="1041504" y="80681"/>
                </a:cubicBezTo>
                <a:lnTo>
                  <a:pt x="1053762" y="83671"/>
                </a:lnTo>
                <a:cubicBezTo>
                  <a:pt x="1062875" y="85872"/>
                  <a:pt x="1066489" y="89176"/>
                  <a:pt x="1066489" y="94998"/>
                </a:cubicBezTo>
                <a:cubicBezTo>
                  <a:pt x="1066489" y="102865"/>
                  <a:pt x="1058790" y="108056"/>
                  <a:pt x="1047319" y="108056"/>
                </a:cubicBezTo>
                <a:cubicBezTo>
                  <a:pt x="1040246" y="108056"/>
                  <a:pt x="1034275" y="106010"/>
                  <a:pt x="1030976" y="102550"/>
                </a:cubicBezTo>
                <a:cubicBezTo>
                  <a:pt x="1028933" y="100189"/>
                  <a:pt x="1027991" y="97829"/>
                  <a:pt x="1027204" y="92008"/>
                </a:cubicBezTo>
                <a:lnTo>
                  <a:pt x="1013377" y="92008"/>
                </a:lnTo>
                <a:cubicBezTo>
                  <a:pt x="1014005" y="111041"/>
                  <a:pt x="1024689" y="120155"/>
                  <a:pt x="1046218" y="120155"/>
                </a:cubicBezTo>
                <a:cubicBezTo>
                  <a:pt x="1066961" y="120155"/>
                  <a:pt x="1080161" y="109943"/>
                  <a:pt x="1080161" y="94053"/>
                </a:cubicBezTo>
                <a:cubicBezTo>
                  <a:pt x="1080161" y="81781"/>
                  <a:pt x="1073245" y="75017"/>
                  <a:pt x="1056903" y="71083"/>
                </a:cubicBezTo>
                <a:lnTo>
                  <a:pt x="1044331" y="68095"/>
                </a:lnTo>
                <a:cubicBezTo>
                  <a:pt x="1033647" y="65578"/>
                  <a:pt x="1029089" y="62115"/>
                  <a:pt x="1029089" y="56294"/>
                </a:cubicBezTo>
                <a:cubicBezTo>
                  <a:pt x="1029089" y="48585"/>
                  <a:pt x="1035846" y="43866"/>
                  <a:pt x="1046532" y="43866"/>
                </a:cubicBezTo>
                <a:cubicBezTo>
                  <a:pt x="1057061" y="43866"/>
                  <a:pt x="1062717" y="48429"/>
                  <a:pt x="1063031" y="57083"/>
                </a:cubicBezTo>
                <a:lnTo>
                  <a:pt x="1076859" y="57083"/>
                </a:lnTo>
                <a:close/>
                <a:moveTo>
                  <a:pt x="1157314" y="1995"/>
                </a:moveTo>
                <a:cubicBezTo>
                  <a:pt x="1141599" y="22582"/>
                  <a:pt x="1131701" y="51179"/>
                  <a:pt x="1131701" y="75849"/>
                </a:cubicBezTo>
                <a:cubicBezTo>
                  <a:pt x="1131701" y="100678"/>
                  <a:pt x="1141599" y="129278"/>
                  <a:pt x="1157314" y="149862"/>
                </a:cubicBezTo>
                <a:lnTo>
                  <a:pt x="1165958" y="149862"/>
                </a:lnTo>
                <a:cubicBezTo>
                  <a:pt x="1152128" y="127391"/>
                  <a:pt x="1144428" y="100992"/>
                  <a:pt x="1144428" y="75849"/>
                </a:cubicBezTo>
                <a:cubicBezTo>
                  <a:pt x="1144428" y="50865"/>
                  <a:pt x="1152128" y="24310"/>
                  <a:pt x="1165958" y="1995"/>
                </a:cubicBezTo>
                <a:lnTo>
                  <a:pt x="1157314" y="1995"/>
                </a:lnTo>
                <a:close/>
                <a:moveTo>
                  <a:pt x="1188741" y="34067"/>
                </a:moveTo>
                <a:lnTo>
                  <a:pt x="1175698" y="34067"/>
                </a:lnTo>
                <a:lnTo>
                  <a:pt x="1175698" y="116472"/>
                </a:lnTo>
                <a:lnTo>
                  <a:pt x="1188741" y="116472"/>
                </a:lnTo>
                <a:lnTo>
                  <a:pt x="1188741" y="34067"/>
                </a:lnTo>
                <a:moveTo>
                  <a:pt x="1188741" y="1995"/>
                </a:moveTo>
                <a:lnTo>
                  <a:pt x="1175542" y="1995"/>
                </a:lnTo>
                <a:lnTo>
                  <a:pt x="1175542" y="18496"/>
                </a:lnTo>
                <a:lnTo>
                  <a:pt x="1188741" y="18496"/>
                </a:lnTo>
                <a:lnTo>
                  <a:pt x="1188741" y="1995"/>
                </a:lnTo>
                <a:close/>
                <a:moveTo>
                  <a:pt x="1220954" y="34067"/>
                </a:moveTo>
                <a:lnTo>
                  <a:pt x="1220954" y="116472"/>
                </a:lnTo>
                <a:lnTo>
                  <a:pt x="1234154" y="116472"/>
                </a:lnTo>
                <a:lnTo>
                  <a:pt x="1234154" y="71025"/>
                </a:lnTo>
                <a:cubicBezTo>
                  <a:pt x="1234154" y="54239"/>
                  <a:pt x="1242953" y="43238"/>
                  <a:pt x="1256467" y="43238"/>
                </a:cubicBezTo>
                <a:cubicBezTo>
                  <a:pt x="1266839" y="43238"/>
                  <a:pt x="1273438" y="49525"/>
                  <a:pt x="1273438" y="59425"/>
                </a:cubicBezTo>
                <a:lnTo>
                  <a:pt x="1273438" y="116472"/>
                </a:lnTo>
                <a:lnTo>
                  <a:pt x="1286482" y="116472"/>
                </a:lnTo>
                <a:lnTo>
                  <a:pt x="1286482" y="54239"/>
                </a:lnTo>
                <a:cubicBezTo>
                  <a:pt x="1286482" y="40567"/>
                  <a:pt x="1276267" y="31765"/>
                  <a:pt x="1260397" y="31765"/>
                </a:cubicBezTo>
                <a:cubicBezTo>
                  <a:pt x="1248140" y="31710"/>
                  <a:pt x="1240282" y="36426"/>
                  <a:pt x="1233053" y="47897"/>
                </a:cubicBezTo>
                <a:lnTo>
                  <a:pt x="1233053" y="34067"/>
                </a:lnTo>
                <a:lnTo>
                  <a:pt x="1220954" y="34067"/>
                </a:lnTo>
                <a:close/>
                <a:moveTo>
                  <a:pt x="1355621" y="34067"/>
                </a:moveTo>
                <a:lnTo>
                  <a:pt x="1355621" y="116472"/>
                </a:lnTo>
                <a:lnTo>
                  <a:pt x="1368820" y="116472"/>
                </a:lnTo>
                <a:lnTo>
                  <a:pt x="1368820" y="64734"/>
                </a:lnTo>
                <a:cubicBezTo>
                  <a:pt x="1368820" y="52824"/>
                  <a:pt x="1377464" y="43238"/>
                  <a:pt x="1388148" y="43238"/>
                </a:cubicBezTo>
                <a:cubicBezTo>
                  <a:pt x="1397890" y="43238"/>
                  <a:pt x="1403391" y="49208"/>
                  <a:pt x="1403391" y="59739"/>
                </a:cubicBezTo>
                <a:lnTo>
                  <a:pt x="1403391" y="116472"/>
                </a:lnTo>
                <a:lnTo>
                  <a:pt x="1416590" y="116472"/>
                </a:lnTo>
                <a:lnTo>
                  <a:pt x="1416590" y="64767"/>
                </a:lnTo>
                <a:cubicBezTo>
                  <a:pt x="1416590" y="52824"/>
                  <a:pt x="1425234" y="43238"/>
                  <a:pt x="1435918" y="43238"/>
                </a:cubicBezTo>
                <a:cubicBezTo>
                  <a:pt x="1445504" y="43238"/>
                  <a:pt x="1451160" y="49367"/>
                  <a:pt x="1451160" y="59739"/>
                </a:cubicBezTo>
                <a:lnTo>
                  <a:pt x="1451160" y="116472"/>
                </a:lnTo>
                <a:lnTo>
                  <a:pt x="1464360" y="116472"/>
                </a:lnTo>
                <a:lnTo>
                  <a:pt x="1464360" y="54711"/>
                </a:lnTo>
                <a:cubicBezTo>
                  <a:pt x="1464360" y="39936"/>
                  <a:pt x="1455874" y="31765"/>
                  <a:pt x="1440476" y="31765"/>
                </a:cubicBezTo>
                <a:cubicBezTo>
                  <a:pt x="1429475" y="31765"/>
                  <a:pt x="1422874" y="35067"/>
                  <a:pt x="1415175" y="44339"/>
                </a:cubicBezTo>
                <a:cubicBezTo>
                  <a:pt x="1410306" y="35537"/>
                  <a:pt x="1403705" y="31765"/>
                  <a:pt x="1393020" y="31765"/>
                </a:cubicBezTo>
                <a:cubicBezTo>
                  <a:pt x="1382020" y="31710"/>
                  <a:pt x="1374635" y="35796"/>
                  <a:pt x="1367720" y="45696"/>
                </a:cubicBezTo>
                <a:lnTo>
                  <a:pt x="1367720" y="34067"/>
                </a:lnTo>
                <a:lnTo>
                  <a:pt x="1355621" y="34067"/>
                </a:lnTo>
                <a:close/>
                <a:moveTo>
                  <a:pt x="1503015" y="34067"/>
                </a:moveTo>
                <a:lnTo>
                  <a:pt x="1489972" y="34067"/>
                </a:lnTo>
                <a:lnTo>
                  <a:pt x="1489972" y="116472"/>
                </a:lnTo>
                <a:lnTo>
                  <a:pt x="1503015" y="116472"/>
                </a:lnTo>
                <a:lnTo>
                  <a:pt x="1503015" y="34067"/>
                </a:lnTo>
                <a:moveTo>
                  <a:pt x="1503015" y="1995"/>
                </a:moveTo>
                <a:lnTo>
                  <a:pt x="1489816" y="1995"/>
                </a:lnTo>
                <a:lnTo>
                  <a:pt x="1489816" y="18496"/>
                </a:lnTo>
                <a:lnTo>
                  <a:pt x="1503015" y="18496"/>
                </a:lnTo>
                <a:lnTo>
                  <a:pt x="1503015" y="1995"/>
                </a:lnTo>
                <a:close/>
                <a:moveTo>
                  <a:pt x="1548114" y="1995"/>
                </a:moveTo>
                <a:lnTo>
                  <a:pt x="1534914" y="1995"/>
                </a:lnTo>
                <a:lnTo>
                  <a:pt x="1534914" y="116472"/>
                </a:lnTo>
                <a:lnTo>
                  <a:pt x="1548114" y="116472"/>
                </a:lnTo>
                <a:lnTo>
                  <a:pt x="1548114" y="1995"/>
                </a:lnTo>
                <a:close/>
                <a:moveTo>
                  <a:pt x="1593055" y="1995"/>
                </a:moveTo>
                <a:lnTo>
                  <a:pt x="1579855" y="1995"/>
                </a:lnTo>
                <a:lnTo>
                  <a:pt x="1579855" y="116472"/>
                </a:lnTo>
                <a:lnTo>
                  <a:pt x="1593055" y="116472"/>
                </a:lnTo>
                <a:lnTo>
                  <a:pt x="1593055" y="1995"/>
                </a:lnTo>
                <a:close/>
                <a:moveTo>
                  <a:pt x="1637682" y="34067"/>
                </a:moveTo>
                <a:lnTo>
                  <a:pt x="1624638" y="34067"/>
                </a:lnTo>
                <a:lnTo>
                  <a:pt x="1624638" y="116472"/>
                </a:lnTo>
                <a:lnTo>
                  <a:pt x="1637682" y="116472"/>
                </a:lnTo>
                <a:lnTo>
                  <a:pt x="1637682" y="34067"/>
                </a:lnTo>
                <a:moveTo>
                  <a:pt x="1637682" y="1995"/>
                </a:moveTo>
                <a:lnTo>
                  <a:pt x="1624482" y="1995"/>
                </a:lnTo>
                <a:lnTo>
                  <a:pt x="1624482" y="18496"/>
                </a:lnTo>
                <a:lnTo>
                  <a:pt x="1637682" y="18496"/>
                </a:lnTo>
                <a:lnTo>
                  <a:pt x="1637682" y="1995"/>
                </a:lnTo>
                <a:close/>
                <a:moveTo>
                  <a:pt x="1701636" y="31765"/>
                </a:moveTo>
                <a:cubicBezTo>
                  <a:pt x="1678380" y="31765"/>
                  <a:pt x="1664553" y="48271"/>
                  <a:pt x="1664553" y="75962"/>
                </a:cubicBezTo>
                <a:cubicBezTo>
                  <a:pt x="1664553" y="103809"/>
                  <a:pt x="1678380" y="120155"/>
                  <a:pt x="1701794" y="120155"/>
                </a:cubicBezTo>
                <a:cubicBezTo>
                  <a:pt x="1725049" y="120155"/>
                  <a:pt x="1739035" y="103651"/>
                  <a:pt x="1739035" y="76590"/>
                </a:cubicBezTo>
                <a:cubicBezTo>
                  <a:pt x="1739035" y="47957"/>
                  <a:pt x="1725522" y="31765"/>
                  <a:pt x="1701636" y="31765"/>
                </a:cubicBezTo>
                <a:moveTo>
                  <a:pt x="1701794" y="43866"/>
                </a:moveTo>
                <a:cubicBezTo>
                  <a:pt x="1716564" y="43866"/>
                  <a:pt x="1725364" y="55980"/>
                  <a:pt x="1725364" y="76432"/>
                </a:cubicBezTo>
                <a:cubicBezTo>
                  <a:pt x="1725364" y="95942"/>
                  <a:pt x="1716250" y="108056"/>
                  <a:pt x="1701794" y="108056"/>
                </a:cubicBezTo>
                <a:cubicBezTo>
                  <a:pt x="1687180" y="108056"/>
                  <a:pt x="1678222" y="95942"/>
                  <a:pt x="1678222" y="75962"/>
                </a:cubicBezTo>
                <a:cubicBezTo>
                  <a:pt x="1678222" y="55980"/>
                  <a:pt x="1687180" y="43866"/>
                  <a:pt x="1701794" y="43866"/>
                </a:cubicBezTo>
                <a:close/>
                <a:moveTo>
                  <a:pt x="1759777" y="34067"/>
                </a:moveTo>
                <a:lnTo>
                  <a:pt x="1759777" y="116472"/>
                </a:lnTo>
                <a:lnTo>
                  <a:pt x="1772976" y="116472"/>
                </a:lnTo>
                <a:lnTo>
                  <a:pt x="1772976" y="71025"/>
                </a:lnTo>
                <a:cubicBezTo>
                  <a:pt x="1772976" y="54239"/>
                  <a:pt x="1781776" y="43238"/>
                  <a:pt x="1795290" y="43238"/>
                </a:cubicBezTo>
                <a:cubicBezTo>
                  <a:pt x="1805662" y="43238"/>
                  <a:pt x="1812261" y="49525"/>
                  <a:pt x="1812261" y="59425"/>
                </a:cubicBezTo>
                <a:lnTo>
                  <a:pt x="1812261" y="116472"/>
                </a:lnTo>
                <a:lnTo>
                  <a:pt x="1825304" y="116472"/>
                </a:lnTo>
                <a:lnTo>
                  <a:pt x="1825304" y="54239"/>
                </a:lnTo>
                <a:cubicBezTo>
                  <a:pt x="1825304" y="40567"/>
                  <a:pt x="1815090" y="31765"/>
                  <a:pt x="1799219" y="31765"/>
                </a:cubicBezTo>
                <a:cubicBezTo>
                  <a:pt x="1786962" y="31710"/>
                  <a:pt x="1779105" y="36426"/>
                  <a:pt x="1771876" y="47897"/>
                </a:cubicBezTo>
                <a:lnTo>
                  <a:pt x="1771876" y="34067"/>
                </a:lnTo>
                <a:lnTo>
                  <a:pt x="1759777" y="34067"/>
                </a:lnTo>
                <a:close/>
                <a:moveTo>
                  <a:pt x="1853116" y="149862"/>
                </a:moveTo>
                <a:cubicBezTo>
                  <a:pt x="1868830" y="129278"/>
                  <a:pt x="1878730" y="100678"/>
                  <a:pt x="1878730" y="76008"/>
                </a:cubicBezTo>
                <a:cubicBezTo>
                  <a:pt x="1878730" y="51179"/>
                  <a:pt x="1868830" y="22582"/>
                  <a:pt x="1853116" y="1995"/>
                </a:cubicBezTo>
                <a:lnTo>
                  <a:pt x="1844474" y="1995"/>
                </a:lnTo>
                <a:cubicBezTo>
                  <a:pt x="1858302" y="24466"/>
                  <a:pt x="1866001" y="50865"/>
                  <a:pt x="1866001" y="76008"/>
                </a:cubicBezTo>
                <a:cubicBezTo>
                  <a:pt x="1866001" y="100992"/>
                  <a:pt x="1858302" y="127549"/>
                  <a:pt x="1844474" y="149862"/>
                </a:cubicBezTo>
                <a:lnTo>
                  <a:pt x="1853116" y="1498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O">
            <a:extLst xmlns:a="http://schemas.openxmlformats.org/drawingml/2006/main">
              <a:ext uri="{FF2B5EF4-FFF2-40B4-BE49-F238E27FC236}">
                <a16:creationId xmlns:a16="http://schemas.microsoft.com/office/drawing/2014/main" id="{605BCF57-504A-4373-9D56-1605B275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86" y="4062232"/>
            <a:ext cx="120155" cy="110624"/>
          </a:xfrm>
          <a:custGeom xmlns:a="http://schemas.openxmlformats.org/drawingml/2006/main">
            <a:pathLst>
              <a:path w="120155" h="110624">
                <a:moveTo>
                  <a:pt x="0" y="55469"/>
                </a:moveTo>
                <a:cubicBezTo>
                  <a:pt x="0" y="88310"/>
                  <a:pt x="24212" y="110624"/>
                  <a:pt x="60080" y="110624"/>
                </a:cubicBezTo>
                <a:cubicBezTo>
                  <a:pt x="96101" y="110624"/>
                  <a:pt x="120155" y="88469"/>
                  <a:pt x="120155" y="55311"/>
                </a:cubicBezTo>
                <a:cubicBezTo>
                  <a:pt x="120155" y="41327"/>
                  <a:pt x="115913" y="29070"/>
                  <a:pt x="108056" y="19798"/>
                </a:cubicBezTo>
                <a:cubicBezTo>
                  <a:pt x="97518" y="7385"/>
                  <a:pt x="79741" y="0"/>
                  <a:pt x="61022" y="0"/>
                </a:cubicBezTo>
                <a:cubicBezTo>
                  <a:pt x="24056" y="0"/>
                  <a:pt x="0" y="21841"/>
                  <a:pt x="0" y="55469"/>
                </a:cubicBezTo>
                <a:moveTo>
                  <a:pt x="12885" y="55469"/>
                </a:moveTo>
                <a:cubicBezTo>
                  <a:pt x="12885" y="30640"/>
                  <a:pt x="31607" y="14614"/>
                  <a:pt x="60708" y="14614"/>
                </a:cubicBezTo>
                <a:cubicBezTo>
                  <a:pt x="88394" y="14614"/>
                  <a:pt x="107272" y="31113"/>
                  <a:pt x="107272" y="55311"/>
                </a:cubicBezTo>
                <a:cubicBezTo>
                  <a:pt x="107272" y="79825"/>
                  <a:pt x="88394" y="96010"/>
                  <a:pt x="60080" y="96010"/>
                </a:cubicBezTo>
                <a:cubicBezTo>
                  <a:pt x="31763" y="96010"/>
                  <a:pt x="12885" y="79825"/>
                  <a:pt x="12885" y="554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p">
            <a:extLst xmlns:a="http://schemas.openxmlformats.org/drawingml/2006/main">
              <a:ext uri="{FF2B5EF4-FFF2-40B4-BE49-F238E27FC236}">
                <a16:creationId xmlns:a16="http://schemas.microsoft.com/office/drawing/2014/main" id="{781C60DF-AE3B-48C0-9FED-3A0CB97B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96" y="3984448"/>
            <a:ext cx="119088" cy="73699"/>
          </a:xfrm>
          <a:custGeom xmlns:a="http://schemas.openxmlformats.org/drawingml/2006/main">
            <a:pathLst>
              <a:path w="119088" h="73699">
                <a:moveTo>
                  <a:pt x="119088" y="73699"/>
                </a:moveTo>
                <a:lnTo>
                  <a:pt x="119088" y="60499"/>
                </a:lnTo>
                <a:lnTo>
                  <a:pt x="76190" y="60499"/>
                </a:lnTo>
                <a:cubicBezTo>
                  <a:pt x="84675" y="53584"/>
                  <a:pt x="88445" y="45885"/>
                  <a:pt x="88445" y="35199"/>
                </a:cubicBezTo>
                <a:cubicBezTo>
                  <a:pt x="88445" y="13828"/>
                  <a:pt x="71313" y="0"/>
                  <a:pt x="45039" y="0"/>
                </a:cubicBezTo>
                <a:cubicBezTo>
                  <a:pt x="17348" y="0"/>
                  <a:pt x="55" y="13514"/>
                  <a:pt x="55" y="35357"/>
                </a:cubicBezTo>
                <a:cubicBezTo>
                  <a:pt x="0" y="46513"/>
                  <a:pt x="5030" y="55469"/>
                  <a:pt x="14772" y="61597"/>
                </a:cubicBezTo>
                <a:lnTo>
                  <a:pt x="2357" y="61597"/>
                </a:lnTo>
                <a:lnTo>
                  <a:pt x="2357" y="73699"/>
                </a:lnTo>
                <a:lnTo>
                  <a:pt x="119088" y="73699"/>
                </a:lnTo>
                <a:moveTo>
                  <a:pt x="12312" y="37555"/>
                </a:moveTo>
                <a:cubicBezTo>
                  <a:pt x="12312" y="23100"/>
                  <a:pt x="25056" y="13672"/>
                  <a:pt x="44722" y="13672"/>
                </a:cubicBezTo>
                <a:cubicBezTo>
                  <a:pt x="63446" y="13672"/>
                  <a:pt x="76190" y="23255"/>
                  <a:pt x="76190" y="37555"/>
                </a:cubicBezTo>
                <a:cubicBezTo>
                  <a:pt x="76190" y="51541"/>
                  <a:pt x="63602" y="60499"/>
                  <a:pt x="44252" y="60499"/>
                </a:cubicBezTo>
                <a:cubicBezTo>
                  <a:pt x="24900" y="60499"/>
                  <a:pt x="12312" y="51541"/>
                  <a:pt x="12312" y="375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c">
            <a:extLst xmlns:a="http://schemas.openxmlformats.org/drawingml/2006/main">
              <a:ext uri="{FF2B5EF4-FFF2-40B4-BE49-F238E27FC236}">
                <a16:creationId xmlns:a16="http://schemas.microsoft.com/office/drawing/2014/main" id="{25173940-8653-4555-96EF-10E3FFE3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51" y="3901795"/>
            <a:ext cx="88390" cy="70083"/>
          </a:xfrm>
          <a:custGeom xmlns:a="http://schemas.openxmlformats.org/drawingml/2006/main">
            <a:pathLst>
              <a:path w="88390" h="70083">
                <a:moveTo>
                  <a:pt x="30036" y="942"/>
                </a:moveTo>
                <a:cubicBezTo>
                  <a:pt x="22013" y="1571"/>
                  <a:pt x="16820" y="3299"/>
                  <a:pt x="12257" y="6443"/>
                </a:cubicBezTo>
                <a:cubicBezTo>
                  <a:pt x="4558" y="12099"/>
                  <a:pt x="0" y="21999"/>
                  <a:pt x="0" y="33470"/>
                </a:cubicBezTo>
                <a:cubicBezTo>
                  <a:pt x="0" y="55783"/>
                  <a:pt x="17606" y="70083"/>
                  <a:pt x="44984" y="70083"/>
                </a:cubicBezTo>
                <a:cubicBezTo>
                  <a:pt x="71572" y="70083"/>
                  <a:pt x="88390" y="55941"/>
                  <a:pt x="88390" y="33626"/>
                </a:cubicBezTo>
                <a:cubicBezTo>
                  <a:pt x="88390" y="13984"/>
                  <a:pt x="76605" y="1571"/>
                  <a:pt x="56469" y="0"/>
                </a:cubicBezTo>
                <a:lnTo>
                  <a:pt x="56469" y="13199"/>
                </a:lnTo>
                <a:cubicBezTo>
                  <a:pt x="69683" y="15398"/>
                  <a:pt x="76291" y="22155"/>
                  <a:pt x="76291" y="33312"/>
                </a:cubicBezTo>
                <a:cubicBezTo>
                  <a:pt x="76291" y="47770"/>
                  <a:pt x="64491" y="56411"/>
                  <a:pt x="44984" y="56411"/>
                </a:cubicBezTo>
                <a:cubicBezTo>
                  <a:pt x="24373" y="56411"/>
                  <a:pt x="12101" y="47926"/>
                  <a:pt x="12101" y="33626"/>
                </a:cubicBezTo>
                <a:cubicBezTo>
                  <a:pt x="12101" y="22627"/>
                  <a:pt x="18551" y="15712"/>
                  <a:pt x="30036" y="14142"/>
                </a:cubicBezTo>
                <a:lnTo>
                  <a:pt x="30036" y="9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o">
            <a:extLst xmlns:a="http://schemas.openxmlformats.org/drawingml/2006/main">
              <a:ext uri="{FF2B5EF4-FFF2-40B4-BE49-F238E27FC236}">
                <a16:creationId xmlns:a16="http://schemas.microsoft.com/office/drawing/2014/main" id="{C639BA61-EF51-4874-B9ED-4D4F1CE6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51" y="3806883"/>
            <a:ext cx="88390" cy="74483"/>
          </a:xfrm>
          <a:custGeom xmlns:a="http://schemas.openxmlformats.org/drawingml/2006/main">
            <a:pathLst>
              <a:path w="88390" h="74483">
                <a:moveTo>
                  <a:pt x="0" y="37400"/>
                </a:moveTo>
                <a:cubicBezTo>
                  <a:pt x="0" y="60655"/>
                  <a:pt x="16506" y="74483"/>
                  <a:pt x="44197" y="74483"/>
                </a:cubicBezTo>
                <a:cubicBezTo>
                  <a:pt x="72044" y="74483"/>
                  <a:pt x="88390" y="60655"/>
                  <a:pt x="88390" y="37241"/>
                </a:cubicBezTo>
                <a:cubicBezTo>
                  <a:pt x="88390" y="13986"/>
                  <a:pt x="71886" y="0"/>
                  <a:pt x="44825" y="0"/>
                </a:cubicBezTo>
                <a:cubicBezTo>
                  <a:pt x="16192" y="0"/>
                  <a:pt x="0" y="13514"/>
                  <a:pt x="0" y="37400"/>
                </a:cubicBezTo>
                <a:moveTo>
                  <a:pt x="12101" y="37241"/>
                </a:moveTo>
                <a:cubicBezTo>
                  <a:pt x="12101" y="22471"/>
                  <a:pt x="24215" y="13672"/>
                  <a:pt x="44667" y="13672"/>
                </a:cubicBezTo>
                <a:cubicBezTo>
                  <a:pt x="64177" y="13672"/>
                  <a:pt x="76291" y="22786"/>
                  <a:pt x="76291" y="37241"/>
                </a:cubicBezTo>
                <a:cubicBezTo>
                  <a:pt x="76291" y="51855"/>
                  <a:pt x="64177" y="60813"/>
                  <a:pt x="44197" y="60813"/>
                </a:cubicBezTo>
                <a:cubicBezTo>
                  <a:pt x="24215" y="60813"/>
                  <a:pt x="12101" y="51855"/>
                  <a:pt x="12101" y="372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d">
            <a:extLst xmlns:a="http://schemas.openxmlformats.org/drawingml/2006/main">
              <a:ext uri="{FF2B5EF4-FFF2-40B4-BE49-F238E27FC236}">
                <a16:creationId xmlns:a16="http://schemas.microsoft.com/office/drawing/2014/main" id="{73772A96-DCF9-4BB2-978B-E9212727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81" y="3719358"/>
            <a:ext cx="118160" cy="73699"/>
          </a:xfrm>
          <a:custGeom xmlns:a="http://schemas.openxmlformats.org/drawingml/2006/main">
            <a:pathLst>
              <a:path w="118160" h="73699">
                <a:moveTo>
                  <a:pt x="0" y="0"/>
                </a:moveTo>
                <a:lnTo>
                  <a:pt x="0" y="13044"/>
                </a:lnTo>
                <a:lnTo>
                  <a:pt x="42500" y="13044"/>
                </a:lnTo>
                <a:cubicBezTo>
                  <a:pt x="34172" y="18542"/>
                  <a:pt x="29770" y="27341"/>
                  <a:pt x="29770" y="38342"/>
                </a:cubicBezTo>
                <a:cubicBezTo>
                  <a:pt x="29770" y="59713"/>
                  <a:pt x="46907" y="73699"/>
                  <a:pt x="73181" y="73699"/>
                </a:cubicBezTo>
                <a:cubicBezTo>
                  <a:pt x="101028" y="73699"/>
                  <a:pt x="118160" y="60183"/>
                  <a:pt x="118160" y="37870"/>
                </a:cubicBezTo>
                <a:cubicBezTo>
                  <a:pt x="118160" y="26557"/>
                  <a:pt x="113918" y="18700"/>
                  <a:pt x="103701" y="11629"/>
                </a:cubicBezTo>
                <a:lnTo>
                  <a:pt x="114477" y="11629"/>
                </a:lnTo>
                <a:lnTo>
                  <a:pt x="114477" y="0"/>
                </a:lnTo>
                <a:lnTo>
                  <a:pt x="0" y="0"/>
                </a:lnTo>
                <a:moveTo>
                  <a:pt x="42027" y="36141"/>
                </a:moveTo>
                <a:cubicBezTo>
                  <a:pt x="42027" y="21999"/>
                  <a:pt x="54445" y="13044"/>
                  <a:pt x="74245" y="13044"/>
                </a:cubicBezTo>
                <a:cubicBezTo>
                  <a:pt x="93317" y="13044"/>
                  <a:pt x="105905" y="22157"/>
                  <a:pt x="105905" y="35985"/>
                </a:cubicBezTo>
                <a:cubicBezTo>
                  <a:pt x="105905" y="50441"/>
                  <a:pt x="93161" y="60027"/>
                  <a:pt x="73967" y="60027"/>
                </a:cubicBezTo>
                <a:cubicBezTo>
                  <a:pt x="54771" y="60027"/>
                  <a:pt x="42027" y="50441"/>
                  <a:pt x="42027" y="361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e">
            <a:extLst xmlns:a="http://schemas.openxmlformats.org/drawingml/2006/main">
              <a:ext uri="{FF2B5EF4-FFF2-40B4-BE49-F238E27FC236}">
                <a16:creationId xmlns:a16="http://schemas.microsoft.com/office/drawing/2014/main" id="{7609861B-5062-418B-BCC8-716902CF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51" y="3626803"/>
            <a:ext cx="88390" cy="74327"/>
          </a:xfrm>
          <a:custGeom xmlns:a="http://schemas.openxmlformats.org/drawingml/2006/main">
            <a:pathLst>
              <a:path w="88390" h="74327">
                <a:moveTo>
                  <a:pt x="47976" y="0"/>
                </a:moveTo>
                <a:cubicBezTo>
                  <a:pt x="35402" y="0"/>
                  <a:pt x="27845" y="945"/>
                  <a:pt x="21704" y="3302"/>
                </a:cubicBezTo>
                <a:cubicBezTo>
                  <a:pt x="8171" y="8644"/>
                  <a:pt x="0" y="21215"/>
                  <a:pt x="0" y="36613"/>
                </a:cubicBezTo>
                <a:cubicBezTo>
                  <a:pt x="0" y="59557"/>
                  <a:pt x="17453" y="74327"/>
                  <a:pt x="44677" y="74327"/>
                </a:cubicBezTo>
                <a:cubicBezTo>
                  <a:pt x="71886" y="74327"/>
                  <a:pt x="88390" y="60185"/>
                  <a:pt x="88390" y="36927"/>
                </a:cubicBezTo>
                <a:cubicBezTo>
                  <a:pt x="88390" y="18072"/>
                  <a:pt x="77705" y="5030"/>
                  <a:pt x="59773" y="1729"/>
                </a:cubicBezTo>
                <a:lnTo>
                  <a:pt x="59773" y="14928"/>
                </a:lnTo>
                <a:cubicBezTo>
                  <a:pt x="70627" y="18544"/>
                  <a:pt x="76291" y="25929"/>
                  <a:pt x="76291" y="36457"/>
                </a:cubicBezTo>
                <a:cubicBezTo>
                  <a:pt x="76291" y="44785"/>
                  <a:pt x="72517" y="51855"/>
                  <a:pt x="65594" y="56255"/>
                </a:cubicBezTo>
                <a:cubicBezTo>
                  <a:pt x="60876" y="59399"/>
                  <a:pt x="56155" y="60499"/>
                  <a:pt x="47976" y="60655"/>
                </a:cubicBezTo>
                <a:lnTo>
                  <a:pt x="47976" y="0"/>
                </a:lnTo>
                <a:moveTo>
                  <a:pt x="37289" y="60341"/>
                </a:moveTo>
                <a:cubicBezTo>
                  <a:pt x="22018" y="59243"/>
                  <a:pt x="12101" y="49971"/>
                  <a:pt x="12101" y="36771"/>
                </a:cubicBezTo>
                <a:cubicBezTo>
                  <a:pt x="12101" y="23414"/>
                  <a:pt x="22491" y="14144"/>
                  <a:pt x="37289" y="14144"/>
                </a:cubicBezTo>
                <a:lnTo>
                  <a:pt x="37289" y="603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C">
            <a:extLst xmlns:a="http://schemas.openxmlformats.org/drawingml/2006/main">
              <a:ext uri="{FF2B5EF4-FFF2-40B4-BE49-F238E27FC236}">
                <a16:creationId xmlns:a16="http://schemas.microsoft.com/office/drawing/2014/main" id="{4C97ACAD-A2B5-445C-B0B1-EE48EEBE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86" y="3466369"/>
            <a:ext cx="120155" cy="98839"/>
          </a:xfrm>
          <a:custGeom xmlns:a="http://schemas.openxmlformats.org/drawingml/2006/main">
            <a:pathLst>
              <a:path w="120155" h="98839">
                <a:moveTo>
                  <a:pt x="37426" y="2357"/>
                </a:moveTo>
                <a:cubicBezTo>
                  <a:pt x="12257" y="6913"/>
                  <a:pt x="0" y="21368"/>
                  <a:pt x="0" y="46511"/>
                </a:cubicBezTo>
                <a:cubicBezTo>
                  <a:pt x="0" y="61912"/>
                  <a:pt x="4872" y="74325"/>
                  <a:pt x="14302" y="82810"/>
                </a:cubicBezTo>
                <a:cubicBezTo>
                  <a:pt x="25629" y="93180"/>
                  <a:pt x="41989" y="98839"/>
                  <a:pt x="60550" y="98839"/>
                </a:cubicBezTo>
                <a:cubicBezTo>
                  <a:pt x="79427" y="98839"/>
                  <a:pt x="95631" y="93024"/>
                  <a:pt x="106799" y="82338"/>
                </a:cubicBezTo>
                <a:cubicBezTo>
                  <a:pt x="115913" y="73382"/>
                  <a:pt x="120155" y="62067"/>
                  <a:pt x="120155" y="47139"/>
                </a:cubicBezTo>
                <a:cubicBezTo>
                  <a:pt x="120155" y="19170"/>
                  <a:pt x="105068" y="3455"/>
                  <a:pt x="74708" y="0"/>
                </a:cubicBezTo>
                <a:lnTo>
                  <a:pt x="74708" y="15084"/>
                </a:lnTo>
                <a:cubicBezTo>
                  <a:pt x="82573" y="16340"/>
                  <a:pt x="87922" y="17913"/>
                  <a:pt x="92485" y="20270"/>
                </a:cubicBezTo>
                <a:cubicBezTo>
                  <a:pt x="101922" y="24984"/>
                  <a:pt x="107272" y="34726"/>
                  <a:pt x="107272" y="46983"/>
                </a:cubicBezTo>
                <a:cubicBezTo>
                  <a:pt x="107272" y="69769"/>
                  <a:pt x="89023" y="84225"/>
                  <a:pt x="60394" y="84225"/>
                </a:cubicBezTo>
                <a:cubicBezTo>
                  <a:pt x="30976" y="84225"/>
                  <a:pt x="12885" y="70553"/>
                  <a:pt x="12885" y="48240"/>
                </a:cubicBezTo>
                <a:cubicBezTo>
                  <a:pt x="12885" y="38968"/>
                  <a:pt x="15561" y="30326"/>
                  <a:pt x="20124" y="25612"/>
                </a:cubicBezTo>
                <a:cubicBezTo>
                  <a:pt x="24056" y="21368"/>
                  <a:pt x="28775" y="19012"/>
                  <a:pt x="37426" y="17285"/>
                </a:cubicBezTo>
                <a:lnTo>
                  <a:pt x="37426" y="2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o">
            <a:extLst xmlns:a="http://schemas.openxmlformats.org/drawingml/2006/main">
              <a:ext uri="{FF2B5EF4-FFF2-40B4-BE49-F238E27FC236}">
                <a16:creationId xmlns:a16="http://schemas.microsoft.com/office/drawing/2014/main" id="{1347F83C-382B-47FB-AA8E-0665CF82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51" y="3380414"/>
            <a:ext cx="88390" cy="74483"/>
          </a:xfrm>
          <a:custGeom xmlns:a="http://schemas.openxmlformats.org/drawingml/2006/main">
            <a:pathLst>
              <a:path w="88390" h="74483">
                <a:moveTo>
                  <a:pt x="0" y="37400"/>
                </a:moveTo>
                <a:cubicBezTo>
                  <a:pt x="0" y="60655"/>
                  <a:pt x="16506" y="74483"/>
                  <a:pt x="44197" y="74483"/>
                </a:cubicBezTo>
                <a:cubicBezTo>
                  <a:pt x="72044" y="74483"/>
                  <a:pt x="88390" y="60655"/>
                  <a:pt x="88390" y="37241"/>
                </a:cubicBezTo>
                <a:cubicBezTo>
                  <a:pt x="88390" y="13986"/>
                  <a:pt x="71886" y="0"/>
                  <a:pt x="44825" y="0"/>
                </a:cubicBezTo>
                <a:cubicBezTo>
                  <a:pt x="16192" y="0"/>
                  <a:pt x="0" y="13514"/>
                  <a:pt x="0" y="37400"/>
                </a:cubicBezTo>
                <a:moveTo>
                  <a:pt x="12101" y="37241"/>
                </a:moveTo>
                <a:cubicBezTo>
                  <a:pt x="12101" y="22471"/>
                  <a:pt x="24215" y="13672"/>
                  <a:pt x="44667" y="13672"/>
                </a:cubicBezTo>
                <a:cubicBezTo>
                  <a:pt x="64177" y="13672"/>
                  <a:pt x="76291" y="22786"/>
                  <a:pt x="76291" y="37241"/>
                </a:cubicBezTo>
                <a:cubicBezTo>
                  <a:pt x="76291" y="51855"/>
                  <a:pt x="64177" y="60813"/>
                  <a:pt x="44197" y="60813"/>
                </a:cubicBezTo>
                <a:cubicBezTo>
                  <a:pt x="24215" y="60813"/>
                  <a:pt x="12101" y="51855"/>
                  <a:pt x="12101" y="372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v">
            <a:extLst xmlns:a="http://schemas.openxmlformats.org/drawingml/2006/main">
              <a:ext uri="{FF2B5EF4-FFF2-40B4-BE49-F238E27FC236}">
                <a16:creationId xmlns:a16="http://schemas.microsoft.com/office/drawing/2014/main" id="{950C68A9-1D58-4517-A4E6-546F4D03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53" y="3294303"/>
            <a:ext cx="82405" cy="74797"/>
          </a:xfrm>
          <a:custGeom xmlns:a="http://schemas.openxmlformats.org/drawingml/2006/main">
            <a:pathLst>
              <a:path w="82405" h="74797">
                <a:moveTo>
                  <a:pt x="82405" y="31585"/>
                </a:moveTo>
                <a:lnTo>
                  <a:pt x="0" y="0"/>
                </a:lnTo>
                <a:lnTo>
                  <a:pt x="0" y="14770"/>
                </a:lnTo>
                <a:lnTo>
                  <a:pt x="66839" y="38028"/>
                </a:lnTo>
                <a:lnTo>
                  <a:pt x="0" y="60027"/>
                </a:lnTo>
                <a:lnTo>
                  <a:pt x="0" y="74797"/>
                </a:lnTo>
                <a:lnTo>
                  <a:pt x="82405" y="45883"/>
                </a:lnTo>
                <a:lnTo>
                  <a:pt x="82405" y="31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e">
            <a:extLst xmlns:a="http://schemas.openxmlformats.org/drawingml/2006/main">
              <a:ext uri="{FF2B5EF4-FFF2-40B4-BE49-F238E27FC236}">
                <a16:creationId xmlns:a16="http://schemas.microsoft.com/office/drawing/2014/main" id="{E3725DE5-497A-4C30-A9A7-18A8A817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51" y="3222804"/>
            <a:ext cx="88390" cy="74327"/>
          </a:xfrm>
          <a:custGeom xmlns:a="http://schemas.openxmlformats.org/drawingml/2006/main">
            <a:pathLst>
              <a:path w="88390" h="74327">
                <a:moveTo>
                  <a:pt x="47976" y="0"/>
                </a:moveTo>
                <a:cubicBezTo>
                  <a:pt x="35402" y="0"/>
                  <a:pt x="27845" y="945"/>
                  <a:pt x="21704" y="3302"/>
                </a:cubicBezTo>
                <a:cubicBezTo>
                  <a:pt x="8171" y="8644"/>
                  <a:pt x="0" y="21215"/>
                  <a:pt x="0" y="36613"/>
                </a:cubicBezTo>
                <a:cubicBezTo>
                  <a:pt x="0" y="59557"/>
                  <a:pt x="17453" y="74327"/>
                  <a:pt x="44677" y="74327"/>
                </a:cubicBezTo>
                <a:cubicBezTo>
                  <a:pt x="71886" y="74327"/>
                  <a:pt x="88390" y="60185"/>
                  <a:pt x="88390" y="36927"/>
                </a:cubicBezTo>
                <a:cubicBezTo>
                  <a:pt x="88390" y="18072"/>
                  <a:pt x="77705" y="5030"/>
                  <a:pt x="59773" y="1729"/>
                </a:cubicBezTo>
                <a:lnTo>
                  <a:pt x="59773" y="14928"/>
                </a:lnTo>
                <a:cubicBezTo>
                  <a:pt x="70627" y="18544"/>
                  <a:pt x="76291" y="25929"/>
                  <a:pt x="76291" y="36457"/>
                </a:cubicBezTo>
                <a:cubicBezTo>
                  <a:pt x="76291" y="44785"/>
                  <a:pt x="72517" y="51855"/>
                  <a:pt x="65594" y="56255"/>
                </a:cubicBezTo>
                <a:cubicBezTo>
                  <a:pt x="60876" y="59399"/>
                  <a:pt x="56155" y="60499"/>
                  <a:pt x="47976" y="60655"/>
                </a:cubicBezTo>
                <a:lnTo>
                  <a:pt x="47976" y="0"/>
                </a:lnTo>
                <a:moveTo>
                  <a:pt x="37289" y="60341"/>
                </a:moveTo>
                <a:cubicBezTo>
                  <a:pt x="22018" y="59243"/>
                  <a:pt x="12101" y="49971"/>
                  <a:pt x="12101" y="36771"/>
                </a:cubicBezTo>
                <a:cubicBezTo>
                  <a:pt x="12101" y="23414"/>
                  <a:pt x="22491" y="14144"/>
                  <a:pt x="37289" y="14144"/>
                </a:cubicBezTo>
                <a:lnTo>
                  <a:pt x="37289" y="603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r">
            <a:extLst xmlns:a="http://schemas.openxmlformats.org/drawingml/2006/main">
              <a:ext uri="{FF2B5EF4-FFF2-40B4-BE49-F238E27FC236}">
                <a16:creationId xmlns:a16="http://schemas.microsoft.com/office/drawing/2014/main" id="{16828F6A-E77C-4D49-96F3-1ADD8294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51" y="3163093"/>
            <a:ext cx="84707" cy="39601"/>
          </a:xfrm>
          <a:custGeom xmlns:a="http://schemas.openxmlformats.org/drawingml/2006/main">
            <a:pathLst>
              <a:path w="84707" h="39601">
                <a:moveTo>
                  <a:pt x="2302" y="39601"/>
                </a:moveTo>
                <a:lnTo>
                  <a:pt x="84707" y="39601"/>
                </a:lnTo>
                <a:lnTo>
                  <a:pt x="84707" y="26399"/>
                </a:lnTo>
                <a:lnTo>
                  <a:pt x="41934" y="26399"/>
                </a:lnTo>
                <a:cubicBezTo>
                  <a:pt x="22117" y="26243"/>
                  <a:pt x="13310" y="18072"/>
                  <a:pt x="13782" y="0"/>
                </a:cubicBezTo>
                <a:lnTo>
                  <a:pt x="417" y="0"/>
                </a:lnTo>
                <a:cubicBezTo>
                  <a:pt x="158" y="2201"/>
                  <a:pt x="0" y="3458"/>
                  <a:pt x="0" y="5030"/>
                </a:cubicBezTo>
                <a:cubicBezTo>
                  <a:pt x="0" y="13516"/>
                  <a:pt x="5030" y="19956"/>
                  <a:pt x="17285" y="27499"/>
                </a:cubicBezTo>
                <a:lnTo>
                  <a:pt x="2302" y="27499"/>
                </a:lnTo>
                <a:lnTo>
                  <a:pt x="2302" y="396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a">
            <a:extLst xmlns:a="http://schemas.openxmlformats.org/drawingml/2006/main">
              <a:ext uri="{FF2B5EF4-FFF2-40B4-BE49-F238E27FC236}">
                <a16:creationId xmlns:a16="http://schemas.microsoft.com/office/drawing/2014/main" id="{53FB0711-004C-4B1C-8756-18BCCB2F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51" y="3084526"/>
            <a:ext cx="88390" cy="77468"/>
          </a:xfrm>
          <a:custGeom xmlns:a="http://schemas.openxmlformats.org/drawingml/2006/main">
            <a:pathLst>
              <a:path w="88390" h="77468">
                <a:moveTo>
                  <a:pt x="77077" y="0"/>
                </a:moveTo>
                <a:cubicBezTo>
                  <a:pt x="77391" y="1412"/>
                  <a:pt x="77391" y="2043"/>
                  <a:pt x="77391" y="2827"/>
                </a:cubicBezTo>
                <a:cubicBezTo>
                  <a:pt x="77391" y="7385"/>
                  <a:pt x="75032" y="9898"/>
                  <a:pt x="70941" y="9898"/>
                </a:cubicBezTo>
                <a:lnTo>
                  <a:pt x="22483" y="9898"/>
                </a:lnTo>
                <a:cubicBezTo>
                  <a:pt x="7857" y="9898"/>
                  <a:pt x="0" y="20584"/>
                  <a:pt x="0" y="40855"/>
                </a:cubicBezTo>
                <a:cubicBezTo>
                  <a:pt x="0" y="52954"/>
                  <a:pt x="3458" y="62540"/>
                  <a:pt x="9586" y="68196"/>
                </a:cubicBezTo>
                <a:cubicBezTo>
                  <a:pt x="13832" y="71968"/>
                  <a:pt x="18551" y="73540"/>
                  <a:pt x="26732" y="73855"/>
                </a:cubicBezTo>
                <a:lnTo>
                  <a:pt x="26732" y="60655"/>
                </a:lnTo>
                <a:cubicBezTo>
                  <a:pt x="16664" y="59555"/>
                  <a:pt x="12101" y="53582"/>
                  <a:pt x="12101" y="41327"/>
                </a:cubicBezTo>
                <a:cubicBezTo>
                  <a:pt x="12101" y="29384"/>
                  <a:pt x="16506" y="22941"/>
                  <a:pt x="24373" y="22941"/>
                </a:cubicBezTo>
                <a:lnTo>
                  <a:pt x="27833" y="22941"/>
                </a:lnTo>
                <a:cubicBezTo>
                  <a:pt x="33499" y="23097"/>
                  <a:pt x="35544" y="25927"/>
                  <a:pt x="36958" y="36613"/>
                </a:cubicBezTo>
                <a:cubicBezTo>
                  <a:pt x="39318" y="55155"/>
                  <a:pt x="39948" y="57984"/>
                  <a:pt x="41994" y="63012"/>
                </a:cubicBezTo>
                <a:cubicBezTo>
                  <a:pt x="46084" y="72596"/>
                  <a:pt x="53320" y="77468"/>
                  <a:pt x="64019" y="77468"/>
                </a:cubicBezTo>
                <a:cubicBezTo>
                  <a:pt x="78962" y="77468"/>
                  <a:pt x="88390" y="67098"/>
                  <a:pt x="88390" y="50441"/>
                </a:cubicBezTo>
                <a:cubicBezTo>
                  <a:pt x="88390" y="40068"/>
                  <a:pt x="84776" y="31741"/>
                  <a:pt x="76291" y="22469"/>
                </a:cubicBezTo>
                <a:cubicBezTo>
                  <a:pt x="84776" y="21527"/>
                  <a:pt x="88390" y="17441"/>
                  <a:pt x="88390" y="8955"/>
                </a:cubicBezTo>
                <a:cubicBezTo>
                  <a:pt x="88390" y="6129"/>
                  <a:pt x="88075" y="4400"/>
                  <a:pt x="86977" y="0"/>
                </a:cubicBezTo>
                <a:lnTo>
                  <a:pt x="77077" y="0"/>
                </a:lnTo>
                <a:moveTo>
                  <a:pt x="58828" y="22941"/>
                </a:moveTo>
                <a:cubicBezTo>
                  <a:pt x="63233" y="22941"/>
                  <a:pt x="65906" y="24198"/>
                  <a:pt x="69524" y="28128"/>
                </a:cubicBezTo>
                <a:cubicBezTo>
                  <a:pt x="74404" y="33470"/>
                  <a:pt x="76919" y="39912"/>
                  <a:pt x="76919" y="47612"/>
                </a:cubicBezTo>
                <a:cubicBezTo>
                  <a:pt x="76919" y="57826"/>
                  <a:pt x="72042" y="63796"/>
                  <a:pt x="63705" y="63796"/>
                </a:cubicBezTo>
                <a:cubicBezTo>
                  <a:pt x="55052" y="63796"/>
                  <a:pt x="50647" y="58140"/>
                  <a:pt x="48602" y="43998"/>
                </a:cubicBezTo>
                <a:cubicBezTo>
                  <a:pt x="46712" y="30012"/>
                  <a:pt x="46084" y="27341"/>
                  <a:pt x="44039" y="22941"/>
                </a:cubicBezTo>
                <a:lnTo>
                  <a:pt x="58828" y="229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g">
            <a:extLst xmlns:a="http://schemas.openxmlformats.org/drawingml/2006/main">
              <a:ext uri="{FF2B5EF4-FFF2-40B4-BE49-F238E27FC236}">
                <a16:creationId xmlns:a16="http://schemas.microsoft.com/office/drawing/2014/main" id="{8A265B7F-99AE-414E-8625-C7B8C798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51" y="3003286"/>
            <a:ext cx="119032" cy="70083"/>
          </a:xfrm>
          <a:custGeom xmlns:a="http://schemas.openxmlformats.org/drawingml/2006/main">
            <a:pathLst>
              <a:path w="119032" h="70083">
                <a:moveTo>
                  <a:pt x="2302" y="12099"/>
                </a:moveTo>
                <a:lnTo>
                  <a:pt x="14245" y="12099"/>
                </a:lnTo>
                <a:cubicBezTo>
                  <a:pt x="4402" y="18697"/>
                  <a:pt x="0" y="25927"/>
                  <a:pt x="0" y="36297"/>
                </a:cubicBezTo>
                <a:cubicBezTo>
                  <a:pt x="0" y="56255"/>
                  <a:pt x="18551" y="70083"/>
                  <a:pt x="44984" y="70083"/>
                </a:cubicBezTo>
                <a:cubicBezTo>
                  <a:pt x="58828" y="70083"/>
                  <a:pt x="68896" y="66781"/>
                  <a:pt x="77233" y="59710"/>
                </a:cubicBezTo>
                <a:cubicBezTo>
                  <a:pt x="84462" y="53582"/>
                  <a:pt x="88390" y="45727"/>
                  <a:pt x="88390" y="37241"/>
                </a:cubicBezTo>
                <a:cubicBezTo>
                  <a:pt x="88390" y="27341"/>
                  <a:pt x="83990" y="20270"/>
                  <a:pt x="73617" y="13355"/>
                </a:cubicBezTo>
                <a:lnTo>
                  <a:pt x="77864" y="13355"/>
                </a:lnTo>
                <a:cubicBezTo>
                  <a:pt x="99863" y="13355"/>
                  <a:pt x="108032" y="19484"/>
                  <a:pt x="108032" y="35827"/>
                </a:cubicBezTo>
                <a:cubicBezTo>
                  <a:pt x="108032" y="46983"/>
                  <a:pt x="103632" y="52798"/>
                  <a:pt x="94204" y="54054"/>
                </a:cubicBezTo>
                <a:lnTo>
                  <a:pt x="94204" y="67412"/>
                </a:lnTo>
                <a:cubicBezTo>
                  <a:pt x="109446" y="66153"/>
                  <a:pt x="119032" y="54054"/>
                  <a:pt x="119032" y="36141"/>
                </a:cubicBezTo>
                <a:cubicBezTo>
                  <a:pt x="119032" y="24042"/>
                  <a:pt x="115105" y="13984"/>
                  <a:pt x="108504" y="8641"/>
                </a:cubicBezTo>
                <a:cubicBezTo>
                  <a:pt x="100805" y="2357"/>
                  <a:pt x="90591" y="0"/>
                  <a:pt x="71255" y="0"/>
                </a:cubicBezTo>
                <a:lnTo>
                  <a:pt x="2302" y="0"/>
                </a:lnTo>
                <a:lnTo>
                  <a:pt x="2302" y="12099"/>
                </a:lnTo>
                <a:moveTo>
                  <a:pt x="12101" y="35040"/>
                </a:moveTo>
                <a:cubicBezTo>
                  <a:pt x="12101" y="21213"/>
                  <a:pt x="23742" y="13355"/>
                  <a:pt x="44667" y="13355"/>
                </a:cubicBezTo>
                <a:cubicBezTo>
                  <a:pt x="64650" y="13355"/>
                  <a:pt x="76291" y="21371"/>
                  <a:pt x="76291" y="35040"/>
                </a:cubicBezTo>
                <a:cubicBezTo>
                  <a:pt x="76291" y="48554"/>
                  <a:pt x="64491" y="56411"/>
                  <a:pt x="44197" y="56411"/>
                </a:cubicBezTo>
                <a:cubicBezTo>
                  <a:pt x="24059" y="56411"/>
                  <a:pt x="12101" y="48554"/>
                  <a:pt x="12101" y="350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e">
            <a:extLst xmlns:a="http://schemas.openxmlformats.org/drawingml/2006/main">
              <a:ext uri="{FF2B5EF4-FFF2-40B4-BE49-F238E27FC236}">
                <a16:creationId xmlns:a16="http://schemas.microsoft.com/office/drawing/2014/main" id="{09B619BB-42B8-4659-B6FC-90E8A2F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51" y="2908531"/>
            <a:ext cx="88390" cy="74327"/>
          </a:xfrm>
          <a:custGeom xmlns:a="http://schemas.openxmlformats.org/drawingml/2006/main">
            <a:pathLst>
              <a:path w="88390" h="74327">
                <a:moveTo>
                  <a:pt x="47976" y="0"/>
                </a:moveTo>
                <a:cubicBezTo>
                  <a:pt x="35402" y="0"/>
                  <a:pt x="27845" y="945"/>
                  <a:pt x="21704" y="3302"/>
                </a:cubicBezTo>
                <a:cubicBezTo>
                  <a:pt x="8171" y="8644"/>
                  <a:pt x="0" y="21215"/>
                  <a:pt x="0" y="36613"/>
                </a:cubicBezTo>
                <a:cubicBezTo>
                  <a:pt x="0" y="59557"/>
                  <a:pt x="17453" y="74327"/>
                  <a:pt x="44677" y="74327"/>
                </a:cubicBezTo>
                <a:cubicBezTo>
                  <a:pt x="71886" y="74327"/>
                  <a:pt x="88390" y="60185"/>
                  <a:pt x="88390" y="36927"/>
                </a:cubicBezTo>
                <a:cubicBezTo>
                  <a:pt x="88390" y="18072"/>
                  <a:pt x="77705" y="5030"/>
                  <a:pt x="59773" y="1729"/>
                </a:cubicBezTo>
                <a:lnTo>
                  <a:pt x="59773" y="14928"/>
                </a:lnTo>
                <a:cubicBezTo>
                  <a:pt x="70627" y="18544"/>
                  <a:pt x="76291" y="25929"/>
                  <a:pt x="76291" y="36457"/>
                </a:cubicBezTo>
                <a:cubicBezTo>
                  <a:pt x="76291" y="44785"/>
                  <a:pt x="72517" y="51855"/>
                  <a:pt x="65594" y="56255"/>
                </a:cubicBezTo>
                <a:cubicBezTo>
                  <a:pt x="60876" y="59399"/>
                  <a:pt x="56155" y="60499"/>
                  <a:pt x="47976" y="60655"/>
                </a:cubicBezTo>
                <a:lnTo>
                  <a:pt x="47976" y="0"/>
                </a:lnTo>
                <a:moveTo>
                  <a:pt x="37289" y="60341"/>
                </a:moveTo>
                <a:cubicBezTo>
                  <a:pt x="22018" y="59243"/>
                  <a:pt x="12101" y="49971"/>
                  <a:pt x="12101" y="36771"/>
                </a:cubicBezTo>
                <a:cubicBezTo>
                  <a:pt x="12101" y="23414"/>
                  <a:pt x="22491" y="14144"/>
                  <a:pt x="37289" y="14144"/>
                </a:cubicBezTo>
                <a:lnTo>
                  <a:pt x="37289" y="603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8EB2A-7D6F-4660-8156-7BB587BD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09" y="3053881"/>
            <a:ext cx="2194912" cy="265090"/>
          </a:xfrm>
          <a:custGeom xmlns:a="http://schemas.openxmlformats.org/drawingml/2006/main">
            <a:pathLst>
              <a:path w="2194912" h="265090">
                <a:moveTo>
                  <a:pt x="0" y="0"/>
                </a:moveTo>
                <a:lnTo>
                  <a:pt x="2194912" y="0"/>
                </a:lnTo>
                <a:lnTo>
                  <a:pt x="2194912" y="265090"/>
                </a:lnTo>
                <a:lnTo>
                  <a:pt x="0" y="2650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50573-55BB-4B75-B451-08785056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09" y="3049571"/>
            <a:ext cx="127236" cy="134689"/>
          </a:xfrm>
          <a:custGeom xmlns:a="http://schemas.openxmlformats.org/drawingml/2006/main">
            <a:pathLst>
              <a:path w="127236" h="134689">
                <a:moveTo>
                  <a:pt x="0" y="0"/>
                </a:moveTo>
                <a:lnTo>
                  <a:pt x="127236" y="0"/>
                </a:lnTo>
                <a:lnTo>
                  <a:pt x="127236" y="134689"/>
                </a:lnTo>
                <a:lnTo>
                  <a:pt x="0" y="134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6A766-629B-43CC-808D-9DF50D3E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737" y="3116915"/>
            <a:ext cx="101802" cy="10"/>
          </a:xfrm>
          <a:custGeom xmlns:a="http://schemas.openxmlformats.org/drawingml/2006/main">
            <a:pathLst>
              <a:path w="101802" h="1" fill="none">
                <a:moveTo>
                  <a:pt x="0" y="0"/>
                </a:moveTo>
                <a:lnTo>
                  <a:pt x="101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4DAF4A"/>
            </a:solidFill>
            <a:round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8732D-7A28-4B89-BF1E-65608995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09" y="3184260"/>
            <a:ext cx="127236" cy="134689"/>
          </a:xfrm>
          <a:custGeom xmlns:a="http://schemas.openxmlformats.org/drawingml/2006/main">
            <a:pathLst>
              <a:path w="127236" h="134689">
                <a:moveTo>
                  <a:pt x="0" y="0"/>
                </a:moveTo>
                <a:lnTo>
                  <a:pt x="127236" y="0"/>
                </a:lnTo>
                <a:lnTo>
                  <a:pt x="127236" y="134689"/>
                </a:lnTo>
                <a:lnTo>
                  <a:pt x="0" y="134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0C862-1B14-4525-B3E6-731E592E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737" y="3251604"/>
            <a:ext cx="101802" cy="10"/>
          </a:xfrm>
          <a:custGeom xmlns:a="http://schemas.openxmlformats.org/drawingml/2006/main">
            <a:pathLst>
              <a:path w="101802" h="1" fill="none">
                <a:moveTo>
                  <a:pt x="0" y="0"/>
                </a:moveTo>
                <a:lnTo>
                  <a:pt x="101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77EB8"/>
            </a:solidFill>
            <a:custDash>
              <a:ds d="100000" sp="100000"/>
            </a:custDash>
            <a:round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BC64C8-C5C6-4E96-9042-D41DAE5C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984" y="3049571"/>
            <a:ext cx="127236" cy="134689"/>
          </a:xfrm>
          <a:custGeom xmlns:a="http://schemas.openxmlformats.org/drawingml/2006/main">
            <a:pathLst>
              <a:path w="127236" h="134689">
                <a:moveTo>
                  <a:pt x="0" y="0"/>
                </a:moveTo>
                <a:lnTo>
                  <a:pt x="127236" y="0"/>
                </a:lnTo>
                <a:lnTo>
                  <a:pt x="127236" y="134689"/>
                </a:lnTo>
                <a:lnTo>
                  <a:pt x="0" y="134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142B8-4A04-4B98-B4A0-9CA8AE23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712" y="3116915"/>
            <a:ext cx="101802" cy="10"/>
          </a:xfrm>
          <a:custGeom xmlns:a="http://schemas.openxmlformats.org/drawingml/2006/main">
            <a:pathLst>
              <a:path w="101802" h="1" fill="none">
                <a:moveTo>
                  <a:pt x="0" y="0"/>
                </a:moveTo>
                <a:lnTo>
                  <a:pt x="101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41A1C"/>
            </a:solidFill>
            <a:custDash>
              <a:ds d="700000" sp="300000"/>
            </a:custDash>
            <a:round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5114A-44CA-4EE2-BCCD-7B593B40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984" y="3184260"/>
            <a:ext cx="127236" cy="134689"/>
          </a:xfrm>
          <a:custGeom xmlns:a="http://schemas.openxmlformats.org/drawingml/2006/main">
            <a:pathLst>
              <a:path w="127236" h="134689">
                <a:moveTo>
                  <a:pt x="0" y="0"/>
                </a:moveTo>
                <a:lnTo>
                  <a:pt x="127236" y="0"/>
                </a:lnTo>
                <a:lnTo>
                  <a:pt x="127236" y="134689"/>
                </a:lnTo>
                <a:lnTo>
                  <a:pt x="0" y="134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70186-1C58-4BCF-9D53-54D4AF29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712" y="3251604"/>
            <a:ext cx="101802" cy="10"/>
          </a:xfrm>
          <a:custGeom xmlns:a="http://schemas.openxmlformats.org/drawingml/2006/main">
            <a:pathLst>
              <a:path w="101802" h="1" fill="none">
                <a:moveTo>
                  <a:pt x="0" y="0"/>
                </a:moveTo>
                <a:lnTo>
                  <a:pt x="101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FFA500"/>
            </a:solidFill>
            <a:custDash>
              <a:ds d="700000" sp="300000"/>
            </a:custDash>
            <a:round/>
          </a:ln>
        </p:spPr>
      </p:sp>
      <p:sp>
        <p:nvSpPr>
          <p:cNvPr id="197" name="Text AsFuzzer">
            <a:extLst xmlns:a="http://schemas.openxmlformats.org/drawingml/2006/main">
              <a:ext uri="{FF2B5EF4-FFF2-40B4-BE49-F238E27FC236}">
                <a16:creationId xmlns:a16="http://schemas.microsoft.com/office/drawing/2014/main" id="{D61E4A2B-3FF8-4233-8D24-31E9BAC8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84" y="3072071"/>
            <a:ext cx="438188" cy="84400"/>
          </a:xfrm>
          <a:custGeom xmlns:a="http://schemas.openxmlformats.org/drawingml/2006/main">
            <a:pathLst>
              <a:path w="438188" h="84400">
                <a:moveTo>
                  <a:pt x="42650" y="0"/>
                </a:moveTo>
                <a:lnTo>
                  <a:pt x="29182" y="0"/>
                </a:lnTo>
                <a:lnTo>
                  <a:pt x="0" y="81769"/>
                </a:lnTo>
                <a:lnTo>
                  <a:pt x="11112" y="81769"/>
                </a:lnTo>
                <a:lnTo>
                  <a:pt x="19754" y="57203"/>
                </a:lnTo>
                <a:lnTo>
                  <a:pt x="51294" y="57203"/>
                </a:lnTo>
                <a:lnTo>
                  <a:pt x="59712" y="81769"/>
                </a:lnTo>
                <a:lnTo>
                  <a:pt x="71385" y="81769"/>
                </a:lnTo>
                <a:lnTo>
                  <a:pt x="42650" y="0"/>
                </a:lnTo>
                <a:close/>
                <a:moveTo>
                  <a:pt x="48376" y="48448"/>
                </a:moveTo>
                <a:lnTo>
                  <a:pt x="22335" y="48448"/>
                </a:lnTo>
                <a:lnTo>
                  <a:pt x="35805" y="11218"/>
                </a:lnTo>
                <a:lnTo>
                  <a:pt x="48376" y="48448"/>
                </a:lnTo>
                <a:close/>
                <a:moveTo>
                  <a:pt x="130873" y="35300"/>
                </a:moveTo>
                <a:lnTo>
                  <a:pt x="130873" y="9204"/>
                </a:lnTo>
                <a:lnTo>
                  <a:pt x="175320" y="9204"/>
                </a:lnTo>
                <a:lnTo>
                  <a:pt x="175320" y="0"/>
                </a:lnTo>
                <a:lnTo>
                  <a:pt x="120434" y="0"/>
                </a:lnTo>
                <a:lnTo>
                  <a:pt x="120434" y="81769"/>
                </a:lnTo>
                <a:lnTo>
                  <a:pt x="130873" y="81769"/>
                </a:lnTo>
                <a:lnTo>
                  <a:pt x="130873" y="44502"/>
                </a:lnTo>
                <a:lnTo>
                  <a:pt x="169932" y="44502"/>
                </a:lnTo>
                <a:lnTo>
                  <a:pt x="169932" y="35300"/>
                </a:lnTo>
                <a:lnTo>
                  <a:pt x="130873" y="35300"/>
                </a:lnTo>
                <a:close/>
                <a:moveTo>
                  <a:pt x="419331" y="51217"/>
                </a:moveTo>
                <a:lnTo>
                  <a:pt x="419375" y="49488"/>
                </a:lnTo>
                <a:lnTo>
                  <a:pt x="419479" y="47841"/>
                </a:lnTo>
                <a:lnTo>
                  <a:pt x="419644" y="46275"/>
                </a:lnTo>
                <a:lnTo>
                  <a:pt x="419870" y="44789"/>
                </a:lnTo>
                <a:lnTo>
                  <a:pt x="420159" y="43383"/>
                </a:lnTo>
                <a:lnTo>
                  <a:pt x="420509" y="42056"/>
                </a:lnTo>
                <a:lnTo>
                  <a:pt x="420923" y="40808"/>
                </a:lnTo>
                <a:lnTo>
                  <a:pt x="421401" y="39638"/>
                </a:lnTo>
                <a:lnTo>
                  <a:pt x="421943" y="38545"/>
                </a:lnTo>
                <a:lnTo>
                  <a:pt x="422550" y="37530"/>
                </a:lnTo>
                <a:lnTo>
                  <a:pt x="423222" y="36591"/>
                </a:lnTo>
                <a:lnTo>
                  <a:pt x="423961" y="35728"/>
                </a:lnTo>
                <a:lnTo>
                  <a:pt x="424766" y="34941"/>
                </a:lnTo>
                <a:lnTo>
                  <a:pt x="425638" y="34228"/>
                </a:lnTo>
                <a:lnTo>
                  <a:pt x="426578" y="33591"/>
                </a:lnTo>
                <a:lnTo>
                  <a:pt x="427587" y="33026"/>
                </a:lnTo>
                <a:lnTo>
                  <a:pt x="428664" y="32536"/>
                </a:lnTo>
                <a:lnTo>
                  <a:pt x="429811" y="32118"/>
                </a:lnTo>
                <a:lnTo>
                  <a:pt x="431029" y="31772"/>
                </a:lnTo>
                <a:lnTo>
                  <a:pt x="432317" y="31498"/>
                </a:lnTo>
                <a:lnTo>
                  <a:pt x="433676" y="31295"/>
                </a:lnTo>
                <a:lnTo>
                  <a:pt x="435107" y="31163"/>
                </a:lnTo>
                <a:lnTo>
                  <a:pt x="436611" y="31101"/>
                </a:lnTo>
                <a:lnTo>
                  <a:pt x="438188" y="31109"/>
                </a:lnTo>
                <a:lnTo>
                  <a:pt x="438188" y="21562"/>
                </a:lnTo>
                <a:lnTo>
                  <a:pt x="437995" y="21540"/>
                </a:lnTo>
                <a:lnTo>
                  <a:pt x="437808" y="21518"/>
                </a:lnTo>
                <a:lnTo>
                  <a:pt x="437628" y="21496"/>
                </a:lnTo>
                <a:lnTo>
                  <a:pt x="437454" y="21476"/>
                </a:lnTo>
                <a:lnTo>
                  <a:pt x="437285" y="21456"/>
                </a:lnTo>
                <a:lnTo>
                  <a:pt x="437121" y="21438"/>
                </a:lnTo>
                <a:lnTo>
                  <a:pt x="436962" y="21420"/>
                </a:lnTo>
                <a:lnTo>
                  <a:pt x="436807" y="21403"/>
                </a:lnTo>
                <a:lnTo>
                  <a:pt x="436656" y="21387"/>
                </a:lnTo>
                <a:lnTo>
                  <a:pt x="436509" y="21372"/>
                </a:lnTo>
                <a:lnTo>
                  <a:pt x="436364" y="21357"/>
                </a:lnTo>
                <a:lnTo>
                  <a:pt x="436223" y="21344"/>
                </a:lnTo>
                <a:lnTo>
                  <a:pt x="436084" y="21332"/>
                </a:lnTo>
                <a:lnTo>
                  <a:pt x="435946" y="21320"/>
                </a:lnTo>
                <a:lnTo>
                  <a:pt x="435811" y="21310"/>
                </a:lnTo>
                <a:lnTo>
                  <a:pt x="435676" y="21301"/>
                </a:lnTo>
                <a:lnTo>
                  <a:pt x="435542" y="21292"/>
                </a:lnTo>
                <a:lnTo>
                  <a:pt x="435409" y="21285"/>
                </a:lnTo>
                <a:lnTo>
                  <a:pt x="435276" y="21279"/>
                </a:lnTo>
                <a:lnTo>
                  <a:pt x="435142" y="21274"/>
                </a:lnTo>
                <a:lnTo>
                  <a:pt x="435007" y="21270"/>
                </a:lnTo>
                <a:lnTo>
                  <a:pt x="434871" y="21267"/>
                </a:lnTo>
                <a:lnTo>
                  <a:pt x="434734" y="21265"/>
                </a:lnTo>
                <a:lnTo>
                  <a:pt x="434595" y="21264"/>
                </a:lnTo>
                <a:lnTo>
                  <a:pt x="433844" y="21283"/>
                </a:lnTo>
                <a:lnTo>
                  <a:pt x="433108" y="21340"/>
                </a:lnTo>
                <a:lnTo>
                  <a:pt x="432386" y="21436"/>
                </a:lnTo>
                <a:lnTo>
                  <a:pt x="431675" y="21571"/>
                </a:lnTo>
                <a:lnTo>
                  <a:pt x="430976" y="21746"/>
                </a:lnTo>
                <a:lnTo>
                  <a:pt x="430288" y="21963"/>
                </a:lnTo>
                <a:lnTo>
                  <a:pt x="429608" y="22220"/>
                </a:lnTo>
                <a:lnTo>
                  <a:pt x="428937" y="22520"/>
                </a:lnTo>
                <a:lnTo>
                  <a:pt x="428274" y="22863"/>
                </a:lnTo>
                <a:lnTo>
                  <a:pt x="427616" y="23249"/>
                </a:lnTo>
                <a:lnTo>
                  <a:pt x="426965" y="23680"/>
                </a:lnTo>
                <a:lnTo>
                  <a:pt x="426318" y="24155"/>
                </a:lnTo>
                <a:lnTo>
                  <a:pt x="425674" y="24676"/>
                </a:lnTo>
                <a:lnTo>
                  <a:pt x="425033" y="25243"/>
                </a:lnTo>
                <a:lnTo>
                  <a:pt x="424393" y="25858"/>
                </a:lnTo>
                <a:lnTo>
                  <a:pt x="423754" y="26520"/>
                </a:lnTo>
                <a:lnTo>
                  <a:pt x="423115" y="27230"/>
                </a:lnTo>
                <a:lnTo>
                  <a:pt x="422474" y="27989"/>
                </a:lnTo>
                <a:lnTo>
                  <a:pt x="421831" y="28798"/>
                </a:lnTo>
                <a:lnTo>
                  <a:pt x="421184" y="29657"/>
                </a:lnTo>
                <a:lnTo>
                  <a:pt x="420533" y="30567"/>
                </a:lnTo>
                <a:lnTo>
                  <a:pt x="419877" y="31529"/>
                </a:lnTo>
                <a:lnTo>
                  <a:pt x="419215" y="32543"/>
                </a:lnTo>
                <a:lnTo>
                  <a:pt x="418545" y="33611"/>
                </a:lnTo>
                <a:lnTo>
                  <a:pt x="418545" y="22908"/>
                </a:lnTo>
                <a:lnTo>
                  <a:pt x="409902" y="22908"/>
                </a:lnTo>
                <a:lnTo>
                  <a:pt x="409902" y="81769"/>
                </a:lnTo>
                <a:lnTo>
                  <a:pt x="419331" y="81769"/>
                </a:lnTo>
                <a:lnTo>
                  <a:pt x="419331" y="51217"/>
                </a:lnTo>
                <a:close/>
                <a:moveTo>
                  <a:pt x="283632" y="31104"/>
                </a:moveTo>
                <a:lnTo>
                  <a:pt x="248500" y="73351"/>
                </a:lnTo>
                <a:lnTo>
                  <a:pt x="248500" y="81769"/>
                </a:lnTo>
                <a:lnTo>
                  <a:pt x="293396" y="81769"/>
                </a:lnTo>
                <a:lnTo>
                  <a:pt x="296316" y="81769"/>
                </a:lnTo>
                <a:lnTo>
                  <a:pt x="341212" y="81769"/>
                </a:lnTo>
                <a:lnTo>
                  <a:pt x="341212" y="73576"/>
                </a:lnTo>
                <a:lnTo>
                  <a:pt x="304732" y="73576"/>
                </a:lnTo>
                <a:lnTo>
                  <a:pt x="339640" y="31215"/>
                </a:lnTo>
                <a:lnTo>
                  <a:pt x="339640" y="22908"/>
                </a:lnTo>
                <a:lnTo>
                  <a:pt x="295753" y="22908"/>
                </a:lnTo>
                <a:lnTo>
                  <a:pt x="295753" y="31104"/>
                </a:lnTo>
                <a:lnTo>
                  <a:pt x="328528" y="31104"/>
                </a:lnTo>
                <a:lnTo>
                  <a:pt x="293396" y="73351"/>
                </a:lnTo>
                <a:lnTo>
                  <a:pt x="293396" y="73576"/>
                </a:lnTo>
                <a:lnTo>
                  <a:pt x="259836" y="73576"/>
                </a:lnTo>
                <a:lnTo>
                  <a:pt x="294743" y="31215"/>
                </a:lnTo>
                <a:lnTo>
                  <a:pt x="294743" y="22908"/>
                </a:lnTo>
                <a:lnTo>
                  <a:pt x="250857" y="22908"/>
                </a:lnTo>
                <a:lnTo>
                  <a:pt x="250857" y="31104"/>
                </a:lnTo>
                <a:lnTo>
                  <a:pt x="283632" y="31104"/>
                </a:lnTo>
                <a:close/>
                <a:moveTo>
                  <a:pt x="114205" y="35249"/>
                </a:moveTo>
                <a:lnTo>
                  <a:pt x="113921" y="33991"/>
                </a:lnTo>
                <a:lnTo>
                  <a:pt x="113562" y="32788"/>
                </a:lnTo>
                <a:lnTo>
                  <a:pt x="113127" y="31641"/>
                </a:lnTo>
                <a:lnTo>
                  <a:pt x="112619" y="30550"/>
                </a:lnTo>
                <a:lnTo>
                  <a:pt x="112036" y="29517"/>
                </a:lnTo>
                <a:lnTo>
                  <a:pt x="111381" y="28541"/>
                </a:lnTo>
                <a:lnTo>
                  <a:pt x="110654" y="27624"/>
                </a:lnTo>
                <a:lnTo>
                  <a:pt x="109855" y="26765"/>
                </a:lnTo>
                <a:lnTo>
                  <a:pt x="108985" y="25967"/>
                </a:lnTo>
                <a:lnTo>
                  <a:pt x="108045" y="25228"/>
                </a:lnTo>
                <a:lnTo>
                  <a:pt x="107036" y="24551"/>
                </a:lnTo>
                <a:lnTo>
                  <a:pt x="105957" y="23935"/>
                </a:lnTo>
                <a:lnTo>
                  <a:pt x="104811" y="23381"/>
                </a:lnTo>
                <a:lnTo>
                  <a:pt x="103597" y="22890"/>
                </a:lnTo>
                <a:lnTo>
                  <a:pt x="102317" y="22463"/>
                </a:lnTo>
                <a:lnTo>
                  <a:pt x="100970" y="22099"/>
                </a:lnTo>
                <a:lnTo>
                  <a:pt x="99558" y="21800"/>
                </a:lnTo>
                <a:lnTo>
                  <a:pt x="98082" y="21567"/>
                </a:lnTo>
                <a:lnTo>
                  <a:pt x="96541" y="21399"/>
                </a:lnTo>
                <a:lnTo>
                  <a:pt x="94937" y="21298"/>
                </a:lnTo>
                <a:lnTo>
                  <a:pt x="93271" y="21264"/>
                </a:lnTo>
                <a:lnTo>
                  <a:pt x="91585" y="21301"/>
                </a:lnTo>
                <a:lnTo>
                  <a:pt x="89950" y="21410"/>
                </a:lnTo>
                <a:lnTo>
                  <a:pt x="88370" y="21589"/>
                </a:lnTo>
                <a:lnTo>
                  <a:pt x="86845" y="21839"/>
                </a:lnTo>
                <a:lnTo>
                  <a:pt x="85378" y="22156"/>
                </a:lnTo>
                <a:lnTo>
                  <a:pt x="83969" y="22540"/>
                </a:lnTo>
                <a:lnTo>
                  <a:pt x="82622" y="22989"/>
                </a:lnTo>
                <a:lnTo>
                  <a:pt x="81336" y="23501"/>
                </a:lnTo>
                <a:lnTo>
                  <a:pt x="80116" y="24077"/>
                </a:lnTo>
                <a:lnTo>
                  <a:pt x="78961" y="24713"/>
                </a:lnTo>
                <a:lnTo>
                  <a:pt x="77874" y="25409"/>
                </a:lnTo>
                <a:lnTo>
                  <a:pt x="76856" y="26163"/>
                </a:lnTo>
                <a:lnTo>
                  <a:pt x="75910" y="26973"/>
                </a:lnTo>
                <a:lnTo>
                  <a:pt x="75037" y="27839"/>
                </a:lnTo>
                <a:lnTo>
                  <a:pt x="74239" y="28759"/>
                </a:lnTo>
                <a:lnTo>
                  <a:pt x="73517" y="29732"/>
                </a:lnTo>
                <a:lnTo>
                  <a:pt x="72874" y="30756"/>
                </a:lnTo>
                <a:lnTo>
                  <a:pt x="72311" y="31829"/>
                </a:lnTo>
                <a:lnTo>
                  <a:pt x="71830" y="32951"/>
                </a:lnTo>
                <a:lnTo>
                  <a:pt x="71432" y="34120"/>
                </a:lnTo>
                <a:lnTo>
                  <a:pt x="71119" y="35334"/>
                </a:lnTo>
                <a:lnTo>
                  <a:pt x="70894" y="36592"/>
                </a:lnTo>
                <a:lnTo>
                  <a:pt x="70757" y="37893"/>
                </a:lnTo>
                <a:lnTo>
                  <a:pt x="70712" y="39235"/>
                </a:lnTo>
                <a:lnTo>
                  <a:pt x="70736" y="40362"/>
                </a:lnTo>
                <a:lnTo>
                  <a:pt x="70812" y="41440"/>
                </a:lnTo>
                <a:lnTo>
                  <a:pt x="70941" y="42472"/>
                </a:lnTo>
                <a:lnTo>
                  <a:pt x="71125" y="43457"/>
                </a:lnTo>
                <a:lnTo>
                  <a:pt x="71366" y="44400"/>
                </a:lnTo>
                <a:lnTo>
                  <a:pt x="71665" y="45300"/>
                </a:lnTo>
                <a:lnTo>
                  <a:pt x="72026" y="46160"/>
                </a:lnTo>
                <a:lnTo>
                  <a:pt x="72449" y="46981"/>
                </a:lnTo>
                <a:lnTo>
                  <a:pt x="72937" y="47765"/>
                </a:lnTo>
                <a:lnTo>
                  <a:pt x="73491" y="48513"/>
                </a:lnTo>
                <a:lnTo>
                  <a:pt x="74114" y="49228"/>
                </a:lnTo>
                <a:lnTo>
                  <a:pt x="74808" y="49911"/>
                </a:lnTo>
                <a:lnTo>
                  <a:pt x="75574" y="50563"/>
                </a:lnTo>
                <a:lnTo>
                  <a:pt x="76415" y="51187"/>
                </a:lnTo>
                <a:lnTo>
                  <a:pt x="77332" y="51783"/>
                </a:lnTo>
                <a:lnTo>
                  <a:pt x="78327" y="52354"/>
                </a:lnTo>
                <a:lnTo>
                  <a:pt x="79403" y="52902"/>
                </a:lnTo>
                <a:lnTo>
                  <a:pt x="80560" y="53427"/>
                </a:lnTo>
                <a:lnTo>
                  <a:pt x="81802" y="53931"/>
                </a:lnTo>
                <a:lnTo>
                  <a:pt x="83131" y="54417"/>
                </a:lnTo>
                <a:lnTo>
                  <a:pt x="84547" y="54885"/>
                </a:lnTo>
                <a:lnTo>
                  <a:pt x="86053" y="55338"/>
                </a:lnTo>
                <a:lnTo>
                  <a:pt x="87651" y="55777"/>
                </a:lnTo>
                <a:lnTo>
                  <a:pt x="89344" y="56204"/>
                </a:lnTo>
                <a:lnTo>
                  <a:pt x="98099" y="58340"/>
                </a:lnTo>
                <a:lnTo>
                  <a:pt x="98892" y="58541"/>
                </a:lnTo>
                <a:lnTo>
                  <a:pt x="99645" y="58750"/>
                </a:lnTo>
                <a:lnTo>
                  <a:pt x="100358" y="58968"/>
                </a:lnTo>
                <a:lnTo>
                  <a:pt x="101032" y="59196"/>
                </a:lnTo>
                <a:lnTo>
                  <a:pt x="101668" y="59434"/>
                </a:lnTo>
                <a:lnTo>
                  <a:pt x="102265" y="59683"/>
                </a:lnTo>
                <a:lnTo>
                  <a:pt x="102826" y="59942"/>
                </a:lnTo>
                <a:lnTo>
                  <a:pt x="103349" y="60212"/>
                </a:lnTo>
                <a:lnTo>
                  <a:pt x="103836" y="60494"/>
                </a:lnTo>
                <a:lnTo>
                  <a:pt x="104287" y="60789"/>
                </a:lnTo>
                <a:lnTo>
                  <a:pt x="104703" y="61096"/>
                </a:lnTo>
                <a:lnTo>
                  <a:pt x="105085" y="61415"/>
                </a:lnTo>
                <a:lnTo>
                  <a:pt x="105433" y="61749"/>
                </a:lnTo>
                <a:lnTo>
                  <a:pt x="105748" y="62096"/>
                </a:lnTo>
                <a:lnTo>
                  <a:pt x="106030" y="62458"/>
                </a:lnTo>
                <a:lnTo>
                  <a:pt x="106279" y="62834"/>
                </a:lnTo>
                <a:lnTo>
                  <a:pt x="106497" y="63226"/>
                </a:lnTo>
                <a:lnTo>
                  <a:pt x="106684" y="63633"/>
                </a:lnTo>
                <a:lnTo>
                  <a:pt x="106841" y="64057"/>
                </a:lnTo>
                <a:lnTo>
                  <a:pt x="106968" y="64497"/>
                </a:lnTo>
                <a:lnTo>
                  <a:pt x="107066" y="64953"/>
                </a:lnTo>
                <a:lnTo>
                  <a:pt x="107135" y="65428"/>
                </a:lnTo>
                <a:lnTo>
                  <a:pt x="107176" y="65920"/>
                </a:lnTo>
                <a:lnTo>
                  <a:pt x="107189" y="66431"/>
                </a:lnTo>
                <a:lnTo>
                  <a:pt x="107161" y="67123"/>
                </a:lnTo>
                <a:lnTo>
                  <a:pt x="107076" y="67794"/>
                </a:lnTo>
                <a:lnTo>
                  <a:pt x="106937" y="68445"/>
                </a:lnTo>
                <a:lnTo>
                  <a:pt x="106744" y="69073"/>
                </a:lnTo>
                <a:lnTo>
                  <a:pt x="106499" y="69677"/>
                </a:lnTo>
                <a:lnTo>
                  <a:pt x="106202" y="70259"/>
                </a:lnTo>
                <a:lnTo>
                  <a:pt x="105856" y="70815"/>
                </a:lnTo>
                <a:lnTo>
                  <a:pt x="105460" y="71346"/>
                </a:lnTo>
                <a:lnTo>
                  <a:pt x="105017" y="71851"/>
                </a:lnTo>
                <a:lnTo>
                  <a:pt x="104528" y="72329"/>
                </a:lnTo>
                <a:lnTo>
                  <a:pt x="103994" y="72779"/>
                </a:lnTo>
                <a:lnTo>
                  <a:pt x="103416" y="73201"/>
                </a:lnTo>
                <a:lnTo>
                  <a:pt x="102795" y="73594"/>
                </a:lnTo>
                <a:lnTo>
                  <a:pt x="102132" y="73956"/>
                </a:lnTo>
                <a:lnTo>
                  <a:pt x="101430" y="74288"/>
                </a:lnTo>
                <a:lnTo>
                  <a:pt x="100688" y="74588"/>
                </a:lnTo>
                <a:lnTo>
                  <a:pt x="99909" y="74856"/>
                </a:lnTo>
                <a:lnTo>
                  <a:pt x="99093" y="75091"/>
                </a:lnTo>
                <a:lnTo>
                  <a:pt x="98241" y="75291"/>
                </a:lnTo>
                <a:lnTo>
                  <a:pt x="97356" y="75457"/>
                </a:lnTo>
                <a:lnTo>
                  <a:pt x="96437" y="75587"/>
                </a:lnTo>
                <a:lnTo>
                  <a:pt x="95487" y="75681"/>
                </a:lnTo>
                <a:lnTo>
                  <a:pt x="94507" y="75738"/>
                </a:lnTo>
                <a:lnTo>
                  <a:pt x="93497" y="75758"/>
                </a:lnTo>
                <a:lnTo>
                  <a:pt x="92869" y="75750"/>
                </a:lnTo>
                <a:lnTo>
                  <a:pt x="92251" y="75727"/>
                </a:lnTo>
                <a:lnTo>
                  <a:pt x="91641" y="75690"/>
                </a:lnTo>
                <a:lnTo>
                  <a:pt x="91041" y="75638"/>
                </a:lnTo>
                <a:lnTo>
                  <a:pt x="90452" y="75572"/>
                </a:lnTo>
                <a:lnTo>
                  <a:pt x="89873" y="75491"/>
                </a:lnTo>
                <a:lnTo>
                  <a:pt x="89305" y="75396"/>
                </a:lnTo>
                <a:lnTo>
                  <a:pt x="88748" y="75287"/>
                </a:lnTo>
                <a:lnTo>
                  <a:pt x="88204" y="75165"/>
                </a:lnTo>
                <a:lnTo>
                  <a:pt x="87673" y="75029"/>
                </a:lnTo>
                <a:lnTo>
                  <a:pt x="87154" y="74880"/>
                </a:lnTo>
                <a:lnTo>
                  <a:pt x="86649" y="74718"/>
                </a:lnTo>
                <a:lnTo>
                  <a:pt x="86158" y="74543"/>
                </a:lnTo>
                <a:lnTo>
                  <a:pt x="85682" y="74356"/>
                </a:lnTo>
                <a:lnTo>
                  <a:pt x="85220" y="74156"/>
                </a:lnTo>
                <a:lnTo>
                  <a:pt x="84774" y="73943"/>
                </a:lnTo>
                <a:lnTo>
                  <a:pt x="84344" y="73719"/>
                </a:lnTo>
                <a:lnTo>
                  <a:pt x="83931" y="73482"/>
                </a:lnTo>
                <a:lnTo>
                  <a:pt x="83534" y="73234"/>
                </a:lnTo>
                <a:lnTo>
                  <a:pt x="83155" y="72975"/>
                </a:lnTo>
                <a:lnTo>
                  <a:pt x="82794" y="72704"/>
                </a:lnTo>
                <a:lnTo>
                  <a:pt x="82452" y="72422"/>
                </a:lnTo>
                <a:lnTo>
                  <a:pt x="82128" y="72129"/>
                </a:lnTo>
                <a:lnTo>
                  <a:pt x="81823" y="71825"/>
                </a:lnTo>
                <a:lnTo>
                  <a:pt x="81645" y="71614"/>
                </a:lnTo>
                <a:lnTo>
                  <a:pt x="81474" y="71402"/>
                </a:lnTo>
                <a:lnTo>
                  <a:pt x="81312" y="71188"/>
                </a:lnTo>
                <a:lnTo>
                  <a:pt x="81156" y="70971"/>
                </a:lnTo>
                <a:lnTo>
                  <a:pt x="81008" y="70749"/>
                </a:lnTo>
                <a:lnTo>
                  <a:pt x="80866" y="70522"/>
                </a:lnTo>
                <a:lnTo>
                  <a:pt x="80730" y="70288"/>
                </a:lnTo>
                <a:lnTo>
                  <a:pt x="80601" y="70047"/>
                </a:lnTo>
                <a:lnTo>
                  <a:pt x="80478" y="69798"/>
                </a:lnTo>
                <a:lnTo>
                  <a:pt x="80360" y="69539"/>
                </a:lnTo>
                <a:lnTo>
                  <a:pt x="80247" y="69269"/>
                </a:lnTo>
                <a:lnTo>
                  <a:pt x="80140" y="68987"/>
                </a:lnTo>
                <a:lnTo>
                  <a:pt x="80037" y="68692"/>
                </a:lnTo>
                <a:lnTo>
                  <a:pt x="79938" y="68384"/>
                </a:lnTo>
                <a:lnTo>
                  <a:pt x="79844" y="68060"/>
                </a:lnTo>
                <a:lnTo>
                  <a:pt x="79753" y="67720"/>
                </a:lnTo>
                <a:lnTo>
                  <a:pt x="79666" y="67364"/>
                </a:lnTo>
                <a:lnTo>
                  <a:pt x="79582" y="66989"/>
                </a:lnTo>
                <a:lnTo>
                  <a:pt x="79501" y="66594"/>
                </a:lnTo>
                <a:lnTo>
                  <a:pt x="79423" y="66179"/>
                </a:lnTo>
                <a:lnTo>
                  <a:pt x="79346" y="65743"/>
                </a:lnTo>
                <a:lnTo>
                  <a:pt x="79272" y="65284"/>
                </a:lnTo>
                <a:lnTo>
                  <a:pt x="79200" y="64802"/>
                </a:lnTo>
                <a:lnTo>
                  <a:pt x="79129" y="64295"/>
                </a:lnTo>
                <a:lnTo>
                  <a:pt x="69252" y="64295"/>
                </a:lnTo>
                <a:lnTo>
                  <a:pt x="69346" y="65957"/>
                </a:lnTo>
                <a:lnTo>
                  <a:pt x="69515" y="67546"/>
                </a:lnTo>
                <a:lnTo>
                  <a:pt x="69758" y="69062"/>
                </a:lnTo>
                <a:lnTo>
                  <a:pt x="70078" y="70505"/>
                </a:lnTo>
                <a:lnTo>
                  <a:pt x="70473" y="71874"/>
                </a:lnTo>
                <a:lnTo>
                  <a:pt x="70945" y="73172"/>
                </a:lnTo>
                <a:lnTo>
                  <a:pt x="71492" y="74397"/>
                </a:lnTo>
                <a:lnTo>
                  <a:pt x="72116" y="75549"/>
                </a:lnTo>
                <a:lnTo>
                  <a:pt x="72817" y="76631"/>
                </a:lnTo>
                <a:lnTo>
                  <a:pt x="73595" y="77640"/>
                </a:lnTo>
                <a:lnTo>
                  <a:pt x="74450" y="78578"/>
                </a:lnTo>
                <a:lnTo>
                  <a:pt x="75383" y="79445"/>
                </a:lnTo>
                <a:lnTo>
                  <a:pt x="76394" y="80242"/>
                </a:lnTo>
                <a:lnTo>
                  <a:pt x="77482" y="80968"/>
                </a:lnTo>
                <a:lnTo>
                  <a:pt x="78649" y="81623"/>
                </a:lnTo>
                <a:lnTo>
                  <a:pt x="79894" y="82208"/>
                </a:lnTo>
                <a:lnTo>
                  <a:pt x="81218" y="82724"/>
                </a:lnTo>
                <a:lnTo>
                  <a:pt x="82621" y="83170"/>
                </a:lnTo>
                <a:lnTo>
                  <a:pt x="84103" y="83547"/>
                </a:lnTo>
                <a:lnTo>
                  <a:pt x="85665" y="83855"/>
                </a:lnTo>
                <a:lnTo>
                  <a:pt x="87306" y="84093"/>
                </a:lnTo>
                <a:lnTo>
                  <a:pt x="89027" y="84264"/>
                </a:lnTo>
                <a:lnTo>
                  <a:pt x="90829" y="84366"/>
                </a:lnTo>
                <a:lnTo>
                  <a:pt x="92711" y="84400"/>
                </a:lnTo>
                <a:lnTo>
                  <a:pt x="94534" y="84362"/>
                </a:lnTo>
                <a:lnTo>
                  <a:pt x="96300" y="84250"/>
                </a:lnTo>
                <a:lnTo>
                  <a:pt x="98006" y="84064"/>
                </a:lnTo>
                <a:lnTo>
                  <a:pt x="99651" y="83807"/>
                </a:lnTo>
                <a:lnTo>
                  <a:pt x="101233" y="83479"/>
                </a:lnTo>
                <a:lnTo>
                  <a:pt x="102749" y="83083"/>
                </a:lnTo>
                <a:lnTo>
                  <a:pt x="104199" y="82619"/>
                </a:lnTo>
                <a:lnTo>
                  <a:pt x="105581" y="82088"/>
                </a:lnTo>
                <a:lnTo>
                  <a:pt x="106893" y="81493"/>
                </a:lnTo>
                <a:lnTo>
                  <a:pt x="108132" y="80835"/>
                </a:lnTo>
                <a:lnTo>
                  <a:pt x="109298" y="80115"/>
                </a:lnTo>
                <a:lnTo>
                  <a:pt x="110389" y="79334"/>
                </a:lnTo>
                <a:lnTo>
                  <a:pt x="111402" y="78494"/>
                </a:lnTo>
                <a:lnTo>
                  <a:pt x="112337" y="77596"/>
                </a:lnTo>
                <a:lnTo>
                  <a:pt x="113191" y="76643"/>
                </a:lnTo>
                <a:lnTo>
                  <a:pt x="113962" y="75634"/>
                </a:lnTo>
                <a:lnTo>
                  <a:pt x="114649" y="74571"/>
                </a:lnTo>
                <a:lnTo>
                  <a:pt x="115250" y="73457"/>
                </a:lnTo>
                <a:lnTo>
                  <a:pt x="115764" y="72292"/>
                </a:lnTo>
                <a:lnTo>
                  <a:pt x="116188" y="71078"/>
                </a:lnTo>
                <a:lnTo>
                  <a:pt x="116521" y="69815"/>
                </a:lnTo>
                <a:lnTo>
                  <a:pt x="116761" y="68507"/>
                </a:lnTo>
                <a:lnTo>
                  <a:pt x="116906" y="67153"/>
                </a:lnTo>
                <a:lnTo>
                  <a:pt x="116955" y="65756"/>
                </a:lnTo>
                <a:lnTo>
                  <a:pt x="116929" y="64680"/>
                </a:lnTo>
                <a:lnTo>
                  <a:pt x="116851" y="63645"/>
                </a:lnTo>
                <a:lnTo>
                  <a:pt x="116720" y="62649"/>
                </a:lnTo>
                <a:lnTo>
                  <a:pt x="116535" y="61692"/>
                </a:lnTo>
                <a:lnTo>
                  <a:pt x="116296" y="60772"/>
                </a:lnTo>
                <a:lnTo>
                  <a:pt x="116001" y="59889"/>
                </a:lnTo>
                <a:lnTo>
                  <a:pt x="115650" y="59043"/>
                </a:lnTo>
                <a:lnTo>
                  <a:pt x="115242" y="58231"/>
                </a:lnTo>
                <a:lnTo>
                  <a:pt x="114777" y="57453"/>
                </a:lnTo>
                <a:lnTo>
                  <a:pt x="114253" y="56710"/>
                </a:lnTo>
                <a:lnTo>
                  <a:pt x="113669" y="55998"/>
                </a:lnTo>
                <a:lnTo>
                  <a:pt x="113026" y="55319"/>
                </a:lnTo>
                <a:lnTo>
                  <a:pt x="112322" y="54671"/>
                </a:lnTo>
                <a:lnTo>
                  <a:pt x="111557" y="54053"/>
                </a:lnTo>
                <a:lnTo>
                  <a:pt x="110729" y="53464"/>
                </a:lnTo>
                <a:lnTo>
                  <a:pt x="109837" y="52903"/>
                </a:lnTo>
                <a:lnTo>
                  <a:pt x="108882" y="52371"/>
                </a:lnTo>
                <a:lnTo>
                  <a:pt x="107863" y="51865"/>
                </a:lnTo>
                <a:lnTo>
                  <a:pt x="106778" y="51385"/>
                </a:lnTo>
                <a:lnTo>
                  <a:pt x="105626" y="50931"/>
                </a:lnTo>
                <a:lnTo>
                  <a:pt x="104408" y="50501"/>
                </a:lnTo>
                <a:lnTo>
                  <a:pt x="103121" y="50094"/>
                </a:lnTo>
                <a:lnTo>
                  <a:pt x="101766" y="49710"/>
                </a:lnTo>
                <a:lnTo>
                  <a:pt x="100342" y="49348"/>
                </a:lnTo>
                <a:lnTo>
                  <a:pt x="91363" y="47215"/>
                </a:lnTo>
                <a:lnTo>
                  <a:pt x="90432" y="46986"/>
                </a:lnTo>
                <a:lnTo>
                  <a:pt x="89545" y="46750"/>
                </a:lnTo>
                <a:lnTo>
                  <a:pt x="88704" y="46507"/>
                </a:lnTo>
                <a:lnTo>
                  <a:pt x="87906" y="46254"/>
                </a:lnTo>
                <a:lnTo>
                  <a:pt x="87153" y="45994"/>
                </a:lnTo>
                <a:lnTo>
                  <a:pt x="86442" y="45723"/>
                </a:lnTo>
                <a:lnTo>
                  <a:pt x="85774" y="45444"/>
                </a:lnTo>
                <a:lnTo>
                  <a:pt x="85148" y="45154"/>
                </a:lnTo>
                <a:lnTo>
                  <a:pt x="84564" y="44853"/>
                </a:lnTo>
                <a:lnTo>
                  <a:pt x="84021" y="44542"/>
                </a:lnTo>
                <a:lnTo>
                  <a:pt x="83519" y="44219"/>
                </a:lnTo>
                <a:lnTo>
                  <a:pt x="83057" y="43885"/>
                </a:lnTo>
                <a:lnTo>
                  <a:pt x="82635" y="43538"/>
                </a:lnTo>
                <a:lnTo>
                  <a:pt x="82252" y="43178"/>
                </a:lnTo>
                <a:lnTo>
                  <a:pt x="81908" y="42805"/>
                </a:lnTo>
                <a:lnTo>
                  <a:pt x="81602" y="42419"/>
                </a:lnTo>
                <a:lnTo>
                  <a:pt x="81334" y="42018"/>
                </a:lnTo>
                <a:lnTo>
                  <a:pt x="81103" y="41603"/>
                </a:lnTo>
                <a:lnTo>
                  <a:pt x="80909" y="41173"/>
                </a:lnTo>
                <a:lnTo>
                  <a:pt x="80752" y="40728"/>
                </a:lnTo>
                <a:lnTo>
                  <a:pt x="80630" y="40267"/>
                </a:lnTo>
                <a:lnTo>
                  <a:pt x="80544" y="39790"/>
                </a:lnTo>
                <a:lnTo>
                  <a:pt x="80492" y="39296"/>
                </a:lnTo>
                <a:lnTo>
                  <a:pt x="80475" y="38785"/>
                </a:lnTo>
                <a:lnTo>
                  <a:pt x="80500" y="38108"/>
                </a:lnTo>
                <a:lnTo>
                  <a:pt x="80575" y="37453"/>
                </a:lnTo>
                <a:lnTo>
                  <a:pt x="80698" y="36823"/>
                </a:lnTo>
                <a:lnTo>
                  <a:pt x="80868" y="36215"/>
                </a:lnTo>
                <a:lnTo>
                  <a:pt x="81086" y="35633"/>
                </a:lnTo>
                <a:lnTo>
                  <a:pt x="81349" y="35075"/>
                </a:lnTo>
                <a:lnTo>
                  <a:pt x="81657" y="34543"/>
                </a:lnTo>
                <a:lnTo>
                  <a:pt x="82009" y="34036"/>
                </a:lnTo>
                <a:lnTo>
                  <a:pt x="82405" y="33556"/>
                </a:lnTo>
                <a:lnTo>
                  <a:pt x="82843" y="33104"/>
                </a:lnTo>
                <a:lnTo>
                  <a:pt x="83323" y="32679"/>
                </a:lnTo>
                <a:lnTo>
                  <a:pt x="83843" y="32282"/>
                </a:lnTo>
                <a:lnTo>
                  <a:pt x="84403" y="31913"/>
                </a:lnTo>
                <a:lnTo>
                  <a:pt x="85001" y="31574"/>
                </a:lnTo>
                <a:lnTo>
                  <a:pt x="85638" y="31265"/>
                </a:lnTo>
                <a:lnTo>
                  <a:pt x="86312" y="30986"/>
                </a:lnTo>
                <a:lnTo>
                  <a:pt x="87022" y="30738"/>
                </a:lnTo>
                <a:lnTo>
                  <a:pt x="87768" y="30521"/>
                </a:lnTo>
                <a:lnTo>
                  <a:pt x="88548" y="30336"/>
                </a:lnTo>
                <a:lnTo>
                  <a:pt x="89362" y="30183"/>
                </a:lnTo>
                <a:lnTo>
                  <a:pt x="90208" y="30064"/>
                </a:lnTo>
                <a:lnTo>
                  <a:pt x="91086" y="29978"/>
                </a:lnTo>
                <a:lnTo>
                  <a:pt x="91996" y="29926"/>
                </a:lnTo>
                <a:lnTo>
                  <a:pt x="92935" y="29908"/>
                </a:lnTo>
                <a:lnTo>
                  <a:pt x="93857" y="29925"/>
                </a:lnTo>
                <a:lnTo>
                  <a:pt x="94742" y="29976"/>
                </a:lnTo>
                <a:lnTo>
                  <a:pt x="95591" y="30060"/>
                </a:lnTo>
                <a:lnTo>
                  <a:pt x="96404" y="30178"/>
                </a:lnTo>
                <a:lnTo>
                  <a:pt x="97179" y="30329"/>
                </a:lnTo>
                <a:lnTo>
                  <a:pt x="97917" y="30514"/>
                </a:lnTo>
                <a:lnTo>
                  <a:pt x="98619" y="30732"/>
                </a:lnTo>
                <a:lnTo>
                  <a:pt x="99283" y="30982"/>
                </a:lnTo>
                <a:lnTo>
                  <a:pt x="99909" y="31265"/>
                </a:lnTo>
                <a:lnTo>
                  <a:pt x="100498" y="31581"/>
                </a:lnTo>
                <a:lnTo>
                  <a:pt x="101050" y="31930"/>
                </a:lnTo>
                <a:lnTo>
                  <a:pt x="101563" y="32310"/>
                </a:lnTo>
                <a:lnTo>
                  <a:pt x="102039" y="32723"/>
                </a:lnTo>
                <a:lnTo>
                  <a:pt x="102476" y="33168"/>
                </a:lnTo>
                <a:lnTo>
                  <a:pt x="102875" y="33645"/>
                </a:lnTo>
                <a:lnTo>
                  <a:pt x="103236" y="34154"/>
                </a:lnTo>
                <a:lnTo>
                  <a:pt x="103558" y="34694"/>
                </a:lnTo>
                <a:lnTo>
                  <a:pt x="103841" y="35266"/>
                </a:lnTo>
                <a:lnTo>
                  <a:pt x="104086" y="35869"/>
                </a:lnTo>
                <a:lnTo>
                  <a:pt x="104291" y="36503"/>
                </a:lnTo>
                <a:lnTo>
                  <a:pt x="104457" y="37168"/>
                </a:lnTo>
                <a:lnTo>
                  <a:pt x="104584" y="37864"/>
                </a:lnTo>
                <a:lnTo>
                  <a:pt x="104672" y="38591"/>
                </a:lnTo>
                <a:lnTo>
                  <a:pt x="104720" y="39348"/>
                </a:lnTo>
                <a:lnTo>
                  <a:pt x="114597" y="39348"/>
                </a:lnTo>
                <a:lnTo>
                  <a:pt x="114544" y="37928"/>
                </a:lnTo>
                <a:lnTo>
                  <a:pt x="114413" y="36561"/>
                </a:lnTo>
                <a:lnTo>
                  <a:pt x="114205" y="35249"/>
                </a:lnTo>
                <a:close/>
                <a:moveTo>
                  <a:pt x="392361" y="52328"/>
                </a:moveTo>
                <a:lnTo>
                  <a:pt x="392336" y="51329"/>
                </a:lnTo>
                <a:lnTo>
                  <a:pt x="392303" y="50363"/>
                </a:lnTo>
                <a:lnTo>
                  <a:pt x="392262" y="49429"/>
                </a:lnTo>
                <a:lnTo>
                  <a:pt x="392213" y="48525"/>
                </a:lnTo>
                <a:lnTo>
                  <a:pt x="392156" y="47651"/>
                </a:lnTo>
                <a:lnTo>
                  <a:pt x="392091" y="46805"/>
                </a:lnTo>
                <a:lnTo>
                  <a:pt x="392018" y="45987"/>
                </a:lnTo>
                <a:lnTo>
                  <a:pt x="391936" y="45194"/>
                </a:lnTo>
                <a:lnTo>
                  <a:pt x="391846" y="44427"/>
                </a:lnTo>
                <a:lnTo>
                  <a:pt x="391747" y="43684"/>
                </a:lnTo>
                <a:lnTo>
                  <a:pt x="391639" y="42963"/>
                </a:lnTo>
                <a:lnTo>
                  <a:pt x="391521" y="42264"/>
                </a:lnTo>
                <a:lnTo>
                  <a:pt x="391395" y="41586"/>
                </a:lnTo>
                <a:lnTo>
                  <a:pt x="391259" y="40927"/>
                </a:lnTo>
                <a:lnTo>
                  <a:pt x="391114" y="40287"/>
                </a:lnTo>
                <a:lnTo>
                  <a:pt x="390959" y="39664"/>
                </a:lnTo>
                <a:lnTo>
                  <a:pt x="390795" y="39057"/>
                </a:lnTo>
                <a:lnTo>
                  <a:pt x="390620" y="38465"/>
                </a:lnTo>
                <a:lnTo>
                  <a:pt x="390436" y="37886"/>
                </a:lnTo>
                <a:lnTo>
                  <a:pt x="390241" y="37321"/>
                </a:lnTo>
                <a:lnTo>
                  <a:pt x="390035" y="36767"/>
                </a:lnTo>
                <a:lnTo>
                  <a:pt x="389532" y="35579"/>
                </a:lnTo>
                <a:lnTo>
                  <a:pt x="388976" y="34432"/>
                </a:lnTo>
                <a:lnTo>
                  <a:pt x="388369" y="33326"/>
                </a:lnTo>
                <a:lnTo>
                  <a:pt x="387712" y="32263"/>
                </a:lnTo>
                <a:lnTo>
                  <a:pt x="387007" y="31243"/>
                </a:lnTo>
                <a:lnTo>
                  <a:pt x="386255" y="30267"/>
                </a:lnTo>
                <a:lnTo>
                  <a:pt x="385457" y="29336"/>
                </a:lnTo>
                <a:lnTo>
                  <a:pt x="384615" y="28452"/>
                </a:lnTo>
                <a:lnTo>
                  <a:pt x="383730" y="27614"/>
                </a:lnTo>
                <a:lnTo>
                  <a:pt x="382804" y="26824"/>
                </a:lnTo>
                <a:lnTo>
                  <a:pt x="381837" y="26083"/>
                </a:lnTo>
                <a:lnTo>
                  <a:pt x="380832" y="25391"/>
                </a:lnTo>
                <a:lnTo>
                  <a:pt x="379789" y="24749"/>
                </a:lnTo>
                <a:lnTo>
                  <a:pt x="378711" y="24159"/>
                </a:lnTo>
                <a:lnTo>
                  <a:pt x="377597" y="23621"/>
                </a:lnTo>
                <a:lnTo>
                  <a:pt x="376451" y="23136"/>
                </a:lnTo>
                <a:lnTo>
                  <a:pt x="375272" y="22704"/>
                </a:lnTo>
                <a:lnTo>
                  <a:pt x="374063" y="22327"/>
                </a:lnTo>
                <a:lnTo>
                  <a:pt x="372824" y="22006"/>
                </a:lnTo>
                <a:lnTo>
                  <a:pt x="371558" y="21741"/>
                </a:lnTo>
                <a:lnTo>
                  <a:pt x="370265" y="21534"/>
                </a:lnTo>
                <a:lnTo>
                  <a:pt x="368947" y="21385"/>
                </a:lnTo>
                <a:lnTo>
                  <a:pt x="367606" y="21295"/>
                </a:lnTo>
                <a:lnTo>
                  <a:pt x="366241" y="21264"/>
                </a:lnTo>
                <a:lnTo>
                  <a:pt x="364224" y="21329"/>
                </a:lnTo>
                <a:lnTo>
                  <a:pt x="362269" y="21521"/>
                </a:lnTo>
                <a:lnTo>
                  <a:pt x="360379" y="21838"/>
                </a:lnTo>
                <a:lnTo>
                  <a:pt x="358556" y="22278"/>
                </a:lnTo>
                <a:lnTo>
                  <a:pt x="356802" y="22838"/>
                </a:lnTo>
                <a:lnTo>
                  <a:pt x="355119" y="23516"/>
                </a:lnTo>
                <a:lnTo>
                  <a:pt x="353509" y="24310"/>
                </a:lnTo>
                <a:lnTo>
                  <a:pt x="351974" y="25217"/>
                </a:lnTo>
                <a:lnTo>
                  <a:pt x="350516" y="26234"/>
                </a:lnTo>
                <a:lnTo>
                  <a:pt x="349138" y="27360"/>
                </a:lnTo>
                <a:lnTo>
                  <a:pt x="347840" y="28592"/>
                </a:lnTo>
                <a:lnTo>
                  <a:pt x="346627" y="29928"/>
                </a:lnTo>
                <a:lnTo>
                  <a:pt x="345498" y="31365"/>
                </a:lnTo>
                <a:lnTo>
                  <a:pt x="344457" y="32901"/>
                </a:lnTo>
                <a:lnTo>
                  <a:pt x="343505" y="34534"/>
                </a:lnTo>
                <a:lnTo>
                  <a:pt x="342645" y="36260"/>
                </a:lnTo>
                <a:lnTo>
                  <a:pt x="341879" y="38079"/>
                </a:lnTo>
                <a:lnTo>
                  <a:pt x="341208" y="39986"/>
                </a:lnTo>
                <a:lnTo>
                  <a:pt x="340634" y="41981"/>
                </a:lnTo>
                <a:lnTo>
                  <a:pt x="340160" y="44061"/>
                </a:lnTo>
                <a:lnTo>
                  <a:pt x="339788" y="46222"/>
                </a:lnTo>
                <a:lnTo>
                  <a:pt x="339520" y="48463"/>
                </a:lnTo>
                <a:lnTo>
                  <a:pt x="339358" y="50782"/>
                </a:lnTo>
                <a:lnTo>
                  <a:pt x="339303" y="53176"/>
                </a:lnTo>
                <a:lnTo>
                  <a:pt x="339355" y="55566"/>
                </a:lnTo>
                <a:lnTo>
                  <a:pt x="339511" y="57873"/>
                </a:lnTo>
                <a:lnTo>
                  <a:pt x="339770" y="60098"/>
                </a:lnTo>
                <a:lnTo>
                  <a:pt x="340128" y="62237"/>
                </a:lnTo>
                <a:lnTo>
                  <a:pt x="340586" y="64290"/>
                </a:lnTo>
                <a:lnTo>
                  <a:pt x="341141" y="66254"/>
                </a:lnTo>
                <a:lnTo>
                  <a:pt x="341792" y="68128"/>
                </a:lnTo>
                <a:lnTo>
                  <a:pt x="342537" y="69909"/>
                </a:lnTo>
                <a:lnTo>
                  <a:pt x="343375" y="71596"/>
                </a:lnTo>
                <a:lnTo>
                  <a:pt x="344305" y="73188"/>
                </a:lnTo>
                <a:lnTo>
                  <a:pt x="345323" y="74682"/>
                </a:lnTo>
                <a:lnTo>
                  <a:pt x="346430" y="76076"/>
                </a:lnTo>
                <a:lnTo>
                  <a:pt x="347624" y="77369"/>
                </a:lnTo>
                <a:lnTo>
                  <a:pt x="348902" y="78560"/>
                </a:lnTo>
                <a:lnTo>
                  <a:pt x="350264" y="79645"/>
                </a:lnTo>
                <a:lnTo>
                  <a:pt x="351708" y="80624"/>
                </a:lnTo>
                <a:lnTo>
                  <a:pt x="353232" y="81494"/>
                </a:lnTo>
                <a:lnTo>
                  <a:pt x="354835" y="82254"/>
                </a:lnTo>
                <a:lnTo>
                  <a:pt x="356514" y="82902"/>
                </a:lnTo>
                <a:lnTo>
                  <a:pt x="358270" y="83437"/>
                </a:lnTo>
                <a:lnTo>
                  <a:pt x="360100" y="83855"/>
                </a:lnTo>
                <a:lnTo>
                  <a:pt x="362002" y="84157"/>
                </a:lnTo>
                <a:lnTo>
                  <a:pt x="363975" y="84339"/>
                </a:lnTo>
                <a:lnTo>
                  <a:pt x="366017" y="84400"/>
                </a:lnTo>
                <a:lnTo>
                  <a:pt x="367679" y="84360"/>
                </a:lnTo>
                <a:lnTo>
                  <a:pt x="369296" y="84242"/>
                </a:lnTo>
                <a:lnTo>
                  <a:pt x="370868" y="84047"/>
                </a:lnTo>
                <a:lnTo>
                  <a:pt x="372392" y="83775"/>
                </a:lnTo>
                <a:lnTo>
                  <a:pt x="373869" y="83428"/>
                </a:lnTo>
                <a:lnTo>
                  <a:pt x="375296" y="83007"/>
                </a:lnTo>
                <a:lnTo>
                  <a:pt x="376672" y="82513"/>
                </a:lnTo>
                <a:lnTo>
                  <a:pt x="377997" y="81947"/>
                </a:lnTo>
                <a:lnTo>
                  <a:pt x="379269" y="81310"/>
                </a:lnTo>
                <a:lnTo>
                  <a:pt x="380487" y="80602"/>
                </a:lnTo>
                <a:lnTo>
                  <a:pt x="381649" y="79827"/>
                </a:lnTo>
                <a:lnTo>
                  <a:pt x="382754" y="78983"/>
                </a:lnTo>
                <a:lnTo>
                  <a:pt x="383802" y="78072"/>
                </a:lnTo>
                <a:lnTo>
                  <a:pt x="384791" y="77096"/>
                </a:lnTo>
                <a:lnTo>
                  <a:pt x="385719" y="76056"/>
                </a:lnTo>
                <a:lnTo>
                  <a:pt x="386586" y="74951"/>
                </a:lnTo>
                <a:lnTo>
                  <a:pt x="387390" y="73785"/>
                </a:lnTo>
                <a:lnTo>
                  <a:pt x="388130" y="72557"/>
                </a:lnTo>
                <a:lnTo>
                  <a:pt x="388805" y="71268"/>
                </a:lnTo>
                <a:lnTo>
                  <a:pt x="389413" y="69921"/>
                </a:lnTo>
                <a:lnTo>
                  <a:pt x="389954" y="68515"/>
                </a:lnTo>
                <a:lnTo>
                  <a:pt x="390426" y="67052"/>
                </a:lnTo>
                <a:lnTo>
                  <a:pt x="390828" y="65533"/>
                </a:lnTo>
                <a:lnTo>
                  <a:pt x="391159" y="63959"/>
                </a:lnTo>
                <a:lnTo>
                  <a:pt x="381731" y="63959"/>
                </a:lnTo>
                <a:lnTo>
                  <a:pt x="381394" y="64909"/>
                </a:lnTo>
                <a:lnTo>
                  <a:pt x="381029" y="65820"/>
                </a:lnTo>
                <a:lnTo>
                  <a:pt x="380637" y="66692"/>
                </a:lnTo>
                <a:lnTo>
                  <a:pt x="380217" y="67525"/>
                </a:lnTo>
                <a:lnTo>
                  <a:pt x="379770" y="68319"/>
                </a:lnTo>
                <a:lnTo>
                  <a:pt x="379296" y="69074"/>
                </a:lnTo>
                <a:lnTo>
                  <a:pt x="378795" y="69789"/>
                </a:lnTo>
                <a:lnTo>
                  <a:pt x="378267" y="70464"/>
                </a:lnTo>
                <a:lnTo>
                  <a:pt x="377713" y="71099"/>
                </a:lnTo>
                <a:lnTo>
                  <a:pt x="377133" y="71695"/>
                </a:lnTo>
                <a:lnTo>
                  <a:pt x="376526" y="72251"/>
                </a:lnTo>
                <a:lnTo>
                  <a:pt x="375893" y="72766"/>
                </a:lnTo>
                <a:lnTo>
                  <a:pt x="375235" y="73241"/>
                </a:lnTo>
                <a:lnTo>
                  <a:pt x="374551" y="73675"/>
                </a:lnTo>
                <a:lnTo>
                  <a:pt x="373842" y="74069"/>
                </a:lnTo>
                <a:lnTo>
                  <a:pt x="373108" y="74422"/>
                </a:lnTo>
                <a:lnTo>
                  <a:pt x="372349" y="74734"/>
                </a:lnTo>
                <a:lnTo>
                  <a:pt x="371565" y="75004"/>
                </a:lnTo>
                <a:lnTo>
                  <a:pt x="370757" y="75234"/>
                </a:lnTo>
                <a:lnTo>
                  <a:pt x="369924" y="75422"/>
                </a:lnTo>
                <a:lnTo>
                  <a:pt x="369067" y="75569"/>
                </a:lnTo>
                <a:lnTo>
                  <a:pt x="368186" y="75674"/>
                </a:lnTo>
                <a:lnTo>
                  <a:pt x="367281" y="75737"/>
                </a:lnTo>
                <a:lnTo>
                  <a:pt x="366353" y="75758"/>
                </a:lnTo>
                <a:lnTo>
                  <a:pt x="365614" y="75744"/>
                </a:lnTo>
                <a:lnTo>
                  <a:pt x="364885" y="75702"/>
                </a:lnTo>
                <a:lnTo>
                  <a:pt x="364166" y="75632"/>
                </a:lnTo>
                <a:lnTo>
                  <a:pt x="363458" y="75535"/>
                </a:lnTo>
                <a:lnTo>
                  <a:pt x="362761" y="75411"/>
                </a:lnTo>
                <a:lnTo>
                  <a:pt x="362076" y="75259"/>
                </a:lnTo>
                <a:lnTo>
                  <a:pt x="361402" y="75081"/>
                </a:lnTo>
                <a:lnTo>
                  <a:pt x="360741" y="74876"/>
                </a:lnTo>
                <a:lnTo>
                  <a:pt x="360093" y="74644"/>
                </a:lnTo>
                <a:lnTo>
                  <a:pt x="359458" y="74386"/>
                </a:lnTo>
                <a:lnTo>
                  <a:pt x="358837" y="74102"/>
                </a:lnTo>
                <a:lnTo>
                  <a:pt x="358230" y="73792"/>
                </a:lnTo>
                <a:lnTo>
                  <a:pt x="357638" y="73456"/>
                </a:lnTo>
                <a:lnTo>
                  <a:pt x="357060" y="73095"/>
                </a:lnTo>
                <a:lnTo>
                  <a:pt x="356499" y="72708"/>
                </a:lnTo>
                <a:lnTo>
                  <a:pt x="355953" y="72296"/>
                </a:lnTo>
                <a:lnTo>
                  <a:pt x="355423" y="71859"/>
                </a:lnTo>
                <a:lnTo>
                  <a:pt x="354910" y="71397"/>
                </a:lnTo>
                <a:lnTo>
                  <a:pt x="354415" y="70911"/>
                </a:lnTo>
                <a:lnTo>
                  <a:pt x="353937" y="70400"/>
                </a:lnTo>
                <a:lnTo>
                  <a:pt x="353477" y="69865"/>
                </a:lnTo>
                <a:lnTo>
                  <a:pt x="353036" y="69307"/>
                </a:lnTo>
                <a:lnTo>
                  <a:pt x="352614" y="68724"/>
                </a:lnTo>
                <a:lnTo>
                  <a:pt x="352211" y="68118"/>
                </a:lnTo>
                <a:lnTo>
                  <a:pt x="351938" y="67696"/>
                </a:lnTo>
                <a:lnTo>
                  <a:pt x="351680" y="67273"/>
                </a:lnTo>
                <a:lnTo>
                  <a:pt x="351436" y="66849"/>
                </a:lnTo>
                <a:lnTo>
                  <a:pt x="351207" y="66421"/>
                </a:lnTo>
                <a:lnTo>
                  <a:pt x="350991" y="65988"/>
                </a:lnTo>
                <a:lnTo>
                  <a:pt x="350789" y="65551"/>
                </a:lnTo>
                <a:lnTo>
                  <a:pt x="350600" y="65107"/>
                </a:lnTo>
                <a:lnTo>
                  <a:pt x="350423" y="64655"/>
                </a:lnTo>
                <a:lnTo>
                  <a:pt x="350260" y="64195"/>
                </a:lnTo>
                <a:lnTo>
                  <a:pt x="350108" y="63725"/>
                </a:lnTo>
                <a:lnTo>
                  <a:pt x="349968" y="63244"/>
                </a:lnTo>
                <a:lnTo>
                  <a:pt x="349840" y="62752"/>
                </a:lnTo>
                <a:lnTo>
                  <a:pt x="349723" y="62247"/>
                </a:lnTo>
                <a:lnTo>
                  <a:pt x="349616" y="61727"/>
                </a:lnTo>
                <a:lnTo>
                  <a:pt x="349520" y="61193"/>
                </a:lnTo>
                <a:lnTo>
                  <a:pt x="349434" y="60643"/>
                </a:lnTo>
                <a:lnTo>
                  <a:pt x="349358" y="60075"/>
                </a:lnTo>
                <a:lnTo>
                  <a:pt x="349291" y="59490"/>
                </a:lnTo>
                <a:lnTo>
                  <a:pt x="349233" y="58885"/>
                </a:lnTo>
                <a:lnTo>
                  <a:pt x="349184" y="58259"/>
                </a:lnTo>
                <a:lnTo>
                  <a:pt x="349144" y="57613"/>
                </a:lnTo>
                <a:lnTo>
                  <a:pt x="349111" y="56943"/>
                </a:lnTo>
                <a:lnTo>
                  <a:pt x="349086" y="56250"/>
                </a:lnTo>
                <a:lnTo>
                  <a:pt x="349069" y="55533"/>
                </a:lnTo>
                <a:lnTo>
                  <a:pt x="392394" y="55533"/>
                </a:lnTo>
                <a:lnTo>
                  <a:pt x="392390" y="54429"/>
                </a:lnTo>
                <a:lnTo>
                  <a:pt x="392380" y="53361"/>
                </a:lnTo>
                <a:lnTo>
                  <a:pt x="392361" y="52328"/>
                </a:lnTo>
                <a:close/>
                <a:moveTo>
                  <a:pt x="349855" y="43995"/>
                </a:moveTo>
                <a:lnTo>
                  <a:pt x="350158" y="42779"/>
                </a:lnTo>
                <a:lnTo>
                  <a:pt x="350516" y="41610"/>
                </a:lnTo>
                <a:lnTo>
                  <a:pt x="350929" y="40487"/>
                </a:lnTo>
                <a:lnTo>
                  <a:pt x="351394" y="39412"/>
                </a:lnTo>
                <a:lnTo>
                  <a:pt x="351911" y="38387"/>
                </a:lnTo>
                <a:lnTo>
                  <a:pt x="352479" y="37413"/>
                </a:lnTo>
                <a:lnTo>
                  <a:pt x="353095" y="36492"/>
                </a:lnTo>
                <a:lnTo>
                  <a:pt x="353759" y="35625"/>
                </a:lnTo>
                <a:lnTo>
                  <a:pt x="354469" y="34813"/>
                </a:lnTo>
                <a:lnTo>
                  <a:pt x="355225" y="34058"/>
                </a:lnTo>
                <a:lnTo>
                  <a:pt x="356024" y="33362"/>
                </a:lnTo>
                <a:lnTo>
                  <a:pt x="356865" y="32725"/>
                </a:lnTo>
                <a:lnTo>
                  <a:pt x="357748" y="32149"/>
                </a:lnTo>
                <a:lnTo>
                  <a:pt x="358670" y="31635"/>
                </a:lnTo>
                <a:lnTo>
                  <a:pt x="359631" y="31185"/>
                </a:lnTo>
                <a:lnTo>
                  <a:pt x="360629" y="30801"/>
                </a:lnTo>
                <a:lnTo>
                  <a:pt x="361662" y="30483"/>
                </a:lnTo>
                <a:lnTo>
                  <a:pt x="362730" y="30234"/>
                </a:lnTo>
                <a:lnTo>
                  <a:pt x="363832" y="30054"/>
                </a:lnTo>
                <a:lnTo>
                  <a:pt x="364965" y="29945"/>
                </a:lnTo>
                <a:lnTo>
                  <a:pt x="366128" y="29908"/>
                </a:lnTo>
                <a:lnTo>
                  <a:pt x="367306" y="29946"/>
                </a:lnTo>
                <a:lnTo>
                  <a:pt x="368451" y="30060"/>
                </a:lnTo>
                <a:lnTo>
                  <a:pt x="369562" y="30248"/>
                </a:lnTo>
                <a:lnTo>
                  <a:pt x="370639" y="30507"/>
                </a:lnTo>
                <a:lnTo>
                  <a:pt x="371678" y="30836"/>
                </a:lnTo>
                <a:lnTo>
                  <a:pt x="372679" y="31233"/>
                </a:lnTo>
                <a:lnTo>
                  <a:pt x="373640" y="31696"/>
                </a:lnTo>
                <a:lnTo>
                  <a:pt x="374559" y="32224"/>
                </a:lnTo>
                <a:lnTo>
                  <a:pt x="375435" y="32814"/>
                </a:lnTo>
                <a:lnTo>
                  <a:pt x="376266" y="33464"/>
                </a:lnTo>
                <a:lnTo>
                  <a:pt x="377051" y="34174"/>
                </a:lnTo>
                <a:lnTo>
                  <a:pt x="377788" y="34940"/>
                </a:lnTo>
                <a:lnTo>
                  <a:pt x="378474" y="35761"/>
                </a:lnTo>
                <a:lnTo>
                  <a:pt x="379110" y="36636"/>
                </a:lnTo>
                <a:lnTo>
                  <a:pt x="379693" y="37562"/>
                </a:lnTo>
                <a:lnTo>
                  <a:pt x="380221" y="38537"/>
                </a:lnTo>
                <a:lnTo>
                  <a:pt x="380693" y="39560"/>
                </a:lnTo>
                <a:lnTo>
                  <a:pt x="381107" y="40629"/>
                </a:lnTo>
                <a:lnTo>
                  <a:pt x="381462" y="41742"/>
                </a:lnTo>
                <a:lnTo>
                  <a:pt x="381756" y="42897"/>
                </a:lnTo>
                <a:lnTo>
                  <a:pt x="381988" y="44092"/>
                </a:lnTo>
                <a:lnTo>
                  <a:pt x="382155" y="45325"/>
                </a:lnTo>
                <a:lnTo>
                  <a:pt x="382257" y="46595"/>
                </a:lnTo>
                <a:lnTo>
                  <a:pt x="382291" y="47900"/>
                </a:lnTo>
                <a:lnTo>
                  <a:pt x="349293" y="47900"/>
                </a:lnTo>
                <a:lnTo>
                  <a:pt x="349421" y="46556"/>
                </a:lnTo>
                <a:lnTo>
                  <a:pt x="349609" y="45254"/>
                </a:lnTo>
                <a:lnTo>
                  <a:pt x="349855" y="43995"/>
                </a:lnTo>
                <a:close/>
                <a:moveTo>
                  <a:pt x="222427" y="57757"/>
                </a:moveTo>
                <a:lnTo>
                  <a:pt x="222330" y="59198"/>
                </a:lnTo>
                <a:lnTo>
                  <a:pt x="222171" y="60591"/>
                </a:lnTo>
                <a:lnTo>
                  <a:pt x="221949" y="61937"/>
                </a:lnTo>
                <a:lnTo>
                  <a:pt x="221667" y="63232"/>
                </a:lnTo>
                <a:lnTo>
                  <a:pt x="221325" y="64475"/>
                </a:lnTo>
                <a:lnTo>
                  <a:pt x="220925" y="65666"/>
                </a:lnTo>
                <a:lnTo>
                  <a:pt x="220469" y="66801"/>
                </a:lnTo>
                <a:lnTo>
                  <a:pt x="219956" y="67880"/>
                </a:lnTo>
                <a:lnTo>
                  <a:pt x="219389" y="68901"/>
                </a:lnTo>
                <a:lnTo>
                  <a:pt x="218769" y="69863"/>
                </a:lnTo>
                <a:lnTo>
                  <a:pt x="218097" y="70763"/>
                </a:lnTo>
                <a:lnTo>
                  <a:pt x="217373" y="71600"/>
                </a:lnTo>
                <a:lnTo>
                  <a:pt x="216601" y="72373"/>
                </a:lnTo>
                <a:lnTo>
                  <a:pt x="215779" y="73080"/>
                </a:lnTo>
                <a:lnTo>
                  <a:pt x="214911" y="73719"/>
                </a:lnTo>
                <a:lnTo>
                  <a:pt x="213996" y="74289"/>
                </a:lnTo>
                <a:lnTo>
                  <a:pt x="213037" y="74788"/>
                </a:lnTo>
                <a:lnTo>
                  <a:pt x="212035" y="75215"/>
                </a:lnTo>
                <a:lnTo>
                  <a:pt x="210990" y="75567"/>
                </a:lnTo>
                <a:lnTo>
                  <a:pt x="209903" y="75845"/>
                </a:lnTo>
                <a:lnTo>
                  <a:pt x="208777" y="76045"/>
                </a:lnTo>
                <a:lnTo>
                  <a:pt x="207613" y="76166"/>
                </a:lnTo>
                <a:lnTo>
                  <a:pt x="206410" y="76206"/>
                </a:lnTo>
                <a:lnTo>
                  <a:pt x="205499" y="76183"/>
                </a:lnTo>
                <a:lnTo>
                  <a:pt x="204616" y="76114"/>
                </a:lnTo>
                <a:lnTo>
                  <a:pt x="203762" y="75999"/>
                </a:lnTo>
                <a:lnTo>
                  <a:pt x="202940" y="75840"/>
                </a:lnTo>
                <a:lnTo>
                  <a:pt x="202149" y="75638"/>
                </a:lnTo>
                <a:lnTo>
                  <a:pt x="201391" y="75393"/>
                </a:lnTo>
                <a:lnTo>
                  <a:pt x="200666" y="75106"/>
                </a:lnTo>
                <a:lnTo>
                  <a:pt x="199975" y="74778"/>
                </a:lnTo>
                <a:lnTo>
                  <a:pt x="199319" y="74410"/>
                </a:lnTo>
                <a:lnTo>
                  <a:pt x="198699" y="74002"/>
                </a:lnTo>
                <a:lnTo>
                  <a:pt x="198116" y="73556"/>
                </a:lnTo>
                <a:lnTo>
                  <a:pt x="197571" y="73072"/>
                </a:lnTo>
                <a:lnTo>
                  <a:pt x="197064" y="72551"/>
                </a:lnTo>
                <a:lnTo>
                  <a:pt x="196597" y="71994"/>
                </a:lnTo>
                <a:lnTo>
                  <a:pt x="196170" y="71402"/>
                </a:lnTo>
                <a:lnTo>
                  <a:pt x="195785" y="70776"/>
                </a:lnTo>
                <a:lnTo>
                  <a:pt x="195441" y="70115"/>
                </a:lnTo>
                <a:lnTo>
                  <a:pt x="195140" y="69423"/>
                </a:lnTo>
                <a:lnTo>
                  <a:pt x="194884" y="68698"/>
                </a:lnTo>
                <a:lnTo>
                  <a:pt x="194672" y="67942"/>
                </a:lnTo>
                <a:lnTo>
                  <a:pt x="194505" y="67156"/>
                </a:lnTo>
                <a:lnTo>
                  <a:pt x="194385" y="66340"/>
                </a:lnTo>
                <a:lnTo>
                  <a:pt x="194313" y="65496"/>
                </a:lnTo>
                <a:lnTo>
                  <a:pt x="194288" y="64624"/>
                </a:lnTo>
                <a:lnTo>
                  <a:pt x="194288" y="22908"/>
                </a:lnTo>
                <a:lnTo>
                  <a:pt x="184971" y="22908"/>
                </a:lnTo>
                <a:lnTo>
                  <a:pt x="184971" y="68335"/>
                </a:lnTo>
                <a:lnTo>
                  <a:pt x="185009" y="69539"/>
                </a:lnTo>
                <a:lnTo>
                  <a:pt x="185122" y="70705"/>
                </a:lnTo>
                <a:lnTo>
                  <a:pt x="185307" y="71833"/>
                </a:lnTo>
                <a:lnTo>
                  <a:pt x="185565" y="72921"/>
                </a:lnTo>
                <a:lnTo>
                  <a:pt x="185893" y="73967"/>
                </a:lnTo>
                <a:lnTo>
                  <a:pt x="186290" y="74971"/>
                </a:lnTo>
                <a:lnTo>
                  <a:pt x="186755" y="75931"/>
                </a:lnTo>
                <a:lnTo>
                  <a:pt x="187287" y="76846"/>
                </a:lnTo>
                <a:lnTo>
                  <a:pt x="187884" y="77716"/>
                </a:lnTo>
                <a:lnTo>
                  <a:pt x="188544" y="78537"/>
                </a:lnTo>
                <a:lnTo>
                  <a:pt x="189267" y="79311"/>
                </a:lnTo>
                <a:lnTo>
                  <a:pt x="190051" y="80035"/>
                </a:lnTo>
                <a:lnTo>
                  <a:pt x="190894" y="80707"/>
                </a:lnTo>
                <a:lnTo>
                  <a:pt x="191796" y="81328"/>
                </a:lnTo>
                <a:lnTo>
                  <a:pt x="192754" y="81895"/>
                </a:lnTo>
                <a:lnTo>
                  <a:pt x="193768" y="82408"/>
                </a:lnTo>
                <a:lnTo>
                  <a:pt x="194836" y="82865"/>
                </a:lnTo>
                <a:lnTo>
                  <a:pt x="195957" y="83265"/>
                </a:lnTo>
                <a:lnTo>
                  <a:pt x="197130" y="83607"/>
                </a:lnTo>
                <a:lnTo>
                  <a:pt x="198353" y="83889"/>
                </a:lnTo>
                <a:lnTo>
                  <a:pt x="199624" y="84111"/>
                </a:lnTo>
                <a:lnTo>
                  <a:pt x="200943" y="84270"/>
                </a:lnTo>
                <a:lnTo>
                  <a:pt x="202307" y="84367"/>
                </a:lnTo>
                <a:lnTo>
                  <a:pt x="203716" y="84400"/>
                </a:lnTo>
                <a:lnTo>
                  <a:pt x="204781" y="84378"/>
                </a:lnTo>
                <a:lnTo>
                  <a:pt x="205813" y="84325"/>
                </a:lnTo>
                <a:lnTo>
                  <a:pt x="206816" y="84239"/>
                </a:lnTo>
                <a:lnTo>
                  <a:pt x="207790" y="84119"/>
                </a:lnTo>
                <a:lnTo>
                  <a:pt x="208737" y="83966"/>
                </a:lnTo>
                <a:lnTo>
                  <a:pt x="209658" y="83777"/>
                </a:lnTo>
                <a:lnTo>
                  <a:pt x="210554" y="83553"/>
                </a:lnTo>
                <a:lnTo>
                  <a:pt x="211427" y="83293"/>
                </a:lnTo>
                <a:lnTo>
                  <a:pt x="212279" y="82996"/>
                </a:lnTo>
                <a:lnTo>
                  <a:pt x="213110" y="82661"/>
                </a:lnTo>
                <a:lnTo>
                  <a:pt x="213921" y="82287"/>
                </a:lnTo>
                <a:lnTo>
                  <a:pt x="214716" y="81874"/>
                </a:lnTo>
                <a:lnTo>
                  <a:pt x="215493" y="81421"/>
                </a:lnTo>
                <a:lnTo>
                  <a:pt x="216256" y="80927"/>
                </a:lnTo>
                <a:lnTo>
                  <a:pt x="217005" y="80391"/>
                </a:lnTo>
                <a:lnTo>
                  <a:pt x="217742" y="79813"/>
                </a:lnTo>
                <a:lnTo>
                  <a:pt x="218468" y="79192"/>
                </a:lnTo>
                <a:lnTo>
                  <a:pt x="219184" y="78528"/>
                </a:lnTo>
                <a:lnTo>
                  <a:pt x="219893" y="77818"/>
                </a:lnTo>
                <a:lnTo>
                  <a:pt x="220594" y="77063"/>
                </a:lnTo>
                <a:lnTo>
                  <a:pt x="221290" y="76262"/>
                </a:lnTo>
                <a:lnTo>
                  <a:pt x="221982" y="75415"/>
                </a:lnTo>
                <a:lnTo>
                  <a:pt x="222671" y="74519"/>
                </a:lnTo>
                <a:lnTo>
                  <a:pt x="223359" y="73576"/>
                </a:lnTo>
                <a:lnTo>
                  <a:pt x="223359" y="81769"/>
                </a:lnTo>
                <a:lnTo>
                  <a:pt x="231777" y="81769"/>
                </a:lnTo>
                <a:lnTo>
                  <a:pt x="231777" y="22908"/>
                </a:lnTo>
                <a:lnTo>
                  <a:pt x="222460" y="22908"/>
                </a:lnTo>
                <a:lnTo>
                  <a:pt x="222460" y="56271"/>
                </a:lnTo>
                <a:lnTo>
                  <a:pt x="222427" y="577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-Clang">
            <a:extLst xmlns:a="http://schemas.openxmlformats.org/drawingml/2006/main">
              <a:ext uri="{FF2B5EF4-FFF2-40B4-BE49-F238E27FC236}">
                <a16:creationId xmlns:a16="http://schemas.microsoft.com/office/drawing/2014/main" id="{8CEFD9F5-3AA4-4CA9-80DE-7A69D6BC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52" y="3070646"/>
            <a:ext cx="340650" cy="107712"/>
          </a:xfrm>
          <a:custGeom xmlns:a="http://schemas.openxmlformats.org/drawingml/2006/main">
            <a:pathLst>
              <a:path w="340650" h="107712">
                <a:moveTo>
                  <a:pt x="26714" y="48150"/>
                </a:moveTo>
                <a:lnTo>
                  <a:pt x="0" y="48150"/>
                </a:lnTo>
                <a:lnTo>
                  <a:pt x="0" y="56230"/>
                </a:lnTo>
                <a:lnTo>
                  <a:pt x="26714" y="56230"/>
                </a:lnTo>
                <a:lnTo>
                  <a:pt x="26714" y="48150"/>
                </a:lnTo>
                <a:close/>
                <a:moveTo>
                  <a:pt x="114036" y="26733"/>
                </a:moveTo>
                <a:cubicBezTo>
                  <a:pt x="110782" y="8755"/>
                  <a:pt x="100457" y="0"/>
                  <a:pt x="82498" y="0"/>
                </a:cubicBezTo>
                <a:cubicBezTo>
                  <a:pt x="71497" y="0"/>
                  <a:pt x="62631" y="3480"/>
                  <a:pt x="56570" y="10216"/>
                </a:cubicBezTo>
                <a:cubicBezTo>
                  <a:pt x="49163" y="18307"/>
                  <a:pt x="45121" y="29992"/>
                  <a:pt x="45121" y="43250"/>
                </a:cubicBezTo>
                <a:cubicBezTo>
                  <a:pt x="45121" y="56733"/>
                  <a:pt x="49274" y="68308"/>
                  <a:pt x="56907" y="76285"/>
                </a:cubicBezTo>
                <a:cubicBezTo>
                  <a:pt x="63304" y="82795"/>
                  <a:pt x="71386" y="85825"/>
                  <a:pt x="82049" y="85825"/>
                </a:cubicBezTo>
                <a:cubicBezTo>
                  <a:pt x="102027" y="85825"/>
                  <a:pt x="113252" y="75049"/>
                  <a:pt x="115720" y="53363"/>
                </a:cubicBezTo>
                <a:lnTo>
                  <a:pt x="104946" y="53363"/>
                </a:lnTo>
                <a:cubicBezTo>
                  <a:pt x="104048" y="58980"/>
                  <a:pt x="102925" y="62801"/>
                  <a:pt x="101241" y="66061"/>
                </a:cubicBezTo>
                <a:cubicBezTo>
                  <a:pt x="97874" y="72802"/>
                  <a:pt x="90915" y="76623"/>
                  <a:pt x="82160" y="76623"/>
                </a:cubicBezTo>
                <a:cubicBezTo>
                  <a:pt x="65885" y="76623"/>
                  <a:pt x="55559" y="63588"/>
                  <a:pt x="55559" y="43138"/>
                </a:cubicBezTo>
                <a:cubicBezTo>
                  <a:pt x="55559" y="22126"/>
                  <a:pt x="65325" y="9204"/>
                  <a:pt x="81263" y="9204"/>
                </a:cubicBezTo>
                <a:cubicBezTo>
                  <a:pt x="87886" y="9204"/>
                  <a:pt x="94058" y="11115"/>
                  <a:pt x="97425" y="14374"/>
                </a:cubicBezTo>
                <a:cubicBezTo>
                  <a:pt x="100457" y="17183"/>
                  <a:pt x="102140" y="20554"/>
                  <a:pt x="103373" y="26733"/>
                </a:cubicBezTo>
                <a:lnTo>
                  <a:pt x="114036" y="26733"/>
                </a:lnTo>
                <a:close/>
                <a:moveTo>
                  <a:pt x="146587" y="1425"/>
                </a:moveTo>
                <a:lnTo>
                  <a:pt x="137158" y="1425"/>
                </a:lnTo>
                <a:lnTo>
                  <a:pt x="137158" y="83194"/>
                </a:lnTo>
                <a:lnTo>
                  <a:pt x="146587" y="83194"/>
                </a:lnTo>
                <a:lnTo>
                  <a:pt x="146587" y="1425"/>
                </a:lnTo>
                <a:close/>
                <a:moveTo>
                  <a:pt x="212022" y="77744"/>
                </a:moveTo>
                <a:cubicBezTo>
                  <a:pt x="211014" y="77969"/>
                  <a:pt x="210563" y="77969"/>
                  <a:pt x="210003" y="77969"/>
                </a:cubicBezTo>
                <a:cubicBezTo>
                  <a:pt x="206747" y="77969"/>
                  <a:pt x="204953" y="76283"/>
                  <a:pt x="204953" y="73362"/>
                </a:cubicBezTo>
                <a:lnTo>
                  <a:pt x="204953" y="38749"/>
                </a:lnTo>
                <a:cubicBezTo>
                  <a:pt x="204953" y="28302"/>
                  <a:pt x="197319" y="22689"/>
                  <a:pt x="182841" y="22689"/>
                </a:cubicBezTo>
                <a:cubicBezTo>
                  <a:pt x="174198" y="22689"/>
                  <a:pt x="167351" y="25159"/>
                  <a:pt x="163311" y="29536"/>
                </a:cubicBezTo>
                <a:cubicBezTo>
                  <a:pt x="160617" y="32570"/>
                  <a:pt x="159494" y="35940"/>
                  <a:pt x="159269" y="41784"/>
                </a:cubicBezTo>
                <a:lnTo>
                  <a:pt x="168697" y="41784"/>
                </a:lnTo>
                <a:cubicBezTo>
                  <a:pt x="169483" y="34592"/>
                  <a:pt x="173750" y="31333"/>
                  <a:pt x="182503" y="31333"/>
                </a:cubicBezTo>
                <a:cubicBezTo>
                  <a:pt x="191034" y="31333"/>
                  <a:pt x="195636" y="34479"/>
                  <a:pt x="195636" y="40098"/>
                </a:cubicBezTo>
                <a:lnTo>
                  <a:pt x="195636" y="42570"/>
                </a:lnTo>
                <a:cubicBezTo>
                  <a:pt x="195524" y="46617"/>
                  <a:pt x="193504" y="48078"/>
                  <a:pt x="185870" y="49088"/>
                </a:cubicBezTo>
                <a:cubicBezTo>
                  <a:pt x="172626" y="50773"/>
                  <a:pt x="170605" y="51224"/>
                  <a:pt x="167014" y="52685"/>
                </a:cubicBezTo>
                <a:cubicBezTo>
                  <a:pt x="160168" y="55607"/>
                  <a:pt x="156688" y="60775"/>
                  <a:pt x="156688" y="68417"/>
                </a:cubicBezTo>
                <a:cubicBezTo>
                  <a:pt x="156688" y="79091"/>
                  <a:pt x="164095" y="85825"/>
                  <a:pt x="175993" y="85825"/>
                </a:cubicBezTo>
                <a:cubicBezTo>
                  <a:pt x="183402" y="85825"/>
                  <a:pt x="189350" y="83244"/>
                  <a:pt x="195973" y="77183"/>
                </a:cubicBezTo>
                <a:cubicBezTo>
                  <a:pt x="196646" y="83244"/>
                  <a:pt x="199565" y="85825"/>
                  <a:pt x="205626" y="85825"/>
                </a:cubicBezTo>
                <a:cubicBezTo>
                  <a:pt x="207645" y="85825"/>
                  <a:pt x="208880" y="85600"/>
                  <a:pt x="212022" y="84816"/>
                </a:cubicBezTo>
                <a:lnTo>
                  <a:pt x="212022" y="77744"/>
                </a:lnTo>
                <a:moveTo>
                  <a:pt x="195636" y="64709"/>
                </a:moveTo>
                <a:cubicBezTo>
                  <a:pt x="195636" y="67855"/>
                  <a:pt x="194738" y="69765"/>
                  <a:pt x="191931" y="72349"/>
                </a:cubicBezTo>
                <a:cubicBezTo>
                  <a:pt x="188115" y="75835"/>
                  <a:pt x="183514" y="77631"/>
                  <a:pt x="178014" y="77631"/>
                </a:cubicBezTo>
                <a:cubicBezTo>
                  <a:pt x="170718" y="77631"/>
                  <a:pt x="166454" y="74148"/>
                  <a:pt x="166454" y="68193"/>
                </a:cubicBezTo>
                <a:cubicBezTo>
                  <a:pt x="166454" y="62012"/>
                  <a:pt x="170494" y="58866"/>
                  <a:pt x="180595" y="57405"/>
                </a:cubicBezTo>
                <a:cubicBezTo>
                  <a:pt x="190585" y="56055"/>
                  <a:pt x="192493" y="55607"/>
                  <a:pt x="195636" y="54146"/>
                </a:cubicBezTo>
                <a:lnTo>
                  <a:pt x="195636" y="64709"/>
                </a:lnTo>
                <a:close/>
                <a:moveTo>
                  <a:pt x="227175" y="24333"/>
                </a:moveTo>
                <a:lnTo>
                  <a:pt x="227175" y="83194"/>
                </a:lnTo>
                <a:lnTo>
                  <a:pt x="236604" y="83194"/>
                </a:lnTo>
                <a:lnTo>
                  <a:pt x="236604" y="50732"/>
                </a:lnTo>
                <a:cubicBezTo>
                  <a:pt x="236604" y="38742"/>
                  <a:pt x="242889" y="30884"/>
                  <a:pt x="252542" y="30884"/>
                </a:cubicBezTo>
                <a:cubicBezTo>
                  <a:pt x="259950" y="30884"/>
                  <a:pt x="264664" y="35375"/>
                  <a:pt x="264664" y="42446"/>
                </a:cubicBezTo>
                <a:lnTo>
                  <a:pt x="264664" y="83194"/>
                </a:lnTo>
                <a:lnTo>
                  <a:pt x="273981" y="83194"/>
                </a:lnTo>
                <a:lnTo>
                  <a:pt x="273981" y="38742"/>
                </a:lnTo>
                <a:cubicBezTo>
                  <a:pt x="273981" y="28976"/>
                  <a:pt x="266685" y="22689"/>
                  <a:pt x="255349" y="22689"/>
                </a:cubicBezTo>
                <a:cubicBezTo>
                  <a:pt x="246593" y="22650"/>
                  <a:pt x="240981" y="26019"/>
                  <a:pt x="235817" y="34212"/>
                </a:cubicBezTo>
                <a:lnTo>
                  <a:pt x="235817" y="24333"/>
                </a:lnTo>
                <a:lnTo>
                  <a:pt x="227175" y="24333"/>
                </a:lnTo>
                <a:close/>
                <a:moveTo>
                  <a:pt x="332008" y="24333"/>
                </a:moveTo>
                <a:lnTo>
                  <a:pt x="332008" y="32864"/>
                </a:lnTo>
                <a:cubicBezTo>
                  <a:pt x="327295" y="25834"/>
                  <a:pt x="322131" y="22689"/>
                  <a:pt x="314724" y="22689"/>
                </a:cubicBezTo>
                <a:cubicBezTo>
                  <a:pt x="300468" y="22689"/>
                  <a:pt x="290591" y="35940"/>
                  <a:pt x="290591" y="54820"/>
                </a:cubicBezTo>
                <a:cubicBezTo>
                  <a:pt x="290591" y="64709"/>
                  <a:pt x="292949" y="71901"/>
                  <a:pt x="298000" y="77856"/>
                </a:cubicBezTo>
                <a:cubicBezTo>
                  <a:pt x="302377" y="83019"/>
                  <a:pt x="307988" y="85825"/>
                  <a:pt x="314049" y="85825"/>
                </a:cubicBezTo>
                <a:cubicBezTo>
                  <a:pt x="321121" y="85825"/>
                  <a:pt x="326171" y="82682"/>
                  <a:pt x="331111" y="75273"/>
                </a:cubicBezTo>
                <a:lnTo>
                  <a:pt x="331111" y="78306"/>
                </a:lnTo>
                <a:cubicBezTo>
                  <a:pt x="331111" y="94020"/>
                  <a:pt x="326733" y="99855"/>
                  <a:pt x="315060" y="99855"/>
                </a:cubicBezTo>
                <a:cubicBezTo>
                  <a:pt x="307091" y="99855"/>
                  <a:pt x="302938" y="96712"/>
                  <a:pt x="302040" y="89978"/>
                </a:cubicBezTo>
                <a:lnTo>
                  <a:pt x="292499" y="89978"/>
                </a:lnTo>
                <a:cubicBezTo>
                  <a:pt x="293398" y="100865"/>
                  <a:pt x="302040" y="107712"/>
                  <a:pt x="314835" y="107712"/>
                </a:cubicBezTo>
                <a:cubicBezTo>
                  <a:pt x="323477" y="107712"/>
                  <a:pt x="330662" y="104907"/>
                  <a:pt x="334478" y="100192"/>
                </a:cubicBezTo>
                <a:cubicBezTo>
                  <a:pt x="338967" y="94693"/>
                  <a:pt x="340650" y="87397"/>
                  <a:pt x="340650" y="73586"/>
                </a:cubicBezTo>
                <a:lnTo>
                  <a:pt x="340650" y="24333"/>
                </a:lnTo>
                <a:lnTo>
                  <a:pt x="332008" y="24333"/>
                </a:lnTo>
                <a:moveTo>
                  <a:pt x="315621" y="31333"/>
                </a:moveTo>
                <a:cubicBezTo>
                  <a:pt x="325498" y="31333"/>
                  <a:pt x="331111" y="39648"/>
                  <a:pt x="331111" y="54594"/>
                </a:cubicBezTo>
                <a:cubicBezTo>
                  <a:pt x="331111" y="68868"/>
                  <a:pt x="325385" y="77183"/>
                  <a:pt x="315621" y="77183"/>
                </a:cubicBezTo>
                <a:cubicBezTo>
                  <a:pt x="305969" y="77183"/>
                  <a:pt x="300357" y="68755"/>
                  <a:pt x="300357" y="54259"/>
                </a:cubicBezTo>
                <a:cubicBezTo>
                  <a:pt x="300357" y="39874"/>
                  <a:pt x="305969" y="31333"/>
                  <a:pt x="315621" y="313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Csmith-Clang">
            <a:extLst xmlns:a="http://schemas.openxmlformats.org/drawingml/2006/main">
              <a:ext uri="{FF2B5EF4-FFF2-40B4-BE49-F238E27FC236}">
                <a16:creationId xmlns:a16="http://schemas.microsoft.com/office/drawing/2014/main" id="{4B97ADEE-6EE0-4136-B96C-34C58A8B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662" y="3205335"/>
            <a:ext cx="677148" cy="107712"/>
          </a:xfrm>
          <a:custGeom xmlns:a="http://schemas.openxmlformats.org/drawingml/2006/main">
            <a:pathLst>
              <a:path w="677148" h="107712">
                <a:moveTo>
                  <a:pt x="68916" y="26733"/>
                </a:moveTo>
                <a:cubicBezTo>
                  <a:pt x="65662" y="8755"/>
                  <a:pt x="55336" y="0"/>
                  <a:pt x="37377" y="0"/>
                </a:cubicBezTo>
                <a:cubicBezTo>
                  <a:pt x="26377" y="0"/>
                  <a:pt x="17510" y="3480"/>
                  <a:pt x="11449" y="10216"/>
                </a:cubicBezTo>
                <a:cubicBezTo>
                  <a:pt x="4042" y="18307"/>
                  <a:pt x="0" y="29992"/>
                  <a:pt x="0" y="43250"/>
                </a:cubicBezTo>
                <a:cubicBezTo>
                  <a:pt x="0" y="56733"/>
                  <a:pt x="4153" y="68308"/>
                  <a:pt x="11787" y="76285"/>
                </a:cubicBezTo>
                <a:cubicBezTo>
                  <a:pt x="18183" y="82795"/>
                  <a:pt x="26265" y="85825"/>
                  <a:pt x="36928" y="85825"/>
                </a:cubicBezTo>
                <a:cubicBezTo>
                  <a:pt x="56906" y="85825"/>
                  <a:pt x="68131" y="75049"/>
                  <a:pt x="70599" y="53363"/>
                </a:cubicBezTo>
                <a:lnTo>
                  <a:pt x="59825" y="53363"/>
                </a:lnTo>
                <a:cubicBezTo>
                  <a:pt x="58927" y="58980"/>
                  <a:pt x="57804" y="62801"/>
                  <a:pt x="56120" y="66061"/>
                </a:cubicBezTo>
                <a:cubicBezTo>
                  <a:pt x="52753" y="72802"/>
                  <a:pt x="45795" y="76623"/>
                  <a:pt x="37040" y="76623"/>
                </a:cubicBezTo>
                <a:cubicBezTo>
                  <a:pt x="20764" y="76623"/>
                  <a:pt x="10439" y="63588"/>
                  <a:pt x="10439" y="43138"/>
                </a:cubicBezTo>
                <a:cubicBezTo>
                  <a:pt x="10439" y="22126"/>
                  <a:pt x="20204" y="9204"/>
                  <a:pt x="36142" y="9204"/>
                </a:cubicBezTo>
                <a:cubicBezTo>
                  <a:pt x="42765" y="9204"/>
                  <a:pt x="48937" y="11115"/>
                  <a:pt x="52305" y="14374"/>
                </a:cubicBezTo>
                <a:cubicBezTo>
                  <a:pt x="55336" y="17183"/>
                  <a:pt x="57019" y="20554"/>
                  <a:pt x="58253" y="26733"/>
                </a:cubicBezTo>
                <a:lnTo>
                  <a:pt x="68916" y="26733"/>
                </a:lnTo>
                <a:close/>
                <a:moveTo>
                  <a:pt x="133566" y="40773"/>
                </a:moveTo>
                <a:cubicBezTo>
                  <a:pt x="133455" y="29201"/>
                  <a:pt x="125822" y="22689"/>
                  <a:pt x="112240" y="22689"/>
                </a:cubicBezTo>
                <a:cubicBezTo>
                  <a:pt x="98548" y="22689"/>
                  <a:pt x="89681" y="29761"/>
                  <a:pt x="89681" y="40660"/>
                </a:cubicBezTo>
                <a:cubicBezTo>
                  <a:pt x="89681" y="49874"/>
                  <a:pt x="94395" y="54259"/>
                  <a:pt x="108313" y="57629"/>
                </a:cubicBezTo>
                <a:lnTo>
                  <a:pt x="117068" y="59765"/>
                </a:lnTo>
                <a:cubicBezTo>
                  <a:pt x="123578" y="61337"/>
                  <a:pt x="126159" y="63697"/>
                  <a:pt x="126159" y="67855"/>
                </a:cubicBezTo>
                <a:cubicBezTo>
                  <a:pt x="126159" y="73475"/>
                  <a:pt x="120660" y="77183"/>
                  <a:pt x="112466" y="77183"/>
                </a:cubicBezTo>
                <a:cubicBezTo>
                  <a:pt x="107414" y="77183"/>
                  <a:pt x="103150" y="75722"/>
                  <a:pt x="100793" y="73250"/>
                </a:cubicBezTo>
                <a:cubicBezTo>
                  <a:pt x="99334" y="71563"/>
                  <a:pt x="98661" y="69878"/>
                  <a:pt x="98099" y="65720"/>
                </a:cubicBezTo>
                <a:lnTo>
                  <a:pt x="88222" y="65720"/>
                </a:lnTo>
                <a:cubicBezTo>
                  <a:pt x="88671" y="79315"/>
                  <a:pt x="96302" y="85825"/>
                  <a:pt x="111680" y="85825"/>
                </a:cubicBezTo>
                <a:cubicBezTo>
                  <a:pt x="126497" y="85825"/>
                  <a:pt x="135925" y="78530"/>
                  <a:pt x="135925" y="67181"/>
                </a:cubicBezTo>
                <a:cubicBezTo>
                  <a:pt x="135925" y="58415"/>
                  <a:pt x="130985" y="53584"/>
                  <a:pt x="119312" y="50773"/>
                </a:cubicBezTo>
                <a:lnTo>
                  <a:pt x="110333" y="48639"/>
                </a:lnTo>
                <a:cubicBezTo>
                  <a:pt x="102701" y="46841"/>
                  <a:pt x="99445" y="44368"/>
                  <a:pt x="99445" y="40210"/>
                </a:cubicBezTo>
                <a:cubicBezTo>
                  <a:pt x="99445" y="34704"/>
                  <a:pt x="104271" y="31333"/>
                  <a:pt x="111905" y="31333"/>
                </a:cubicBezTo>
                <a:cubicBezTo>
                  <a:pt x="119425" y="31333"/>
                  <a:pt x="123465" y="34592"/>
                  <a:pt x="123690" y="40773"/>
                </a:cubicBezTo>
                <a:lnTo>
                  <a:pt x="133566" y="40773"/>
                </a:lnTo>
                <a:close/>
                <a:moveTo>
                  <a:pt x="137158" y="24333"/>
                </a:moveTo>
                <a:lnTo>
                  <a:pt x="137158" y="83194"/>
                </a:lnTo>
                <a:lnTo>
                  <a:pt x="146587" y="83194"/>
                </a:lnTo>
                <a:lnTo>
                  <a:pt x="146587" y="46238"/>
                </a:lnTo>
                <a:cubicBezTo>
                  <a:pt x="146587" y="37732"/>
                  <a:pt x="152761" y="30884"/>
                  <a:pt x="160392" y="30884"/>
                </a:cubicBezTo>
                <a:cubicBezTo>
                  <a:pt x="167351" y="30884"/>
                  <a:pt x="171280" y="35149"/>
                  <a:pt x="171280" y="42671"/>
                </a:cubicBezTo>
                <a:lnTo>
                  <a:pt x="171280" y="83194"/>
                </a:lnTo>
                <a:lnTo>
                  <a:pt x="180708" y="83194"/>
                </a:lnTo>
                <a:lnTo>
                  <a:pt x="180708" y="46262"/>
                </a:lnTo>
                <a:cubicBezTo>
                  <a:pt x="180708" y="37732"/>
                  <a:pt x="186882" y="30884"/>
                  <a:pt x="194514" y="30884"/>
                </a:cubicBezTo>
                <a:cubicBezTo>
                  <a:pt x="201361" y="30884"/>
                  <a:pt x="205401" y="35262"/>
                  <a:pt x="205401" y="42671"/>
                </a:cubicBezTo>
                <a:lnTo>
                  <a:pt x="205401" y="83194"/>
                </a:lnTo>
                <a:lnTo>
                  <a:pt x="214829" y="83194"/>
                </a:lnTo>
                <a:lnTo>
                  <a:pt x="214829" y="39079"/>
                </a:lnTo>
                <a:cubicBezTo>
                  <a:pt x="214829" y="28526"/>
                  <a:pt x="208768" y="22689"/>
                  <a:pt x="197769" y="22689"/>
                </a:cubicBezTo>
                <a:cubicBezTo>
                  <a:pt x="189912" y="22689"/>
                  <a:pt x="185197" y="25048"/>
                  <a:pt x="179697" y="31670"/>
                </a:cubicBezTo>
                <a:cubicBezTo>
                  <a:pt x="176219" y="25383"/>
                  <a:pt x="171504" y="22689"/>
                  <a:pt x="163873" y="22689"/>
                </a:cubicBezTo>
                <a:cubicBezTo>
                  <a:pt x="156015" y="22650"/>
                  <a:pt x="150740" y="25568"/>
                  <a:pt x="145801" y="32640"/>
                </a:cubicBezTo>
                <a:lnTo>
                  <a:pt x="145801" y="24333"/>
                </a:lnTo>
                <a:lnTo>
                  <a:pt x="137158" y="24333"/>
                </a:lnTo>
                <a:close/>
                <a:moveTo>
                  <a:pt x="235931" y="24333"/>
                </a:moveTo>
                <a:lnTo>
                  <a:pt x="226614" y="24333"/>
                </a:lnTo>
                <a:lnTo>
                  <a:pt x="226614" y="83194"/>
                </a:lnTo>
                <a:lnTo>
                  <a:pt x="235931" y="83194"/>
                </a:lnTo>
                <a:lnTo>
                  <a:pt x="235931" y="24333"/>
                </a:lnTo>
                <a:moveTo>
                  <a:pt x="235931" y="1425"/>
                </a:moveTo>
                <a:lnTo>
                  <a:pt x="226502" y="1425"/>
                </a:lnTo>
                <a:lnTo>
                  <a:pt x="226502" y="13211"/>
                </a:lnTo>
                <a:lnTo>
                  <a:pt x="235931" y="13211"/>
                </a:lnTo>
                <a:lnTo>
                  <a:pt x="235931" y="1425"/>
                </a:lnTo>
                <a:close/>
                <a:moveTo>
                  <a:pt x="270052" y="24333"/>
                </a:moveTo>
                <a:lnTo>
                  <a:pt x="260400" y="24333"/>
                </a:lnTo>
                <a:lnTo>
                  <a:pt x="260400" y="8171"/>
                </a:lnTo>
                <a:lnTo>
                  <a:pt x="251083" y="8171"/>
                </a:lnTo>
                <a:lnTo>
                  <a:pt x="251083" y="24333"/>
                </a:lnTo>
                <a:lnTo>
                  <a:pt x="243114" y="24333"/>
                </a:lnTo>
                <a:lnTo>
                  <a:pt x="243114" y="31967"/>
                </a:lnTo>
                <a:lnTo>
                  <a:pt x="251083" y="31967"/>
                </a:lnTo>
                <a:lnTo>
                  <a:pt x="251083" y="76508"/>
                </a:lnTo>
                <a:cubicBezTo>
                  <a:pt x="251083" y="82571"/>
                  <a:pt x="255123" y="85825"/>
                  <a:pt x="262419" y="85825"/>
                </a:cubicBezTo>
                <a:cubicBezTo>
                  <a:pt x="264888" y="85825"/>
                  <a:pt x="266909" y="85600"/>
                  <a:pt x="270052" y="85040"/>
                </a:cubicBezTo>
                <a:lnTo>
                  <a:pt x="270052" y="77183"/>
                </a:lnTo>
                <a:cubicBezTo>
                  <a:pt x="268704" y="77520"/>
                  <a:pt x="267469" y="77631"/>
                  <a:pt x="265562" y="77631"/>
                </a:cubicBezTo>
                <a:cubicBezTo>
                  <a:pt x="261521" y="77631"/>
                  <a:pt x="260400" y="76508"/>
                  <a:pt x="260400" y="72346"/>
                </a:cubicBezTo>
                <a:lnTo>
                  <a:pt x="260400" y="31967"/>
                </a:lnTo>
                <a:lnTo>
                  <a:pt x="270052" y="31967"/>
                </a:lnTo>
                <a:lnTo>
                  <a:pt x="270052" y="24333"/>
                </a:lnTo>
                <a:close/>
                <a:moveTo>
                  <a:pt x="271847" y="1425"/>
                </a:moveTo>
                <a:lnTo>
                  <a:pt x="271847" y="83194"/>
                </a:lnTo>
                <a:lnTo>
                  <a:pt x="281164" y="83194"/>
                </a:lnTo>
                <a:lnTo>
                  <a:pt x="281164" y="50753"/>
                </a:lnTo>
                <a:cubicBezTo>
                  <a:pt x="281164" y="38742"/>
                  <a:pt x="287450" y="30884"/>
                  <a:pt x="297102" y="30884"/>
                </a:cubicBezTo>
                <a:cubicBezTo>
                  <a:pt x="300245" y="30884"/>
                  <a:pt x="303163" y="31782"/>
                  <a:pt x="305407" y="33465"/>
                </a:cubicBezTo>
                <a:cubicBezTo>
                  <a:pt x="308101" y="35486"/>
                  <a:pt x="309224" y="38293"/>
                  <a:pt x="309224" y="42446"/>
                </a:cubicBezTo>
                <a:lnTo>
                  <a:pt x="309224" y="83194"/>
                </a:lnTo>
                <a:lnTo>
                  <a:pt x="318539" y="83194"/>
                </a:lnTo>
                <a:lnTo>
                  <a:pt x="318539" y="38742"/>
                </a:lnTo>
                <a:cubicBezTo>
                  <a:pt x="318539" y="28863"/>
                  <a:pt x="311468" y="22689"/>
                  <a:pt x="300021" y="22689"/>
                </a:cubicBezTo>
                <a:cubicBezTo>
                  <a:pt x="291714" y="22689"/>
                  <a:pt x="286664" y="25272"/>
                  <a:pt x="281164" y="32455"/>
                </a:cubicBezTo>
                <a:lnTo>
                  <a:pt x="281164" y="1425"/>
                </a:lnTo>
                <a:lnTo>
                  <a:pt x="271847" y="1425"/>
                </a:lnTo>
                <a:close/>
                <a:moveTo>
                  <a:pt x="363212" y="48150"/>
                </a:moveTo>
                <a:lnTo>
                  <a:pt x="336498" y="48150"/>
                </a:lnTo>
                <a:lnTo>
                  <a:pt x="336498" y="56230"/>
                </a:lnTo>
                <a:lnTo>
                  <a:pt x="363212" y="56230"/>
                </a:lnTo>
                <a:lnTo>
                  <a:pt x="363212" y="48150"/>
                </a:lnTo>
                <a:close/>
                <a:moveTo>
                  <a:pt x="450534" y="26733"/>
                </a:moveTo>
                <a:cubicBezTo>
                  <a:pt x="447280" y="8755"/>
                  <a:pt x="436954" y="0"/>
                  <a:pt x="418995" y="0"/>
                </a:cubicBezTo>
                <a:cubicBezTo>
                  <a:pt x="407995" y="0"/>
                  <a:pt x="399129" y="3480"/>
                  <a:pt x="393067" y="10216"/>
                </a:cubicBezTo>
                <a:cubicBezTo>
                  <a:pt x="385660" y="18307"/>
                  <a:pt x="381618" y="29992"/>
                  <a:pt x="381618" y="43250"/>
                </a:cubicBezTo>
                <a:cubicBezTo>
                  <a:pt x="381618" y="56733"/>
                  <a:pt x="385772" y="68308"/>
                  <a:pt x="393405" y="76285"/>
                </a:cubicBezTo>
                <a:cubicBezTo>
                  <a:pt x="399802" y="82795"/>
                  <a:pt x="407884" y="85825"/>
                  <a:pt x="418547" y="85825"/>
                </a:cubicBezTo>
                <a:cubicBezTo>
                  <a:pt x="438525" y="85825"/>
                  <a:pt x="449750" y="75049"/>
                  <a:pt x="452217" y="53363"/>
                </a:cubicBezTo>
                <a:lnTo>
                  <a:pt x="441443" y="53363"/>
                </a:lnTo>
                <a:cubicBezTo>
                  <a:pt x="440546" y="58980"/>
                  <a:pt x="439422" y="62801"/>
                  <a:pt x="437739" y="66061"/>
                </a:cubicBezTo>
                <a:cubicBezTo>
                  <a:pt x="434372" y="72802"/>
                  <a:pt x="427413" y="76623"/>
                  <a:pt x="418658" y="76623"/>
                </a:cubicBezTo>
                <a:cubicBezTo>
                  <a:pt x="402383" y="76623"/>
                  <a:pt x="392057" y="63588"/>
                  <a:pt x="392057" y="43138"/>
                </a:cubicBezTo>
                <a:cubicBezTo>
                  <a:pt x="392057" y="22126"/>
                  <a:pt x="401823" y="9204"/>
                  <a:pt x="417761" y="9204"/>
                </a:cubicBezTo>
                <a:cubicBezTo>
                  <a:pt x="424383" y="9204"/>
                  <a:pt x="430556" y="11115"/>
                  <a:pt x="433923" y="14374"/>
                </a:cubicBezTo>
                <a:cubicBezTo>
                  <a:pt x="436954" y="17183"/>
                  <a:pt x="438638" y="20554"/>
                  <a:pt x="439871" y="26733"/>
                </a:cubicBezTo>
                <a:lnTo>
                  <a:pt x="450534" y="26733"/>
                </a:lnTo>
                <a:close/>
                <a:moveTo>
                  <a:pt x="483084" y="1425"/>
                </a:moveTo>
                <a:lnTo>
                  <a:pt x="473656" y="1425"/>
                </a:lnTo>
                <a:lnTo>
                  <a:pt x="473656" y="83194"/>
                </a:lnTo>
                <a:lnTo>
                  <a:pt x="483084" y="83194"/>
                </a:lnTo>
                <a:lnTo>
                  <a:pt x="483084" y="1425"/>
                </a:lnTo>
                <a:close/>
                <a:moveTo>
                  <a:pt x="548520" y="77744"/>
                </a:moveTo>
                <a:cubicBezTo>
                  <a:pt x="547511" y="77969"/>
                  <a:pt x="547061" y="77969"/>
                  <a:pt x="546501" y="77969"/>
                </a:cubicBezTo>
                <a:cubicBezTo>
                  <a:pt x="543245" y="77969"/>
                  <a:pt x="541450" y="76283"/>
                  <a:pt x="541450" y="73362"/>
                </a:cubicBezTo>
                <a:lnTo>
                  <a:pt x="541450" y="38749"/>
                </a:lnTo>
                <a:cubicBezTo>
                  <a:pt x="541450" y="28302"/>
                  <a:pt x="533817" y="22689"/>
                  <a:pt x="519338" y="22689"/>
                </a:cubicBezTo>
                <a:cubicBezTo>
                  <a:pt x="510696" y="22689"/>
                  <a:pt x="503849" y="25159"/>
                  <a:pt x="499809" y="29536"/>
                </a:cubicBezTo>
                <a:cubicBezTo>
                  <a:pt x="497115" y="32570"/>
                  <a:pt x="495991" y="35940"/>
                  <a:pt x="495767" y="41784"/>
                </a:cubicBezTo>
                <a:lnTo>
                  <a:pt x="505195" y="41784"/>
                </a:lnTo>
                <a:cubicBezTo>
                  <a:pt x="505981" y="34592"/>
                  <a:pt x="510247" y="31333"/>
                  <a:pt x="519001" y="31333"/>
                </a:cubicBezTo>
                <a:cubicBezTo>
                  <a:pt x="527532" y="31333"/>
                  <a:pt x="532133" y="34479"/>
                  <a:pt x="532133" y="40098"/>
                </a:cubicBezTo>
                <a:lnTo>
                  <a:pt x="532133" y="42570"/>
                </a:lnTo>
                <a:cubicBezTo>
                  <a:pt x="532022" y="46617"/>
                  <a:pt x="530001" y="48078"/>
                  <a:pt x="522368" y="49088"/>
                </a:cubicBezTo>
                <a:cubicBezTo>
                  <a:pt x="509124" y="50773"/>
                  <a:pt x="507103" y="51224"/>
                  <a:pt x="503511" y="52685"/>
                </a:cubicBezTo>
                <a:cubicBezTo>
                  <a:pt x="496666" y="55607"/>
                  <a:pt x="493186" y="60775"/>
                  <a:pt x="493186" y="68417"/>
                </a:cubicBezTo>
                <a:cubicBezTo>
                  <a:pt x="493186" y="79091"/>
                  <a:pt x="500593" y="85825"/>
                  <a:pt x="512491" y="85825"/>
                </a:cubicBezTo>
                <a:cubicBezTo>
                  <a:pt x="519900" y="85825"/>
                  <a:pt x="525848" y="83244"/>
                  <a:pt x="532471" y="77183"/>
                </a:cubicBezTo>
                <a:cubicBezTo>
                  <a:pt x="533144" y="83244"/>
                  <a:pt x="536062" y="85825"/>
                  <a:pt x="542123" y="85825"/>
                </a:cubicBezTo>
                <a:cubicBezTo>
                  <a:pt x="544143" y="85825"/>
                  <a:pt x="545377" y="85600"/>
                  <a:pt x="548520" y="84816"/>
                </a:cubicBezTo>
                <a:lnTo>
                  <a:pt x="548520" y="77744"/>
                </a:lnTo>
                <a:moveTo>
                  <a:pt x="532133" y="64709"/>
                </a:moveTo>
                <a:cubicBezTo>
                  <a:pt x="532133" y="67855"/>
                  <a:pt x="531236" y="69765"/>
                  <a:pt x="528429" y="72349"/>
                </a:cubicBezTo>
                <a:cubicBezTo>
                  <a:pt x="524613" y="75835"/>
                  <a:pt x="520011" y="77631"/>
                  <a:pt x="514512" y="77631"/>
                </a:cubicBezTo>
                <a:cubicBezTo>
                  <a:pt x="507216" y="77631"/>
                  <a:pt x="502951" y="74148"/>
                  <a:pt x="502951" y="68193"/>
                </a:cubicBezTo>
                <a:cubicBezTo>
                  <a:pt x="502951" y="62012"/>
                  <a:pt x="506992" y="58866"/>
                  <a:pt x="517093" y="57405"/>
                </a:cubicBezTo>
                <a:cubicBezTo>
                  <a:pt x="527083" y="56055"/>
                  <a:pt x="528991" y="55607"/>
                  <a:pt x="532133" y="54146"/>
                </a:cubicBezTo>
                <a:lnTo>
                  <a:pt x="532133" y="64709"/>
                </a:lnTo>
                <a:close/>
                <a:moveTo>
                  <a:pt x="563673" y="24333"/>
                </a:moveTo>
                <a:lnTo>
                  <a:pt x="563673" y="83194"/>
                </a:lnTo>
                <a:lnTo>
                  <a:pt x="573101" y="83194"/>
                </a:lnTo>
                <a:lnTo>
                  <a:pt x="573101" y="50732"/>
                </a:lnTo>
                <a:cubicBezTo>
                  <a:pt x="573101" y="38742"/>
                  <a:pt x="579387" y="30884"/>
                  <a:pt x="589039" y="30884"/>
                </a:cubicBezTo>
                <a:cubicBezTo>
                  <a:pt x="596448" y="30884"/>
                  <a:pt x="601161" y="35375"/>
                  <a:pt x="601161" y="42446"/>
                </a:cubicBezTo>
                <a:lnTo>
                  <a:pt x="601161" y="83194"/>
                </a:lnTo>
                <a:lnTo>
                  <a:pt x="610478" y="83194"/>
                </a:lnTo>
                <a:lnTo>
                  <a:pt x="610478" y="38742"/>
                </a:lnTo>
                <a:cubicBezTo>
                  <a:pt x="610478" y="28976"/>
                  <a:pt x="603182" y="22689"/>
                  <a:pt x="591846" y="22689"/>
                </a:cubicBezTo>
                <a:cubicBezTo>
                  <a:pt x="583091" y="22650"/>
                  <a:pt x="577479" y="26019"/>
                  <a:pt x="572315" y="34212"/>
                </a:cubicBezTo>
                <a:lnTo>
                  <a:pt x="572315" y="24333"/>
                </a:lnTo>
                <a:lnTo>
                  <a:pt x="563673" y="24333"/>
                </a:lnTo>
                <a:close/>
                <a:moveTo>
                  <a:pt x="668506" y="24333"/>
                </a:moveTo>
                <a:lnTo>
                  <a:pt x="668506" y="32864"/>
                </a:lnTo>
                <a:cubicBezTo>
                  <a:pt x="663793" y="25834"/>
                  <a:pt x="658629" y="22689"/>
                  <a:pt x="651222" y="22689"/>
                </a:cubicBezTo>
                <a:cubicBezTo>
                  <a:pt x="636965" y="22689"/>
                  <a:pt x="627089" y="35940"/>
                  <a:pt x="627089" y="54820"/>
                </a:cubicBezTo>
                <a:cubicBezTo>
                  <a:pt x="627089" y="64709"/>
                  <a:pt x="629447" y="71901"/>
                  <a:pt x="634498" y="77856"/>
                </a:cubicBezTo>
                <a:cubicBezTo>
                  <a:pt x="638875" y="83019"/>
                  <a:pt x="644486" y="85825"/>
                  <a:pt x="650547" y="85825"/>
                </a:cubicBezTo>
                <a:cubicBezTo>
                  <a:pt x="657618" y="85825"/>
                  <a:pt x="662669" y="82682"/>
                  <a:pt x="667608" y="75273"/>
                </a:cubicBezTo>
                <a:lnTo>
                  <a:pt x="667608" y="78306"/>
                </a:lnTo>
                <a:cubicBezTo>
                  <a:pt x="667608" y="94020"/>
                  <a:pt x="663231" y="99855"/>
                  <a:pt x="651557" y="99855"/>
                </a:cubicBezTo>
                <a:cubicBezTo>
                  <a:pt x="643588" y="99855"/>
                  <a:pt x="639435" y="96712"/>
                  <a:pt x="638538" y="89978"/>
                </a:cubicBezTo>
                <a:lnTo>
                  <a:pt x="628997" y="89978"/>
                </a:lnTo>
                <a:cubicBezTo>
                  <a:pt x="629896" y="100865"/>
                  <a:pt x="638538" y="107712"/>
                  <a:pt x="651333" y="107712"/>
                </a:cubicBezTo>
                <a:cubicBezTo>
                  <a:pt x="659975" y="107712"/>
                  <a:pt x="667160" y="104907"/>
                  <a:pt x="670975" y="100192"/>
                </a:cubicBezTo>
                <a:cubicBezTo>
                  <a:pt x="675464" y="94693"/>
                  <a:pt x="677148" y="87397"/>
                  <a:pt x="677148" y="73586"/>
                </a:cubicBezTo>
                <a:lnTo>
                  <a:pt x="677148" y="24333"/>
                </a:lnTo>
                <a:lnTo>
                  <a:pt x="668506" y="24333"/>
                </a:lnTo>
                <a:moveTo>
                  <a:pt x="652119" y="31333"/>
                </a:moveTo>
                <a:cubicBezTo>
                  <a:pt x="661996" y="31333"/>
                  <a:pt x="667608" y="39648"/>
                  <a:pt x="667608" y="54594"/>
                </a:cubicBezTo>
                <a:cubicBezTo>
                  <a:pt x="667608" y="68868"/>
                  <a:pt x="661883" y="77183"/>
                  <a:pt x="652119" y="77183"/>
                </a:cubicBezTo>
                <a:cubicBezTo>
                  <a:pt x="642467" y="77183"/>
                  <a:pt x="636854" y="68755"/>
                  <a:pt x="636854" y="54259"/>
                </a:cubicBezTo>
                <a:cubicBezTo>
                  <a:pt x="636854" y="39874"/>
                  <a:pt x="642467" y="31333"/>
                  <a:pt x="652119" y="313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DifuzzR">
            <a:extLst xmlns:a="http://schemas.openxmlformats.org/drawingml/2006/main">
              <a:ext uri="{FF2B5EF4-FFF2-40B4-BE49-F238E27FC236}">
                <a16:creationId xmlns:a16="http://schemas.microsoft.com/office/drawing/2014/main" id="{D7E24218-FFA5-4DBD-9A81-DE52EE54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237" y="3071633"/>
            <a:ext cx="358049" cy="84838"/>
          </a:xfrm>
          <a:custGeom xmlns:a="http://schemas.openxmlformats.org/drawingml/2006/main">
            <a:pathLst>
              <a:path w="358049" h="84838">
                <a:moveTo>
                  <a:pt x="96640" y="12225"/>
                </a:moveTo>
                <a:lnTo>
                  <a:pt x="96640" y="438"/>
                </a:lnTo>
                <a:lnTo>
                  <a:pt x="87211" y="438"/>
                </a:lnTo>
                <a:lnTo>
                  <a:pt x="87211" y="12225"/>
                </a:lnTo>
                <a:lnTo>
                  <a:pt x="96640" y="12225"/>
                </a:lnTo>
                <a:close/>
                <a:moveTo>
                  <a:pt x="121456" y="13662"/>
                </a:moveTo>
                <a:lnTo>
                  <a:pt x="121489" y="13201"/>
                </a:lnTo>
                <a:lnTo>
                  <a:pt x="121545" y="12760"/>
                </a:lnTo>
                <a:lnTo>
                  <a:pt x="121623" y="12338"/>
                </a:lnTo>
                <a:lnTo>
                  <a:pt x="121723" y="11937"/>
                </a:lnTo>
                <a:lnTo>
                  <a:pt x="121846" y="11556"/>
                </a:lnTo>
                <a:lnTo>
                  <a:pt x="121991" y="11195"/>
                </a:lnTo>
                <a:lnTo>
                  <a:pt x="122159" y="10855"/>
                </a:lnTo>
                <a:lnTo>
                  <a:pt x="122350" y="10535"/>
                </a:lnTo>
                <a:lnTo>
                  <a:pt x="122563" y="10235"/>
                </a:lnTo>
                <a:lnTo>
                  <a:pt x="122799" y="9955"/>
                </a:lnTo>
                <a:lnTo>
                  <a:pt x="123058" y="9696"/>
                </a:lnTo>
                <a:lnTo>
                  <a:pt x="123339" y="9457"/>
                </a:lnTo>
                <a:lnTo>
                  <a:pt x="123644" y="9239"/>
                </a:lnTo>
                <a:lnTo>
                  <a:pt x="123971" y="9041"/>
                </a:lnTo>
                <a:lnTo>
                  <a:pt x="124321" y="8864"/>
                </a:lnTo>
                <a:lnTo>
                  <a:pt x="124694" y="8708"/>
                </a:lnTo>
                <a:lnTo>
                  <a:pt x="125090" y="8572"/>
                </a:lnTo>
                <a:lnTo>
                  <a:pt x="125510" y="8457"/>
                </a:lnTo>
                <a:lnTo>
                  <a:pt x="125952" y="8363"/>
                </a:lnTo>
                <a:lnTo>
                  <a:pt x="126418" y="8290"/>
                </a:lnTo>
                <a:lnTo>
                  <a:pt x="126907" y="8237"/>
                </a:lnTo>
                <a:lnTo>
                  <a:pt x="127419" y="8206"/>
                </a:lnTo>
                <a:lnTo>
                  <a:pt x="127954" y="8195"/>
                </a:lnTo>
                <a:lnTo>
                  <a:pt x="128050" y="8195"/>
                </a:lnTo>
                <a:lnTo>
                  <a:pt x="128143" y="8195"/>
                </a:lnTo>
                <a:lnTo>
                  <a:pt x="128232" y="8195"/>
                </a:lnTo>
                <a:lnTo>
                  <a:pt x="128320" y="8196"/>
                </a:lnTo>
                <a:lnTo>
                  <a:pt x="128407" y="8196"/>
                </a:lnTo>
                <a:lnTo>
                  <a:pt x="128495" y="8197"/>
                </a:lnTo>
                <a:lnTo>
                  <a:pt x="128583" y="8198"/>
                </a:lnTo>
                <a:lnTo>
                  <a:pt x="128674" y="8199"/>
                </a:lnTo>
                <a:lnTo>
                  <a:pt x="128768" y="8201"/>
                </a:lnTo>
                <a:lnTo>
                  <a:pt x="128866" y="8203"/>
                </a:lnTo>
                <a:lnTo>
                  <a:pt x="128968" y="8206"/>
                </a:lnTo>
                <a:lnTo>
                  <a:pt x="129077" y="8209"/>
                </a:lnTo>
                <a:lnTo>
                  <a:pt x="129193" y="8213"/>
                </a:lnTo>
                <a:lnTo>
                  <a:pt x="129317" y="8217"/>
                </a:lnTo>
                <a:lnTo>
                  <a:pt x="129450" y="8222"/>
                </a:lnTo>
                <a:lnTo>
                  <a:pt x="129593" y="8228"/>
                </a:lnTo>
                <a:lnTo>
                  <a:pt x="129747" y="8235"/>
                </a:lnTo>
                <a:lnTo>
                  <a:pt x="129912" y="8242"/>
                </a:lnTo>
                <a:lnTo>
                  <a:pt x="130091" y="8250"/>
                </a:lnTo>
                <a:lnTo>
                  <a:pt x="130283" y="8259"/>
                </a:lnTo>
                <a:lnTo>
                  <a:pt x="130490" y="8270"/>
                </a:lnTo>
                <a:lnTo>
                  <a:pt x="130713" y="8281"/>
                </a:lnTo>
                <a:lnTo>
                  <a:pt x="130953" y="8293"/>
                </a:lnTo>
                <a:lnTo>
                  <a:pt x="131210" y="8306"/>
                </a:lnTo>
                <a:lnTo>
                  <a:pt x="131210" y="562"/>
                </a:lnTo>
                <a:lnTo>
                  <a:pt x="130948" y="507"/>
                </a:lnTo>
                <a:lnTo>
                  <a:pt x="130695" y="456"/>
                </a:lnTo>
                <a:lnTo>
                  <a:pt x="130449" y="409"/>
                </a:lnTo>
                <a:lnTo>
                  <a:pt x="130211" y="364"/>
                </a:lnTo>
                <a:lnTo>
                  <a:pt x="129980" y="323"/>
                </a:lnTo>
                <a:lnTo>
                  <a:pt x="129755" y="285"/>
                </a:lnTo>
                <a:lnTo>
                  <a:pt x="129534" y="249"/>
                </a:lnTo>
                <a:lnTo>
                  <a:pt x="129319" y="217"/>
                </a:lnTo>
                <a:lnTo>
                  <a:pt x="129107" y="187"/>
                </a:lnTo>
                <a:lnTo>
                  <a:pt x="128899" y="160"/>
                </a:lnTo>
                <a:lnTo>
                  <a:pt x="128693" y="135"/>
                </a:lnTo>
                <a:lnTo>
                  <a:pt x="128488" y="113"/>
                </a:lnTo>
                <a:lnTo>
                  <a:pt x="128285" y="93"/>
                </a:lnTo>
                <a:lnTo>
                  <a:pt x="128083" y="75"/>
                </a:lnTo>
                <a:lnTo>
                  <a:pt x="127880" y="59"/>
                </a:lnTo>
                <a:lnTo>
                  <a:pt x="127677" y="46"/>
                </a:lnTo>
                <a:lnTo>
                  <a:pt x="127472" y="34"/>
                </a:lnTo>
                <a:lnTo>
                  <a:pt x="127264" y="25"/>
                </a:lnTo>
                <a:lnTo>
                  <a:pt x="127054" y="17"/>
                </a:lnTo>
                <a:lnTo>
                  <a:pt x="126840" y="10"/>
                </a:lnTo>
                <a:lnTo>
                  <a:pt x="126622" y="6"/>
                </a:lnTo>
                <a:lnTo>
                  <a:pt x="126399" y="2"/>
                </a:lnTo>
                <a:lnTo>
                  <a:pt x="126170" y="1"/>
                </a:lnTo>
                <a:lnTo>
                  <a:pt x="125935" y="0"/>
                </a:lnTo>
                <a:lnTo>
                  <a:pt x="124873" y="26"/>
                </a:lnTo>
                <a:lnTo>
                  <a:pt x="123848" y="102"/>
                </a:lnTo>
                <a:lnTo>
                  <a:pt x="122860" y="229"/>
                </a:lnTo>
                <a:lnTo>
                  <a:pt x="121911" y="405"/>
                </a:lnTo>
                <a:lnTo>
                  <a:pt x="121001" y="630"/>
                </a:lnTo>
                <a:lnTo>
                  <a:pt x="120131" y="903"/>
                </a:lnTo>
                <a:lnTo>
                  <a:pt x="119302" y="1224"/>
                </a:lnTo>
                <a:lnTo>
                  <a:pt x="118514" y="1592"/>
                </a:lnTo>
                <a:lnTo>
                  <a:pt x="117768" y="2007"/>
                </a:lnTo>
                <a:lnTo>
                  <a:pt x="117065" y="2467"/>
                </a:lnTo>
                <a:lnTo>
                  <a:pt x="116406" y="2972"/>
                </a:lnTo>
                <a:lnTo>
                  <a:pt x="115791" y="3522"/>
                </a:lnTo>
                <a:lnTo>
                  <a:pt x="115221" y="4115"/>
                </a:lnTo>
                <a:lnTo>
                  <a:pt x="114696" y="4752"/>
                </a:lnTo>
                <a:lnTo>
                  <a:pt x="114218" y="5432"/>
                </a:lnTo>
                <a:lnTo>
                  <a:pt x="113788" y="6153"/>
                </a:lnTo>
                <a:lnTo>
                  <a:pt x="113405" y="6915"/>
                </a:lnTo>
                <a:lnTo>
                  <a:pt x="113071" y="7719"/>
                </a:lnTo>
                <a:lnTo>
                  <a:pt x="112786" y="8562"/>
                </a:lnTo>
                <a:lnTo>
                  <a:pt x="112552" y="9445"/>
                </a:lnTo>
                <a:lnTo>
                  <a:pt x="112368" y="10366"/>
                </a:lnTo>
                <a:lnTo>
                  <a:pt x="112236" y="11326"/>
                </a:lnTo>
                <a:lnTo>
                  <a:pt x="112156" y="12323"/>
                </a:lnTo>
                <a:lnTo>
                  <a:pt x="112129" y="13357"/>
                </a:lnTo>
                <a:lnTo>
                  <a:pt x="112129" y="23347"/>
                </a:lnTo>
                <a:lnTo>
                  <a:pt x="104272" y="23347"/>
                </a:lnTo>
                <a:lnTo>
                  <a:pt x="104272" y="30980"/>
                </a:lnTo>
                <a:lnTo>
                  <a:pt x="112129" y="30980"/>
                </a:lnTo>
                <a:lnTo>
                  <a:pt x="112129" y="82208"/>
                </a:lnTo>
                <a:lnTo>
                  <a:pt x="121444" y="82208"/>
                </a:lnTo>
                <a:lnTo>
                  <a:pt x="121444" y="30980"/>
                </a:lnTo>
                <a:lnTo>
                  <a:pt x="131210" y="30980"/>
                </a:lnTo>
                <a:lnTo>
                  <a:pt x="131210" y="23347"/>
                </a:lnTo>
                <a:lnTo>
                  <a:pt x="121444" y="23347"/>
                </a:lnTo>
                <a:lnTo>
                  <a:pt x="121444" y="14143"/>
                </a:lnTo>
                <a:lnTo>
                  <a:pt x="121456" y="13662"/>
                </a:lnTo>
                <a:close/>
                <a:moveTo>
                  <a:pt x="36535" y="81888"/>
                </a:moveTo>
                <a:lnTo>
                  <a:pt x="38902" y="81493"/>
                </a:lnTo>
                <a:lnTo>
                  <a:pt x="41181" y="80943"/>
                </a:lnTo>
                <a:lnTo>
                  <a:pt x="43368" y="80241"/>
                </a:lnTo>
                <a:lnTo>
                  <a:pt x="45462" y="79391"/>
                </a:lnTo>
                <a:lnTo>
                  <a:pt x="47461" y="78393"/>
                </a:lnTo>
                <a:lnTo>
                  <a:pt x="49362" y="77251"/>
                </a:lnTo>
                <a:lnTo>
                  <a:pt x="51164" y="75966"/>
                </a:lnTo>
                <a:lnTo>
                  <a:pt x="52864" y="74542"/>
                </a:lnTo>
                <a:lnTo>
                  <a:pt x="54461" y="72981"/>
                </a:lnTo>
                <a:lnTo>
                  <a:pt x="55953" y="71284"/>
                </a:lnTo>
                <a:lnTo>
                  <a:pt x="57337" y="69455"/>
                </a:lnTo>
                <a:lnTo>
                  <a:pt x="58611" y="67496"/>
                </a:lnTo>
                <a:lnTo>
                  <a:pt x="59774" y="65409"/>
                </a:lnTo>
                <a:lnTo>
                  <a:pt x="60823" y="63196"/>
                </a:lnTo>
                <a:lnTo>
                  <a:pt x="61756" y="60861"/>
                </a:lnTo>
                <a:lnTo>
                  <a:pt x="62571" y="58405"/>
                </a:lnTo>
                <a:lnTo>
                  <a:pt x="63267" y="55830"/>
                </a:lnTo>
                <a:lnTo>
                  <a:pt x="63840" y="53140"/>
                </a:lnTo>
                <a:lnTo>
                  <a:pt x="64290" y="50336"/>
                </a:lnTo>
                <a:lnTo>
                  <a:pt x="64614" y="47421"/>
                </a:lnTo>
                <a:lnTo>
                  <a:pt x="64810" y="44398"/>
                </a:lnTo>
                <a:lnTo>
                  <a:pt x="64875" y="41268"/>
                </a:lnTo>
                <a:lnTo>
                  <a:pt x="64810" y="38152"/>
                </a:lnTo>
                <a:lnTo>
                  <a:pt x="64616" y="35140"/>
                </a:lnTo>
                <a:lnTo>
                  <a:pt x="64295" y="32237"/>
                </a:lnTo>
                <a:lnTo>
                  <a:pt x="63848" y="29443"/>
                </a:lnTo>
                <a:lnTo>
                  <a:pt x="63278" y="26762"/>
                </a:lnTo>
                <a:lnTo>
                  <a:pt x="62587" y="24196"/>
                </a:lnTo>
                <a:lnTo>
                  <a:pt x="61776" y="21747"/>
                </a:lnTo>
                <a:lnTo>
                  <a:pt x="60847" y="19418"/>
                </a:lnTo>
                <a:lnTo>
                  <a:pt x="59803" y="17211"/>
                </a:lnTo>
                <a:lnTo>
                  <a:pt x="58645" y="15129"/>
                </a:lnTo>
                <a:lnTo>
                  <a:pt x="57375" y="13174"/>
                </a:lnTo>
                <a:lnTo>
                  <a:pt x="55994" y="11349"/>
                </a:lnTo>
                <a:lnTo>
                  <a:pt x="54506" y="9655"/>
                </a:lnTo>
                <a:lnTo>
                  <a:pt x="52912" y="8096"/>
                </a:lnTo>
                <a:lnTo>
                  <a:pt x="51213" y="6674"/>
                </a:lnTo>
                <a:lnTo>
                  <a:pt x="49411" y="5392"/>
                </a:lnTo>
                <a:lnTo>
                  <a:pt x="47509" y="4251"/>
                </a:lnTo>
                <a:lnTo>
                  <a:pt x="45509" y="3254"/>
                </a:lnTo>
                <a:lnTo>
                  <a:pt x="43412" y="2404"/>
                </a:lnTo>
                <a:lnTo>
                  <a:pt x="41219" y="1703"/>
                </a:lnTo>
                <a:lnTo>
                  <a:pt x="38934" y="1153"/>
                </a:lnTo>
                <a:lnTo>
                  <a:pt x="36558" y="758"/>
                </a:lnTo>
                <a:lnTo>
                  <a:pt x="34093" y="519"/>
                </a:lnTo>
                <a:lnTo>
                  <a:pt x="31540" y="438"/>
                </a:lnTo>
                <a:lnTo>
                  <a:pt x="0" y="438"/>
                </a:lnTo>
                <a:lnTo>
                  <a:pt x="0" y="82208"/>
                </a:lnTo>
                <a:lnTo>
                  <a:pt x="31540" y="82208"/>
                </a:lnTo>
                <a:lnTo>
                  <a:pt x="34080" y="82127"/>
                </a:lnTo>
                <a:lnTo>
                  <a:pt x="36535" y="81888"/>
                </a:lnTo>
                <a:close/>
                <a:moveTo>
                  <a:pt x="31724" y="9699"/>
                </a:moveTo>
                <a:lnTo>
                  <a:pt x="33625" y="9868"/>
                </a:lnTo>
                <a:lnTo>
                  <a:pt x="35445" y="10150"/>
                </a:lnTo>
                <a:lnTo>
                  <a:pt x="37185" y="10545"/>
                </a:lnTo>
                <a:lnTo>
                  <a:pt x="38843" y="11051"/>
                </a:lnTo>
                <a:lnTo>
                  <a:pt x="40420" y="11668"/>
                </a:lnTo>
                <a:lnTo>
                  <a:pt x="41916" y="12396"/>
                </a:lnTo>
                <a:lnTo>
                  <a:pt x="43329" y="13235"/>
                </a:lnTo>
                <a:lnTo>
                  <a:pt x="44659" y="14184"/>
                </a:lnTo>
                <a:lnTo>
                  <a:pt x="45907" y="15243"/>
                </a:lnTo>
                <a:lnTo>
                  <a:pt x="47071" y="16412"/>
                </a:lnTo>
                <a:lnTo>
                  <a:pt x="48151" y="17689"/>
                </a:lnTo>
                <a:lnTo>
                  <a:pt x="49147" y="19075"/>
                </a:lnTo>
                <a:lnTo>
                  <a:pt x="50059" y="20569"/>
                </a:lnTo>
                <a:lnTo>
                  <a:pt x="50885" y="22171"/>
                </a:lnTo>
                <a:lnTo>
                  <a:pt x="51627" y="23881"/>
                </a:lnTo>
                <a:lnTo>
                  <a:pt x="52282" y="25698"/>
                </a:lnTo>
                <a:lnTo>
                  <a:pt x="52851" y="27621"/>
                </a:lnTo>
                <a:lnTo>
                  <a:pt x="53334" y="29651"/>
                </a:lnTo>
                <a:lnTo>
                  <a:pt x="53730" y="31786"/>
                </a:lnTo>
                <a:lnTo>
                  <a:pt x="54039" y="34027"/>
                </a:lnTo>
                <a:lnTo>
                  <a:pt x="54260" y="36373"/>
                </a:lnTo>
                <a:lnTo>
                  <a:pt x="54392" y="38824"/>
                </a:lnTo>
                <a:lnTo>
                  <a:pt x="54437" y="41380"/>
                </a:lnTo>
                <a:lnTo>
                  <a:pt x="54392" y="43921"/>
                </a:lnTo>
                <a:lnTo>
                  <a:pt x="54260" y="46360"/>
                </a:lnTo>
                <a:lnTo>
                  <a:pt x="54039" y="48695"/>
                </a:lnTo>
                <a:lnTo>
                  <a:pt x="53730" y="50926"/>
                </a:lnTo>
                <a:lnTo>
                  <a:pt x="53334" y="53052"/>
                </a:lnTo>
                <a:lnTo>
                  <a:pt x="52851" y="55074"/>
                </a:lnTo>
                <a:lnTo>
                  <a:pt x="52282" y="56990"/>
                </a:lnTo>
                <a:lnTo>
                  <a:pt x="51627" y="58800"/>
                </a:lnTo>
                <a:lnTo>
                  <a:pt x="50885" y="60504"/>
                </a:lnTo>
                <a:lnTo>
                  <a:pt x="50059" y="62101"/>
                </a:lnTo>
                <a:lnTo>
                  <a:pt x="49147" y="63590"/>
                </a:lnTo>
                <a:lnTo>
                  <a:pt x="48151" y="64973"/>
                </a:lnTo>
                <a:lnTo>
                  <a:pt x="47071" y="66247"/>
                </a:lnTo>
                <a:lnTo>
                  <a:pt x="45907" y="67412"/>
                </a:lnTo>
                <a:lnTo>
                  <a:pt x="44659" y="68469"/>
                </a:lnTo>
                <a:lnTo>
                  <a:pt x="43329" y="69417"/>
                </a:lnTo>
                <a:lnTo>
                  <a:pt x="41916" y="70254"/>
                </a:lnTo>
                <a:lnTo>
                  <a:pt x="40420" y="70981"/>
                </a:lnTo>
                <a:lnTo>
                  <a:pt x="38843" y="71598"/>
                </a:lnTo>
                <a:lnTo>
                  <a:pt x="37185" y="72104"/>
                </a:lnTo>
                <a:lnTo>
                  <a:pt x="35445" y="72497"/>
                </a:lnTo>
                <a:lnTo>
                  <a:pt x="33625" y="72779"/>
                </a:lnTo>
                <a:lnTo>
                  <a:pt x="31724" y="72949"/>
                </a:lnTo>
                <a:lnTo>
                  <a:pt x="29744" y="73005"/>
                </a:lnTo>
                <a:lnTo>
                  <a:pt x="10439" y="73005"/>
                </a:lnTo>
                <a:lnTo>
                  <a:pt x="10439" y="9642"/>
                </a:lnTo>
                <a:lnTo>
                  <a:pt x="29744" y="9642"/>
                </a:lnTo>
                <a:lnTo>
                  <a:pt x="31724" y="9699"/>
                </a:lnTo>
                <a:close/>
                <a:moveTo>
                  <a:pt x="331873" y="47113"/>
                </a:moveTo>
                <a:lnTo>
                  <a:pt x="332905" y="47232"/>
                </a:lnTo>
                <a:lnTo>
                  <a:pt x="333883" y="47398"/>
                </a:lnTo>
                <a:lnTo>
                  <a:pt x="334810" y="47613"/>
                </a:lnTo>
                <a:lnTo>
                  <a:pt x="335686" y="47877"/>
                </a:lnTo>
                <a:lnTo>
                  <a:pt x="336510" y="48191"/>
                </a:lnTo>
                <a:lnTo>
                  <a:pt x="337283" y="48555"/>
                </a:lnTo>
                <a:lnTo>
                  <a:pt x="338006" y="48970"/>
                </a:lnTo>
                <a:lnTo>
                  <a:pt x="338680" y="49435"/>
                </a:lnTo>
                <a:lnTo>
                  <a:pt x="339304" y="49952"/>
                </a:lnTo>
                <a:lnTo>
                  <a:pt x="339879" y="50522"/>
                </a:lnTo>
                <a:lnTo>
                  <a:pt x="340405" y="51143"/>
                </a:lnTo>
                <a:lnTo>
                  <a:pt x="340884" y="51818"/>
                </a:lnTo>
                <a:lnTo>
                  <a:pt x="341314" y="52546"/>
                </a:lnTo>
                <a:lnTo>
                  <a:pt x="341698" y="53328"/>
                </a:lnTo>
                <a:lnTo>
                  <a:pt x="342035" y="54165"/>
                </a:lnTo>
                <a:lnTo>
                  <a:pt x="342325" y="55057"/>
                </a:lnTo>
                <a:lnTo>
                  <a:pt x="342570" y="56004"/>
                </a:lnTo>
                <a:lnTo>
                  <a:pt x="342769" y="57007"/>
                </a:lnTo>
                <a:lnTo>
                  <a:pt x="342923" y="58066"/>
                </a:lnTo>
                <a:lnTo>
                  <a:pt x="343033" y="59182"/>
                </a:lnTo>
                <a:lnTo>
                  <a:pt x="343098" y="60356"/>
                </a:lnTo>
                <a:lnTo>
                  <a:pt x="343120" y="61587"/>
                </a:lnTo>
                <a:lnTo>
                  <a:pt x="343008" y="68871"/>
                </a:lnTo>
                <a:lnTo>
                  <a:pt x="343013" y="69501"/>
                </a:lnTo>
                <a:lnTo>
                  <a:pt x="343027" y="70128"/>
                </a:lnTo>
                <a:lnTo>
                  <a:pt x="343050" y="70754"/>
                </a:lnTo>
                <a:lnTo>
                  <a:pt x="343082" y="71376"/>
                </a:lnTo>
                <a:lnTo>
                  <a:pt x="343122" y="71995"/>
                </a:lnTo>
                <a:lnTo>
                  <a:pt x="343171" y="72609"/>
                </a:lnTo>
                <a:lnTo>
                  <a:pt x="343229" y="73218"/>
                </a:lnTo>
                <a:lnTo>
                  <a:pt x="343295" y="73822"/>
                </a:lnTo>
                <a:lnTo>
                  <a:pt x="343369" y="74420"/>
                </a:lnTo>
                <a:lnTo>
                  <a:pt x="343452" y="75010"/>
                </a:lnTo>
                <a:lnTo>
                  <a:pt x="343542" y="75594"/>
                </a:lnTo>
                <a:lnTo>
                  <a:pt x="343640" y="76169"/>
                </a:lnTo>
                <a:lnTo>
                  <a:pt x="343745" y="76735"/>
                </a:lnTo>
                <a:lnTo>
                  <a:pt x="343858" y="77292"/>
                </a:lnTo>
                <a:lnTo>
                  <a:pt x="343978" y="77839"/>
                </a:lnTo>
                <a:lnTo>
                  <a:pt x="344106" y="78375"/>
                </a:lnTo>
                <a:lnTo>
                  <a:pt x="344240" y="78901"/>
                </a:lnTo>
                <a:lnTo>
                  <a:pt x="344381" y="79414"/>
                </a:lnTo>
                <a:lnTo>
                  <a:pt x="344529" y="79914"/>
                </a:lnTo>
                <a:lnTo>
                  <a:pt x="344684" y="80402"/>
                </a:lnTo>
                <a:lnTo>
                  <a:pt x="344845" y="80876"/>
                </a:lnTo>
                <a:lnTo>
                  <a:pt x="345012" y="81335"/>
                </a:lnTo>
                <a:lnTo>
                  <a:pt x="345186" y="81779"/>
                </a:lnTo>
                <a:lnTo>
                  <a:pt x="345365" y="82208"/>
                </a:lnTo>
                <a:lnTo>
                  <a:pt x="358049" y="82208"/>
                </a:lnTo>
                <a:lnTo>
                  <a:pt x="358049" y="79627"/>
                </a:lnTo>
                <a:lnTo>
                  <a:pt x="357574" y="79289"/>
                </a:lnTo>
                <a:lnTo>
                  <a:pt x="357131" y="78945"/>
                </a:lnTo>
                <a:lnTo>
                  <a:pt x="356718" y="78593"/>
                </a:lnTo>
                <a:lnTo>
                  <a:pt x="356335" y="78228"/>
                </a:lnTo>
                <a:lnTo>
                  <a:pt x="355979" y="77847"/>
                </a:lnTo>
                <a:lnTo>
                  <a:pt x="355651" y="77447"/>
                </a:lnTo>
                <a:lnTo>
                  <a:pt x="355349" y="77025"/>
                </a:lnTo>
                <a:lnTo>
                  <a:pt x="355072" y="76577"/>
                </a:lnTo>
                <a:lnTo>
                  <a:pt x="354819" y="76099"/>
                </a:lnTo>
                <a:lnTo>
                  <a:pt x="354588" y="75589"/>
                </a:lnTo>
                <a:lnTo>
                  <a:pt x="354379" y="75044"/>
                </a:lnTo>
                <a:lnTo>
                  <a:pt x="354190" y="74459"/>
                </a:lnTo>
                <a:lnTo>
                  <a:pt x="354021" y="73831"/>
                </a:lnTo>
                <a:lnTo>
                  <a:pt x="353869" y="73157"/>
                </a:lnTo>
                <a:lnTo>
                  <a:pt x="353735" y="72435"/>
                </a:lnTo>
                <a:lnTo>
                  <a:pt x="353617" y="71659"/>
                </a:lnTo>
                <a:lnTo>
                  <a:pt x="353513" y="70827"/>
                </a:lnTo>
                <a:lnTo>
                  <a:pt x="353424" y="69937"/>
                </a:lnTo>
                <a:lnTo>
                  <a:pt x="353346" y="68983"/>
                </a:lnTo>
                <a:lnTo>
                  <a:pt x="353281" y="67963"/>
                </a:lnTo>
                <a:lnTo>
                  <a:pt x="353225" y="66874"/>
                </a:lnTo>
                <a:lnTo>
                  <a:pt x="353179" y="65712"/>
                </a:lnTo>
                <a:lnTo>
                  <a:pt x="353141" y="64474"/>
                </a:lnTo>
                <a:lnTo>
                  <a:pt x="353110" y="63156"/>
                </a:lnTo>
                <a:lnTo>
                  <a:pt x="353085" y="61524"/>
                </a:lnTo>
                <a:lnTo>
                  <a:pt x="353037" y="59985"/>
                </a:lnTo>
                <a:lnTo>
                  <a:pt x="352963" y="58537"/>
                </a:lnTo>
                <a:lnTo>
                  <a:pt x="352863" y="57174"/>
                </a:lnTo>
                <a:lnTo>
                  <a:pt x="352733" y="55894"/>
                </a:lnTo>
                <a:lnTo>
                  <a:pt x="352573" y="54692"/>
                </a:lnTo>
                <a:lnTo>
                  <a:pt x="352378" y="53564"/>
                </a:lnTo>
                <a:lnTo>
                  <a:pt x="352149" y="52506"/>
                </a:lnTo>
                <a:lnTo>
                  <a:pt x="351882" y="51514"/>
                </a:lnTo>
                <a:lnTo>
                  <a:pt x="351576" y="50584"/>
                </a:lnTo>
                <a:lnTo>
                  <a:pt x="351228" y="49713"/>
                </a:lnTo>
                <a:lnTo>
                  <a:pt x="350836" y="48895"/>
                </a:lnTo>
                <a:lnTo>
                  <a:pt x="350399" y="48128"/>
                </a:lnTo>
                <a:lnTo>
                  <a:pt x="349915" y="47407"/>
                </a:lnTo>
                <a:lnTo>
                  <a:pt x="349380" y="46728"/>
                </a:lnTo>
                <a:lnTo>
                  <a:pt x="348794" y="46087"/>
                </a:lnTo>
                <a:lnTo>
                  <a:pt x="348154" y="45481"/>
                </a:lnTo>
                <a:lnTo>
                  <a:pt x="347459" y="44904"/>
                </a:lnTo>
                <a:lnTo>
                  <a:pt x="346705" y="44354"/>
                </a:lnTo>
                <a:lnTo>
                  <a:pt x="345892" y="43826"/>
                </a:lnTo>
                <a:lnTo>
                  <a:pt x="345016" y="43317"/>
                </a:lnTo>
                <a:lnTo>
                  <a:pt x="344077" y="42821"/>
                </a:lnTo>
                <a:lnTo>
                  <a:pt x="343072" y="42336"/>
                </a:lnTo>
                <a:lnTo>
                  <a:pt x="341998" y="41857"/>
                </a:lnTo>
                <a:lnTo>
                  <a:pt x="343120" y="41277"/>
                </a:lnTo>
                <a:lnTo>
                  <a:pt x="344185" y="40686"/>
                </a:lnTo>
                <a:lnTo>
                  <a:pt x="345195" y="40084"/>
                </a:lnTo>
                <a:lnTo>
                  <a:pt x="346150" y="39467"/>
                </a:lnTo>
                <a:lnTo>
                  <a:pt x="347051" y="38837"/>
                </a:lnTo>
                <a:lnTo>
                  <a:pt x="347898" y="38190"/>
                </a:lnTo>
                <a:lnTo>
                  <a:pt x="348692" y="37526"/>
                </a:lnTo>
                <a:lnTo>
                  <a:pt x="349435" y="36844"/>
                </a:lnTo>
                <a:lnTo>
                  <a:pt x="350127" y="36141"/>
                </a:lnTo>
                <a:lnTo>
                  <a:pt x="350768" y="35418"/>
                </a:lnTo>
                <a:lnTo>
                  <a:pt x="351360" y="34672"/>
                </a:lnTo>
                <a:lnTo>
                  <a:pt x="351904" y="33902"/>
                </a:lnTo>
                <a:lnTo>
                  <a:pt x="352399" y="33107"/>
                </a:lnTo>
                <a:lnTo>
                  <a:pt x="352847" y="32285"/>
                </a:lnTo>
                <a:lnTo>
                  <a:pt x="353249" y="31436"/>
                </a:lnTo>
                <a:lnTo>
                  <a:pt x="353605" y="30557"/>
                </a:lnTo>
                <a:lnTo>
                  <a:pt x="353916" y="29649"/>
                </a:lnTo>
                <a:lnTo>
                  <a:pt x="354184" y="28708"/>
                </a:lnTo>
                <a:lnTo>
                  <a:pt x="354408" y="27735"/>
                </a:lnTo>
                <a:lnTo>
                  <a:pt x="354589" y="26727"/>
                </a:lnTo>
                <a:lnTo>
                  <a:pt x="354729" y="25684"/>
                </a:lnTo>
                <a:lnTo>
                  <a:pt x="354828" y="24603"/>
                </a:lnTo>
                <a:lnTo>
                  <a:pt x="354887" y="23484"/>
                </a:lnTo>
                <a:lnTo>
                  <a:pt x="354906" y="22326"/>
                </a:lnTo>
                <a:lnTo>
                  <a:pt x="354861" y="20592"/>
                </a:lnTo>
                <a:lnTo>
                  <a:pt x="354725" y="18924"/>
                </a:lnTo>
                <a:lnTo>
                  <a:pt x="354498" y="17325"/>
                </a:lnTo>
                <a:lnTo>
                  <a:pt x="354183" y="15794"/>
                </a:lnTo>
                <a:lnTo>
                  <a:pt x="353778" y="14332"/>
                </a:lnTo>
                <a:lnTo>
                  <a:pt x="353286" y="12940"/>
                </a:lnTo>
                <a:lnTo>
                  <a:pt x="352705" y="11617"/>
                </a:lnTo>
                <a:lnTo>
                  <a:pt x="352038" y="10366"/>
                </a:lnTo>
                <a:lnTo>
                  <a:pt x="351284" y="9186"/>
                </a:lnTo>
                <a:lnTo>
                  <a:pt x="350444" y="8077"/>
                </a:lnTo>
                <a:lnTo>
                  <a:pt x="349518" y="7041"/>
                </a:lnTo>
                <a:lnTo>
                  <a:pt x="348508" y="6079"/>
                </a:lnTo>
                <a:lnTo>
                  <a:pt x="347414" y="5190"/>
                </a:lnTo>
                <a:lnTo>
                  <a:pt x="346236" y="4375"/>
                </a:lnTo>
                <a:lnTo>
                  <a:pt x="344975" y="3635"/>
                </a:lnTo>
                <a:lnTo>
                  <a:pt x="343632" y="2970"/>
                </a:lnTo>
                <a:lnTo>
                  <a:pt x="342207" y="2382"/>
                </a:lnTo>
                <a:lnTo>
                  <a:pt x="340701" y="1870"/>
                </a:lnTo>
                <a:lnTo>
                  <a:pt x="339114" y="1435"/>
                </a:lnTo>
                <a:lnTo>
                  <a:pt x="337446" y="1078"/>
                </a:lnTo>
                <a:lnTo>
                  <a:pt x="335700" y="799"/>
                </a:lnTo>
                <a:lnTo>
                  <a:pt x="333874" y="599"/>
                </a:lnTo>
                <a:lnTo>
                  <a:pt x="331970" y="479"/>
                </a:lnTo>
                <a:lnTo>
                  <a:pt x="329989" y="438"/>
                </a:lnTo>
                <a:lnTo>
                  <a:pt x="292274" y="438"/>
                </a:lnTo>
                <a:lnTo>
                  <a:pt x="292274" y="82208"/>
                </a:lnTo>
                <a:lnTo>
                  <a:pt x="302713" y="82208"/>
                </a:lnTo>
                <a:lnTo>
                  <a:pt x="302713" y="47019"/>
                </a:lnTo>
                <a:lnTo>
                  <a:pt x="329651" y="47019"/>
                </a:lnTo>
                <a:lnTo>
                  <a:pt x="330789" y="47043"/>
                </a:lnTo>
                <a:lnTo>
                  <a:pt x="331873" y="47113"/>
                </a:lnTo>
                <a:close/>
                <a:moveTo>
                  <a:pt x="328685" y="9647"/>
                </a:moveTo>
                <a:lnTo>
                  <a:pt x="329377" y="9661"/>
                </a:lnTo>
                <a:lnTo>
                  <a:pt x="330044" y="9685"/>
                </a:lnTo>
                <a:lnTo>
                  <a:pt x="330688" y="9719"/>
                </a:lnTo>
                <a:lnTo>
                  <a:pt x="331309" y="9763"/>
                </a:lnTo>
                <a:lnTo>
                  <a:pt x="331909" y="9818"/>
                </a:lnTo>
                <a:lnTo>
                  <a:pt x="332487" y="9883"/>
                </a:lnTo>
                <a:lnTo>
                  <a:pt x="333044" y="9959"/>
                </a:lnTo>
                <a:lnTo>
                  <a:pt x="333581" y="10045"/>
                </a:lnTo>
                <a:lnTo>
                  <a:pt x="334099" y="10143"/>
                </a:lnTo>
                <a:lnTo>
                  <a:pt x="334599" y="10252"/>
                </a:lnTo>
                <a:lnTo>
                  <a:pt x="335081" y="10372"/>
                </a:lnTo>
                <a:lnTo>
                  <a:pt x="335546" y="10505"/>
                </a:lnTo>
                <a:lnTo>
                  <a:pt x="335995" y="10649"/>
                </a:lnTo>
                <a:lnTo>
                  <a:pt x="336429" y="10805"/>
                </a:lnTo>
                <a:lnTo>
                  <a:pt x="336847" y="10974"/>
                </a:lnTo>
                <a:lnTo>
                  <a:pt x="337252" y="11155"/>
                </a:lnTo>
                <a:lnTo>
                  <a:pt x="337643" y="11348"/>
                </a:lnTo>
                <a:lnTo>
                  <a:pt x="338022" y="11555"/>
                </a:lnTo>
                <a:lnTo>
                  <a:pt x="338389" y="11774"/>
                </a:lnTo>
                <a:lnTo>
                  <a:pt x="338745" y="12007"/>
                </a:lnTo>
                <a:lnTo>
                  <a:pt x="339090" y="12253"/>
                </a:lnTo>
                <a:lnTo>
                  <a:pt x="339426" y="12513"/>
                </a:lnTo>
                <a:lnTo>
                  <a:pt x="339753" y="12787"/>
                </a:lnTo>
                <a:lnTo>
                  <a:pt x="340097" y="13088"/>
                </a:lnTo>
                <a:lnTo>
                  <a:pt x="340426" y="13404"/>
                </a:lnTo>
                <a:lnTo>
                  <a:pt x="340742" y="13733"/>
                </a:lnTo>
                <a:lnTo>
                  <a:pt x="341043" y="14076"/>
                </a:lnTo>
                <a:lnTo>
                  <a:pt x="341331" y="14433"/>
                </a:lnTo>
                <a:lnTo>
                  <a:pt x="341603" y="14803"/>
                </a:lnTo>
                <a:lnTo>
                  <a:pt x="341862" y="15187"/>
                </a:lnTo>
                <a:lnTo>
                  <a:pt x="342106" y="15584"/>
                </a:lnTo>
                <a:lnTo>
                  <a:pt x="342336" y="15995"/>
                </a:lnTo>
                <a:lnTo>
                  <a:pt x="342551" y="16418"/>
                </a:lnTo>
                <a:lnTo>
                  <a:pt x="342752" y="16855"/>
                </a:lnTo>
                <a:lnTo>
                  <a:pt x="342938" y="17304"/>
                </a:lnTo>
                <a:lnTo>
                  <a:pt x="343110" y="17767"/>
                </a:lnTo>
                <a:lnTo>
                  <a:pt x="343267" y="18242"/>
                </a:lnTo>
                <a:lnTo>
                  <a:pt x="343409" y="18730"/>
                </a:lnTo>
                <a:lnTo>
                  <a:pt x="343537" y="19230"/>
                </a:lnTo>
                <a:lnTo>
                  <a:pt x="343649" y="19743"/>
                </a:lnTo>
                <a:lnTo>
                  <a:pt x="343747" y="20268"/>
                </a:lnTo>
                <a:lnTo>
                  <a:pt x="343830" y="20806"/>
                </a:lnTo>
                <a:lnTo>
                  <a:pt x="343898" y="21355"/>
                </a:lnTo>
                <a:lnTo>
                  <a:pt x="343951" y="21917"/>
                </a:lnTo>
                <a:lnTo>
                  <a:pt x="343989" y="22491"/>
                </a:lnTo>
                <a:lnTo>
                  <a:pt x="344011" y="23077"/>
                </a:lnTo>
                <a:lnTo>
                  <a:pt x="344019" y="23674"/>
                </a:lnTo>
                <a:lnTo>
                  <a:pt x="343993" y="24867"/>
                </a:lnTo>
                <a:lnTo>
                  <a:pt x="343915" y="26004"/>
                </a:lnTo>
                <a:lnTo>
                  <a:pt x="343785" y="27085"/>
                </a:lnTo>
                <a:lnTo>
                  <a:pt x="343602" y="28112"/>
                </a:lnTo>
                <a:lnTo>
                  <a:pt x="343365" y="29085"/>
                </a:lnTo>
                <a:lnTo>
                  <a:pt x="343074" y="30004"/>
                </a:lnTo>
                <a:lnTo>
                  <a:pt x="342728" y="30869"/>
                </a:lnTo>
                <a:lnTo>
                  <a:pt x="342327" y="31681"/>
                </a:lnTo>
                <a:lnTo>
                  <a:pt x="341870" y="32440"/>
                </a:lnTo>
                <a:lnTo>
                  <a:pt x="341357" y="33147"/>
                </a:lnTo>
                <a:lnTo>
                  <a:pt x="340787" y="33803"/>
                </a:lnTo>
                <a:lnTo>
                  <a:pt x="340160" y="34407"/>
                </a:lnTo>
                <a:lnTo>
                  <a:pt x="339475" y="34960"/>
                </a:lnTo>
                <a:lnTo>
                  <a:pt x="338732" y="35463"/>
                </a:lnTo>
                <a:lnTo>
                  <a:pt x="337930" y="35916"/>
                </a:lnTo>
                <a:lnTo>
                  <a:pt x="337068" y="36319"/>
                </a:lnTo>
                <a:lnTo>
                  <a:pt x="336146" y="36674"/>
                </a:lnTo>
                <a:lnTo>
                  <a:pt x="335164" y="36979"/>
                </a:lnTo>
                <a:lnTo>
                  <a:pt x="334120" y="37237"/>
                </a:lnTo>
                <a:lnTo>
                  <a:pt x="333015" y="37446"/>
                </a:lnTo>
                <a:lnTo>
                  <a:pt x="331848" y="37608"/>
                </a:lnTo>
                <a:lnTo>
                  <a:pt x="330618" y="37724"/>
                </a:lnTo>
                <a:lnTo>
                  <a:pt x="329325" y="37793"/>
                </a:lnTo>
                <a:lnTo>
                  <a:pt x="327968" y="37815"/>
                </a:lnTo>
                <a:lnTo>
                  <a:pt x="302713" y="37815"/>
                </a:lnTo>
                <a:lnTo>
                  <a:pt x="302713" y="9642"/>
                </a:lnTo>
                <a:lnTo>
                  <a:pt x="327968" y="9642"/>
                </a:lnTo>
                <a:lnTo>
                  <a:pt x="328685" y="9647"/>
                </a:lnTo>
                <a:close/>
                <a:moveTo>
                  <a:pt x="96640" y="82208"/>
                </a:moveTo>
                <a:lnTo>
                  <a:pt x="96640" y="23347"/>
                </a:lnTo>
                <a:lnTo>
                  <a:pt x="87323" y="23347"/>
                </a:lnTo>
                <a:lnTo>
                  <a:pt x="87323" y="82208"/>
                </a:lnTo>
                <a:lnTo>
                  <a:pt x="96640" y="82208"/>
                </a:lnTo>
                <a:close/>
                <a:moveTo>
                  <a:pt x="230655" y="31542"/>
                </a:moveTo>
                <a:lnTo>
                  <a:pt x="195523" y="73790"/>
                </a:lnTo>
                <a:lnTo>
                  <a:pt x="195523" y="82208"/>
                </a:lnTo>
                <a:lnTo>
                  <a:pt x="240419" y="82208"/>
                </a:lnTo>
                <a:lnTo>
                  <a:pt x="243339" y="82208"/>
                </a:lnTo>
                <a:lnTo>
                  <a:pt x="288235" y="82208"/>
                </a:lnTo>
                <a:lnTo>
                  <a:pt x="288235" y="74014"/>
                </a:lnTo>
                <a:lnTo>
                  <a:pt x="251755" y="74014"/>
                </a:lnTo>
                <a:lnTo>
                  <a:pt x="286663" y="31653"/>
                </a:lnTo>
                <a:lnTo>
                  <a:pt x="286663" y="23347"/>
                </a:lnTo>
                <a:lnTo>
                  <a:pt x="242776" y="23347"/>
                </a:lnTo>
                <a:lnTo>
                  <a:pt x="242776" y="31542"/>
                </a:lnTo>
                <a:lnTo>
                  <a:pt x="275551" y="31542"/>
                </a:lnTo>
                <a:lnTo>
                  <a:pt x="240419" y="73790"/>
                </a:lnTo>
                <a:lnTo>
                  <a:pt x="240419" y="74014"/>
                </a:lnTo>
                <a:lnTo>
                  <a:pt x="206860" y="74014"/>
                </a:lnTo>
                <a:lnTo>
                  <a:pt x="241767" y="31653"/>
                </a:lnTo>
                <a:lnTo>
                  <a:pt x="241767" y="23347"/>
                </a:lnTo>
                <a:lnTo>
                  <a:pt x="197880" y="23347"/>
                </a:lnTo>
                <a:lnTo>
                  <a:pt x="197880" y="31542"/>
                </a:lnTo>
                <a:lnTo>
                  <a:pt x="230655" y="31542"/>
                </a:lnTo>
                <a:close/>
                <a:moveTo>
                  <a:pt x="169450" y="58195"/>
                </a:moveTo>
                <a:lnTo>
                  <a:pt x="169354" y="59636"/>
                </a:lnTo>
                <a:lnTo>
                  <a:pt x="169194" y="61030"/>
                </a:lnTo>
                <a:lnTo>
                  <a:pt x="168972" y="62375"/>
                </a:lnTo>
                <a:lnTo>
                  <a:pt x="168690" y="63670"/>
                </a:lnTo>
                <a:lnTo>
                  <a:pt x="168348" y="64914"/>
                </a:lnTo>
                <a:lnTo>
                  <a:pt x="167948" y="66104"/>
                </a:lnTo>
                <a:lnTo>
                  <a:pt x="167492" y="67240"/>
                </a:lnTo>
                <a:lnTo>
                  <a:pt x="166979" y="68319"/>
                </a:lnTo>
                <a:lnTo>
                  <a:pt x="166412" y="69340"/>
                </a:lnTo>
                <a:lnTo>
                  <a:pt x="165792" y="70301"/>
                </a:lnTo>
                <a:lnTo>
                  <a:pt x="165120" y="71201"/>
                </a:lnTo>
                <a:lnTo>
                  <a:pt x="164397" y="72038"/>
                </a:lnTo>
                <a:lnTo>
                  <a:pt x="163624" y="72811"/>
                </a:lnTo>
                <a:lnTo>
                  <a:pt x="162802" y="73518"/>
                </a:lnTo>
                <a:lnTo>
                  <a:pt x="161934" y="74157"/>
                </a:lnTo>
                <a:lnTo>
                  <a:pt x="161020" y="74727"/>
                </a:lnTo>
                <a:lnTo>
                  <a:pt x="160060" y="75226"/>
                </a:lnTo>
                <a:lnTo>
                  <a:pt x="159058" y="75653"/>
                </a:lnTo>
                <a:lnTo>
                  <a:pt x="158013" y="76006"/>
                </a:lnTo>
                <a:lnTo>
                  <a:pt x="156927" y="76283"/>
                </a:lnTo>
                <a:lnTo>
                  <a:pt x="155801" y="76483"/>
                </a:lnTo>
                <a:lnTo>
                  <a:pt x="154636" y="76604"/>
                </a:lnTo>
                <a:lnTo>
                  <a:pt x="153434" y="76645"/>
                </a:lnTo>
                <a:lnTo>
                  <a:pt x="152522" y="76622"/>
                </a:lnTo>
                <a:lnTo>
                  <a:pt x="151639" y="76552"/>
                </a:lnTo>
                <a:lnTo>
                  <a:pt x="150786" y="76438"/>
                </a:lnTo>
                <a:lnTo>
                  <a:pt x="149963" y="76279"/>
                </a:lnTo>
                <a:lnTo>
                  <a:pt x="149172" y="76076"/>
                </a:lnTo>
                <a:lnTo>
                  <a:pt x="148414" y="75831"/>
                </a:lnTo>
                <a:lnTo>
                  <a:pt x="147689" y="75544"/>
                </a:lnTo>
                <a:lnTo>
                  <a:pt x="146998" y="75216"/>
                </a:lnTo>
                <a:lnTo>
                  <a:pt x="146342" y="74848"/>
                </a:lnTo>
                <a:lnTo>
                  <a:pt x="145722" y="74441"/>
                </a:lnTo>
                <a:lnTo>
                  <a:pt x="145139" y="73994"/>
                </a:lnTo>
                <a:lnTo>
                  <a:pt x="144594" y="73510"/>
                </a:lnTo>
                <a:lnTo>
                  <a:pt x="144088" y="72990"/>
                </a:lnTo>
                <a:lnTo>
                  <a:pt x="143620" y="72433"/>
                </a:lnTo>
                <a:lnTo>
                  <a:pt x="143193" y="71841"/>
                </a:lnTo>
                <a:lnTo>
                  <a:pt x="142808" y="71214"/>
                </a:lnTo>
                <a:lnTo>
                  <a:pt x="142464" y="70554"/>
                </a:lnTo>
                <a:lnTo>
                  <a:pt x="142164" y="69861"/>
                </a:lnTo>
                <a:lnTo>
                  <a:pt x="141907" y="69136"/>
                </a:lnTo>
                <a:lnTo>
                  <a:pt x="141695" y="68380"/>
                </a:lnTo>
                <a:lnTo>
                  <a:pt x="141528" y="67594"/>
                </a:lnTo>
                <a:lnTo>
                  <a:pt x="141408" y="66778"/>
                </a:lnTo>
                <a:lnTo>
                  <a:pt x="141336" y="65934"/>
                </a:lnTo>
                <a:lnTo>
                  <a:pt x="141311" y="65062"/>
                </a:lnTo>
                <a:lnTo>
                  <a:pt x="141311" y="23347"/>
                </a:lnTo>
                <a:lnTo>
                  <a:pt x="131995" y="23347"/>
                </a:lnTo>
                <a:lnTo>
                  <a:pt x="131995" y="68773"/>
                </a:lnTo>
                <a:lnTo>
                  <a:pt x="132032" y="69977"/>
                </a:lnTo>
                <a:lnTo>
                  <a:pt x="132145" y="71144"/>
                </a:lnTo>
                <a:lnTo>
                  <a:pt x="132330" y="72271"/>
                </a:lnTo>
                <a:lnTo>
                  <a:pt x="132588" y="73359"/>
                </a:lnTo>
                <a:lnTo>
                  <a:pt x="132916" y="74405"/>
                </a:lnTo>
                <a:lnTo>
                  <a:pt x="133313" y="75409"/>
                </a:lnTo>
                <a:lnTo>
                  <a:pt x="133779" y="76369"/>
                </a:lnTo>
                <a:lnTo>
                  <a:pt x="134310" y="77285"/>
                </a:lnTo>
                <a:lnTo>
                  <a:pt x="134907" y="78154"/>
                </a:lnTo>
                <a:lnTo>
                  <a:pt x="135567" y="78976"/>
                </a:lnTo>
                <a:lnTo>
                  <a:pt x="136290" y="79749"/>
                </a:lnTo>
                <a:lnTo>
                  <a:pt x="137074" y="80473"/>
                </a:lnTo>
                <a:lnTo>
                  <a:pt x="137917" y="81146"/>
                </a:lnTo>
                <a:lnTo>
                  <a:pt x="138819" y="81766"/>
                </a:lnTo>
                <a:lnTo>
                  <a:pt x="139777" y="82334"/>
                </a:lnTo>
                <a:lnTo>
                  <a:pt x="140791" y="82846"/>
                </a:lnTo>
                <a:lnTo>
                  <a:pt x="141860" y="83303"/>
                </a:lnTo>
                <a:lnTo>
                  <a:pt x="142981" y="83703"/>
                </a:lnTo>
                <a:lnTo>
                  <a:pt x="144153" y="84045"/>
                </a:lnTo>
                <a:lnTo>
                  <a:pt x="145376" y="84327"/>
                </a:lnTo>
                <a:lnTo>
                  <a:pt x="146647" y="84549"/>
                </a:lnTo>
                <a:lnTo>
                  <a:pt x="147966" y="84709"/>
                </a:lnTo>
                <a:lnTo>
                  <a:pt x="149330" y="84806"/>
                </a:lnTo>
                <a:lnTo>
                  <a:pt x="150740" y="84838"/>
                </a:lnTo>
                <a:lnTo>
                  <a:pt x="151804" y="84817"/>
                </a:lnTo>
                <a:lnTo>
                  <a:pt x="152836" y="84763"/>
                </a:lnTo>
                <a:lnTo>
                  <a:pt x="153839" y="84677"/>
                </a:lnTo>
                <a:lnTo>
                  <a:pt x="154813" y="84558"/>
                </a:lnTo>
                <a:lnTo>
                  <a:pt x="155760" y="84404"/>
                </a:lnTo>
                <a:lnTo>
                  <a:pt x="156681" y="84216"/>
                </a:lnTo>
                <a:lnTo>
                  <a:pt x="157577" y="83992"/>
                </a:lnTo>
                <a:lnTo>
                  <a:pt x="158451" y="83732"/>
                </a:lnTo>
                <a:lnTo>
                  <a:pt x="159302" y="83434"/>
                </a:lnTo>
                <a:lnTo>
                  <a:pt x="160133" y="83099"/>
                </a:lnTo>
                <a:lnTo>
                  <a:pt x="160945" y="82725"/>
                </a:lnTo>
                <a:lnTo>
                  <a:pt x="161739" y="82312"/>
                </a:lnTo>
                <a:lnTo>
                  <a:pt x="162516" y="81859"/>
                </a:lnTo>
                <a:lnTo>
                  <a:pt x="163279" y="81365"/>
                </a:lnTo>
                <a:lnTo>
                  <a:pt x="164028" y="80830"/>
                </a:lnTo>
                <a:lnTo>
                  <a:pt x="164765" y="80252"/>
                </a:lnTo>
                <a:lnTo>
                  <a:pt x="165491" y="79631"/>
                </a:lnTo>
                <a:lnTo>
                  <a:pt x="166207" y="78966"/>
                </a:lnTo>
                <a:lnTo>
                  <a:pt x="166916" y="78257"/>
                </a:lnTo>
                <a:lnTo>
                  <a:pt x="167617" y="77502"/>
                </a:lnTo>
                <a:lnTo>
                  <a:pt x="168313" y="76701"/>
                </a:lnTo>
                <a:lnTo>
                  <a:pt x="169005" y="75853"/>
                </a:lnTo>
                <a:lnTo>
                  <a:pt x="169694" y="74958"/>
                </a:lnTo>
                <a:lnTo>
                  <a:pt x="170382" y="74014"/>
                </a:lnTo>
                <a:lnTo>
                  <a:pt x="170382" y="82208"/>
                </a:lnTo>
                <a:lnTo>
                  <a:pt x="178800" y="82208"/>
                </a:lnTo>
                <a:lnTo>
                  <a:pt x="178800" y="23347"/>
                </a:lnTo>
                <a:lnTo>
                  <a:pt x="169483" y="23347"/>
                </a:lnTo>
                <a:lnTo>
                  <a:pt x="169483" y="56709"/>
                </a:lnTo>
                <a:lnTo>
                  <a:pt x="169450" y="581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TL">
            <a:extLst xmlns:a="http://schemas.openxmlformats.org/drawingml/2006/main">
              <a:ext uri="{FF2B5EF4-FFF2-40B4-BE49-F238E27FC236}">
                <a16:creationId xmlns:a16="http://schemas.microsoft.com/office/drawing/2014/main" id="{87CD1E04-D1B4-4DEB-8913-12070552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775" y="3072071"/>
            <a:ext cx="124811" cy="81769"/>
          </a:xfrm>
          <a:custGeom xmlns:a="http://schemas.openxmlformats.org/drawingml/2006/main">
            <a:pathLst>
              <a:path w="124811" h="81769">
                <a:moveTo>
                  <a:pt x="37375" y="9204"/>
                </a:moveTo>
                <a:lnTo>
                  <a:pt x="64201" y="9204"/>
                </a:lnTo>
                <a:lnTo>
                  <a:pt x="64201" y="0"/>
                </a:lnTo>
                <a:lnTo>
                  <a:pt x="0" y="0"/>
                </a:lnTo>
                <a:lnTo>
                  <a:pt x="0" y="9204"/>
                </a:lnTo>
                <a:lnTo>
                  <a:pt x="26937" y="9204"/>
                </a:lnTo>
                <a:lnTo>
                  <a:pt x="26937" y="81769"/>
                </a:lnTo>
                <a:lnTo>
                  <a:pt x="37375" y="81769"/>
                </a:lnTo>
                <a:lnTo>
                  <a:pt x="37375" y="9204"/>
                </a:lnTo>
                <a:close/>
                <a:moveTo>
                  <a:pt x="84404" y="0"/>
                </a:moveTo>
                <a:lnTo>
                  <a:pt x="73966" y="0"/>
                </a:lnTo>
                <a:lnTo>
                  <a:pt x="73966" y="81769"/>
                </a:lnTo>
                <a:lnTo>
                  <a:pt x="124811" y="81769"/>
                </a:lnTo>
                <a:lnTo>
                  <a:pt x="124811" y="72567"/>
                </a:lnTo>
                <a:lnTo>
                  <a:pt x="84404" y="72567"/>
                </a:lnTo>
                <a:lnTo>
                  <a:pt x="8440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Grammarinator">
            <a:extLst xmlns:a="http://schemas.openxmlformats.org/drawingml/2006/main">
              <a:ext uri="{FF2B5EF4-FFF2-40B4-BE49-F238E27FC236}">
                <a16:creationId xmlns:a16="http://schemas.microsoft.com/office/drawing/2014/main" id="{7DA139BA-C4F5-477B-984B-9E517A56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186" y="3205335"/>
            <a:ext cx="771880" cy="85825"/>
          </a:xfrm>
          <a:custGeom xmlns:a="http://schemas.openxmlformats.org/drawingml/2006/main">
            <a:pathLst>
              <a:path w="771880" h="85825">
                <a:moveTo>
                  <a:pt x="74641" y="40008"/>
                </a:moveTo>
                <a:lnTo>
                  <a:pt x="40520" y="40008"/>
                </a:lnTo>
                <a:lnTo>
                  <a:pt x="40520" y="49211"/>
                </a:lnTo>
                <a:lnTo>
                  <a:pt x="65437" y="49211"/>
                </a:lnTo>
                <a:lnTo>
                  <a:pt x="65437" y="51458"/>
                </a:lnTo>
                <a:cubicBezTo>
                  <a:pt x="65437" y="66062"/>
                  <a:pt x="54661" y="76623"/>
                  <a:pt x="39734" y="76623"/>
                </a:cubicBezTo>
                <a:cubicBezTo>
                  <a:pt x="31427" y="76623"/>
                  <a:pt x="23907" y="73589"/>
                  <a:pt x="19081" y="68309"/>
                </a:cubicBezTo>
                <a:cubicBezTo>
                  <a:pt x="13693" y="62467"/>
                  <a:pt x="10439" y="52695"/>
                  <a:pt x="10439" y="42590"/>
                </a:cubicBezTo>
                <a:cubicBezTo>
                  <a:pt x="10439" y="22470"/>
                  <a:pt x="21888" y="9204"/>
                  <a:pt x="39172" y="9204"/>
                </a:cubicBezTo>
                <a:cubicBezTo>
                  <a:pt x="51631" y="9204"/>
                  <a:pt x="60611" y="15613"/>
                  <a:pt x="62855" y="26180"/>
                </a:cubicBezTo>
                <a:lnTo>
                  <a:pt x="73518" y="26180"/>
                </a:lnTo>
                <a:cubicBezTo>
                  <a:pt x="70599" y="9541"/>
                  <a:pt x="58028" y="0"/>
                  <a:pt x="39285" y="0"/>
                </a:cubicBezTo>
                <a:cubicBezTo>
                  <a:pt x="29295" y="0"/>
                  <a:pt x="21213" y="2583"/>
                  <a:pt x="14816" y="7858"/>
                </a:cubicBezTo>
                <a:cubicBezTo>
                  <a:pt x="5275" y="15726"/>
                  <a:pt x="0" y="28428"/>
                  <a:pt x="0" y="43152"/>
                </a:cubicBezTo>
                <a:cubicBezTo>
                  <a:pt x="0" y="68309"/>
                  <a:pt x="15378" y="85825"/>
                  <a:pt x="37488" y="85825"/>
                </a:cubicBezTo>
                <a:cubicBezTo>
                  <a:pt x="48600" y="85825"/>
                  <a:pt x="57355" y="81673"/>
                  <a:pt x="65437" y="72802"/>
                </a:cubicBezTo>
                <a:lnTo>
                  <a:pt x="68018" y="83692"/>
                </a:lnTo>
                <a:lnTo>
                  <a:pt x="74641" y="83692"/>
                </a:lnTo>
                <a:lnTo>
                  <a:pt x="74641" y="40008"/>
                </a:lnTo>
                <a:close/>
                <a:moveTo>
                  <a:pt x="92598" y="24333"/>
                </a:moveTo>
                <a:lnTo>
                  <a:pt x="92598" y="83194"/>
                </a:lnTo>
                <a:lnTo>
                  <a:pt x="102028" y="83194"/>
                </a:lnTo>
                <a:lnTo>
                  <a:pt x="102028" y="52642"/>
                </a:lnTo>
                <a:cubicBezTo>
                  <a:pt x="102139" y="38487"/>
                  <a:pt x="107976" y="32196"/>
                  <a:pt x="120884" y="32534"/>
                </a:cubicBezTo>
                <a:lnTo>
                  <a:pt x="120884" y="22987"/>
                </a:lnTo>
                <a:cubicBezTo>
                  <a:pt x="119312" y="22802"/>
                  <a:pt x="118414" y="22689"/>
                  <a:pt x="117291" y="22689"/>
                </a:cubicBezTo>
                <a:cubicBezTo>
                  <a:pt x="111230" y="22689"/>
                  <a:pt x="106630" y="26282"/>
                  <a:pt x="101242" y="35036"/>
                </a:cubicBezTo>
                <a:lnTo>
                  <a:pt x="101242" y="24333"/>
                </a:lnTo>
                <a:lnTo>
                  <a:pt x="92598" y="24333"/>
                </a:lnTo>
                <a:close/>
                <a:moveTo>
                  <a:pt x="189798" y="77744"/>
                </a:moveTo>
                <a:cubicBezTo>
                  <a:pt x="188790" y="77969"/>
                  <a:pt x="188339" y="77969"/>
                  <a:pt x="187779" y="77969"/>
                </a:cubicBezTo>
                <a:cubicBezTo>
                  <a:pt x="184523" y="77969"/>
                  <a:pt x="182729" y="76283"/>
                  <a:pt x="182729" y="73362"/>
                </a:cubicBezTo>
                <a:lnTo>
                  <a:pt x="182729" y="38749"/>
                </a:lnTo>
                <a:cubicBezTo>
                  <a:pt x="182729" y="28302"/>
                  <a:pt x="175095" y="22689"/>
                  <a:pt x="160617" y="22689"/>
                </a:cubicBezTo>
                <a:cubicBezTo>
                  <a:pt x="151974" y="22689"/>
                  <a:pt x="145127" y="25159"/>
                  <a:pt x="141087" y="29536"/>
                </a:cubicBezTo>
                <a:cubicBezTo>
                  <a:pt x="138393" y="32570"/>
                  <a:pt x="137270" y="35940"/>
                  <a:pt x="137045" y="41784"/>
                </a:cubicBezTo>
                <a:lnTo>
                  <a:pt x="146473" y="41784"/>
                </a:lnTo>
                <a:cubicBezTo>
                  <a:pt x="147260" y="34592"/>
                  <a:pt x="151526" y="31333"/>
                  <a:pt x="160279" y="31333"/>
                </a:cubicBezTo>
                <a:cubicBezTo>
                  <a:pt x="168810" y="31333"/>
                  <a:pt x="173412" y="34479"/>
                  <a:pt x="173412" y="40098"/>
                </a:cubicBezTo>
                <a:lnTo>
                  <a:pt x="173412" y="42570"/>
                </a:lnTo>
                <a:cubicBezTo>
                  <a:pt x="173300" y="46617"/>
                  <a:pt x="171280" y="48078"/>
                  <a:pt x="163646" y="49088"/>
                </a:cubicBezTo>
                <a:cubicBezTo>
                  <a:pt x="150402" y="50773"/>
                  <a:pt x="148381" y="51224"/>
                  <a:pt x="144790" y="52685"/>
                </a:cubicBezTo>
                <a:cubicBezTo>
                  <a:pt x="137944" y="55607"/>
                  <a:pt x="134464" y="60775"/>
                  <a:pt x="134464" y="68417"/>
                </a:cubicBezTo>
                <a:cubicBezTo>
                  <a:pt x="134464" y="79091"/>
                  <a:pt x="141871" y="85825"/>
                  <a:pt x="153769" y="85825"/>
                </a:cubicBezTo>
                <a:cubicBezTo>
                  <a:pt x="161178" y="85825"/>
                  <a:pt x="167126" y="83244"/>
                  <a:pt x="173749" y="77183"/>
                </a:cubicBezTo>
                <a:cubicBezTo>
                  <a:pt x="174422" y="83244"/>
                  <a:pt x="177341" y="85825"/>
                  <a:pt x="183402" y="85825"/>
                </a:cubicBezTo>
                <a:cubicBezTo>
                  <a:pt x="185421" y="85825"/>
                  <a:pt x="186656" y="85600"/>
                  <a:pt x="189798" y="84816"/>
                </a:cubicBezTo>
                <a:lnTo>
                  <a:pt x="189798" y="77744"/>
                </a:lnTo>
                <a:moveTo>
                  <a:pt x="173412" y="64709"/>
                </a:moveTo>
                <a:cubicBezTo>
                  <a:pt x="173412" y="67855"/>
                  <a:pt x="172514" y="69765"/>
                  <a:pt x="169707" y="72349"/>
                </a:cubicBezTo>
                <a:cubicBezTo>
                  <a:pt x="165892" y="75835"/>
                  <a:pt x="161290" y="77631"/>
                  <a:pt x="155790" y="77631"/>
                </a:cubicBezTo>
                <a:cubicBezTo>
                  <a:pt x="148494" y="77631"/>
                  <a:pt x="144230" y="74148"/>
                  <a:pt x="144230" y="68193"/>
                </a:cubicBezTo>
                <a:cubicBezTo>
                  <a:pt x="144230" y="62012"/>
                  <a:pt x="148270" y="58866"/>
                  <a:pt x="158371" y="57405"/>
                </a:cubicBezTo>
                <a:cubicBezTo>
                  <a:pt x="168361" y="56055"/>
                  <a:pt x="170269" y="55607"/>
                  <a:pt x="173412" y="54146"/>
                </a:cubicBezTo>
                <a:lnTo>
                  <a:pt x="173412" y="64709"/>
                </a:lnTo>
                <a:close/>
                <a:moveTo>
                  <a:pt x="204952" y="24333"/>
                </a:moveTo>
                <a:lnTo>
                  <a:pt x="204952" y="83194"/>
                </a:lnTo>
                <a:lnTo>
                  <a:pt x="214380" y="83194"/>
                </a:lnTo>
                <a:lnTo>
                  <a:pt x="214380" y="46238"/>
                </a:lnTo>
                <a:cubicBezTo>
                  <a:pt x="214380" y="37732"/>
                  <a:pt x="220554" y="30884"/>
                  <a:pt x="228186" y="30884"/>
                </a:cubicBezTo>
                <a:cubicBezTo>
                  <a:pt x="235144" y="30884"/>
                  <a:pt x="239073" y="35149"/>
                  <a:pt x="239073" y="42671"/>
                </a:cubicBezTo>
                <a:lnTo>
                  <a:pt x="239073" y="83194"/>
                </a:lnTo>
                <a:lnTo>
                  <a:pt x="248501" y="83194"/>
                </a:lnTo>
                <a:lnTo>
                  <a:pt x="248501" y="46262"/>
                </a:lnTo>
                <a:cubicBezTo>
                  <a:pt x="248501" y="37732"/>
                  <a:pt x="254675" y="30884"/>
                  <a:pt x="262307" y="30884"/>
                </a:cubicBezTo>
                <a:cubicBezTo>
                  <a:pt x="269154" y="30884"/>
                  <a:pt x="273194" y="35262"/>
                  <a:pt x="273194" y="42671"/>
                </a:cubicBezTo>
                <a:lnTo>
                  <a:pt x="273194" y="83194"/>
                </a:lnTo>
                <a:lnTo>
                  <a:pt x="282622" y="83194"/>
                </a:lnTo>
                <a:lnTo>
                  <a:pt x="282622" y="39079"/>
                </a:lnTo>
                <a:cubicBezTo>
                  <a:pt x="282622" y="28526"/>
                  <a:pt x="276561" y="22689"/>
                  <a:pt x="265563" y="22689"/>
                </a:cubicBezTo>
                <a:cubicBezTo>
                  <a:pt x="257705" y="22689"/>
                  <a:pt x="252990" y="25048"/>
                  <a:pt x="247491" y="31670"/>
                </a:cubicBezTo>
                <a:cubicBezTo>
                  <a:pt x="244012" y="25383"/>
                  <a:pt x="239297" y="22689"/>
                  <a:pt x="231666" y="22689"/>
                </a:cubicBezTo>
                <a:cubicBezTo>
                  <a:pt x="223808" y="22650"/>
                  <a:pt x="218533" y="25568"/>
                  <a:pt x="213594" y="32640"/>
                </a:cubicBezTo>
                <a:lnTo>
                  <a:pt x="213594" y="24333"/>
                </a:lnTo>
                <a:lnTo>
                  <a:pt x="204952" y="24333"/>
                </a:lnTo>
                <a:close/>
                <a:moveTo>
                  <a:pt x="294744" y="24333"/>
                </a:moveTo>
                <a:lnTo>
                  <a:pt x="294744" y="83194"/>
                </a:lnTo>
                <a:lnTo>
                  <a:pt x="304172" y="83194"/>
                </a:lnTo>
                <a:lnTo>
                  <a:pt x="304172" y="46238"/>
                </a:lnTo>
                <a:cubicBezTo>
                  <a:pt x="304172" y="37732"/>
                  <a:pt x="310346" y="30884"/>
                  <a:pt x="317978" y="30884"/>
                </a:cubicBezTo>
                <a:cubicBezTo>
                  <a:pt x="324936" y="30884"/>
                  <a:pt x="328865" y="35149"/>
                  <a:pt x="328865" y="42671"/>
                </a:cubicBezTo>
                <a:lnTo>
                  <a:pt x="328865" y="83194"/>
                </a:lnTo>
                <a:lnTo>
                  <a:pt x="338293" y="83194"/>
                </a:lnTo>
                <a:lnTo>
                  <a:pt x="338293" y="46262"/>
                </a:lnTo>
                <a:cubicBezTo>
                  <a:pt x="338293" y="37732"/>
                  <a:pt x="344468" y="30884"/>
                  <a:pt x="352099" y="30884"/>
                </a:cubicBezTo>
                <a:cubicBezTo>
                  <a:pt x="358946" y="30884"/>
                  <a:pt x="362987" y="35262"/>
                  <a:pt x="362987" y="42671"/>
                </a:cubicBezTo>
                <a:lnTo>
                  <a:pt x="362987" y="83194"/>
                </a:lnTo>
                <a:lnTo>
                  <a:pt x="372415" y="83194"/>
                </a:lnTo>
                <a:lnTo>
                  <a:pt x="372415" y="39079"/>
                </a:lnTo>
                <a:cubicBezTo>
                  <a:pt x="372415" y="28526"/>
                  <a:pt x="366354" y="22689"/>
                  <a:pt x="355355" y="22689"/>
                </a:cubicBezTo>
                <a:cubicBezTo>
                  <a:pt x="347497" y="22689"/>
                  <a:pt x="342782" y="25048"/>
                  <a:pt x="337283" y="31670"/>
                </a:cubicBezTo>
                <a:cubicBezTo>
                  <a:pt x="333805" y="25383"/>
                  <a:pt x="329090" y="22689"/>
                  <a:pt x="321458" y="22689"/>
                </a:cubicBezTo>
                <a:cubicBezTo>
                  <a:pt x="313600" y="22650"/>
                  <a:pt x="308325" y="25568"/>
                  <a:pt x="303386" y="32640"/>
                </a:cubicBezTo>
                <a:lnTo>
                  <a:pt x="303386" y="24333"/>
                </a:lnTo>
                <a:lnTo>
                  <a:pt x="294744" y="24333"/>
                </a:lnTo>
                <a:close/>
                <a:moveTo>
                  <a:pt x="436728" y="77744"/>
                </a:moveTo>
                <a:cubicBezTo>
                  <a:pt x="435719" y="77969"/>
                  <a:pt x="435269" y="77969"/>
                  <a:pt x="434709" y="77969"/>
                </a:cubicBezTo>
                <a:cubicBezTo>
                  <a:pt x="431453" y="77969"/>
                  <a:pt x="429658" y="76283"/>
                  <a:pt x="429658" y="73362"/>
                </a:cubicBezTo>
                <a:lnTo>
                  <a:pt x="429658" y="38749"/>
                </a:lnTo>
                <a:cubicBezTo>
                  <a:pt x="429658" y="28302"/>
                  <a:pt x="422025" y="22689"/>
                  <a:pt x="407546" y="22689"/>
                </a:cubicBezTo>
                <a:cubicBezTo>
                  <a:pt x="398904" y="22689"/>
                  <a:pt x="392057" y="25159"/>
                  <a:pt x="388017" y="29536"/>
                </a:cubicBezTo>
                <a:cubicBezTo>
                  <a:pt x="385323" y="32570"/>
                  <a:pt x="384199" y="35940"/>
                  <a:pt x="383975" y="41784"/>
                </a:cubicBezTo>
                <a:lnTo>
                  <a:pt x="393403" y="41784"/>
                </a:lnTo>
                <a:cubicBezTo>
                  <a:pt x="394189" y="34592"/>
                  <a:pt x="398455" y="31333"/>
                  <a:pt x="407209" y="31333"/>
                </a:cubicBezTo>
                <a:cubicBezTo>
                  <a:pt x="415740" y="31333"/>
                  <a:pt x="420341" y="34479"/>
                  <a:pt x="420341" y="40098"/>
                </a:cubicBezTo>
                <a:lnTo>
                  <a:pt x="420341" y="42570"/>
                </a:lnTo>
                <a:cubicBezTo>
                  <a:pt x="420230" y="46617"/>
                  <a:pt x="418209" y="48078"/>
                  <a:pt x="410576" y="49088"/>
                </a:cubicBezTo>
                <a:cubicBezTo>
                  <a:pt x="397332" y="50773"/>
                  <a:pt x="395311" y="51224"/>
                  <a:pt x="391720" y="52685"/>
                </a:cubicBezTo>
                <a:cubicBezTo>
                  <a:pt x="384874" y="55607"/>
                  <a:pt x="381394" y="60775"/>
                  <a:pt x="381394" y="68417"/>
                </a:cubicBezTo>
                <a:cubicBezTo>
                  <a:pt x="381394" y="79091"/>
                  <a:pt x="388801" y="85825"/>
                  <a:pt x="400699" y="85825"/>
                </a:cubicBezTo>
                <a:cubicBezTo>
                  <a:pt x="408108" y="85825"/>
                  <a:pt x="414056" y="83244"/>
                  <a:pt x="420679" y="77183"/>
                </a:cubicBezTo>
                <a:cubicBezTo>
                  <a:pt x="421352" y="83244"/>
                  <a:pt x="424270" y="85825"/>
                  <a:pt x="430331" y="85825"/>
                </a:cubicBezTo>
                <a:cubicBezTo>
                  <a:pt x="432351" y="85825"/>
                  <a:pt x="433585" y="85600"/>
                  <a:pt x="436728" y="84816"/>
                </a:cubicBezTo>
                <a:lnTo>
                  <a:pt x="436728" y="77744"/>
                </a:lnTo>
                <a:moveTo>
                  <a:pt x="420341" y="64709"/>
                </a:moveTo>
                <a:cubicBezTo>
                  <a:pt x="420341" y="67855"/>
                  <a:pt x="419444" y="69765"/>
                  <a:pt x="416637" y="72349"/>
                </a:cubicBezTo>
                <a:cubicBezTo>
                  <a:pt x="412821" y="75835"/>
                  <a:pt x="408219" y="77631"/>
                  <a:pt x="402720" y="77631"/>
                </a:cubicBezTo>
                <a:cubicBezTo>
                  <a:pt x="395424" y="77631"/>
                  <a:pt x="391160" y="74148"/>
                  <a:pt x="391160" y="68193"/>
                </a:cubicBezTo>
                <a:cubicBezTo>
                  <a:pt x="391160" y="62012"/>
                  <a:pt x="395200" y="58866"/>
                  <a:pt x="405301" y="57405"/>
                </a:cubicBezTo>
                <a:cubicBezTo>
                  <a:pt x="415291" y="56055"/>
                  <a:pt x="417199" y="55607"/>
                  <a:pt x="420341" y="54146"/>
                </a:cubicBezTo>
                <a:lnTo>
                  <a:pt x="420341" y="64709"/>
                </a:lnTo>
                <a:close/>
                <a:moveTo>
                  <a:pt x="451768" y="24333"/>
                </a:moveTo>
                <a:lnTo>
                  <a:pt x="451768" y="83194"/>
                </a:lnTo>
                <a:lnTo>
                  <a:pt x="461198" y="83194"/>
                </a:lnTo>
                <a:lnTo>
                  <a:pt x="461198" y="52642"/>
                </a:lnTo>
                <a:cubicBezTo>
                  <a:pt x="461309" y="38487"/>
                  <a:pt x="467146" y="32196"/>
                  <a:pt x="480054" y="32534"/>
                </a:cubicBezTo>
                <a:lnTo>
                  <a:pt x="480054" y="22987"/>
                </a:lnTo>
                <a:cubicBezTo>
                  <a:pt x="478482" y="22802"/>
                  <a:pt x="477585" y="22689"/>
                  <a:pt x="476461" y="22689"/>
                </a:cubicBezTo>
                <a:cubicBezTo>
                  <a:pt x="470400" y="22689"/>
                  <a:pt x="465800" y="26282"/>
                  <a:pt x="460412" y="35036"/>
                </a:cubicBezTo>
                <a:lnTo>
                  <a:pt x="460412" y="24333"/>
                </a:lnTo>
                <a:lnTo>
                  <a:pt x="451768" y="24333"/>
                </a:lnTo>
                <a:close/>
                <a:moveTo>
                  <a:pt x="505757" y="24333"/>
                </a:moveTo>
                <a:lnTo>
                  <a:pt x="496440" y="24333"/>
                </a:lnTo>
                <a:lnTo>
                  <a:pt x="496440" y="83194"/>
                </a:lnTo>
                <a:lnTo>
                  <a:pt x="505757" y="83194"/>
                </a:lnTo>
                <a:lnTo>
                  <a:pt x="505757" y="24333"/>
                </a:lnTo>
                <a:moveTo>
                  <a:pt x="505757" y="1425"/>
                </a:moveTo>
                <a:lnTo>
                  <a:pt x="496329" y="1425"/>
                </a:lnTo>
                <a:lnTo>
                  <a:pt x="496329" y="13211"/>
                </a:lnTo>
                <a:lnTo>
                  <a:pt x="505757" y="13211"/>
                </a:lnTo>
                <a:lnTo>
                  <a:pt x="505757" y="1425"/>
                </a:lnTo>
                <a:close/>
                <a:moveTo>
                  <a:pt x="519225" y="24333"/>
                </a:moveTo>
                <a:lnTo>
                  <a:pt x="519225" y="83194"/>
                </a:lnTo>
                <a:lnTo>
                  <a:pt x="528653" y="83194"/>
                </a:lnTo>
                <a:lnTo>
                  <a:pt x="528653" y="50732"/>
                </a:lnTo>
                <a:cubicBezTo>
                  <a:pt x="528653" y="38742"/>
                  <a:pt x="534939" y="30884"/>
                  <a:pt x="544591" y="30884"/>
                </a:cubicBezTo>
                <a:cubicBezTo>
                  <a:pt x="552000" y="30884"/>
                  <a:pt x="556714" y="35375"/>
                  <a:pt x="556714" y="42446"/>
                </a:cubicBezTo>
                <a:lnTo>
                  <a:pt x="556714" y="83194"/>
                </a:lnTo>
                <a:lnTo>
                  <a:pt x="566030" y="83194"/>
                </a:lnTo>
                <a:lnTo>
                  <a:pt x="566030" y="38742"/>
                </a:lnTo>
                <a:cubicBezTo>
                  <a:pt x="566030" y="28976"/>
                  <a:pt x="558735" y="22689"/>
                  <a:pt x="547398" y="22689"/>
                </a:cubicBezTo>
                <a:cubicBezTo>
                  <a:pt x="538643" y="22650"/>
                  <a:pt x="533031" y="26019"/>
                  <a:pt x="527867" y="34212"/>
                </a:cubicBezTo>
                <a:lnTo>
                  <a:pt x="527867" y="24333"/>
                </a:lnTo>
                <a:lnTo>
                  <a:pt x="519225" y="24333"/>
                </a:lnTo>
                <a:close/>
                <a:moveTo>
                  <a:pt x="638761" y="77744"/>
                </a:moveTo>
                <a:cubicBezTo>
                  <a:pt x="637752" y="77969"/>
                  <a:pt x="637302" y="77969"/>
                  <a:pt x="636742" y="77969"/>
                </a:cubicBezTo>
                <a:cubicBezTo>
                  <a:pt x="633486" y="77969"/>
                  <a:pt x="631691" y="76283"/>
                  <a:pt x="631691" y="73362"/>
                </a:cubicBezTo>
                <a:lnTo>
                  <a:pt x="631691" y="38749"/>
                </a:lnTo>
                <a:cubicBezTo>
                  <a:pt x="631691" y="28302"/>
                  <a:pt x="624058" y="22689"/>
                  <a:pt x="609579" y="22689"/>
                </a:cubicBezTo>
                <a:cubicBezTo>
                  <a:pt x="600937" y="22689"/>
                  <a:pt x="594090" y="25159"/>
                  <a:pt x="590050" y="29536"/>
                </a:cubicBezTo>
                <a:cubicBezTo>
                  <a:pt x="587356" y="32570"/>
                  <a:pt x="586232" y="35940"/>
                  <a:pt x="586008" y="41784"/>
                </a:cubicBezTo>
                <a:lnTo>
                  <a:pt x="595436" y="41784"/>
                </a:lnTo>
                <a:cubicBezTo>
                  <a:pt x="596222" y="34592"/>
                  <a:pt x="600488" y="31333"/>
                  <a:pt x="609242" y="31333"/>
                </a:cubicBezTo>
                <a:cubicBezTo>
                  <a:pt x="617773" y="31333"/>
                  <a:pt x="622374" y="34479"/>
                  <a:pt x="622374" y="40098"/>
                </a:cubicBezTo>
                <a:lnTo>
                  <a:pt x="622374" y="42570"/>
                </a:lnTo>
                <a:cubicBezTo>
                  <a:pt x="622263" y="46617"/>
                  <a:pt x="620242" y="48078"/>
                  <a:pt x="612609" y="49088"/>
                </a:cubicBezTo>
                <a:cubicBezTo>
                  <a:pt x="599365" y="50773"/>
                  <a:pt x="597344" y="51224"/>
                  <a:pt x="593753" y="52685"/>
                </a:cubicBezTo>
                <a:cubicBezTo>
                  <a:pt x="586907" y="55607"/>
                  <a:pt x="583427" y="60775"/>
                  <a:pt x="583427" y="68417"/>
                </a:cubicBezTo>
                <a:cubicBezTo>
                  <a:pt x="583427" y="79091"/>
                  <a:pt x="590834" y="85825"/>
                  <a:pt x="602732" y="85825"/>
                </a:cubicBezTo>
                <a:cubicBezTo>
                  <a:pt x="610141" y="85825"/>
                  <a:pt x="616089" y="83244"/>
                  <a:pt x="622712" y="77183"/>
                </a:cubicBezTo>
                <a:cubicBezTo>
                  <a:pt x="623385" y="83244"/>
                  <a:pt x="626303" y="85825"/>
                  <a:pt x="632364" y="85825"/>
                </a:cubicBezTo>
                <a:cubicBezTo>
                  <a:pt x="634384" y="85825"/>
                  <a:pt x="635618" y="85600"/>
                  <a:pt x="638761" y="84816"/>
                </a:cubicBezTo>
                <a:lnTo>
                  <a:pt x="638761" y="77744"/>
                </a:lnTo>
                <a:moveTo>
                  <a:pt x="622374" y="64709"/>
                </a:moveTo>
                <a:cubicBezTo>
                  <a:pt x="622374" y="67855"/>
                  <a:pt x="621477" y="69765"/>
                  <a:pt x="618670" y="72349"/>
                </a:cubicBezTo>
                <a:cubicBezTo>
                  <a:pt x="614854" y="75835"/>
                  <a:pt x="610252" y="77631"/>
                  <a:pt x="604753" y="77631"/>
                </a:cubicBezTo>
                <a:cubicBezTo>
                  <a:pt x="597457" y="77631"/>
                  <a:pt x="593193" y="74148"/>
                  <a:pt x="593193" y="68193"/>
                </a:cubicBezTo>
                <a:cubicBezTo>
                  <a:pt x="593193" y="62012"/>
                  <a:pt x="597233" y="58866"/>
                  <a:pt x="607334" y="57405"/>
                </a:cubicBezTo>
                <a:cubicBezTo>
                  <a:pt x="617324" y="56055"/>
                  <a:pt x="619232" y="55607"/>
                  <a:pt x="622374" y="54146"/>
                </a:cubicBezTo>
                <a:lnTo>
                  <a:pt x="622374" y="64709"/>
                </a:lnTo>
                <a:close/>
                <a:moveTo>
                  <a:pt x="674567" y="24333"/>
                </a:moveTo>
                <a:lnTo>
                  <a:pt x="664915" y="24333"/>
                </a:lnTo>
                <a:lnTo>
                  <a:pt x="664915" y="8171"/>
                </a:lnTo>
                <a:lnTo>
                  <a:pt x="655598" y="8171"/>
                </a:lnTo>
                <a:lnTo>
                  <a:pt x="655598" y="24333"/>
                </a:lnTo>
                <a:lnTo>
                  <a:pt x="647629" y="24333"/>
                </a:lnTo>
                <a:lnTo>
                  <a:pt x="647629" y="31967"/>
                </a:lnTo>
                <a:lnTo>
                  <a:pt x="655598" y="31967"/>
                </a:lnTo>
                <a:lnTo>
                  <a:pt x="655598" y="76508"/>
                </a:lnTo>
                <a:cubicBezTo>
                  <a:pt x="655598" y="82571"/>
                  <a:pt x="659638" y="85825"/>
                  <a:pt x="666934" y="85825"/>
                </a:cubicBezTo>
                <a:cubicBezTo>
                  <a:pt x="669404" y="85825"/>
                  <a:pt x="671425" y="85600"/>
                  <a:pt x="674567" y="85040"/>
                </a:cubicBezTo>
                <a:lnTo>
                  <a:pt x="674567" y="77183"/>
                </a:lnTo>
                <a:cubicBezTo>
                  <a:pt x="673219" y="77520"/>
                  <a:pt x="671985" y="77631"/>
                  <a:pt x="670077" y="77631"/>
                </a:cubicBezTo>
                <a:cubicBezTo>
                  <a:pt x="666037" y="77631"/>
                  <a:pt x="664915" y="76508"/>
                  <a:pt x="664915" y="72346"/>
                </a:cubicBezTo>
                <a:lnTo>
                  <a:pt x="664915" y="31967"/>
                </a:lnTo>
                <a:lnTo>
                  <a:pt x="674567" y="31967"/>
                </a:lnTo>
                <a:lnTo>
                  <a:pt x="674567" y="24333"/>
                </a:lnTo>
                <a:close/>
                <a:moveTo>
                  <a:pt x="699034" y="22689"/>
                </a:moveTo>
                <a:cubicBezTo>
                  <a:pt x="682423" y="22689"/>
                  <a:pt x="672547" y="34479"/>
                  <a:pt x="672547" y="54259"/>
                </a:cubicBezTo>
                <a:cubicBezTo>
                  <a:pt x="672547" y="74149"/>
                  <a:pt x="682423" y="85825"/>
                  <a:pt x="699147" y="85825"/>
                </a:cubicBezTo>
                <a:cubicBezTo>
                  <a:pt x="715759" y="85825"/>
                  <a:pt x="725748" y="74036"/>
                  <a:pt x="725748" y="54707"/>
                </a:cubicBezTo>
                <a:cubicBezTo>
                  <a:pt x="725748" y="34255"/>
                  <a:pt x="716096" y="22689"/>
                  <a:pt x="699034" y="22689"/>
                </a:cubicBezTo>
                <a:moveTo>
                  <a:pt x="699147" y="31333"/>
                </a:moveTo>
                <a:cubicBezTo>
                  <a:pt x="709697" y="31333"/>
                  <a:pt x="715983" y="39985"/>
                  <a:pt x="715983" y="54594"/>
                </a:cubicBezTo>
                <a:cubicBezTo>
                  <a:pt x="715983" y="68530"/>
                  <a:pt x="709473" y="77183"/>
                  <a:pt x="699147" y="77183"/>
                </a:cubicBezTo>
                <a:cubicBezTo>
                  <a:pt x="688709" y="77183"/>
                  <a:pt x="682310" y="68530"/>
                  <a:pt x="682310" y="54259"/>
                </a:cubicBezTo>
                <a:cubicBezTo>
                  <a:pt x="682310" y="39985"/>
                  <a:pt x="688709" y="31333"/>
                  <a:pt x="699147" y="31333"/>
                </a:cubicBezTo>
                <a:close/>
                <a:moveTo>
                  <a:pt x="743594" y="24333"/>
                </a:moveTo>
                <a:lnTo>
                  <a:pt x="743594" y="83194"/>
                </a:lnTo>
                <a:lnTo>
                  <a:pt x="753024" y="83194"/>
                </a:lnTo>
                <a:lnTo>
                  <a:pt x="753024" y="52642"/>
                </a:lnTo>
                <a:cubicBezTo>
                  <a:pt x="753135" y="38487"/>
                  <a:pt x="758972" y="32196"/>
                  <a:pt x="771880" y="32534"/>
                </a:cubicBezTo>
                <a:lnTo>
                  <a:pt x="771880" y="22987"/>
                </a:lnTo>
                <a:cubicBezTo>
                  <a:pt x="770308" y="22802"/>
                  <a:pt x="769410" y="22689"/>
                  <a:pt x="768287" y="22689"/>
                </a:cubicBezTo>
                <a:cubicBezTo>
                  <a:pt x="762226" y="22689"/>
                  <a:pt x="757625" y="26282"/>
                  <a:pt x="752237" y="35036"/>
                </a:cubicBezTo>
                <a:lnTo>
                  <a:pt x="752237" y="24333"/>
                </a:lnTo>
                <a:lnTo>
                  <a:pt x="743594" y="24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(c)RISCV64Clang.">
            <a:extLst xmlns:a="http://schemas.openxmlformats.org/drawingml/2006/main">
              <a:ext uri="{FF2B5EF4-FFF2-40B4-BE49-F238E27FC236}">
                <a16:creationId xmlns:a16="http://schemas.microsoft.com/office/drawing/2014/main" id="{3276EA9C-0332-459C-8B07-D1260103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14" y="4964897"/>
            <a:ext cx="1918300" cy="218269"/>
          </a:xfrm>
          <a:custGeom xmlns:a="http://schemas.openxmlformats.org/drawingml/2006/main">
            <a:pathLst>
              <a:path w="1918300" h="218269">
                <a:moveTo>
                  <a:pt x="0" y="106360"/>
                </a:moveTo>
                <a:cubicBezTo>
                  <a:pt x="0" y="116608"/>
                  <a:pt x="1136" y="167848"/>
                  <a:pt x="52836" y="212486"/>
                </a:cubicBezTo>
                <a:lnTo>
                  <a:pt x="59668" y="205199"/>
                </a:lnTo>
                <a:cubicBezTo>
                  <a:pt x="52381" y="197001"/>
                  <a:pt x="26189" y="166483"/>
                  <a:pt x="26189" y="106360"/>
                </a:cubicBezTo>
                <a:cubicBezTo>
                  <a:pt x="26189" y="46233"/>
                  <a:pt x="52836" y="15715"/>
                  <a:pt x="59668" y="7746"/>
                </a:cubicBezTo>
                <a:lnTo>
                  <a:pt x="53291" y="0"/>
                </a:lnTo>
                <a:cubicBezTo>
                  <a:pt x="23457" y="25737"/>
                  <a:pt x="0" y="64908"/>
                  <a:pt x="0" y="106360"/>
                </a:cubicBezTo>
                <a:close/>
                <a:moveTo>
                  <a:pt x="155778" y="144134"/>
                </a:moveTo>
                <a:cubicBezTo>
                  <a:pt x="155778" y="141399"/>
                  <a:pt x="155323" y="137073"/>
                  <a:pt x="152818" y="137073"/>
                </a:cubicBezTo>
                <a:cubicBezTo>
                  <a:pt x="143706" y="145500"/>
                  <a:pt x="135963" y="149830"/>
                  <a:pt x="129361" y="149830"/>
                </a:cubicBezTo>
                <a:cubicBezTo>
                  <a:pt x="112277" y="149830"/>
                  <a:pt x="98842" y="137528"/>
                  <a:pt x="98842" y="110189"/>
                </a:cubicBezTo>
                <a:cubicBezTo>
                  <a:pt x="98842" y="84904"/>
                  <a:pt x="104534" y="72373"/>
                  <a:pt x="116607" y="72373"/>
                </a:cubicBezTo>
                <a:cubicBezTo>
                  <a:pt x="125031" y="72373"/>
                  <a:pt x="128447" y="81259"/>
                  <a:pt x="129131" y="88546"/>
                </a:cubicBezTo>
                <a:cubicBezTo>
                  <a:pt x="129816" y="94697"/>
                  <a:pt x="135963" y="99256"/>
                  <a:pt x="143251" y="99256"/>
                </a:cubicBezTo>
                <a:cubicBezTo>
                  <a:pt x="150538" y="99256"/>
                  <a:pt x="155778" y="93561"/>
                  <a:pt x="155778" y="86496"/>
                </a:cubicBezTo>
                <a:cubicBezTo>
                  <a:pt x="155778" y="76244"/>
                  <a:pt x="143480" y="62806"/>
                  <a:pt x="118654" y="62806"/>
                </a:cubicBezTo>
                <a:cubicBezTo>
                  <a:pt x="91781" y="62806"/>
                  <a:pt x="68094" y="84445"/>
                  <a:pt x="68094" y="118165"/>
                </a:cubicBezTo>
                <a:cubicBezTo>
                  <a:pt x="68094" y="132972"/>
                  <a:pt x="73335" y="145955"/>
                  <a:pt x="82217" y="154386"/>
                </a:cubicBezTo>
                <a:cubicBezTo>
                  <a:pt x="91096" y="162809"/>
                  <a:pt x="101573" y="166226"/>
                  <a:pt x="117743" y="166226"/>
                </a:cubicBezTo>
                <a:cubicBezTo>
                  <a:pt x="131407" y="166226"/>
                  <a:pt x="147122" y="156662"/>
                  <a:pt x="155778" y="144134"/>
                </a:cubicBezTo>
                <a:close/>
                <a:moveTo>
                  <a:pt x="227062" y="106797"/>
                </a:moveTo>
                <a:cubicBezTo>
                  <a:pt x="227062" y="96549"/>
                  <a:pt x="225922" y="45305"/>
                  <a:pt x="174226" y="667"/>
                </a:cubicBezTo>
                <a:lnTo>
                  <a:pt x="167394" y="7955"/>
                </a:lnTo>
                <a:cubicBezTo>
                  <a:pt x="174681" y="16156"/>
                  <a:pt x="200870" y="46674"/>
                  <a:pt x="200870" y="106797"/>
                </a:cubicBezTo>
                <a:cubicBezTo>
                  <a:pt x="200870" y="166924"/>
                  <a:pt x="174226" y="197443"/>
                  <a:pt x="167394" y="205411"/>
                </a:cubicBezTo>
                <a:lnTo>
                  <a:pt x="173771" y="213154"/>
                </a:lnTo>
                <a:cubicBezTo>
                  <a:pt x="203605" y="187420"/>
                  <a:pt x="227062" y="148249"/>
                  <a:pt x="227062" y="106797"/>
                </a:cubicBezTo>
                <a:close/>
                <a:moveTo>
                  <a:pt x="395820" y="57590"/>
                </a:moveTo>
                <a:cubicBezTo>
                  <a:pt x="395820" y="85613"/>
                  <a:pt x="378969" y="89940"/>
                  <a:pt x="359839" y="89940"/>
                </a:cubicBezTo>
                <a:lnTo>
                  <a:pt x="350046" y="89940"/>
                </a:lnTo>
                <a:lnTo>
                  <a:pt x="350046" y="44603"/>
                </a:lnTo>
                <a:cubicBezTo>
                  <a:pt x="350046" y="29111"/>
                  <a:pt x="355283" y="24326"/>
                  <a:pt x="367352" y="24326"/>
                </a:cubicBezTo>
                <a:cubicBezTo>
                  <a:pt x="380564" y="24326"/>
                  <a:pt x="395820" y="29796"/>
                  <a:pt x="395820" y="57590"/>
                </a:cubicBezTo>
                <a:moveTo>
                  <a:pt x="374643" y="14953"/>
                </a:moveTo>
                <a:cubicBezTo>
                  <a:pt x="365531" y="14953"/>
                  <a:pt x="308369" y="16545"/>
                  <a:pt x="299257" y="16545"/>
                </a:cubicBezTo>
                <a:cubicBezTo>
                  <a:pt x="296981" y="17914"/>
                  <a:pt x="296981" y="22925"/>
                  <a:pt x="299257" y="24291"/>
                </a:cubicBezTo>
                <a:cubicBezTo>
                  <a:pt x="311785" y="24972"/>
                  <a:pt x="318162" y="25886"/>
                  <a:pt x="318162" y="44805"/>
                </a:cubicBezTo>
                <a:lnTo>
                  <a:pt x="318162" y="136197"/>
                </a:lnTo>
                <a:cubicBezTo>
                  <a:pt x="318162" y="155109"/>
                  <a:pt x="311785" y="156023"/>
                  <a:pt x="299257" y="156704"/>
                </a:cubicBezTo>
                <a:cubicBezTo>
                  <a:pt x="296981" y="158069"/>
                  <a:pt x="296981" y="163081"/>
                  <a:pt x="299257" y="164446"/>
                </a:cubicBezTo>
                <a:cubicBezTo>
                  <a:pt x="308369" y="164220"/>
                  <a:pt x="325220" y="163991"/>
                  <a:pt x="334331" y="163991"/>
                </a:cubicBezTo>
                <a:cubicBezTo>
                  <a:pt x="343440" y="163991"/>
                  <a:pt x="359839" y="164220"/>
                  <a:pt x="368947" y="164446"/>
                </a:cubicBezTo>
                <a:cubicBezTo>
                  <a:pt x="371227" y="163081"/>
                  <a:pt x="371227" y="158069"/>
                  <a:pt x="368947" y="156704"/>
                </a:cubicBezTo>
                <a:cubicBezTo>
                  <a:pt x="356423" y="156023"/>
                  <a:pt x="350046" y="155109"/>
                  <a:pt x="350046" y="136197"/>
                </a:cubicBezTo>
                <a:lnTo>
                  <a:pt x="350046" y="99507"/>
                </a:lnTo>
                <a:cubicBezTo>
                  <a:pt x="368037" y="99507"/>
                  <a:pt x="370087" y="101102"/>
                  <a:pt x="373274" y="106342"/>
                </a:cubicBezTo>
                <a:lnTo>
                  <a:pt x="399921" y="145993"/>
                </a:lnTo>
                <a:cubicBezTo>
                  <a:pt x="406982" y="156207"/>
                  <a:pt x="416320" y="166226"/>
                  <a:pt x="429984" y="166226"/>
                </a:cubicBezTo>
                <a:cubicBezTo>
                  <a:pt x="439092" y="166271"/>
                  <a:pt x="450936" y="165586"/>
                  <a:pt x="453215" y="164446"/>
                </a:cubicBezTo>
                <a:cubicBezTo>
                  <a:pt x="454126" y="162809"/>
                  <a:pt x="453896" y="158483"/>
                  <a:pt x="452986" y="156662"/>
                </a:cubicBezTo>
                <a:cubicBezTo>
                  <a:pt x="442738" y="156662"/>
                  <a:pt x="437501" y="151196"/>
                  <a:pt x="431124" y="141632"/>
                </a:cubicBezTo>
                <a:lnTo>
                  <a:pt x="400150" y="93814"/>
                </a:lnTo>
                <a:cubicBezTo>
                  <a:pt x="412449" y="88803"/>
                  <a:pt x="430210" y="76957"/>
                  <a:pt x="430210" y="53718"/>
                </a:cubicBezTo>
                <a:cubicBezTo>
                  <a:pt x="430210" y="44603"/>
                  <a:pt x="426794" y="30936"/>
                  <a:pt x="412675" y="22505"/>
                </a:cubicBezTo>
                <a:cubicBezTo>
                  <a:pt x="404247" y="17459"/>
                  <a:pt x="391723" y="14953"/>
                  <a:pt x="374643" y="14953"/>
                </a:cubicBezTo>
                <a:close/>
                <a:moveTo>
                  <a:pt x="481228" y="44801"/>
                </a:moveTo>
                <a:lnTo>
                  <a:pt x="481228" y="136194"/>
                </a:lnTo>
                <a:cubicBezTo>
                  <a:pt x="481228" y="155109"/>
                  <a:pt x="474851" y="156023"/>
                  <a:pt x="462323" y="156704"/>
                </a:cubicBezTo>
                <a:cubicBezTo>
                  <a:pt x="460047" y="158069"/>
                  <a:pt x="460047" y="163081"/>
                  <a:pt x="462323" y="164446"/>
                </a:cubicBezTo>
                <a:cubicBezTo>
                  <a:pt x="471435" y="164220"/>
                  <a:pt x="488286" y="163991"/>
                  <a:pt x="497398" y="163991"/>
                </a:cubicBezTo>
                <a:cubicBezTo>
                  <a:pt x="506506" y="163991"/>
                  <a:pt x="522905" y="164220"/>
                  <a:pt x="532013" y="164446"/>
                </a:cubicBezTo>
                <a:cubicBezTo>
                  <a:pt x="534293" y="163081"/>
                  <a:pt x="534293" y="158069"/>
                  <a:pt x="532013" y="156704"/>
                </a:cubicBezTo>
                <a:cubicBezTo>
                  <a:pt x="519489" y="156023"/>
                  <a:pt x="513112" y="155109"/>
                  <a:pt x="513112" y="136194"/>
                </a:cubicBezTo>
                <a:lnTo>
                  <a:pt x="513112" y="44801"/>
                </a:lnTo>
                <a:cubicBezTo>
                  <a:pt x="513112" y="25886"/>
                  <a:pt x="519489" y="24972"/>
                  <a:pt x="532013" y="24291"/>
                </a:cubicBezTo>
                <a:cubicBezTo>
                  <a:pt x="534293" y="22925"/>
                  <a:pt x="534293" y="17914"/>
                  <a:pt x="532013" y="16545"/>
                </a:cubicBezTo>
                <a:cubicBezTo>
                  <a:pt x="522905" y="16774"/>
                  <a:pt x="506506" y="17004"/>
                  <a:pt x="497398" y="17004"/>
                </a:cubicBezTo>
                <a:cubicBezTo>
                  <a:pt x="488286" y="17004"/>
                  <a:pt x="471435" y="16774"/>
                  <a:pt x="462323" y="16545"/>
                </a:cubicBezTo>
                <a:cubicBezTo>
                  <a:pt x="460047" y="17914"/>
                  <a:pt x="460047" y="22925"/>
                  <a:pt x="462323" y="24291"/>
                </a:cubicBezTo>
                <a:cubicBezTo>
                  <a:pt x="474851" y="24972"/>
                  <a:pt x="481228" y="25886"/>
                  <a:pt x="481228" y="44801"/>
                </a:cubicBezTo>
                <a:close/>
                <a:moveTo>
                  <a:pt x="634726" y="20250"/>
                </a:moveTo>
                <a:cubicBezTo>
                  <a:pt x="622202" y="18429"/>
                  <a:pt x="617417" y="14099"/>
                  <a:pt x="596239" y="14099"/>
                </a:cubicBezTo>
                <a:cubicBezTo>
                  <a:pt x="585988" y="14099"/>
                  <a:pt x="572553" y="17289"/>
                  <a:pt x="562986" y="25031"/>
                </a:cubicBezTo>
                <a:cubicBezTo>
                  <a:pt x="554559" y="31863"/>
                  <a:pt x="548182" y="42341"/>
                  <a:pt x="548182" y="53500"/>
                </a:cubicBezTo>
                <a:cubicBezTo>
                  <a:pt x="548182" y="62153"/>
                  <a:pt x="550461" y="73085"/>
                  <a:pt x="555698" y="79917"/>
                </a:cubicBezTo>
                <a:cubicBezTo>
                  <a:pt x="566176" y="94037"/>
                  <a:pt x="585077" y="101779"/>
                  <a:pt x="594870" y="108611"/>
                </a:cubicBezTo>
                <a:cubicBezTo>
                  <a:pt x="605348" y="115899"/>
                  <a:pt x="615596" y="125007"/>
                  <a:pt x="615596" y="137761"/>
                </a:cubicBezTo>
                <a:cubicBezTo>
                  <a:pt x="615596" y="148919"/>
                  <a:pt x="605803" y="156662"/>
                  <a:pt x="591909" y="156662"/>
                </a:cubicBezTo>
                <a:cubicBezTo>
                  <a:pt x="576650" y="156662"/>
                  <a:pt x="560939" y="144138"/>
                  <a:pt x="556383" y="123412"/>
                </a:cubicBezTo>
                <a:cubicBezTo>
                  <a:pt x="552512" y="122046"/>
                  <a:pt x="548640" y="123186"/>
                  <a:pt x="544995" y="124097"/>
                </a:cubicBezTo>
                <a:cubicBezTo>
                  <a:pt x="544995" y="141177"/>
                  <a:pt x="546816" y="153246"/>
                  <a:pt x="549322" y="161673"/>
                </a:cubicBezTo>
                <a:cubicBezTo>
                  <a:pt x="562305" y="161673"/>
                  <a:pt x="562986" y="166226"/>
                  <a:pt x="594415" y="166226"/>
                </a:cubicBezTo>
                <a:cubicBezTo>
                  <a:pt x="608308" y="166226"/>
                  <a:pt x="619467" y="162128"/>
                  <a:pt x="628805" y="153701"/>
                </a:cubicBezTo>
                <a:cubicBezTo>
                  <a:pt x="637006" y="146643"/>
                  <a:pt x="644293" y="136166"/>
                  <a:pt x="644293" y="122046"/>
                </a:cubicBezTo>
                <a:cubicBezTo>
                  <a:pt x="644293" y="110203"/>
                  <a:pt x="639282" y="102235"/>
                  <a:pt x="632450" y="94718"/>
                </a:cubicBezTo>
                <a:cubicBezTo>
                  <a:pt x="623568" y="84925"/>
                  <a:pt x="610814" y="77867"/>
                  <a:pt x="601931" y="73311"/>
                </a:cubicBezTo>
                <a:cubicBezTo>
                  <a:pt x="592823" y="68759"/>
                  <a:pt x="576650" y="56916"/>
                  <a:pt x="576650" y="43936"/>
                </a:cubicBezTo>
                <a:cubicBezTo>
                  <a:pt x="576650" y="31182"/>
                  <a:pt x="584396" y="23436"/>
                  <a:pt x="596010" y="23436"/>
                </a:cubicBezTo>
                <a:cubicBezTo>
                  <a:pt x="615370" y="23436"/>
                  <a:pt x="621747" y="40975"/>
                  <a:pt x="625844" y="56005"/>
                </a:cubicBezTo>
                <a:cubicBezTo>
                  <a:pt x="629034" y="56916"/>
                  <a:pt x="634726" y="56916"/>
                  <a:pt x="637232" y="54865"/>
                </a:cubicBezTo>
                <a:cubicBezTo>
                  <a:pt x="637232" y="42796"/>
                  <a:pt x="636321" y="33458"/>
                  <a:pt x="634726" y="20250"/>
                </a:cubicBezTo>
                <a:close/>
                <a:moveTo>
                  <a:pt x="744044" y="166226"/>
                </a:moveTo>
                <a:cubicBezTo>
                  <a:pt x="766135" y="166226"/>
                  <a:pt x="786406" y="155752"/>
                  <a:pt x="801894" y="135481"/>
                </a:cubicBezTo>
                <a:cubicBezTo>
                  <a:pt x="800754" y="133434"/>
                  <a:pt x="796883" y="130699"/>
                  <a:pt x="794378" y="130699"/>
                </a:cubicBezTo>
                <a:cubicBezTo>
                  <a:pt x="778208" y="148464"/>
                  <a:pt x="759758" y="154386"/>
                  <a:pt x="743818" y="154386"/>
                </a:cubicBezTo>
                <a:cubicBezTo>
                  <a:pt x="717400" y="154386"/>
                  <a:pt x="696445" y="123412"/>
                  <a:pt x="696445" y="87886"/>
                </a:cubicBezTo>
                <a:cubicBezTo>
                  <a:pt x="696445" y="52589"/>
                  <a:pt x="714665" y="23436"/>
                  <a:pt x="741768" y="23436"/>
                </a:cubicBezTo>
                <a:cubicBezTo>
                  <a:pt x="773197" y="23436"/>
                  <a:pt x="783445" y="41201"/>
                  <a:pt x="789366" y="60787"/>
                </a:cubicBezTo>
                <a:cubicBezTo>
                  <a:pt x="792098" y="61697"/>
                  <a:pt x="796654" y="61013"/>
                  <a:pt x="799159" y="59647"/>
                </a:cubicBezTo>
                <a:cubicBezTo>
                  <a:pt x="798019" y="47807"/>
                  <a:pt x="796198" y="36875"/>
                  <a:pt x="794148" y="24350"/>
                </a:cubicBezTo>
                <a:cubicBezTo>
                  <a:pt x="782534" y="23210"/>
                  <a:pt x="772286" y="14099"/>
                  <a:pt x="744273" y="14099"/>
                </a:cubicBezTo>
                <a:cubicBezTo>
                  <a:pt x="699635" y="14099"/>
                  <a:pt x="662055" y="42112"/>
                  <a:pt x="662055" y="92212"/>
                </a:cubicBezTo>
                <a:cubicBezTo>
                  <a:pt x="662055" y="113619"/>
                  <a:pt x="671393" y="138671"/>
                  <a:pt x="689613" y="151880"/>
                </a:cubicBezTo>
                <a:cubicBezTo>
                  <a:pt x="704191" y="162354"/>
                  <a:pt x="721952" y="166226"/>
                  <a:pt x="744044" y="166226"/>
                </a:cubicBezTo>
                <a:close/>
                <a:moveTo>
                  <a:pt x="949700" y="40238"/>
                </a:moveTo>
                <a:cubicBezTo>
                  <a:pt x="955166" y="26567"/>
                  <a:pt x="962453" y="24972"/>
                  <a:pt x="972476" y="24291"/>
                </a:cubicBezTo>
                <a:cubicBezTo>
                  <a:pt x="973841" y="22925"/>
                  <a:pt x="973841" y="17914"/>
                  <a:pt x="972476" y="16545"/>
                </a:cubicBezTo>
                <a:cubicBezTo>
                  <a:pt x="965640" y="16774"/>
                  <a:pt x="958353" y="17004"/>
                  <a:pt x="951065" y="17004"/>
                </a:cubicBezTo>
                <a:cubicBezTo>
                  <a:pt x="941728" y="17004"/>
                  <a:pt x="929203" y="16774"/>
                  <a:pt x="920776" y="16545"/>
                </a:cubicBezTo>
                <a:cubicBezTo>
                  <a:pt x="919410" y="17914"/>
                  <a:pt x="919410" y="22925"/>
                  <a:pt x="920776" y="24291"/>
                </a:cubicBezTo>
                <a:cubicBezTo>
                  <a:pt x="929429" y="24972"/>
                  <a:pt x="939907" y="26341"/>
                  <a:pt x="936491" y="34998"/>
                </a:cubicBezTo>
                <a:lnTo>
                  <a:pt x="905062" y="116097"/>
                </a:lnTo>
                <a:lnTo>
                  <a:pt x="901416" y="124983"/>
                </a:lnTo>
                <a:lnTo>
                  <a:pt x="897774" y="114731"/>
                </a:lnTo>
                <a:lnTo>
                  <a:pt x="869532" y="33403"/>
                </a:lnTo>
                <a:cubicBezTo>
                  <a:pt x="867026" y="25886"/>
                  <a:pt x="875454" y="24972"/>
                  <a:pt x="886386" y="24291"/>
                </a:cubicBezTo>
                <a:cubicBezTo>
                  <a:pt x="887752" y="22925"/>
                  <a:pt x="887752" y="17914"/>
                  <a:pt x="886386" y="16545"/>
                </a:cubicBezTo>
                <a:cubicBezTo>
                  <a:pt x="877959" y="16774"/>
                  <a:pt x="855183" y="17004"/>
                  <a:pt x="846304" y="17004"/>
                </a:cubicBezTo>
                <a:cubicBezTo>
                  <a:pt x="836967" y="17004"/>
                  <a:pt x="824213" y="16774"/>
                  <a:pt x="815786" y="16545"/>
                </a:cubicBezTo>
                <a:cubicBezTo>
                  <a:pt x="814420" y="17914"/>
                  <a:pt x="814420" y="22925"/>
                  <a:pt x="815786" y="24291"/>
                </a:cubicBezTo>
                <a:cubicBezTo>
                  <a:pt x="824668" y="25202"/>
                  <a:pt x="832181" y="26341"/>
                  <a:pt x="836282" y="36593"/>
                </a:cubicBezTo>
                <a:lnTo>
                  <a:pt x="885931" y="161433"/>
                </a:lnTo>
                <a:cubicBezTo>
                  <a:pt x="887526" y="165305"/>
                  <a:pt x="890258" y="166670"/>
                  <a:pt x="893448" y="166670"/>
                </a:cubicBezTo>
                <a:cubicBezTo>
                  <a:pt x="896634" y="166670"/>
                  <a:pt x="899595" y="165534"/>
                  <a:pt x="901190" y="161433"/>
                </a:cubicBezTo>
                <a:lnTo>
                  <a:pt x="949700" y="40238"/>
                </a:lnTo>
                <a:close/>
                <a:moveTo>
                  <a:pt x="1012784" y="98131"/>
                </a:moveTo>
                <a:cubicBezTo>
                  <a:pt x="1021667" y="92664"/>
                  <a:pt x="1025538" y="92209"/>
                  <a:pt x="1029639" y="92209"/>
                </a:cubicBezTo>
                <a:cubicBezTo>
                  <a:pt x="1042847" y="92209"/>
                  <a:pt x="1051956" y="107923"/>
                  <a:pt x="1051956" y="121588"/>
                </a:cubicBezTo>
                <a:cubicBezTo>
                  <a:pt x="1051956" y="146184"/>
                  <a:pt x="1044668" y="157347"/>
                  <a:pt x="1036471" y="157347"/>
                </a:cubicBezTo>
                <a:cubicBezTo>
                  <a:pt x="1025083" y="157347"/>
                  <a:pt x="1012558" y="148464"/>
                  <a:pt x="1012558" y="108834"/>
                </a:cubicBezTo>
                <a:cubicBezTo>
                  <a:pt x="1012558" y="106328"/>
                  <a:pt x="1012558" y="100636"/>
                  <a:pt x="1012784" y="98131"/>
                </a:cubicBezTo>
                <a:moveTo>
                  <a:pt x="1076327" y="34334"/>
                </a:moveTo>
                <a:cubicBezTo>
                  <a:pt x="1077008" y="31603"/>
                  <a:pt x="1076782" y="27276"/>
                  <a:pt x="1074961" y="24997"/>
                </a:cubicBezTo>
                <a:cubicBezTo>
                  <a:pt x="1042847" y="25911"/>
                  <a:pt x="1025767" y="32058"/>
                  <a:pt x="1008458" y="47098"/>
                </a:cubicBezTo>
                <a:cubicBezTo>
                  <a:pt x="991148" y="62135"/>
                  <a:pt x="983861" y="86061"/>
                  <a:pt x="983861" y="107923"/>
                </a:cubicBezTo>
                <a:cubicBezTo>
                  <a:pt x="983861" y="156662"/>
                  <a:pt x="1010734" y="166226"/>
                  <a:pt x="1033739" y="166226"/>
                </a:cubicBezTo>
                <a:cubicBezTo>
                  <a:pt x="1069265" y="166226"/>
                  <a:pt x="1082474" y="137531"/>
                  <a:pt x="1082474" y="117490"/>
                </a:cubicBezTo>
                <a:cubicBezTo>
                  <a:pt x="1082474" y="106328"/>
                  <a:pt x="1074732" y="81506"/>
                  <a:pt x="1037381" y="80821"/>
                </a:cubicBezTo>
                <a:cubicBezTo>
                  <a:pt x="1031915" y="81506"/>
                  <a:pt x="1022351" y="84240"/>
                  <a:pt x="1014150" y="88567"/>
                </a:cubicBezTo>
                <a:cubicBezTo>
                  <a:pt x="1015745" y="72164"/>
                  <a:pt x="1023488" y="56669"/>
                  <a:pt x="1034194" y="48009"/>
                </a:cubicBezTo>
                <a:cubicBezTo>
                  <a:pt x="1047629" y="37069"/>
                  <a:pt x="1063344" y="35019"/>
                  <a:pt x="1076327" y="34334"/>
                </a:cubicBezTo>
                <a:close/>
                <a:moveTo>
                  <a:pt x="1150341" y="49837"/>
                </a:moveTo>
                <a:lnTo>
                  <a:pt x="1150341" y="116378"/>
                </a:lnTo>
                <a:lnTo>
                  <a:pt x="1108438" y="116378"/>
                </a:lnTo>
                <a:cubicBezTo>
                  <a:pt x="1119826" y="97237"/>
                  <a:pt x="1138272" y="66246"/>
                  <a:pt x="1150341" y="49837"/>
                </a:cubicBezTo>
                <a:moveTo>
                  <a:pt x="1200901" y="116378"/>
                </a:moveTo>
                <a:lnTo>
                  <a:pt x="1178584" y="116378"/>
                </a:lnTo>
                <a:lnTo>
                  <a:pt x="1178584" y="24997"/>
                </a:lnTo>
                <a:lnTo>
                  <a:pt x="1158087" y="24997"/>
                </a:lnTo>
                <a:cubicBezTo>
                  <a:pt x="1140778" y="45736"/>
                  <a:pt x="1116410" y="84932"/>
                  <a:pt x="1097506" y="113188"/>
                </a:cubicBezTo>
                <a:cubicBezTo>
                  <a:pt x="1097050" y="113873"/>
                  <a:pt x="1095910" y="115468"/>
                  <a:pt x="1095910" y="116152"/>
                </a:cubicBezTo>
                <a:cubicBezTo>
                  <a:pt x="1095910" y="117063"/>
                  <a:pt x="1097735" y="118884"/>
                  <a:pt x="1099101" y="121389"/>
                </a:cubicBezTo>
                <a:lnTo>
                  <a:pt x="1102517" y="125490"/>
                </a:lnTo>
                <a:cubicBezTo>
                  <a:pt x="1103657" y="126627"/>
                  <a:pt x="1104567" y="127082"/>
                  <a:pt x="1110033" y="127082"/>
                </a:cubicBezTo>
                <a:lnTo>
                  <a:pt x="1150341" y="127082"/>
                </a:lnTo>
                <a:lnTo>
                  <a:pt x="1150341" y="136197"/>
                </a:lnTo>
                <a:cubicBezTo>
                  <a:pt x="1150341" y="155109"/>
                  <a:pt x="1141688" y="156023"/>
                  <a:pt x="1129164" y="156704"/>
                </a:cubicBezTo>
                <a:cubicBezTo>
                  <a:pt x="1126884" y="158069"/>
                  <a:pt x="1126884" y="163081"/>
                  <a:pt x="1129164" y="164446"/>
                </a:cubicBezTo>
                <a:cubicBezTo>
                  <a:pt x="1129164" y="164446"/>
                  <a:pt x="1155582" y="163991"/>
                  <a:pt x="1164690" y="163991"/>
                </a:cubicBezTo>
                <a:cubicBezTo>
                  <a:pt x="1173802" y="163991"/>
                  <a:pt x="1181089" y="164220"/>
                  <a:pt x="1199765" y="164446"/>
                </a:cubicBezTo>
                <a:cubicBezTo>
                  <a:pt x="1202041" y="163081"/>
                  <a:pt x="1202041" y="158069"/>
                  <a:pt x="1199765" y="156704"/>
                </a:cubicBezTo>
                <a:cubicBezTo>
                  <a:pt x="1187237" y="156023"/>
                  <a:pt x="1178584" y="155109"/>
                  <a:pt x="1178584" y="136197"/>
                </a:cubicBezTo>
                <a:lnTo>
                  <a:pt x="1178584" y="127082"/>
                </a:lnTo>
                <a:lnTo>
                  <a:pt x="1197714" y="127082"/>
                </a:lnTo>
                <a:cubicBezTo>
                  <a:pt x="1200901" y="127082"/>
                  <a:pt x="1204317" y="122755"/>
                  <a:pt x="1204317" y="120024"/>
                </a:cubicBezTo>
                <a:cubicBezTo>
                  <a:pt x="1204317" y="117748"/>
                  <a:pt x="1203406" y="116378"/>
                  <a:pt x="1200901" y="116378"/>
                </a:cubicBezTo>
                <a:close/>
                <a:moveTo>
                  <a:pt x="1355312" y="166226"/>
                </a:moveTo>
                <a:cubicBezTo>
                  <a:pt x="1377404" y="166226"/>
                  <a:pt x="1397674" y="155752"/>
                  <a:pt x="1413163" y="135481"/>
                </a:cubicBezTo>
                <a:cubicBezTo>
                  <a:pt x="1412023" y="133434"/>
                  <a:pt x="1408152" y="130699"/>
                  <a:pt x="1405646" y="130699"/>
                </a:cubicBezTo>
                <a:cubicBezTo>
                  <a:pt x="1389476" y="148464"/>
                  <a:pt x="1371027" y="154386"/>
                  <a:pt x="1355086" y="154386"/>
                </a:cubicBezTo>
                <a:cubicBezTo>
                  <a:pt x="1328669" y="154386"/>
                  <a:pt x="1307714" y="123412"/>
                  <a:pt x="1307714" y="87886"/>
                </a:cubicBezTo>
                <a:cubicBezTo>
                  <a:pt x="1307714" y="52589"/>
                  <a:pt x="1325934" y="23436"/>
                  <a:pt x="1353036" y="23436"/>
                </a:cubicBezTo>
                <a:cubicBezTo>
                  <a:pt x="1384465" y="23436"/>
                  <a:pt x="1394713" y="41201"/>
                  <a:pt x="1400635" y="60787"/>
                </a:cubicBezTo>
                <a:cubicBezTo>
                  <a:pt x="1403366" y="61697"/>
                  <a:pt x="1407922" y="61013"/>
                  <a:pt x="1410428" y="59647"/>
                </a:cubicBezTo>
                <a:cubicBezTo>
                  <a:pt x="1409288" y="47807"/>
                  <a:pt x="1407467" y="36875"/>
                  <a:pt x="1405417" y="24350"/>
                </a:cubicBezTo>
                <a:cubicBezTo>
                  <a:pt x="1393803" y="23210"/>
                  <a:pt x="1383555" y="14099"/>
                  <a:pt x="1355542" y="14099"/>
                </a:cubicBezTo>
                <a:cubicBezTo>
                  <a:pt x="1310904" y="14099"/>
                  <a:pt x="1273324" y="42112"/>
                  <a:pt x="1273324" y="92212"/>
                </a:cubicBezTo>
                <a:cubicBezTo>
                  <a:pt x="1273324" y="113619"/>
                  <a:pt x="1282661" y="138671"/>
                  <a:pt x="1300882" y="151880"/>
                </a:cubicBezTo>
                <a:cubicBezTo>
                  <a:pt x="1315460" y="162354"/>
                  <a:pt x="1333221" y="166226"/>
                  <a:pt x="1355312" y="166226"/>
                </a:cubicBezTo>
                <a:close/>
                <a:moveTo>
                  <a:pt x="1448461" y="135075"/>
                </a:moveTo>
                <a:cubicBezTo>
                  <a:pt x="1448461" y="153972"/>
                  <a:pt x="1444819" y="156023"/>
                  <a:pt x="1430925" y="156704"/>
                </a:cubicBezTo>
                <a:cubicBezTo>
                  <a:pt x="1429560" y="158069"/>
                  <a:pt x="1429560" y="163081"/>
                  <a:pt x="1430925" y="164446"/>
                </a:cubicBezTo>
                <a:cubicBezTo>
                  <a:pt x="1440489" y="164220"/>
                  <a:pt x="1450737" y="163991"/>
                  <a:pt x="1463265" y="163991"/>
                </a:cubicBezTo>
                <a:cubicBezTo>
                  <a:pt x="1475789" y="163991"/>
                  <a:pt x="1485812" y="164220"/>
                  <a:pt x="1495604" y="164446"/>
                </a:cubicBezTo>
                <a:cubicBezTo>
                  <a:pt x="1496970" y="163081"/>
                  <a:pt x="1496970" y="158069"/>
                  <a:pt x="1495604" y="156704"/>
                </a:cubicBezTo>
                <a:cubicBezTo>
                  <a:pt x="1481711" y="156023"/>
                  <a:pt x="1478069" y="153972"/>
                  <a:pt x="1478069" y="135075"/>
                </a:cubicBezTo>
                <a:lnTo>
                  <a:pt x="1478069" y="31252"/>
                </a:lnTo>
                <a:cubicBezTo>
                  <a:pt x="1478069" y="16451"/>
                  <a:pt x="1478750" y="7982"/>
                  <a:pt x="1478750" y="7982"/>
                </a:cubicBezTo>
                <a:cubicBezTo>
                  <a:pt x="1478750" y="5904"/>
                  <a:pt x="1477159" y="4980"/>
                  <a:pt x="1475108" y="4980"/>
                </a:cubicBezTo>
                <a:cubicBezTo>
                  <a:pt x="1466681" y="7753"/>
                  <a:pt x="1448461" y="10293"/>
                  <a:pt x="1432291" y="10985"/>
                </a:cubicBezTo>
                <a:cubicBezTo>
                  <a:pt x="1431607" y="13720"/>
                  <a:pt x="1431836" y="16225"/>
                  <a:pt x="1432976" y="18276"/>
                </a:cubicBezTo>
                <a:cubicBezTo>
                  <a:pt x="1447321" y="19412"/>
                  <a:pt x="1448461" y="19641"/>
                  <a:pt x="1448461" y="35349"/>
                </a:cubicBezTo>
                <a:lnTo>
                  <a:pt x="1448461" y="135075"/>
                </a:lnTo>
                <a:close/>
                <a:moveTo>
                  <a:pt x="1566890" y="152791"/>
                </a:moveTo>
                <a:cubicBezTo>
                  <a:pt x="1568482" y="162128"/>
                  <a:pt x="1574633" y="166226"/>
                  <a:pt x="1584651" y="166226"/>
                </a:cubicBezTo>
                <a:cubicBezTo>
                  <a:pt x="1597179" y="166226"/>
                  <a:pt x="1606062" y="161444"/>
                  <a:pt x="1614489" y="153472"/>
                </a:cubicBezTo>
                <a:cubicBezTo>
                  <a:pt x="1614033" y="150740"/>
                  <a:pt x="1613120" y="148919"/>
                  <a:pt x="1610388" y="147095"/>
                </a:cubicBezTo>
                <a:cubicBezTo>
                  <a:pt x="1607427" y="149375"/>
                  <a:pt x="1605151" y="150285"/>
                  <a:pt x="1600825" y="150285"/>
                </a:cubicBezTo>
                <a:cubicBezTo>
                  <a:pt x="1595813" y="150285"/>
                  <a:pt x="1594448" y="146184"/>
                  <a:pt x="1594448" y="135022"/>
                </a:cubicBezTo>
                <a:lnTo>
                  <a:pt x="1594903" y="102217"/>
                </a:lnTo>
                <a:cubicBezTo>
                  <a:pt x="1594903" y="69412"/>
                  <a:pt x="1574633" y="62806"/>
                  <a:pt x="1555957" y="62806"/>
                </a:cubicBezTo>
                <a:cubicBezTo>
                  <a:pt x="1539332" y="62806"/>
                  <a:pt x="1513825" y="72373"/>
                  <a:pt x="1513825" y="87410"/>
                </a:cubicBezTo>
                <a:cubicBezTo>
                  <a:pt x="1513825" y="93787"/>
                  <a:pt x="1516556" y="98798"/>
                  <a:pt x="1525439" y="98798"/>
                </a:cubicBezTo>
                <a:cubicBezTo>
                  <a:pt x="1533637" y="98798"/>
                  <a:pt x="1539558" y="93787"/>
                  <a:pt x="1539558" y="88320"/>
                </a:cubicBezTo>
                <a:cubicBezTo>
                  <a:pt x="1539558" y="85359"/>
                  <a:pt x="1537967" y="81485"/>
                  <a:pt x="1538648" y="77613"/>
                </a:cubicBezTo>
                <a:cubicBezTo>
                  <a:pt x="1538877" y="75108"/>
                  <a:pt x="1540698" y="72373"/>
                  <a:pt x="1548215" y="72373"/>
                </a:cubicBezTo>
                <a:cubicBezTo>
                  <a:pt x="1557778" y="72373"/>
                  <a:pt x="1565750" y="76474"/>
                  <a:pt x="1565750" y="105407"/>
                </a:cubicBezTo>
                <a:lnTo>
                  <a:pt x="1550491" y="110189"/>
                </a:lnTo>
                <a:cubicBezTo>
                  <a:pt x="1526579" y="117706"/>
                  <a:pt x="1509724" y="124316"/>
                  <a:pt x="1509724" y="142310"/>
                </a:cubicBezTo>
                <a:cubicBezTo>
                  <a:pt x="1509724" y="158028"/>
                  <a:pt x="1518377" y="166226"/>
                  <a:pt x="1538192" y="166226"/>
                </a:cubicBezTo>
                <a:cubicBezTo>
                  <a:pt x="1544799" y="166226"/>
                  <a:pt x="1558008" y="158938"/>
                  <a:pt x="1565521" y="153017"/>
                </a:cubicBezTo>
                <a:lnTo>
                  <a:pt x="1566890" y="152791"/>
                </a:lnTo>
                <a:moveTo>
                  <a:pt x="1565750" y="114290"/>
                </a:moveTo>
                <a:lnTo>
                  <a:pt x="1565750" y="144360"/>
                </a:lnTo>
                <a:cubicBezTo>
                  <a:pt x="1560058" y="148916"/>
                  <a:pt x="1554362" y="152561"/>
                  <a:pt x="1550265" y="152561"/>
                </a:cubicBezTo>
                <a:cubicBezTo>
                  <a:pt x="1540469" y="152561"/>
                  <a:pt x="1537053" y="145955"/>
                  <a:pt x="1537053" y="138894"/>
                </a:cubicBezTo>
                <a:cubicBezTo>
                  <a:pt x="1537053" y="130467"/>
                  <a:pt x="1537737" y="123402"/>
                  <a:pt x="1553907" y="118165"/>
                </a:cubicBezTo>
                <a:lnTo>
                  <a:pt x="1565750" y="114290"/>
                </a:lnTo>
                <a:close/>
                <a:moveTo>
                  <a:pt x="1666870" y="136190"/>
                </a:moveTo>
                <a:lnTo>
                  <a:pt x="1666870" y="90829"/>
                </a:lnTo>
                <a:lnTo>
                  <a:pt x="1666870" y="90374"/>
                </a:lnTo>
                <a:cubicBezTo>
                  <a:pt x="1675978" y="84220"/>
                  <a:pt x="1685090" y="79660"/>
                  <a:pt x="1689187" y="79660"/>
                </a:cubicBezTo>
                <a:cubicBezTo>
                  <a:pt x="1698299" y="79660"/>
                  <a:pt x="1705131" y="83764"/>
                  <a:pt x="1705131" y="96758"/>
                </a:cubicBezTo>
                <a:lnTo>
                  <a:pt x="1705131" y="134821"/>
                </a:lnTo>
                <a:cubicBezTo>
                  <a:pt x="1705131" y="153969"/>
                  <a:pt x="1701486" y="156019"/>
                  <a:pt x="1692148" y="156704"/>
                </a:cubicBezTo>
                <a:cubicBezTo>
                  <a:pt x="1690782" y="158069"/>
                  <a:pt x="1690782" y="163081"/>
                  <a:pt x="1692148" y="164446"/>
                </a:cubicBezTo>
                <a:cubicBezTo>
                  <a:pt x="1701715" y="164220"/>
                  <a:pt x="1709002" y="163991"/>
                  <a:pt x="1719935" y="163991"/>
                </a:cubicBezTo>
                <a:cubicBezTo>
                  <a:pt x="1732459" y="163991"/>
                  <a:pt x="1742482" y="164220"/>
                  <a:pt x="1752275" y="164446"/>
                </a:cubicBezTo>
                <a:cubicBezTo>
                  <a:pt x="1753640" y="163081"/>
                  <a:pt x="1753640" y="158069"/>
                  <a:pt x="1752275" y="156704"/>
                </a:cubicBezTo>
                <a:cubicBezTo>
                  <a:pt x="1738381" y="156019"/>
                  <a:pt x="1734739" y="153969"/>
                  <a:pt x="1734739" y="134821"/>
                </a:cubicBezTo>
                <a:lnTo>
                  <a:pt x="1734739" y="99263"/>
                </a:lnTo>
                <a:cubicBezTo>
                  <a:pt x="1734739" y="74194"/>
                  <a:pt x="1724032" y="62806"/>
                  <a:pt x="1704446" y="62806"/>
                </a:cubicBezTo>
                <a:cubicBezTo>
                  <a:pt x="1695338" y="62806"/>
                  <a:pt x="1679168" y="72828"/>
                  <a:pt x="1666641" y="81485"/>
                </a:cubicBezTo>
                <a:cubicBezTo>
                  <a:pt x="1665960" y="73513"/>
                  <a:pt x="1665046" y="66681"/>
                  <a:pt x="1665046" y="66681"/>
                </a:cubicBezTo>
                <a:cubicBezTo>
                  <a:pt x="1664820" y="63946"/>
                  <a:pt x="1662999" y="62806"/>
                  <a:pt x="1659809" y="62806"/>
                </a:cubicBezTo>
                <a:cubicBezTo>
                  <a:pt x="1651381" y="65131"/>
                  <a:pt x="1637717" y="68321"/>
                  <a:pt x="1622003" y="70368"/>
                </a:cubicBezTo>
                <a:cubicBezTo>
                  <a:pt x="1621547" y="71737"/>
                  <a:pt x="1622003" y="76289"/>
                  <a:pt x="1622458" y="77659"/>
                </a:cubicBezTo>
                <a:cubicBezTo>
                  <a:pt x="1634986" y="78798"/>
                  <a:pt x="1637262" y="80619"/>
                  <a:pt x="1637262" y="93602"/>
                </a:cubicBezTo>
                <a:lnTo>
                  <a:pt x="1637262" y="136204"/>
                </a:lnTo>
                <a:cubicBezTo>
                  <a:pt x="1637262" y="155109"/>
                  <a:pt x="1634756" y="155567"/>
                  <a:pt x="1620863" y="156704"/>
                </a:cubicBezTo>
                <a:cubicBezTo>
                  <a:pt x="1619497" y="158069"/>
                  <a:pt x="1619497" y="163081"/>
                  <a:pt x="1620863" y="164446"/>
                </a:cubicBezTo>
                <a:cubicBezTo>
                  <a:pt x="1630430" y="164220"/>
                  <a:pt x="1639993" y="163991"/>
                  <a:pt x="1652066" y="163991"/>
                </a:cubicBezTo>
                <a:cubicBezTo>
                  <a:pt x="1662543" y="163991"/>
                  <a:pt x="1668920" y="164220"/>
                  <a:pt x="1678713" y="164446"/>
                </a:cubicBezTo>
                <a:cubicBezTo>
                  <a:pt x="1680079" y="163081"/>
                  <a:pt x="1680079" y="158069"/>
                  <a:pt x="1678713" y="156704"/>
                </a:cubicBezTo>
                <a:cubicBezTo>
                  <a:pt x="1669146" y="155793"/>
                  <a:pt x="1666870" y="155109"/>
                  <a:pt x="1666870" y="136190"/>
                </a:cubicBezTo>
                <a:close/>
                <a:moveTo>
                  <a:pt x="1821281" y="98412"/>
                </a:moveTo>
                <a:cubicBezTo>
                  <a:pt x="1821281" y="120340"/>
                  <a:pt x="1814904" y="123078"/>
                  <a:pt x="1808982" y="123078"/>
                </a:cubicBezTo>
                <a:cubicBezTo>
                  <a:pt x="1794863" y="123078"/>
                  <a:pt x="1793038" y="106179"/>
                  <a:pt x="1793038" y="94530"/>
                </a:cubicBezTo>
                <a:cubicBezTo>
                  <a:pt x="1793038" y="77627"/>
                  <a:pt x="1797139" y="71462"/>
                  <a:pt x="1806021" y="71462"/>
                </a:cubicBezTo>
                <a:cubicBezTo>
                  <a:pt x="1816725" y="71462"/>
                  <a:pt x="1821281" y="80369"/>
                  <a:pt x="1821281" y="98412"/>
                </a:cubicBezTo>
                <a:moveTo>
                  <a:pt x="1795089" y="169784"/>
                </a:moveTo>
                <a:cubicBezTo>
                  <a:pt x="1812628" y="169784"/>
                  <a:pt x="1846333" y="170469"/>
                  <a:pt x="1846333" y="182531"/>
                </a:cubicBezTo>
                <a:cubicBezTo>
                  <a:pt x="1846333" y="190725"/>
                  <a:pt x="1842687" y="200056"/>
                  <a:pt x="1835174" y="204153"/>
                </a:cubicBezTo>
                <a:cubicBezTo>
                  <a:pt x="1828113" y="208250"/>
                  <a:pt x="1816499" y="208705"/>
                  <a:pt x="1807842" y="208705"/>
                </a:cubicBezTo>
                <a:cubicBezTo>
                  <a:pt x="1792812" y="208705"/>
                  <a:pt x="1782564" y="197554"/>
                  <a:pt x="1782564" y="185947"/>
                </a:cubicBezTo>
                <a:cubicBezTo>
                  <a:pt x="1782564" y="178208"/>
                  <a:pt x="1782564" y="172971"/>
                  <a:pt x="1785070" y="168418"/>
                </a:cubicBezTo>
                <a:cubicBezTo>
                  <a:pt x="1787346" y="169329"/>
                  <a:pt x="1790307" y="169784"/>
                  <a:pt x="1795089" y="169784"/>
                </a:cubicBezTo>
                <a:moveTo>
                  <a:pt x="1861592" y="74204"/>
                </a:moveTo>
                <a:cubicBezTo>
                  <a:pt x="1867969" y="74204"/>
                  <a:pt x="1871611" y="71462"/>
                  <a:pt x="1871611" y="63035"/>
                </a:cubicBezTo>
                <a:cubicBezTo>
                  <a:pt x="1871611" y="58709"/>
                  <a:pt x="1865693" y="52103"/>
                  <a:pt x="1857036" y="52103"/>
                </a:cubicBezTo>
                <a:cubicBezTo>
                  <a:pt x="1847017" y="52103"/>
                  <a:pt x="1833805" y="59619"/>
                  <a:pt x="1827202" y="65541"/>
                </a:cubicBezTo>
                <a:cubicBezTo>
                  <a:pt x="1823102" y="63265"/>
                  <a:pt x="1818320" y="62806"/>
                  <a:pt x="1808072" y="62806"/>
                </a:cubicBezTo>
                <a:cubicBezTo>
                  <a:pt x="1798279" y="62806"/>
                  <a:pt x="1788712" y="65086"/>
                  <a:pt x="1781199" y="70097"/>
                </a:cubicBezTo>
                <a:cubicBezTo>
                  <a:pt x="1771861" y="76029"/>
                  <a:pt x="1765710" y="84939"/>
                  <a:pt x="1765710" y="96588"/>
                </a:cubicBezTo>
                <a:cubicBezTo>
                  <a:pt x="1765710" y="107777"/>
                  <a:pt x="1772316" y="119881"/>
                  <a:pt x="1783245" y="125813"/>
                </a:cubicBezTo>
                <a:cubicBezTo>
                  <a:pt x="1776187" y="131964"/>
                  <a:pt x="1765255" y="144047"/>
                  <a:pt x="1765255" y="148607"/>
                </a:cubicBezTo>
                <a:cubicBezTo>
                  <a:pt x="1765255" y="152933"/>
                  <a:pt x="1765939" y="155665"/>
                  <a:pt x="1768215" y="159081"/>
                </a:cubicBezTo>
                <a:cubicBezTo>
                  <a:pt x="1770266" y="162271"/>
                  <a:pt x="1772997" y="164092"/>
                  <a:pt x="1777553" y="165458"/>
                </a:cubicBezTo>
                <a:cubicBezTo>
                  <a:pt x="1767760" y="171379"/>
                  <a:pt x="1757738" y="184352"/>
                  <a:pt x="1757738" y="188223"/>
                </a:cubicBezTo>
                <a:cubicBezTo>
                  <a:pt x="1757738" y="196643"/>
                  <a:pt x="1760473" y="206429"/>
                  <a:pt x="1766620" y="210756"/>
                </a:cubicBezTo>
                <a:cubicBezTo>
                  <a:pt x="1775503" y="216903"/>
                  <a:pt x="1790536" y="218269"/>
                  <a:pt x="1801465" y="218269"/>
                </a:cubicBezTo>
                <a:cubicBezTo>
                  <a:pt x="1833124" y="218269"/>
                  <a:pt x="1869335" y="201651"/>
                  <a:pt x="1869335" y="176613"/>
                </a:cubicBezTo>
                <a:cubicBezTo>
                  <a:pt x="1869335" y="171834"/>
                  <a:pt x="1867058" y="162041"/>
                  <a:pt x="1857947" y="155894"/>
                </a:cubicBezTo>
                <a:cubicBezTo>
                  <a:pt x="1849064" y="149972"/>
                  <a:pt x="1814904" y="148377"/>
                  <a:pt x="1798049" y="148377"/>
                </a:cubicBezTo>
                <a:cubicBezTo>
                  <a:pt x="1793952" y="148377"/>
                  <a:pt x="1787801" y="147922"/>
                  <a:pt x="1787801" y="138803"/>
                </a:cubicBezTo>
                <a:cubicBezTo>
                  <a:pt x="1787801" y="135154"/>
                  <a:pt x="1790081" y="131964"/>
                  <a:pt x="1791217" y="129229"/>
                </a:cubicBezTo>
                <a:cubicBezTo>
                  <a:pt x="1795999" y="131506"/>
                  <a:pt x="1800784" y="131735"/>
                  <a:pt x="1807842" y="131735"/>
                </a:cubicBezTo>
                <a:cubicBezTo>
                  <a:pt x="1819460" y="131735"/>
                  <a:pt x="1830163" y="128774"/>
                  <a:pt x="1837906" y="121939"/>
                </a:cubicBezTo>
                <a:cubicBezTo>
                  <a:pt x="1844512" y="116000"/>
                  <a:pt x="1849064" y="108007"/>
                  <a:pt x="1849064" y="97727"/>
                </a:cubicBezTo>
                <a:cubicBezTo>
                  <a:pt x="1849064" y="84939"/>
                  <a:pt x="1842687" y="76487"/>
                  <a:pt x="1834945" y="70097"/>
                </a:cubicBezTo>
                <a:cubicBezTo>
                  <a:pt x="1836766" y="67817"/>
                  <a:pt x="1844282" y="63720"/>
                  <a:pt x="1846559" y="63720"/>
                </a:cubicBezTo>
                <a:cubicBezTo>
                  <a:pt x="1848609" y="63720"/>
                  <a:pt x="1850204" y="65086"/>
                  <a:pt x="1850889" y="66451"/>
                </a:cubicBezTo>
                <a:cubicBezTo>
                  <a:pt x="1851799" y="69412"/>
                  <a:pt x="1855896" y="74204"/>
                  <a:pt x="1861592" y="74204"/>
                </a:cubicBezTo>
                <a:close/>
                <a:moveTo>
                  <a:pt x="1885050" y="150740"/>
                </a:moveTo>
                <a:cubicBezTo>
                  <a:pt x="1885050" y="159393"/>
                  <a:pt x="1892338" y="166226"/>
                  <a:pt x="1901446" y="166226"/>
                </a:cubicBezTo>
                <a:cubicBezTo>
                  <a:pt x="1910558" y="166226"/>
                  <a:pt x="1918300" y="158938"/>
                  <a:pt x="1918300" y="150285"/>
                </a:cubicBezTo>
                <a:cubicBezTo>
                  <a:pt x="1918300" y="141403"/>
                  <a:pt x="1911013" y="134571"/>
                  <a:pt x="1901901" y="134571"/>
                </a:cubicBezTo>
                <a:cubicBezTo>
                  <a:pt x="1892793" y="134571"/>
                  <a:pt x="1885050" y="141858"/>
                  <a:pt x="1885050" y="1507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D8B76-4F32-4A51-97BA-951EA7BB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135" y="2828255"/>
            <a:ext cx="3232532" cy="1930540"/>
          </a:xfrm>
          <a:custGeom xmlns:a="http://schemas.openxmlformats.org/drawingml/2006/main">
            <a:pathLst>
              <a:path w="3232532" h="1930540">
                <a:moveTo>
                  <a:pt x="0" y="0"/>
                </a:moveTo>
                <a:lnTo>
                  <a:pt x="3232532" y="0"/>
                </a:lnTo>
                <a:lnTo>
                  <a:pt x="3232532" y="1930540"/>
                </a:lnTo>
                <a:lnTo>
                  <a:pt x="0" y="19305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75E51-3D74-4898-845E-B55E4C2A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135" y="2828255"/>
            <a:ext cx="3232532" cy="1930540"/>
          </a:xfrm>
          <a:custGeom xmlns:a="http://schemas.openxmlformats.org/drawingml/2006/main">
            <a:pathLst>
              <a:path w="3232532" h="1930540">
                <a:moveTo>
                  <a:pt x="0" y="0"/>
                </a:moveTo>
                <a:lnTo>
                  <a:pt x="3232532" y="0"/>
                </a:lnTo>
                <a:lnTo>
                  <a:pt x="3232532" y="1930540"/>
                </a:lnTo>
                <a:lnTo>
                  <a:pt x="0" y="19305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3B6DB-6250-4ED2-93E7-CD6AC283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135" y="2828255"/>
            <a:ext cx="3232532" cy="1930540"/>
          </a:xfrm>
          <a:custGeom xmlns:a="http://schemas.openxmlformats.org/drawingml/2006/main">
            <a:pathLst>
              <a:path w="3232532" h="1930540" fill="none">
                <a:moveTo>
                  <a:pt x="0" y="0"/>
                </a:moveTo>
                <a:lnTo>
                  <a:pt x="3232532" y="0"/>
                </a:lnTo>
                <a:lnTo>
                  <a:pt x="3232532" y="1930540"/>
                </a:lnTo>
                <a:lnTo>
                  <a:pt x="0" y="19305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952" cap="rnd">
            <a:solidFill>
              <a:srgbClr val="FFFFFF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A2AEF-6733-4E2E-AC60-284B1517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92" y="2951270"/>
            <a:ext cx="2432727" cy="1175564"/>
          </a:xfrm>
          <a:custGeom xmlns:a="http://schemas.openxmlformats.org/drawingml/2006/main">
            <a:pathLst>
              <a:path w="2432727" h="1175564">
                <a:moveTo>
                  <a:pt x="2432727" y="1175564"/>
                </a:moveTo>
                <a:lnTo>
                  <a:pt x="2432727" y="0"/>
                </a:lnTo>
                <a:lnTo>
                  <a:pt x="0" y="0"/>
                </a:lnTo>
                <a:lnTo>
                  <a:pt x="0" y="1175564"/>
                </a:lnTo>
                <a:lnTo>
                  <a:pt x="2432727" y="117556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F3B20C-18FA-436F-8E12-3F9EDAC6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92" y="4073430"/>
            <a:ext cx="2432660" cy="10"/>
          </a:xfrm>
          <a:custGeom xmlns:a="http://schemas.openxmlformats.org/drawingml/2006/main">
            <a:pathLst>
              <a:path w="2432660" h="1" fill="none">
                <a:moveTo>
                  <a:pt x="0" y="0"/>
                </a:moveTo>
                <a:lnTo>
                  <a:pt x="2432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5C3BC-D5F8-40A7-B835-6086FADC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92" y="3848949"/>
            <a:ext cx="2432660" cy="10"/>
          </a:xfrm>
          <a:custGeom xmlns:a="http://schemas.openxmlformats.org/drawingml/2006/main">
            <a:pathLst>
              <a:path w="2432660" h="1" fill="none">
                <a:moveTo>
                  <a:pt x="0" y="0"/>
                </a:moveTo>
                <a:lnTo>
                  <a:pt x="2432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E785D-6EB2-4E93-8966-3A2899BC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92" y="3624378"/>
            <a:ext cx="2432660" cy="10"/>
          </a:xfrm>
          <a:custGeom xmlns:a="http://schemas.openxmlformats.org/drawingml/2006/main">
            <a:pathLst>
              <a:path w="2432660" h="1" fill="none">
                <a:moveTo>
                  <a:pt x="0" y="0"/>
                </a:moveTo>
                <a:lnTo>
                  <a:pt x="2432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B22E24-5CD0-4783-8737-90B6B49B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92" y="3399896"/>
            <a:ext cx="2432660" cy="10"/>
          </a:xfrm>
          <a:custGeom xmlns:a="http://schemas.openxmlformats.org/drawingml/2006/main">
            <a:pathLst>
              <a:path w="2432660" h="1" fill="none">
                <a:moveTo>
                  <a:pt x="0" y="0"/>
                </a:moveTo>
                <a:lnTo>
                  <a:pt x="2432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75F00-54E5-4187-8CD2-DFBDCEAD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92" y="3175325"/>
            <a:ext cx="2432660" cy="10"/>
          </a:xfrm>
          <a:custGeom xmlns:a="http://schemas.openxmlformats.org/drawingml/2006/main">
            <a:pathLst>
              <a:path w="2432660" h="1" fill="none">
                <a:moveTo>
                  <a:pt x="0" y="0"/>
                </a:moveTo>
                <a:lnTo>
                  <a:pt x="2432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CAFDF-6B05-4CDA-BE2A-AEF74B55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571" y="2951270"/>
            <a:ext cx="10" cy="1175564"/>
          </a:xfrm>
          <a:custGeom xmlns:a="http://schemas.openxmlformats.org/drawingml/2006/main">
            <a:pathLst>
              <a:path w="1" h="1175564" fill="none"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B0921-C6C6-44FE-8937-CD41CC9C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867" y="2951270"/>
            <a:ext cx="10" cy="1175564"/>
          </a:xfrm>
          <a:custGeom xmlns:a="http://schemas.openxmlformats.org/drawingml/2006/main">
            <a:pathLst>
              <a:path w="1" h="1175564" fill="none"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1DEA5-D8DE-489D-9470-EAEAC9B0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162" y="2951270"/>
            <a:ext cx="10" cy="1175564"/>
          </a:xfrm>
          <a:custGeom xmlns:a="http://schemas.openxmlformats.org/drawingml/2006/main">
            <a:pathLst>
              <a:path w="1" h="1175564" fill="none"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38F23-E40A-47F6-A611-20465B44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480" y="2951270"/>
            <a:ext cx="10" cy="1175564"/>
          </a:xfrm>
          <a:custGeom xmlns:a="http://schemas.openxmlformats.org/drawingml/2006/main">
            <a:pathLst>
              <a:path w="1" h="1175564" fill="none"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3999E-E7D6-4DA2-B006-4EF2833B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776" y="2951270"/>
            <a:ext cx="10" cy="1175564"/>
          </a:xfrm>
          <a:custGeom xmlns:a="http://schemas.openxmlformats.org/drawingml/2006/main">
            <a:pathLst>
              <a:path w="1" h="1175564" fill="none"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0F5DC-4711-4DE7-B835-E239894B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72" y="2951270"/>
            <a:ext cx="10" cy="1175564"/>
          </a:xfrm>
          <a:custGeom xmlns:a="http://schemas.openxmlformats.org/drawingml/2006/main">
            <a:pathLst>
              <a:path w="1" h="1175564" fill="none"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BEBEB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2A149-754D-480A-8FA5-8A669FEB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571" y="3004675"/>
            <a:ext cx="2211501" cy="1068756"/>
          </a:xfrm>
          <a:custGeom xmlns:a="http://schemas.openxmlformats.org/drawingml/2006/main">
            <a:pathLst>
              <a:path w="2211501" h="1068756" fill="none">
                <a:moveTo>
                  <a:pt x="0" y="1068756"/>
                </a:moveTo>
                <a:lnTo>
                  <a:pt x="44200" y="4490"/>
                </a:lnTo>
                <a:lnTo>
                  <a:pt x="88401" y="0"/>
                </a:lnTo>
                <a:lnTo>
                  <a:pt x="2211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4DAF4A"/>
            </a:solidFill>
            <a:round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8A6EA-1E4C-4C1D-9BC3-0C231371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571" y="3588416"/>
            <a:ext cx="2211501" cy="485014"/>
          </a:xfrm>
          <a:custGeom xmlns:a="http://schemas.openxmlformats.org/drawingml/2006/main">
            <a:pathLst>
              <a:path w="2211501" h="485014" fill="none">
                <a:moveTo>
                  <a:pt x="0" y="485014"/>
                </a:moveTo>
                <a:lnTo>
                  <a:pt x="44200" y="13514"/>
                </a:lnTo>
                <a:lnTo>
                  <a:pt x="88401" y="9047"/>
                </a:lnTo>
                <a:lnTo>
                  <a:pt x="132668" y="4557"/>
                </a:lnTo>
                <a:lnTo>
                  <a:pt x="176869" y="0"/>
                </a:lnTo>
                <a:lnTo>
                  <a:pt x="2211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77EB8"/>
            </a:solidFill>
            <a:custDash>
              <a:ds d="100000" sp="100000"/>
            </a:custDash>
            <a:round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3790F-852C-4A30-81C0-D660EE2D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571" y="3583949"/>
            <a:ext cx="2211501" cy="489482"/>
          </a:xfrm>
          <a:custGeom xmlns:a="http://schemas.openxmlformats.org/drawingml/2006/main">
            <a:pathLst>
              <a:path w="2211501" h="489482" fill="none">
                <a:moveTo>
                  <a:pt x="0" y="489482"/>
                </a:moveTo>
                <a:lnTo>
                  <a:pt x="44200" y="0"/>
                </a:lnTo>
                <a:lnTo>
                  <a:pt x="2211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41A1C"/>
            </a:solidFill>
            <a:custDash>
              <a:ds d="200000" sp="100000"/>
            </a:custDash>
            <a:round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0F246-B188-49DD-AF50-E97A6B23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571" y="3453727"/>
            <a:ext cx="2211501" cy="619703"/>
          </a:xfrm>
          <a:custGeom xmlns:a="http://schemas.openxmlformats.org/drawingml/2006/main">
            <a:pathLst>
              <a:path w="2211501" h="619703" fill="none">
                <a:moveTo>
                  <a:pt x="0" y="619703"/>
                </a:moveTo>
                <a:lnTo>
                  <a:pt x="44200" y="0"/>
                </a:lnTo>
                <a:lnTo>
                  <a:pt x="2211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FFA500"/>
            </a:solidFill>
            <a:custDash>
              <a:ds d="700000" sp="300000"/>
            </a:custDash>
            <a:round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AF329-96E7-41DC-845E-70304854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992" y="2951270"/>
            <a:ext cx="2432727" cy="1175564"/>
          </a:xfrm>
          <a:custGeom xmlns:a="http://schemas.openxmlformats.org/drawingml/2006/main">
            <a:pathLst>
              <a:path w="2432727" h="1175564" fill="none">
                <a:moveTo>
                  <a:pt x="2432727" y="0"/>
                </a:moveTo>
                <a:lnTo>
                  <a:pt x="2432727" y="1175564"/>
                </a:lnTo>
                <a:moveTo>
                  <a:pt x="2432727" y="1175564"/>
                </a:moveTo>
                <a:lnTo>
                  <a:pt x="0" y="1175564"/>
                </a:lnTo>
                <a:moveTo>
                  <a:pt x="0" y="117556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rnd">
            <a:solidFill>
              <a:srgbClr val="333333"/>
            </a:solidFill>
            <a:round/>
          </a:ln>
        </p:spPr>
      </p:sp>
      <p:sp>
        <p:nvSpPr>
          <p:cNvPr id="224" name="Text 0">
            <a:extLst xmlns:a="http://schemas.openxmlformats.org/drawingml/2006/main">
              <a:ext uri="{FF2B5EF4-FFF2-40B4-BE49-F238E27FC236}">
                <a16:creationId xmlns:a16="http://schemas.microsoft.com/office/drawing/2014/main" id="{223A6D42-D7BC-4A3D-97D3-E3F4A6B4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1697" y="4018160"/>
            <a:ext cx="62494" cy="100490"/>
          </a:xfrm>
          <a:custGeom xmlns:a="http://schemas.openxmlformats.org/drawingml/2006/main">
            <a:pathLst>
              <a:path w="62494" h="100490">
                <a:moveTo>
                  <a:pt x="31247" y="0"/>
                </a:moveTo>
                <a:cubicBezTo>
                  <a:pt x="22358" y="0"/>
                  <a:pt x="14275" y="4043"/>
                  <a:pt x="9294" y="10642"/>
                </a:cubicBezTo>
                <a:cubicBezTo>
                  <a:pt x="3097" y="19263"/>
                  <a:pt x="0" y="32195"/>
                  <a:pt x="0" y="50247"/>
                </a:cubicBezTo>
                <a:cubicBezTo>
                  <a:pt x="0" y="83116"/>
                  <a:pt x="10773" y="100490"/>
                  <a:pt x="31247" y="100490"/>
                </a:cubicBezTo>
                <a:cubicBezTo>
                  <a:pt x="51450" y="100490"/>
                  <a:pt x="62494" y="83116"/>
                  <a:pt x="62494" y="51055"/>
                </a:cubicBezTo>
                <a:cubicBezTo>
                  <a:pt x="62494" y="32195"/>
                  <a:pt x="59533" y="19533"/>
                  <a:pt x="53201" y="10642"/>
                </a:cubicBezTo>
                <a:cubicBezTo>
                  <a:pt x="48217" y="3907"/>
                  <a:pt x="40271" y="0"/>
                  <a:pt x="31247" y="0"/>
                </a:cubicBezTo>
                <a:moveTo>
                  <a:pt x="31247" y="10506"/>
                </a:moveTo>
                <a:cubicBezTo>
                  <a:pt x="44043" y="10506"/>
                  <a:pt x="50373" y="23575"/>
                  <a:pt x="50373" y="49978"/>
                </a:cubicBezTo>
                <a:cubicBezTo>
                  <a:pt x="50373" y="77727"/>
                  <a:pt x="44176" y="90658"/>
                  <a:pt x="30978" y="90658"/>
                </a:cubicBezTo>
                <a:cubicBezTo>
                  <a:pt x="18451" y="90658"/>
                  <a:pt x="12122" y="77189"/>
                  <a:pt x="12122" y="50381"/>
                </a:cubicBezTo>
                <a:cubicBezTo>
                  <a:pt x="12122" y="23575"/>
                  <a:pt x="18451" y="10506"/>
                  <a:pt x="31247" y="1050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50">
            <a:extLst xmlns:a="http://schemas.openxmlformats.org/drawingml/2006/main">
              <a:ext uri="{FF2B5EF4-FFF2-40B4-BE49-F238E27FC236}">
                <a16:creationId xmlns:a16="http://schemas.microsoft.com/office/drawing/2014/main" id="{2F1547AC-1311-4725-B00A-365DA57E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273" y="3793678"/>
            <a:ext cx="130918" cy="100490"/>
          </a:xfrm>
          <a:custGeom xmlns:a="http://schemas.openxmlformats.org/drawingml/2006/main">
            <a:pathLst>
              <a:path w="130918" h="100490">
                <a:moveTo>
                  <a:pt x="59399" y="1841"/>
                </a:moveTo>
                <a:lnTo>
                  <a:pt x="10101" y="1841"/>
                </a:lnTo>
                <a:lnTo>
                  <a:pt x="2964" y="53864"/>
                </a:lnTo>
                <a:lnTo>
                  <a:pt x="13873" y="53864"/>
                </a:lnTo>
                <a:cubicBezTo>
                  <a:pt x="19395" y="47259"/>
                  <a:pt x="23976" y="44968"/>
                  <a:pt x="31518" y="44968"/>
                </a:cubicBezTo>
                <a:cubicBezTo>
                  <a:pt x="44314" y="44968"/>
                  <a:pt x="52259" y="53729"/>
                  <a:pt x="52259" y="67881"/>
                </a:cubicBezTo>
                <a:cubicBezTo>
                  <a:pt x="52259" y="81630"/>
                  <a:pt x="44314" y="89986"/>
                  <a:pt x="31383" y="89986"/>
                </a:cubicBezTo>
                <a:cubicBezTo>
                  <a:pt x="21012" y="89986"/>
                  <a:pt x="14682" y="84729"/>
                  <a:pt x="11852" y="73946"/>
                </a:cubicBezTo>
                <a:lnTo>
                  <a:pt x="0" y="73946"/>
                </a:lnTo>
                <a:cubicBezTo>
                  <a:pt x="1617" y="81764"/>
                  <a:pt x="2964" y="85537"/>
                  <a:pt x="5792" y="89043"/>
                </a:cubicBezTo>
                <a:cubicBezTo>
                  <a:pt x="11180" y="96316"/>
                  <a:pt x="20877" y="100490"/>
                  <a:pt x="31652" y="100490"/>
                </a:cubicBezTo>
                <a:cubicBezTo>
                  <a:pt x="50913" y="100490"/>
                  <a:pt x="64383" y="86482"/>
                  <a:pt x="64383" y="66263"/>
                </a:cubicBezTo>
                <a:cubicBezTo>
                  <a:pt x="64383" y="47395"/>
                  <a:pt x="51857" y="34461"/>
                  <a:pt x="33539" y="34461"/>
                </a:cubicBezTo>
                <a:cubicBezTo>
                  <a:pt x="26804" y="34461"/>
                  <a:pt x="21417" y="36212"/>
                  <a:pt x="15895" y="40255"/>
                </a:cubicBezTo>
                <a:lnTo>
                  <a:pt x="19666" y="13560"/>
                </a:lnTo>
                <a:lnTo>
                  <a:pt x="59399" y="13560"/>
                </a:lnTo>
                <a:lnTo>
                  <a:pt x="59399" y="1841"/>
                </a:lnTo>
                <a:close/>
                <a:moveTo>
                  <a:pt x="99670" y="0"/>
                </a:moveTo>
                <a:cubicBezTo>
                  <a:pt x="90782" y="0"/>
                  <a:pt x="82699" y="4043"/>
                  <a:pt x="77717" y="10642"/>
                </a:cubicBezTo>
                <a:cubicBezTo>
                  <a:pt x="71521" y="19263"/>
                  <a:pt x="68423" y="32195"/>
                  <a:pt x="68423" y="50247"/>
                </a:cubicBezTo>
                <a:cubicBezTo>
                  <a:pt x="68423" y="83116"/>
                  <a:pt x="79197" y="100490"/>
                  <a:pt x="99670" y="100490"/>
                </a:cubicBezTo>
                <a:cubicBezTo>
                  <a:pt x="119873" y="100490"/>
                  <a:pt x="130918" y="83116"/>
                  <a:pt x="130918" y="51055"/>
                </a:cubicBezTo>
                <a:cubicBezTo>
                  <a:pt x="130918" y="32195"/>
                  <a:pt x="127956" y="19533"/>
                  <a:pt x="121624" y="10642"/>
                </a:cubicBezTo>
                <a:cubicBezTo>
                  <a:pt x="116640" y="3907"/>
                  <a:pt x="108695" y="0"/>
                  <a:pt x="99670" y="0"/>
                </a:cubicBezTo>
                <a:moveTo>
                  <a:pt x="99670" y="10506"/>
                </a:moveTo>
                <a:cubicBezTo>
                  <a:pt x="112466" y="10506"/>
                  <a:pt x="118796" y="23575"/>
                  <a:pt x="118796" y="49978"/>
                </a:cubicBezTo>
                <a:cubicBezTo>
                  <a:pt x="118796" y="77727"/>
                  <a:pt x="112600" y="90658"/>
                  <a:pt x="99401" y="90658"/>
                </a:cubicBezTo>
                <a:cubicBezTo>
                  <a:pt x="86875" y="90658"/>
                  <a:pt x="80545" y="77189"/>
                  <a:pt x="80545" y="50381"/>
                </a:cubicBezTo>
                <a:cubicBezTo>
                  <a:pt x="80545" y="23575"/>
                  <a:pt x="86875" y="10506"/>
                  <a:pt x="99670" y="1050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100">
            <a:extLst xmlns:a="http://schemas.openxmlformats.org/drawingml/2006/main">
              <a:ext uri="{FF2B5EF4-FFF2-40B4-BE49-F238E27FC236}">
                <a16:creationId xmlns:a16="http://schemas.microsoft.com/office/drawing/2014/main" id="{7C42A3B9-3FC7-41F3-905C-A8A44222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953" y="3569064"/>
            <a:ext cx="189238" cy="100536"/>
          </a:xfrm>
          <a:custGeom xmlns:a="http://schemas.openxmlformats.org/drawingml/2006/main">
            <a:pathLst>
              <a:path w="189238" h="100536">
                <a:moveTo>
                  <a:pt x="21146" y="28014"/>
                </a:moveTo>
                <a:lnTo>
                  <a:pt x="21146" y="97379"/>
                </a:lnTo>
                <a:lnTo>
                  <a:pt x="33000" y="97379"/>
                </a:lnTo>
                <a:lnTo>
                  <a:pt x="33000" y="0"/>
                </a:lnTo>
                <a:lnTo>
                  <a:pt x="25186" y="0"/>
                </a:lnTo>
                <a:cubicBezTo>
                  <a:pt x="21012" y="14949"/>
                  <a:pt x="18318" y="16970"/>
                  <a:pt x="0" y="19395"/>
                </a:cubicBezTo>
                <a:lnTo>
                  <a:pt x="0" y="28014"/>
                </a:lnTo>
                <a:lnTo>
                  <a:pt x="21146" y="28014"/>
                </a:lnTo>
                <a:close/>
                <a:moveTo>
                  <a:pt x="90646" y="45"/>
                </a:moveTo>
                <a:cubicBezTo>
                  <a:pt x="81758" y="45"/>
                  <a:pt x="73675" y="4088"/>
                  <a:pt x="68693" y="10687"/>
                </a:cubicBezTo>
                <a:cubicBezTo>
                  <a:pt x="62497" y="19309"/>
                  <a:pt x="59399" y="32240"/>
                  <a:pt x="59399" y="50293"/>
                </a:cubicBezTo>
                <a:cubicBezTo>
                  <a:pt x="59399" y="83161"/>
                  <a:pt x="70173" y="100536"/>
                  <a:pt x="90646" y="100536"/>
                </a:cubicBezTo>
                <a:cubicBezTo>
                  <a:pt x="110849" y="100536"/>
                  <a:pt x="121894" y="83161"/>
                  <a:pt x="121894" y="51100"/>
                </a:cubicBezTo>
                <a:cubicBezTo>
                  <a:pt x="121894" y="32240"/>
                  <a:pt x="118932" y="19578"/>
                  <a:pt x="112600" y="10687"/>
                </a:cubicBezTo>
                <a:cubicBezTo>
                  <a:pt x="107616" y="3952"/>
                  <a:pt x="99671" y="45"/>
                  <a:pt x="90646" y="45"/>
                </a:cubicBezTo>
                <a:moveTo>
                  <a:pt x="90646" y="10551"/>
                </a:moveTo>
                <a:cubicBezTo>
                  <a:pt x="103442" y="10551"/>
                  <a:pt x="109772" y="23620"/>
                  <a:pt x="109772" y="50023"/>
                </a:cubicBezTo>
                <a:cubicBezTo>
                  <a:pt x="109772" y="77772"/>
                  <a:pt x="103576" y="90704"/>
                  <a:pt x="90377" y="90704"/>
                </a:cubicBezTo>
                <a:cubicBezTo>
                  <a:pt x="77851" y="90704"/>
                  <a:pt x="71521" y="77234"/>
                  <a:pt x="71521" y="50426"/>
                </a:cubicBezTo>
                <a:cubicBezTo>
                  <a:pt x="71521" y="23620"/>
                  <a:pt x="77851" y="10551"/>
                  <a:pt x="90646" y="10551"/>
                </a:cubicBezTo>
                <a:close/>
                <a:moveTo>
                  <a:pt x="157991" y="45"/>
                </a:moveTo>
                <a:cubicBezTo>
                  <a:pt x="149102" y="45"/>
                  <a:pt x="141019" y="4088"/>
                  <a:pt x="136037" y="10687"/>
                </a:cubicBezTo>
                <a:cubicBezTo>
                  <a:pt x="129841" y="19309"/>
                  <a:pt x="126744" y="32240"/>
                  <a:pt x="126744" y="50293"/>
                </a:cubicBezTo>
                <a:cubicBezTo>
                  <a:pt x="126744" y="83161"/>
                  <a:pt x="137517" y="100536"/>
                  <a:pt x="157991" y="100536"/>
                </a:cubicBezTo>
                <a:cubicBezTo>
                  <a:pt x="178193" y="100536"/>
                  <a:pt x="189238" y="83161"/>
                  <a:pt x="189238" y="51100"/>
                </a:cubicBezTo>
                <a:cubicBezTo>
                  <a:pt x="189238" y="32240"/>
                  <a:pt x="186276" y="19578"/>
                  <a:pt x="179944" y="10687"/>
                </a:cubicBezTo>
                <a:cubicBezTo>
                  <a:pt x="174961" y="3952"/>
                  <a:pt x="167015" y="45"/>
                  <a:pt x="157991" y="45"/>
                </a:cubicBezTo>
                <a:moveTo>
                  <a:pt x="157991" y="10551"/>
                </a:moveTo>
                <a:cubicBezTo>
                  <a:pt x="170786" y="10551"/>
                  <a:pt x="177116" y="23620"/>
                  <a:pt x="177116" y="50023"/>
                </a:cubicBezTo>
                <a:cubicBezTo>
                  <a:pt x="177116" y="77772"/>
                  <a:pt x="170920" y="90704"/>
                  <a:pt x="157722" y="90704"/>
                </a:cubicBezTo>
                <a:cubicBezTo>
                  <a:pt x="145195" y="90704"/>
                  <a:pt x="138865" y="77234"/>
                  <a:pt x="138865" y="50426"/>
                </a:cubicBezTo>
                <a:cubicBezTo>
                  <a:pt x="138865" y="23620"/>
                  <a:pt x="145195" y="10551"/>
                  <a:pt x="157991" y="1055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150">
            <a:extLst xmlns:a="http://schemas.openxmlformats.org/drawingml/2006/main">
              <a:ext uri="{FF2B5EF4-FFF2-40B4-BE49-F238E27FC236}">
                <a16:creationId xmlns:a16="http://schemas.microsoft.com/office/drawing/2014/main" id="{A1619980-20A7-428F-9D44-6D89E06A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953" y="3344582"/>
            <a:ext cx="189238" cy="100536"/>
          </a:xfrm>
          <a:custGeom xmlns:a="http://schemas.openxmlformats.org/drawingml/2006/main">
            <a:pathLst>
              <a:path w="189238" h="100536">
                <a:moveTo>
                  <a:pt x="21146" y="28014"/>
                </a:moveTo>
                <a:lnTo>
                  <a:pt x="21146" y="97379"/>
                </a:lnTo>
                <a:lnTo>
                  <a:pt x="33000" y="97379"/>
                </a:lnTo>
                <a:lnTo>
                  <a:pt x="33000" y="0"/>
                </a:lnTo>
                <a:lnTo>
                  <a:pt x="25186" y="0"/>
                </a:lnTo>
                <a:cubicBezTo>
                  <a:pt x="21012" y="14949"/>
                  <a:pt x="18318" y="16970"/>
                  <a:pt x="0" y="19395"/>
                </a:cubicBezTo>
                <a:lnTo>
                  <a:pt x="0" y="28014"/>
                </a:lnTo>
                <a:lnTo>
                  <a:pt x="21146" y="28014"/>
                </a:lnTo>
                <a:close/>
                <a:moveTo>
                  <a:pt x="117719" y="1887"/>
                </a:moveTo>
                <a:lnTo>
                  <a:pt x="68422" y="1887"/>
                </a:lnTo>
                <a:lnTo>
                  <a:pt x="61284" y="53910"/>
                </a:lnTo>
                <a:lnTo>
                  <a:pt x="72193" y="53910"/>
                </a:lnTo>
                <a:cubicBezTo>
                  <a:pt x="77715" y="47304"/>
                  <a:pt x="82296" y="45013"/>
                  <a:pt x="89839" y="45013"/>
                </a:cubicBezTo>
                <a:cubicBezTo>
                  <a:pt x="102634" y="45013"/>
                  <a:pt x="110580" y="53774"/>
                  <a:pt x="110580" y="67926"/>
                </a:cubicBezTo>
                <a:cubicBezTo>
                  <a:pt x="110580" y="81675"/>
                  <a:pt x="102634" y="90032"/>
                  <a:pt x="89703" y="90032"/>
                </a:cubicBezTo>
                <a:cubicBezTo>
                  <a:pt x="79333" y="90032"/>
                  <a:pt x="73003" y="84774"/>
                  <a:pt x="70173" y="73991"/>
                </a:cubicBezTo>
                <a:lnTo>
                  <a:pt x="58320" y="73991"/>
                </a:lnTo>
                <a:cubicBezTo>
                  <a:pt x="59938" y="81809"/>
                  <a:pt x="61284" y="85582"/>
                  <a:pt x="64112" y="89088"/>
                </a:cubicBezTo>
                <a:cubicBezTo>
                  <a:pt x="69501" y="96362"/>
                  <a:pt x="79197" y="100536"/>
                  <a:pt x="89972" y="100536"/>
                </a:cubicBezTo>
                <a:cubicBezTo>
                  <a:pt x="109234" y="100536"/>
                  <a:pt x="122703" y="86528"/>
                  <a:pt x="122703" y="66309"/>
                </a:cubicBezTo>
                <a:cubicBezTo>
                  <a:pt x="122703" y="47440"/>
                  <a:pt x="110177" y="34507"/>
                  <a:pt x="91859" y="34507"/>
                </a:cubicBezTo>
                <a:cubicBezTo>
                  <a:pt x="85124" y="34507"/>
                  <a:pt x="79737" y="36258"/>
                  <a:pt x="74215" y="40300"/>
                </a:cubicBezTo>
                <a:lnTo>
                  <a:pt x="77986" y="13605"/>
                </a:lnTo>
                <a:lnTo>
                  <a:pt x="117719" y="13605"/>
                </a:lnTo>
                <a:lnTo>
                  <a:pt x="117719" y="1887"/>
                </a:lnTo>
                <a:close/>
                <a:moveTo>
                  <a:pt x="157991" y="45"/>
                </a:moveTo>
                <a:cubicBezTo>
                  <a:pt x="149102" y="45"/>
                  <a:pt x="141019" y="4088"/>
                  <a:pt x="136037" y="10687"/>
                </a:cubicBezTo>
                <a:cubicBezTo>
                  <a:pt x="129841" y="19309"/>
                  <a:pt x="126744" y="32240"/>
                  <a:pt x="126744" y="50293"/>
                </a:cubicBezTo>
                <a:cubicBezTo>
                  <a:pt x="126744" y="83161"/>
                  <a:pt x="137517" y="100536"/>
                  <a:pt x="157991" y="100536"/>
                </a:cubicBezTo>
                <a:cubicBezTo>
                  <a:pt x="178193" y="100536"/>
                  <a:pt x="189238" y="83161"/>
                  <a:pt x="189238" y="51100"/>
                </a:cubicBezTo>
                <a:cubicBezTo>
                  <a:pt x="189238" y="32240"/>
                  <a:pt x="186276" y="19578"/>
                  <a:pt x="179944" y="10687"/>
                </a:cubicBezTo>
                <a:cubicBezTo>
                  <a:pt x="174961" y="3952"/>
                  <a:pt x="167015" y="45"/>
                  <a:pt x="157991" y="45"/>
                </a:cubicBezTo>
                <a:moveTo>
                  <a:pt x="157991" y="10551"/>
                </a:moveTo>
                <a:cubicBezTo>
                  <a:pt x="170786" y="10551"/>
                  <a:pt x="177116" y="23620"/>
                  <a:pt x="177116" y="50023"/>
                </a:cubicBezTo>
                <a:cubicBezTo>
                  <a:pt x="177116" y="77772"/>
                  <a:pt x="170920" y="90704"/>
                  <a:pt x="157722" y="90704"/>
                </a:cubicBezTo>
                <a:cubicBezTo>
                  <a:pt x="145195" y="90704"/>
                  <a:pt x="138865" y="77234"/>
                  <a:pt x="138865" y="50426"/>
                </a:cubicBezTo>
                <a:cubicBezTo>
                  <a:pt x="138865" y="23620"/>
                  <a:pt x="145195" y="10551"/>
                  <a:pt x="157991" y="1055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200">
            <a:extLst xmlns:a="http://schemas.openxmlformats.org/drawingml/2006/main">
              <a:ext uri="{FF2B5EF4-FFF2-40B4-BE49-F238E27FC236}">
                <a16:creationId xmlns:a16="http://schemas.microsoft.com/office/drawing/2014/main" id="{BF84386C-0241-49BA-834B-95B4DAE2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795" y="3120058"/>
            <a:ext cx="198396" cy="100490"/>
          </a:xfrm>
          <a:custGeom xmlns:a="http://schemas.openxmlformats.org/drawingml/2006/main">
            <a:pathLst>
              <a:path w="198396" h="100490">
                <a:moveTo>
                  <a:pt x="63573" y="85619"/>
                </a:moveTo>
                <a:lnTo>
                  <a:pt x="13334" y="85619"/>
                </a:lnTo>
                <a:cubicBezTo>
                  <a:pt x="14547" y="77544"/>
                  <a:pt x="18856" y="72429"/>
                  <a:pt x="30573" y="65293"/>
                </a:cubicBezTo>
                <a:lnTo>
                  <a:pt x="44043" y="57755"/>
                </a:lnTo>
                <a:cubicBezTo>
                  <a:pt x="57377" y="50352"/>
                  <a:pt x="64245" y="40391"/>
                  <a:pt x="64245" y="28411"/>
                </a:cubicBezTo>
                <a:cubicBezTo>
                  <a:pt x="64245" y="20334"/>
                  <a:pt x="61014" y="12796"/>
                  <a:pt x="55357" y="7545"/>
                </a:cubicBezTo>
                <a:cubicBezTo>
                  <a:pt x="49701" y="2425"/>
                  <a:pt x="42697" y="0"/>
                  <a:pt x="33672" y="0"/>
                </a:cubicBezTo>
                <a:cubicBezTo>
                  <a:pt x="21551" y="0"/>
                  <a:pt x="12526" y="4312"/>
                  <a:pt x="7273" y="12660"/>
                </a:cubicBezTo>
                <a:cubicBezTo>
                  <a:pt x="3905" y="17775"/>
                  <a:pt x="2423" y="23834"/>
                  <a:pt x="2154" y="33660"/>
                </a:cubicBezTo>
                <a:lnTo>
                  <a:pt x="14006" y="33660"/>
                </a:lnTo>
                <a:cubicBezTo>
                  <a:pt x="14411" y="27065"/>
                  <a:pt x="15219" y="23160"/>
                  <a:pt x="16836" y="19929"/>
                </a:cubicBezTo>
                <a:cubicBezTo>
                  <a:pt x="19933" y="14006"/>
                  <a:pt x="26130" y="10373"/>
                  <a:pt x="33267" y="10373"/>
                </a:cubicBezTo>
                <a:cubicBezTo>
                  <a:pt x="44043" y="10373"/>
                  <a:pt x="52124" y="18180"/>
                  <a:pt x="52124" y="28680"/>
                </a:cubicBezTo>
                <a:cubicBezTo>
                  <a:pt x="52124" y="36488"/>
                  <a:pt x="47680" y="43219"/>
                  <a:pt x="39194" y="48063"/>
                </a:cubicBezTo>
                <a:lnTo>
                  <a:pt x="26802" y="55332"/>
                </a:lnTo>
                <a:cubicBezTo>
                  <a:pt x="6868" y="66775"/>
                  <a:pt x="1077" y="75929"/>
                  <a:pt x="0" y="97202"/>
                </a:cubicBezTo>
                <a:lnTo>
                  <a:pt x="63573" y="97202"/>
                </a:lnTo>
                <a:lnTo>
                  <a:pt x="63573" y="85619"/>
                </a:lnTo>
                <a:close/>
                <a:moveTo>
                  <a:pt x="99804" y="0"/>
                </a:moveTo>
                <a:cubicBezTo>
                  <a:pt x="90916" y="0"/>
                  <a:pt x="82833" y="4043"/>
                  <a:pt x="77851" y="10642"/>
                </a:cubicBezTo>
                <a:cubicBezTo>
                  <a:pt x="71654" y="19263"/>
                  <a:pt x="68557" y="32195"/>
                  <a:pt x="68557" y="50247"/>
                </a:cubicBezTo>
                <a:cubicBezTo>
                  <a:pt x="68557" y="83116"/>
                  <a:pt x="79331" y="100490"/>
                  <a:pt x="99804" y="100490"/>
                </a:cubicBezTo>
                <a:cubicBezTo>
                  <a:pt x="120007" y="100490"/>
                  <a:pt x="131051" y="83116"/>
                  <a:pt x="131051" y="51055"/>
                </a:cubicBezTo>
                <a:cubicBezTo>
                  <a:pt x="131051" y="32195"/>
                  <a:pt x="128090" y="19533"/>
                  <a:pt x="121758" y="10642"/>
                </a:cubicBezTo>
                <a:cubicBezTo>
                  <a:pt x="116774" y="3907"/>
                  <a:pt x="108829" y="0"/>
                  <a:pt x="99804" y="0"/>
                </a:cubicBezTo>
                <a:moveTo>
                  <a:pt x="99804" y="10506"/>
                </a:moveTo>
                <a:cubicBezTo>
                  <a:pt x="112600" y="10506"/>
                  <a:pt x="118930" y="23575"/>
                  <a:pt x="118930" y="49978"/>
                </a:cubicBezTo>
                <a:cubicBezTo>
                  <a:pt x="118930" y="77727"/>
                  <a:pt x="112734" y="90658"/>
                  <a:pt x="99535" y="90658"/>
                </a:cubicBezTo>
                <a:cubicBezTo>
                  <a:pt x="87009" y="90658"/>
                  <a:pt x="80679" y="77189"/>
                  <a:pt x="80679" y="50381"/>
                </a:cubicBezTo>
                <a:cubicBezTo>
                  <a:pt x="80679" y="23575"/>
                  <a:pt x="87009" y="10506"/>
                  <a:pt x="99804" y="10506"/>
                </a:cubicBezTo>
                <a:close/>
                <a:moveTo>
                  <a:pt x="167149" y="0"/>
                </a:moveTo>
                <a:cubicBezTo>
                  <a:pt x="158260" y="0"/>
                  <a:pt x="150177" y="4043"/>
                  <a:pt x="145195" y="10642"/>
                </a:cubicBezTo>
                <a:cubicBezTo>
                  <a:pt x="138999" y="19263"/>
                  <a:pt x="135902" y="32195"/>
                  <a:pt x="135902" y="50247"/>
                </a:cubicBezTo>
                <a:cubicBezTo>
                  <a:pt x="135902" y="83116"/>
                  <a:pt x="146675" y="100490"/>
                  <a:pt x="167149" y="100490"/>
                </a:cubicBezTo>
                <a:cubicBezTo>
                  <a:pt x="187351" y="100490"/>
                  <a:pt x="198396" y="83116"/>
                  <a:pt x="198396" y="51055"/>
                </a:cubicBezTo>
                <a:cubicBezTo>
                  <a:pt x="198396" y="32195"/>
                  <a:pt x="195434" y="19533"/>
                  <a:pt x="189102" y="10642"/>
                </a:cubicBezTo>
                <a:cubicBezTo>
                  <a:pt x="184118" y="3907"/>
                  <a:pt x="176173" y="0"/>
                  <a:pt x="167149" y="0"/>
                </a:cubicBezTo>
                <a:moveTo>
                  <a:pt x="167149" y="10506"/>
                </a:moveTo>
                <a:cubicBezTo>
                  <a:pt x="179944" y="10506"/>
                  <a:pt x="186274" y="23575"/>
                  <a:pt x="186274" y="49978"/>
                </a:cubicBezTo>
                <a:cubicBezTo>
                  <a:pt x="186274" y="77727"/>
                  <a:pt x="180078" y="90658"/>
                  <a:pt x="166880" y="90658"/>
                </a:cubicBezTo>
                <a:cubicBezTo>
                  <a:pt x="154353" y="90658"/>
                  <a:pt x="148023" y="77189"/>
                  <a:pt x="148023" y="50381"/>
                </a:cubicBezTo>
                <a:cubicBezTo>
                  <a:pt x="148023" y="23575"/>
                  <a:pt x="154353" y="10506"/>
                  <a:pt x="167149" y="1050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9768F-218B-4B2F-B3AB-3DB2FA71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439" y="4073430"/>
            <a:ext cx="61553" cy="10"/>
          </a:xfrm>
          <a:custGeom xmlns:a="http://schemas.openxmlformats.org/drawingml/2006/main">
            <a:pathLst>
              <a:path w="61553" h="1" fill="none">
                <a:moveTo>
                  <a:pt x="0" y="0"/>
                </a:moveTo>
                <a:lnTo>
                  <a:pt x="61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827C7-0242-40D1-A345-03E17449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439" y="3848949"/>
            <a:ext cx="61553" cy="10"/>
          </a:xfrm>
          <a:custGeom xmlns:a="http://schemas.openxmlformats.org/drawingml/2006/main">
            <a:pathLst>
              <a:path w="61553" h="1" fill="none">
                <a:moveTo>
                  <a:pt x="0" y="0"/>
                </a:moveTo>
                <a:lnTo>
                  <a:pt x="61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C7E50F-048F-48FD-B433-0AE57B3B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439" y="3624378"/>
            <a:ext cx="61553" cy="10"/>
          </a:xfrm>
          <a:custGeom xmlns:a="http://schemas.openxmlformats.org/drawingml/2006/main">
            <a:pathLst>
              <a:path w="61553" h="1" fill="none">
                <a:moveTo>
                  <a:pt x="0" y="0"/>
                </a:moveTo>
                <a:lnTo>
                  <a:pt x="61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5639C-ADA8-48D3-8CAF-369317C5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439" y="3399896"/>
            <a:ext cx="61553" cy="10"/>
          </a:xfrm>
          <a:custGeom xmlns:a="http://schemas.openxmlformats.org/drawingml/2006/main">
            <a:pathLst>
              <a:path w="61553" h="1" fill="none">
                <a:moveTo>
                  <a:pt x="0" y="0"/>
                </a:moveTo>
                <a:lnTo>
                  <a:pt x="61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43B25-93C8-4A41-9460-BA137AD0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439" y="3175325"/>
            <a:ext cx="61553" cy="10"/>
          </a:xfrm>
          <a:custGeom xmlns:a="http://schemas.openxmlformats.org/drawingml/2006/main">
            <a:pathLst>
              <a:path w="61553" h="1" fill="none">
                <a:moveTo>
                  <a:pt x="0" y="0"/>
                </a:moveTo>
                <a:lnTo>
                  <a:pt x="615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A8D7FE-B3DD-43AA-BF2C-AE5A4760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571" y="4126834"/>
            <a:ext cx="10" cy="61553"/>
          </a:xfrm>
          <a:custGeom xmlns:a="http://schemas.openxmlformats.org/drawingml/2006/main">
            <a:pathLst>
              <a:path w="1" h="61553" fill="none">
                <a:moveTo>
                  <a:pt x="0" y="615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FDBE3-B404-4F3A-BDF8-37C5561C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867" y="4126834"/>
            <a:ext cx="10" cy="61553"/>
          </a:xfrm>
          <a:custGeom xmlns:a="http://schemas.openxmlformats.org/drawingml/2006/main">
            <a:pathLst>
              <a:path w="1" h="61553" fill="none">
                <a:moveTo>
                  <a:pt x="0" y="615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8CA5B-EB75-4DEC-B9EA-D96E24E7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162" y="4126834"/>
            <a:ext cx="10" cy="61553"/>
          </a:xfrm>
          <a:custGeom xmlns:a="http://schemas.openxmlformats.org/drawingml/2006/main">
            <a:pathLst>
              <a:path w="1" h="61553" fill="none">
                <a:moveTo>
                  <a:pt x="0" y="615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62287-B48F-4289-B9A7-8DC3BB4F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480" y="4126834"/>
            <a:ext cx="10" cy="61553"/>
          </a:xfrm>
          <a:custGeom xmlns:a="http://schemas.openxmlformats.org/drawingml/2006/main">
            <a:pathLst>
              <a:path w="1" h="61553" fill="none">
                <a:moveTo>
                  <a:pt x="0" y="615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A9D63-D610-42B2-8D71-158CB113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776" y="4126834"/>
            <a:ext cx="10" cy="61553"/>
          </a:xfrm>
          <a:custGeom xmlns:a="http://schemas.openxmlformats.org/drawingml/2006/main">
            <a:pathLst>
              <a:path w="1" h="61553" fill="none">
                <a:moveTo>
                  <a:pt x="0" y="615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E6EB7-C62A-43B1-A571-B81F52AC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72" y="4126834"/>
            <a:ext cx="10" cy="61553"/>
          </a:xfrm>
          <a:custGeom xmlns:a="http://schemas.openxmlformats.org/drawingml/2006/main">
            <a:pathLst>
              <a:path w="1" h="61553" fill="none">
                <a:moveTo>
                  <a:pt x="0" y="615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33333"/>
            </a:solidFill>
            <a:round/>
          </a:ln>
        </p:spPr>
      </p:sp>
      <p:sp>
        <p:nvSpPr>
          <p:cNvPr id="240" name="Text 0.0">
            <a:extLst xmlns:a="http://schemas.openxmlformats.org/drawingml/2006/main">
              <a:ext uri="{FF2B5EF4-FFF2-40B4-BE49-F238E27FC236}">
                <a16:creationId xmlns:a16="http://schemas.microsoft.com/office/drawing/2014/main" id="{9D7CF411-733B-4310-9D44-A4781DF1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573" y="4238432"/>
            <a:ext cx="174690" cy="100490"/>
          </a:xfrm>
          <a:custGeom xmlns:a="http://schemas.openxmlformats.org/drawingml/2006/main">
            <a:pathLst>
              <a:path w="174690" h="100490">
                <a:moveTo>
                  <a:pt x="31247" y="0"/>
                </a:moveTo>
                <a:cubicBezTo>
                  <a:pt x="22358" y="0"/>
                  <a:pt x="14275" y="4043"/>
                  <a:pt x="9294" y="10642"/>
                </a:cubicBezTo>
                <a:cubicBezTo>
                  <a:pt x="3097" y="19263"/>
                  <a:pt x="0" y="32195"/>
                  <a:pt x="0" y="50247"/>
                </a:cubicBezTo>
                <a:cubicBezTo>
                  <a:pt x="0" y="83116"/>
                  <a:pt x="10773" y="100490"/>
                  <a:pt x="31247" y="100490"/>
                </a:cubicBezTo>
                <a:cubicBezTo>
                  <a:pt x="51450" y="100490"/>
                  <a:pt x="62494" y="83116"/>
                  <a:pt x="62494" y="51055"/>
                </a:cubicBezTo>
                <a:cubicBezTo>
                  <a:pt x="62494" y="32195"/>
                  <a:pt x="59533" y="19533"/>
                  <a:pt x="53201" y="10642"/>
                </a:cubicBezTo>
                <a:cubicBezTo>
                  <a:pt x="48217" y="3907"/>
                  <a:pt x="40271" y="0"/>
                  <a:pt x="31247" y="0"/>
                </a:cubicBezTo>
                <a:moveTo>
                  <a:pt x="31247" y="10506"/>
                </a:moveTo>
                <a:cubicBezTo>
                  <a:pt x="44043" y="10506"/>
                  <a:pt x="50373" y="23575"/>
                  <a:pt x="50373" y="49978"/>
                </a:cubicBezTo>
                <a:cubicBezTo>
                  <a:pt x="50373" y="77727"/>
                  <a:pt x="44176" y="90658"/>
                  <a:pt x="30978" y="90658"/>
                </a:cubicBezTo>
                <a:cubicBezTo>
                  <a:pt x="18451" y="90658"/>
                  <a:pt x="12122" y="77189"/>
                  <a:pt x="12122" y="50381"/>
                </a:cubicBezTo>
                <a:cubicBezTo>
                  <a:pt x="12122" y="23575"/>
                  <a:pt x="18451" y="10506"/>
                  <a:pt x="31247" y="10506"/>
                </a:cubicBezTo>
                <a:close/>
                <a:moveTo>
                  <a:pt x="87278" y="83328"/>
                </a:moveTo>
                <a:lnTo>
                  <a:pt x="73270" y="83328"/>
                </a:lnTo>
                <a:lnTo>
                  <a:pt x="73270" y="97334"/>
                </a:lnTo>
                <a:lnTo>
                  <a:pt x="87278" y="97334"/>
                </a:lnTo>
                <a:lnTo>
                  <a:pt x="87278" y="83328"/>
                </a:lnTo>
                <a:close/>
                <a:moveTo>
                  <a:pt x="143443" y="0"/>
                </a:moveTo>
                <a:cubicBezTo>
                  <a:pt x="134554" y="0"/>
                  <a:pt x="126471" y="4043"/>
                  <a:pt x="121490" y="10642"/>
                </a:cubicBezTo>
                <a:cubicBezTo>
                  <a:pt x="115293" y="19263"/>
                  <a:pt x="112196" y="32195"/>
                  <a:pt x="112196" y="50247"/>
                </a:cubicBezTo>
                <a:cubicBezTo>
                  <a:pt x="112196" y="83116"/>
                  <a:pt x="122969" y="100490"/>
                  <a:pt x="143443" y="100490"/>
                </a:cubicBezTo>
                <a:cubicBezTo>
                  <a:pt x="163646" y="100490"/>
                  <a:pt x="174690" y="83116"/>
                  <a:pt x="174690" y="51055"/>
                </a:cubicBezTo>
                <a:cubicBezTo>
                  <a:pt x="174690" y="32195"/>
                  <a:pt x="171729" y="19533"/>
                  <a:pt x="165397" y="10642"/>
                </a:cubicBezTo>
                <a:cubicBezTo>
                  <a:pt x="160413" y="3907"/>
                  <a:pt x="152467" y="0"/>
                  <a:pt x="143443" y="0"/>
                </a:cubicBezTo>
                <a:moveTo>
                  <a:pt x="143443" y="10506"/>
                </a:moveTo>
                <a:cubicBezTo>
                  <a:pt x="156239" y="10506"/>
                  <a:pt x="162569" y="23575"/>
                  <a:pt x="162569" y="49978"/>
                </a:cubicBezTo>
                <a:cubicBezTo>
                  <a:pt x="162569" y="77727"/>
                  <a:pt x="156372" y="90658"/>
                  <a:pt x="143174" y="90658"/>
                </a:cubicBezTo>
                <a:cubicBezTo>
                  <a:pt x="130648" y="90658"/>
                  <a:pt x="124318" y="77189"/>
                  <a:pt x="124318" y="50381"/>
                </a:cubicBezTo>
                <a:cubicBezTo>
                  <a:pt x="124318" y="23575"/>
                  <a:pt x="130648" y="10506"/>
                  <a:pt x="143443" y="10506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0.2">
            <a:extLst xmlns:a="http://schemas.openxmlformats.org/drawingml/2006/main">
              <a:ext uri="{FF2B5EF4-FFF2-40B4-BE49-F238E27FC236}">
                <a16:creationId xmlns:a16="http://schemas.microsoft.com/office/drawing/2014/main" id="{C7817B48-8D08-4ED8-98C0-00994E5F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2891" y="4238432"/>
            <a:ext cx="175229" cy="100490"/>
          </a:xfrm>
          <a:custGeom xmlns:a="http://schemas.openxmlformats.org/drawingml/2006/main">
            <a:pathLst>
              <a:path w="175229" h="100490">
                <a:moveTo>
                  <a:pt x="31247" y="0"/>
                </a:moveTo>
                <a:cubicBezTo>
                  <a:pt x="22358" y="0"/>
                  <a:pt x="14275" y="4043"/>
                  <a:pt x="9294" y="10642"/>
                </a:cubicBezTo>
                <a:cubicBezTo>
                  <a:pt x="3097" y="19263"/>
                  <a:pt x="0" y="32195"/>
                  <a:pt x="0" y="50247"/>
                </a:cubicBezTo>
                <a:cubicBezTo>
                  <a:pt x="0" y="83116"/>
                  <a:pt x="10773" y="100490"/>
                  <a:pt x="31247" y="100490"/>
                </a:cubicBezTo>
                <a:cubicBezTo>
                  <a:pt x="51450" y="100490"/>
                  <a:pt x="62494" y="83116"/>
                  <a:pt x="62494" y="51055"/>
                </a:cubicBezTo>
                <a:cubicBezTo>
                  <a:pt x="62494" y="32195"/>
                  <a:pt x="59533" y="19533"/>
                  <a:pt x="53201" y="10642"/>
                </a:cubicBezTo>
                <a:cubicBezTo>
                  <a:pt x="48217" y="3907"/>
                  <a:pt x="40271" y="0"/>
                  <a:pt x="31247" y="0"/>
                </a:cubicBezTo>
                <a:moveTo>
                  <a:pt x="31247" y="10506"/>
                </a:moveTo>
                <a:cubicBezTo>
                  <a:pt x="44043" y="10506"/>
                  <a:pt x="50373" y="23575"/>
                  <a:pt x="50373" y="49978"/>
                </a:cubicBezTo>
                <a:cubicBezTo>
                  <a:pt x="50373" y="77727"/>
                  <a:pt x="44176" y="90658"/>
                  <a:pt x="30978" y="90658"/>
                </a:cubicBezTo>
                <a:cubicBezTo>
                  <a:pt x="18451" y="90658"/>
                  <a:pt x="12122" y="77189"/>
                  <a:pt x="12122" y="50381"/>
                </a:cubicBezTo>
                <a:cubicBezTo>
                  <a:pt x="12122" y="23575"/>
                  <a:pt x="18451" y="10506"/>
                  <a:pt x="31247" y="10506"/>
                </a:cubicBezTo>
                <a:close/>
                <a:moveTo>
                  <a:pt x="87278" y="83328"/>
                </a:moveTo>
                <a:lnTo>
                  <a:pt x="73270" y="83328"/>
                </a:lnTo>
                <a:lnTo>
                  <a:pt x="73270" y="97334"/>
                </a:lnTo>
                <a:lnTo>
                  <a:pt x="87278" y="97334"/>
                </a:lnTo>
                <a:lnTo>
                  <a:pt x="87278" y="83328"/>
                </a:lnTo>
                <a:close/>
                <a:moveTo>
                  <a:pt x="174557" y="85619"/>
                </a:moveTo>
                <a:lnTo>
                  <a:pt x="124318" y="85619"/>
                </a:lnTo>
                <a:cubicBezTo>
                  <a:pt x="125530" y="77544"/>
                  <a:pt x="129840" y="72429"/>
                  <a:pt x="141556" y="65293"/>
                </a:cubicBezTo>
                <a:lnTo>
                  <a:pt x="155026" y="57755"/>
                </a:lnTo>
                <a:cubicBezTo>
                  <a:pt x="168360" y="50352"/>
                  <a:pt x="175229" y="40391"/>
                  <a:pt x="175229" y="28411"/>
                </a:cubicBezTo>
                <a:cubicBezTo>
                  <a:pt x="175229" y="20334"/>
                  <a:pt x="171998" y="12796"/>
                  <a:pt x="166340" y="7545"/>
                </a:cubicBezTo>
                <a:cubicBezTo>
                  <a:pt x="160684" y="2425"/>
                  <a:pt x="153680" y="0"/>
                  <a:pt x="144656" y="0"/>
                </a:cubicBezTo>
                <a:cubicBezTo>
                  <a:pt x="132534" y="0"/>
                  <a:pt x="123510" y="4312"/>
                  <a:pt x="118257" y="12660"/>
                </a:cubicBezTo>
                <a:cubicBezTo>
                  <a:pt x="114888" y="17775"/>
                  <a:pt x="113407" y="23834"/>
                  <a:pt x="113137" y="33660"/>
                </a:cubicBezTo>
                <a:lnTo>
                  <a:pt x="124990" y="33660"/>
                </a:lnTo>
                <a:cubicBezTo>
                  <a:pt x="125394" y="27065"/>
                  <a:pt x="126202" y="23160"/>
                  <a:pt x="127820" y="19929"/>
                </a:cubicBezTo>
                <a:cubicBezTo>
                  <a:pt x="130917" y="14006"/>
                  <a:pt x="137113" y="10373"/>
                  <a:pt x="144251" y="10373"/>
                </a:cubicBezTo>
                <a:cubicBezTo>
                  <a:pt x="155026" y="10373"/>
                  <a:pt x="163107" y="18180"/>
                  <a:pt x="163107" y="28680"/>
                </a:cubicBezTo>
                <a:cubicBezTo>
                  <a:pt x="163107" y="36488"/>
                  <a:pt x="158664" y="43219"/>
                  <a:pt x="150178" y="48063"/>
                </a:cubicBezTo>
                <a:lnTo>
                  <a:pt x="137785" y="55332"/>
                </a:lnTo>
                <a:cubicBezTo>
                  <a:pt x="117852" y="66775"/>
                  <a:pt x="112060" y="75929"/>
                  <a:pt x="110983" y="97202"/>
                </a:cubicBezTo>
                <a:lnTo>
                  <a:pt x="174557" y="97202"/>
                </a:lnTo>
                <a:lnTo>
                  <a:pt x="174557" y="85619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0.4">
            <a:extLst xmlns:a="http://schemas.openxmlformats.org/drawingml/2006/main">
              <a:ext uri="{FF2B5EF4-FFF2-40B4-BE49-F238E27FC236}">
                <a16:creationId xmlns:a16="http://schemas.microsoft.com/office/drawing/2014/main" id="{E9A7D231-12DD-48E1-8D55-21CC3E73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209" y="4238399"/>
            <a:ext cx="176441" cy="100523"/>
          </a:xfrm>
          <a:custGeom xmlns:a="http://schemas.openxmlformats.org/drawingml/2006/main">
            <a:pathLst>
              <a:path w="176441" h="100523">
                <a:moveTo>
                  <a:pt x="31247" y="33"/>
                </a:moveTo>
                <a:cubicBezTo>
                  <a:pt x="22358" y="33"/>
                  <a:pt x="14275" y="4075"/>
                  <a:pt x="9294" y="10675"/>
                </a:cubicBezTo>
                <a:cubicBezTo>
                  <a:pt x="3097" y="19296"/>
                  <a:pt x="0" y="32227"/>
                  <a:pt x="0" y="50280"/>
                </a:cubicBezTo>
                <a:cubicBezTo>
                  <a:pt x="0" y="83149"/>
                  <a:pt x="10773" y="100523"/>
                  <a:pt x="31247" y="100523"/>
                </a:cubicBezTo>
                <a:cubicBezTo>
                  <a:pt x="51450" y="100523"/>
                  <a:pt x="62494" y="83149"/>
                  <a:pt x="62494" y="51088"/>
                </a:cubicBezTo>
                <a:cubicBezTo>
                  <a:pt x="62494" y="32227"/>
                  <a:pt x="59533" y="19565"/>
                  <a:pt x="53201" y="10675"/>
                </a:cubicBezTo>
                <a:cubicBezTo>
                  <a:pt x="48217" y="3940"/>
                  <a:pt x="40271" y="33"/>
                  <a:pt x="31247" y="33"/>
                </a:cubicBezTo>
                <a:moveTo>
                  <a:pt x="31247" y="10539"/>
                </a:moveTo>
                <a:cubicBezTo>
                  <a:pt x="44043" y="10539"/>
                  <a:pt x="50373" y="23608"/>
                  <a:pt x="50373" y="50011"/>
                </a:cubicBezTo>
                <a:cubicBezTo>
                  <a:pt x="50373" y="77760"/>
                  <a:pt x="44176" y="90691"/>
                  <a:pt x="30978" y="90691"/>
                </a:cubicBezTo>
                <a:cubicBezTo>
                  <a:pt x="18451" y="90691"/>
                  <a:pt x="12122" y="77222"/>
                  <a:pt x="12122" y="50414"/>
                </a:cubicBezTo>
                <a:cubicBezTo>
                  <a:pt x="12122" y="23608"/>
                  <a:pt x="18451" y="10539"/>
                  <a:pt x="31247" y="10539"/>
                </a:cubicBezTo>
                <a:close/>
                <a:moveTo>
                  <a:pt x="87278" y="83360"/>
                </a:moveTo>
                <a:lnTo>
                  <a:pt x="73270" y="83360"/>
                </a:lnTo>
                <a:lnTo>
                  <a:pt x="73270" y="97367"/>
                </a:lnTo>
                <a:lnTo>
                  <a:pt x="87278" y="97367"/>
                </a:lnTo>
                <a:lnTo>
                  <a:pt x="87278" y="83360"/>
                </a:lnTo>
                <a:close/>
                <a:moveTo>
                  <a:pt x="150447" y="73810"/>
                </a:moveTo>
                <a:lnTo>
                  <a:pt x="150447" y="97367"/>
                </a:lnTo>
                <a:lnTo>
                  <a:pt x="162299" y="97367"/>
                </a:lnTo>
                <a:lnTo>
                  <a:pt x="162299" y="73810"/>
                </a:lnTo>
                <a:lnTo>
                  <a:pt x="176441" y="73810"/>
                </a:lnTo>
                <a:lnTo>
                  <a:pt x="176441" y="63168"/>
                </a:lnTo>
                <a:lnTo>
                  <a:pt x="162299" y="63168"/>
                </a:lnTo>
                <a:lnTo>
                  <a:pt x="162299" y="0"/>
                </a:lnTo>
                <a:lnTo>
                  <a:pt x="153544" y="0"/>
                </a:lnTo>
                <a:lnTo>
                  <a:pt x="110175" y="61284"/>
                </a:lnTo>
                <a:lnTo>
                  <a:pt x="110175" y="73810"/>
                </a:lnTo>
                <a:lnTo>
                  <a:pt x="150447" y="73810"/>
                </a:lnTo>
                <a:moveTo>
                  <a:pt x="150447" y="63168"/>
                </a:moveTo>
                <a:lnTo>
                  <a:pt x="120546" y="63168"/>
                </a:lnTo>
                <a:lnTo>
                  <a:pt x="150447" y="20203"/>
                </a:lnTo>
                <a:lnTo>
                  <a:pt x="150447" y="63168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0.6">
            <a:extLst xmlns:a="http://schemas.openxmlformats.org/drawingml/2006/main">
              <a:ext uri="{FF2B5EF4-FFF2-40B4-BE49-F238E27FC236}">
                <a16:creationId xmlns:a16="http://schemas.microsoft.com/office/drawing/2014/main" id="{1BA8BD47-E3AC-4EB7-B491-463056EA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527" y="4238432"/>
            <a:ext cx="175500" cy="100490"/>
          </a:xfrm>
          <a:custGeom xmlns:a="http://schemas.openxmlformats.org/drawingml/2006/main">
            <a:pathLst>
              <a:path w="175500" h="100490">
                <a:moveTo>
                  <a:pt x="31247" y="0"/>
                </a:moveTo>
                <a:cubicBezTo>
                  <a:pt x="22358" y="0"/>
                  <a:pt x="14275" y="4043"/>
                  <a:pt x="9294" y="10642"/>
                </a:cubicBezTo>
                <a:cubicBezTo>
                  <a:pt x="3097" y="19263"/>
                  <a:pt x="0" y="32195"/>
                  <a:pt x="0" y="50247"/>
                </a:cubicBezTo>
                <a:cubicBezTo>
                  <a:pt x="0" y="83116"/>
                  <a:pt x="10773" y="100490"/>
                  <a:pt x="31247" y="100490"/>
                </a:cubicBezTo>
                <a:cubicBezTo>
                  <a:pt x="51450" y="100490"/>
                  <a:pt x="62494" y="83116"/>
                  <a:pt x="62494" y="51055"/>
                </a:cubicBezTo>
                <a:cubicBezTo>
                  <a:pt x="62494" y="32195"/>
                  <a:pt x="59533" y="19533"/>
                  <a:pt x="53201" y="10642"/>
                </a:cubicBezTo>
                <a:cubicBezTo>
                  <a:pt x="48217" y="3907"/>
                  <a:pt x="40271" y="0"/>
                  <a:pt x="31247" y="0"/>
                </a:cubicBezTo>
                <a:moveTo>
                  <a:pt x="31247" y="10506"/>
                </a:moveTo>
                <a:cubicBezTo>
                  <a:pt x="44043" y="10506"/>
                  <a:pt x="50373" y="23575"/>
                  <a:pt x="50373" y="49978"/>
                </a:cubicBezTo>
                <a:cubicBezTo>
                  <a:pt x="50373" y="77727"/>
                  <a:pt x="44176" y="90658"/>
                  <a:pt x="30978" y="90658"/>
                </a:cubicBezTo>
                <a:cubicBezTo>
                  <a:pt x="18451" y="90658"/>
                  <a:pt x="12122" y="77189"/>
                  <a:pt x="12122" y="50381"/>
                </a:cubicBezTo>
                <a:cubicBezTo>
                  <a:pt x="12122" y="23575"/>
                  <a:pt x="18451" y="10506"/>
                  <a:pt x="31247" y="10506"/>
                </a:cubicBezTo>
                <a:close/>
                <a:moveTo>
                  <a:pt x="87278" y="83328"/>
                </a:moveTo>
                <a:lnTo>
                  <a:pt x="73270" y="83328"/>
                </a:lnTo>
                <a:lnTo>
                  <a:pt x="73270" y="97334"/>
                </a:lnTo>
                <a:lnTo>
                  <a:pt x="87278" y="97334"/>
                </a:lnTo>
                <a:lnTo>
                  <a:pt x="87278" y="83328"/>
                </a:lnTo>
                <a:close/>
                <a:moveTo>
                  <a:pt x="173477" y="25349"/>
                </a:moveTo>
                <a:cubicBezTo>
                  <a:pt x="171188" y="9429"/>
                  <a:pt x="160953" y="0"/>
                  <a:pt x="146406" y="0"/>
                </a:cubicBezTo>
                <a:cubicBezTo>
                  <a:pt x="135900" y="0"/>
                  <a:pt x="126471" y="5119"/>
                  <a:pt x="120815" y="13881"/>
                </a:cubicBezTo>
                <a:cubicBezTo>
                  <a:pt x="114754" y="23460"/>
                  <a:pt x="112196" y="35333"/>
                  <a:pt x="112196" y="52977"/>
                </a:cubicBezTo>
                <a:cubicBezTo>
                  <a:pt x="112196" y="69395"/>
                  <a:pt x="114485" y="79758"/>
                  <a:pt x="120277" y="88371"/>
                </a:cubicBezTo>
                <a:cubicBezTo>
                  <a:pt x="125394" y="96316"/>
                  <a:pt x="133744" y="100490"/>
                  <a:pt x="144251" y="100490"/>
                </a:cubicBezTo>
                <a:cubicBezTo>
                  <a:pt x="162435" y="100490"/>
                  <a:pt x="175500" y="86891"/>
                  <a:pt x="175500" y="67914"/>
                </a:cubicBezTo>
                <a:cubicBezTo>
                  <a:pt x="175500" y="50015"/>
                  <a:pt x="163376" y="37355"/>
                  <a:pt x="146271" y="37355"/>
                </a:cubicBezTo>
                <a:cubicBezTo>
                  <a:pt x="136844" y="37355"/>
                  <a:pt x="129435" y="40857"/>
                  <a:pt x="124317" y="47997"/>
                </a:cubicBezTo>
                <a:cubicBezTo>
                  <a:pt x="124451" y="23865"/>
                  <a:pt x="131993" y="10506"/>
                  <a:pt x="145599" y="10506"/>
                </a:cubicBezTo>
                <a:cubicBezTo>
                  <a:pt x="153949" y="10506"/>
                  <a:pt x="159740" y="15903"/>
                  <a:pt x="161625" y="25349"/>
                </a:cubicBezTo>
                <a:lnTo>
                  <a:pt x="173477" y="25349"/>
                </a:lnTo>
                <a:moveTo>
                  <a:pt x="144789" y="47861"/>
                </a:moveTo>
                <a:cubicBezTo>
                  <a:pt x="156238" y="47861"/>
                  <a:pt x="163376" y="55936"/>
                  <a:pt x="163376" y="68857"/>
                </a:cubicBezTo>
                <a:cubicBezTo>
                  <a:pt x="163376" y="81104"/>
                  <a:pt x="155295" y="89986"/>
                  <a:pt x="144386" y="89986"/>
                </a:cubicBezTo>
                <a:cubicBezTo>
                  <a:pt x="133342" y="89986"/>
                  <a:pt x="124989" y="80699"/>
                  <a:pt x="124989" y="68319"/>
                </a:cubicBezTo>
                <a:cubicBezTo>
                  <a:pt x="124989" y="56205"/>
                  <a:pt x="133072" y="47861"/>
                  <a:pt x="144789" y="4786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0.8">
            <a:extLst xmlns:a="http://schemas.openxmlformats.org/drawingml/2006/main">
              <a:ext uri="{FF2B5EF4-FFF2-40B4-BE49-F238E27FC236}">
                <a16:creationId xmlns:a16="http://schemas.microsoft.com/office/drawing/2014/main" id="{86EEBABA-CFAF-4812-B843-32D2577D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711" y="4238432"/>
            <a:ext cx="175635" cy="100490"/>
          </a:xfrm>
          <a:custGeom xmlns:a="http://schemas.openxmlformats.org/drawingml/2006/main">
            <a:pathLst>
              <a:path w="175635" h="100490">
                <a:moveTo>
                  <a:pt x="31247" y="0"/>
                </a:moveTo>
                <a:cubicBezTo>
                  <a:pt x="22358" y="0"/>
                  <a:pt x="14275" y="4043"/>
                  <a:pt x="9294" y="10642"/>
                </a:cubicBezTo>
                <a:cubicBezTo>
                  <a:pt x="3097" y="19263"/>
                  <a:pt x="0" y="32195"/>
                  <a:pt x="0" y="50247"/>
                </a:cubicBezTo>
                <a:cubicBezTo>
                  <a:pt x="0" y="83116"/>
                  <a:pt x="10773" y="100490"/>
                  <a:pt x="31247" y="100490"/>
                </a:cubicBezTo>
                <a:cubicBezTo>
                  <a:pt x="51450" y="100490"/>
                  <a:pt x="62494" y="83116"/>
                  <a:pt x="62494" y="51055"/>
                </a:cubicBezTo>
                <a:cubicBezTo>
                  <a:pt x="62494" y="32195"/>
                  <a:pt x="59533" y="19533"/>
                  <a:pt x="53201" y="10642"/>
                </a:cubicBezTo>
                <a:cubicBezTo>
                  <a:pt x="48217" y="3907"/>
                  <a:pt x="40271" y="0"/>
                  <a:pt x="31247" y="0"/>
                </a:cubicBezTo>
                <a:moveTo>
                  <a:pt x="31247" y="10506"/>
                </a:moveTo>
                <a:cubicBezTo>
                  <a:pt x="44043" y="10506"/>
                  <a:pt x="50373" y="23575"/>
                  <a:pt x="50373" y="49978"/>
                </a:cubicBezTo>
                <a:cubicBezTo>
                  <a:pt x="50373" y="77727"/>
                  <a:pt x="44176" y="90658"/>
                  <a:pt x="30978" y="90658"/>
                </a:cubicBezTo>
                <a:cubicBezTo>
                  <a:pt x="18451" y="90658"/>
                  <a:pt x="12122" y="77189"/>
                  <a:pt x="12122" y="50381"/>
                </a:cubicBezTo>
                <a:cubicBezTo>
                  <a:pt x="12122" y="23575"/>
                  <a:pt x="18451" y="10506"/>
                  <a:pt x="31247" y="10506"/>
                </a:cubicBezTo>
                <a:close/>
                <a:moveTo>
                  <a:pt x="87278" y="83328"/>
                </a:moveTo>
                <a:lnTo>
                  <a:pt x="73270" y="83328"/>
                </a:lnTo>
                <a:lnTo>
                  <a:pt x="73270" y="97334"/>
                </a:lnTo>
                <a:lnTo>
                  <a:pt x="87278" y="97334"/>
                </a:lnTo>
                <a:lnTo>
                  <a:pt x="87278" y="83328"/>
                </a:lnTo>
                <a:close/>
                <a:moveTo>
                  <a:pt x="159201" y="46042"/>
                </a:moveTo>
                <a:cubicBezTo>
                  <a:pt x="169169" y="39982"/>
                  <a:pt x="172266" y="35138"/>
                  <a:pt x="172266" y="25986"/>
                </a:cubicBezTo>
                <a:cubicBezTo>
                  <a:pt x="172266" y="10642"/>
                  <a:pt x="160547" y="0"/>
                  <a:pt x="143578" y="0"/>
                </a:cubicBezTo>
                <a:cubicBezTo>
                  <a:pt x="126742" y="0"/>
                  <a:pt x="114889" y="10642"/>
                  <a:pt x="114889" y="25850"/>
                </a:cubicBezTo>
                <a:cubicBezTo>
                  <a:pt x="114889" y="35138"/>
                  <a:pt x="117986" y="39848"/>
                  <a:pt x="127819" y="46042"/>
                </a:cubicBezTo>
                <a:cubicBezTo>
                  <a:pt x="116910" y="51565"/>
                  <a:pt x="111521" y="59518"/>
                  <a:pt x="111521" y="70304"/>
                </a:cubicBezTo>
                <a:cubicBezTo>
                  <a:pt x="111521" y="88098"/>
                  <a:pt x="124586" y="100490"/>
                  <a:pt x="143578" y="100490"/>
                </a:cubicBezTo>
                <a:cubicBezTo>
                  <a:pt x="162434" y="100490"/>
                  <a:pt x="175635" y="88098"/>
                  <a:pt x="175635" y="70304"/>
                </a:cubicBezTo>
                <a:cubicBezTo>
                  <a:pt x="175635" y="59518"/>
                  <a:pt x="170246" y="51565"/>
                  <a:pt x="159201" y="46042"/>
                </a:cubicBezTo>
                <a:moveTo>
                  <a:pt x="143578" y="10506"/>
                </a:moveTo>
                <a:cubicBezTo>
                  <a:pt x="153679" y="10506"/>
                  <a:pt x="160145" y="16563"/>
                  <a:pt x="160145" y="26255"/>
                </a:cubicBezTo>
                <a:cubicBezTo>
                  <a:pt x="160145" y="35407"/>
                  <a:pt x="153545" y="41463"/>
                  <a:pt x="143578" y="41463"/>
                </a:cubicBezTo>
                <a:cubicBezTo>
                  <a:pt x="133476" y="41463"/>
                  <a:pt x="127011" y="35407"/>
                  <a:pt x="127011" y="25986"/>
                </a:cubicBezTo>
                <a:cubicBezTo>
                  <a:pt x="127011" y="16563"/>
                  <a:pt x="133476" y="10506"/>
                  <a:pt x="143578" y="10506"/>
                </a:cubicBezTo>
                <a:moveTo>
                  <a:pt x="143578" y="51429"/>
                </a:moveTo>
                <a:cubicBezTo>
                  <a:pt x="155430" y="51429"/>
                  <a:pt x="163511" y="59249"/>
                  <a:pt x="163511" y="70573"/>
                </a:cubicBezTo>
                <a:cubicBezTo>
                  <a:pt x="163511" y="82302"/>
                  <a:pt x="155566" y="89986"/>
                  <a:pt x="143308" y="89986"/>
                </a:cubicBezTo>
                <a:cubicBezTo>
                  <a:pt x="131725" y="89986"/>
                  <a:pt x="123644" y="82033"/>
                  <a:pt x="123644" y="70709"/>
                </a:cubicBezTo>
                <a:cubicBezTo>
                  <a:pt x="123644" y="59113"/>
                  <a:pt x="131590" y="51429"/>
                  <a:pt x="143578" y="51429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1.0">
            <a:extLst xmlns:a="http://schemas.openxmlformats.org/drawingml/2006/main">
              <a:ext uri="{FF2B5EF4-FFF2-40B4-BE49-F238E27FC236}">
                <a16:creationId xmlns:a16="http://schemas.microsoft.com/office/drawing/2014/main" id="{BA17C351-F918-497C-91A4-7A8B9931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974" y="4238386"/>
            <a:ext cx="166879" cy="100536"/>
          </a:xfrm>
          <a:custGeom xmlns:a="http://schemas.openxmlformats.org/drawingml/2006/main">
            <a:pathLst>
              <a:path w="166879" h="100536">
                <a:moveTo>
                  <a:pt x="21146" y="28014"/>
                </a:moveTo>
                <a:lnTo>
                  <a:pt x="21146" y="97379"/>
                </a:lnTo>
                <a:lnTo>
                  <a:pt x="33000" y="97379"/>
                </a:lnTo>
                <a:lnTo>
                  <a:pt x="33000" y="0"/>
                </a:lnTo>
                <a:lnTo>
                  <a:pt x="25186" y="0"/>
                </a:lnTo>
                <a:cubicBezTo>
                  <a:pt x="21012" y="14949"/>
                  <a:pt x="18318" y="16970"/>
                  <a:pt x="0" y="19395"/>
                </a:cubicBezTo>
                <a:lnTo>
                  <a:pt x="0" y="28014"/>
                </a:lnTo>
                <a:lnTo>
                  <a:pt x="21146" y="28014"/>
                </a:lnTo>
                <a:close/>
                <a:moveTo>
                  <a:pt x="79332" y="83373"/>
                </a:moveTo>
                <a:lnTo>
                  <a:pt x="65324" y="83373"/>
                </a:lnTo>
                <a:lnTo>
                  <a:pt x="65324" y="97379"/>
                </a:lnTo>
                <a:lnTo>
                  <a:pt x="79332" y="97379"/>
                </a:lnTo>
                <a:lnTo>
                  <a:pt x="79332" y="83373"/>
                </a:lnTo>
                <a:close/>
                <a:moveTo>
                  <a:pt x="135632" y="45"/>
                </a:moveTo>
                <a:cubicBezTo>
                  <a:pt x="126743" y="45"/>
                  <a:pt x="118660" y="4088"/>
                  <a:pt x="113678" y="10687"/>
                </a:cubicBezTo>
                <a:cubicBezTo>
                  <a:pt x="107482" y="19309"/>
                  <a:pt x="104385" y="32240"/>
                  <a:pt x="104385" y="50293"/>
                </a:cubicBezTo>
                <a:cubicBezTo>
                  <a:pt x="104385" y="83161"/>
                  <a:pt x="115158" y="100536"/>
                  <a:pt x="135632" y="100536"/>
                </a:cubicBezTo>
                <a:cubicBezTo>
                  <a:pt x="155834" y="100536"/>
                  <a:pt x="166879" y="83161"/>
                  <a:pt x="166879" y="51100"/>
                </a:cubicBezTo>
                <a:cubicBezTo>
                  <a:pt x="166879" y="32240"/>
                  <a:pt x="163917" y="19578"/>
                  <a:pt x="157585" y="10687"/>
                </a:cubicBezTo>
                <a:cubicBezTo>
                  <a:pt x="152601" y="3952"/>
                  <a:pt x="144656" y="45"/>
                  <a:pt x="135632" y="45"/>
                </a:cubicBezTo>
                <a:moveTo>
                  <a:pt x="135632" y="10551"/>
                </a:moveTo>
                <a:cubicBezTo>
                  <a:pt x="148427" y="10551"/>
                  <a:pt x="154757" y="23620"/>
                  <a:pt x="154757" y="50023"/>
                </a:cubicBezTo>
                <a:cubicBezTo>
                  <a:pt x="154757" y="77772"/>
                  <a:pt x="148561" y="90704"/>
                  <a:pt x="135363" y="90704"/>
                </a:cubicBezTo>
                <a:cubicBezTo>
                  <a:pt x="122836" y="90704"/>
                  <a:pt x="116506" y="77234"/>
                  <a:pt x="116506" y="50426"/>
                </a:cubicBezTo>
                <a:cubicBezTo>
                  <a:pt x="116506" y="23620"/>
                  <a:pt x="122836" y="10551"/>
                  <a:pt x="135632" y="10551"/>
                </a:cubicBez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#ofTestCases(inmillion)">
            <a:extLst xmlns:a="http://schemas.openxmlformats.org/drawingml/2006/main">
              <a:ext uri="{FF2B5EF4-FFF2-40B4-BE49-F238E27FC236}">
                <a16:creationId xmlns:a16="http://schemas.microsoft.com/office/drawing/2014/main" id="{307DE177-0152-45B9-9FCB-B7EBAB96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697" y="4454254"/>
            <a:ext cx="1878730" cy="149862"/>
          </a:xfrm>
          <a:custGeom xmlns:a="http://schemas.openxmlformats.org/drawingml/2006/main">
            <a:pathLst>
              <a:path w="1878730" h="149862">
                <a:moveTo>
                  <a:pt x="74013" y="6855"/>
                </a:moveTo>
                <a:lnTo>
                  <a:pt x="61912" y="6855"/>
                </a:lnTo>
                <a:lnTo>
                  <a:pt x="56411" y="37654"/>
                </a:lnTo>
                <a:lnTo>
                  <a:pt x="36769" y="37654"/>
                </a:lnTo>
                <a:lnTo>
                  <a:pt x="42428" y="6855"/>
                </a:lnTo>
                <a:lnTo>
                  <a:pt x="30485" y="6855"/>
                </a:lnTo>
                <a:lnTo>
                  <a:pt x="24828" y="37654"/>
                </a:lnTo>
                <a:lnTo>
                  <a:pt x="5814" y="37654"/>
                </a:lnTo>
                <a:lnTo>
                  <a:pt x="5814" y="48338"/>
                </a:lnTo>
                <a:lnTo>
                  <a:pt x="22786" y="48338"/>
                </a:lnTo>
                <a:lnTo>
                  <a:pt x="17913" y="75710"/>
                </a:lnTo>
                <a:lnTo>
                  <a:pt x="0" y="75710"/>
                </a:lnTo>
                <a:lnTo>
                  <a:pt x="0" y="86395"/>
                </a:lnTo>
                <a:lnTo>
                  <a:pt x="15871" y="86395"/>
                </a:lnTo>
                <a:lnTo>
                  <a:pt x="9900" y="119541"/>
                </a:lnTo>
                <a:lnTo>
                  <a:pt x="21843" y="119541"/>
                </a:lnTo>
                <a:lnTo>
                  <a:pt x="27969" y="86395"/>
                </a:lnTo>
                <a:lnTo>
                  <a:pt x="47456" y="86395"/>
                </a:lnTo>
                <a:lnTo>
                  <a:pt x="41485" y="119541"/>
                </a:lnTo>
                <a:lnTo>
                  <a:pt x="53426" y="119541"/>
                </a:lnTo>
                <a:lnTo>
                  <a:pt x="59555" y="86395"/>
                </a:lnTo>
                <a:lnTo>
                  <a:pt x="77940" y="86395"/>
                </a:lnTo>
                <a:lnTo>
                  <a:pt x="77940" y="75710"/>
                </a:lnTo>
                <a:lnTo>
                  <a:pt x="61442" y="75710"/>
                </a:lnTo>
                <a:lnTo>
                  <a:pt x="66311" y="48338"/>
                </a:lnTo>
                <a:lnTo>
                  <a:pt x="82968" y="48338"/>
                </a:lnTo>
                <a:lnTo>
                  <a:pt x="82968" y="37654"/>
                </a:lnTo>
                <a:lnTo>
                  <a:pt x="68354" y="37654"/>
                </a:lnTo>
                <a:lnTo>
                  <a:pt x="74013" y="6855"/>
                </a:lnTo>
                <a:moveTo>
                  <a:pt x="54371" y="48338"/>
                </a:moveTo>
                <a:lnTo>
                  <a:pt x="49499" y="75710"/>
                </a:lnTo>
                <a:lnTo>
                  <a:pt x="29856" y="75710"/>
                </a:lnTo>
                <a:lnTo>
                  <a:pt x="34884" y="48338"/>
                </a:lnTo>
                <a:lnTo>
                  <a:pt x="54371" y="48338"/>
                </a:lnTo>
                <a:close/>
                <a:moveTo>
                  <a:pt x="175207" y="31765"/>
                </a:moveTo>
                <a:cubicBezTo>
                  <a:pt x="151952" y="31765"/>
                  <a:pt x="138124" y="48271"/>
                  <a:pt x="138124" y="75962"/>
                </a:cubicBezTo>
                <a:cubicBezTo>
                  <a:pt x="138124" y="103809"/>
                  <a:pt x="151952" y="120155"/>
                  <a:pt x="175365" y="120155"/>
                </a:cubicBezTo>
                <a:cubicBezTo>
                  <a:pt x="198621" y="120155"/>
                  <a:pt x="212607" y="103651"/>
                  <a:pt x="212607" y="76590"/>
                </a:cubicBezTo>
                <a:cubicBezTo>
                  <a:pt x="212607" y="47957"/>
                  <a:pt x="199093" y="31765"/>
                  <a:pt x="175207" y="31765"/>
                </a:cubicBezTo>
                <a:moveTo>
                  <a:pt x="175365" y="43866"/>
                </a:moveTo>
                <a:cubicBezTo>
                  <a:pt x="190135" y="43866"/>
                  <a:pt x="198935" y="55980"/>
                  <a:pt x="198935" y="76432"/>
                </a:cubicBezTo>
                <a:cubicBezTo>
                  <a:pt x="198935" y="95942"/>
                  <a:pt x="189821" y="108056"/>
                  <a:pt x="175365" y="108056"/>
                </a:cubicBezTo>
                <a:cubicBezTo>
                  <a:pt x="160751" y="108056"/>
                  <a:pt x="151793" y="95942"/>
                  <a:pt x="151793" y="75962"/>
                </a:cubicBezTo>
                <a:cubicBezTo>
                  <a:pt x="151793" y="55980"/>
                  <a:pt x="160751" y="43866"/>
                  <a:pt x="175365" y="43866"/>
                </a:cubicBezTo>
                <a:close/>
                <a:moveTo>
                  <a:pt x="262891" y="34067"/>
                </a:moveTo>
                <a:lnTo>
                  <a:pt x="249219" y="34067"/>
                </a:lnTo>
                <a:lnTo>
                  <a:pt x="249219" y="21181"/>
                </a:lnTo>
                <a:cubicBezTo>
                  <a:pt x="249219" y="15681"/>
                  <a:pt x="252204" y="12854"/>
                  <a:pt x="258333" y="12854"/>
                </a:cubicBezTo>
                <a:cubicBezTo>
                  <a:pt x="259433" y="12854"/>
                  <a:pt x="259905" y="12854"/>
                  <a:pt x="262891" y="13010"/>
                </a:cubicBezTo>
                <a:lnTo>
                  <a:pt x="262891" y="2168"/>
                </a:lnTo>
                <a:cubicBezTo>
                  <a:pt x="259905" y="1539"/>
                  <a:pt x="258177" y="1381"/>
                  <a:pt x="255506" y="1381"/>
                </a:cubicBezTo>
                <a:cubicBezTo>
                  <a:pt x="243404" y="1381"/>
                  <a:pt x="236178" y="8296"/>
                  <a:pt x="236178" y="20081"/>
                </a:cubicBezTo>
                <a:lnTo>
                  <a:pt x="236178" y="34067"/>
                </a:lnTo>
                <a:lnTo>
                  <a:pt x="225177" y="34067"/>
                </a:lnTo>
                <a:lnTo>
                  <a:pt x="225177" y="44753"/>
                </a:lnTo>
                <a:lnTo>
                  <a:pt x="236178" y="44753"/>
                </a:lnTo>
                <a:lnTo>
                  <a:pt x="236178" y="116472"/>
                </a:lnTo>
                <a:lnTo>
                  <a:pt x="249219" y="116472"/>
                </a:lnTo>
                <a:lnTo>
                  <a:pt x="249219" y="44753"/>
                </a:lnTo>
                <a:lnTo>
                  <a:pt x="262891" y="44753"/>
                </a:lnTo>
                <a:lnTo>
                  <a:pt x="262891" y="34067"/>
                </a:lnTo>
                <a:close/>
                <a:moveTo>
                  <a:pt x="367700" y="14880"/>
                </a:moveTo>
                <a:lnTo>
                  <a:pt x="405255" y="14880"/>
                </a:lnTo>
                <a:lnTo>
                  <a:pt x="405255" y="1995"/>
                </a:lnTo>
                <a:lnTo>
                  <a:pt x="315374" y="1995"/>
                </a:lnTo>
                <a:lnTo>
                  <a:pt x="315374" y="14880"/>
                </a:lnTo>
                <a:lnTo>
                  <a:pt x="353086" y="14880"/>
                </a:lnTo>
                <a:lnTo>
                  <a:pt x="353086" y="116472"/>
                </a:lnTo>
                <a:lnTo>
                  <a:pt x="367700" y="116472"/>
                </a:lnTo>
                <a:lnTo>
                  <a:pt x="367700" y="14880"/>
                </a:lnTo>
                <a:close/>
                <a:moveTo>
                  <a:pt x="482412" y="79741"/>
                </a:moveTo>
                <a:cubicBezTo>
                  <a:pt x="482412" y="67167"/>
                  <a:pt x="481467" y="59610"/>
                  <a:pt x="479110" y="53469"/>
                </a:cubicBezTo>
                <a:cubicBezTo>
                  <a:pt x="473768" y="39936"/>
                  <a:pt x="461197" y="31765"/>
                  <a:pt x="445799" y="31765"/>
                </a:cubicBezTo>
                <a:cubicBezTo>
                  <a:pt x="422855" y="31765"/>
                  <a:pt x="408085" y="49218"/>
                  <a:pt x="408085" y="76442"/>
                </a:cubicBezTo>
                <a:cubicBezTo>
                  <a:pt x="408085" y="103651"/>
                  <a:pt x="422227" y="120155"/>
                  <a:pt x="445484" y="120155"/>
                </a:cubicBezTo>
                <a:cubicBezTo>
                  <a:pt x="464340" y="120155"/>
                  <a:pt x="477381" y="109470"/>
                  <a:pt x="480683" y="91538"/>
                </a:cubicBezTo>
                <a:lnTo>
                  <a:pt x="467483" y="91538"/>
                </a:lnTo>
                <a:cubicBezTo>
                  <a:pt x="463868" y="102392"/>
                  <a:pt x="456483" y="108056"/>
                  <a:pt x="445954" y="108056"/>
                </a:cubicBezTo>
                <a:cubicBezTo>
                  <a:pt x="437627" y="108056"/>
                  <a:pt x="430556" y="104282"/>
                  <a:pt x="426156" y="97359"/>
                </a:cubicBezTo>
                <a:cubicBezTo>
                  <a:pt x="423013" y="92641"/>
                  <a:pt x="421912" y="87920"/>
                  <a:pt x="421757" y="79741"/>
                </a:cubicBezTo>
                <a:lnTo>
                  <a:pt x="482412" y="79741"/>
                </a:lnTo>
                <a:moveTo>
                  <a:pt x="422071" y="69054"/>
                </a:moveTo>
                <a:cubicBezTo>
                  <a:pt x="423169" y="53783"/>
                  <a:pt x="432441" y="43866"/>
                  <a:pt x="445640" y="43866"/>
                </a:cubicBezTo>
                <a:cubicBezTo>
                  <a:pt x="458998" y="43866"/>
                  <a:pt x="468268" y="54256"/>
                  <a:pt x="468268" y="69054"/>
                </a:cubicBezTo>
                <a:lnTo>
                  <a:pt x="422071" y="69054"/>
                </a:lnTo>
                <a:close/>
                <a:moveTo>
                  <a:pt x="560507" y="57083"/>
                </a:moveTo>
                <a:cubicBezTo>
                  <a:pt x="560351" y="40881"/>
                  <a:pt x="549664" y="31765"/>
                  <a:pt x="530650" y="31765"/>
                </a:cubicBezTo>
                <a:cubicBezTo>
                  <a:pt x="511481" y="31765"/>
                  <a:pt x="499068" y="41665"/>
                  <a:pt x="499068" y="56924"/>
                </a:cubicBezTo>
                <a:cubicBezTo>
                  <a:pt x="499068" y="69824"/>
                  <a:pt x="505666" y="75962"/>
                  <a:pt x="525153" y="80681"/>
                </a:cubicBezTo>
                <a:lnTo>
                  <a:pt x="537410" y="83671"/>
                </a:lnTo>
                <a:cubicBezTo>
                  <a:pt x="546523" y="85872"/>
                  <a:pt x="550137" y="89176"/>
                  <a:pt x="550137" y="94998"/>
                </a:cubicBezTo>
                <a:cubicBezTo>
                  <a:pt x="550137" y="102865"/>
                  <a:pt x="542438" y="108056"/>
                  <a:pt x="530967" y="108056"/>
                </a:cubicBezTo>
                <a:cubicBezTo>
                  <a:pt x="523894" y="108056"/>
                  <a:pt x="517923" y="106010"/>
                  <a:pt x="514624" y="102550"/>
                </a:cubicBezTo>
                <a:cubicBezTo>
                  <a:pt x="512581" y="100189"/>
                  <a:pt x="511639" y="97829"/>
                  <a:pt x="510853" y="92008"/>
                </a:cubicBezTo>
                <a:lnTo>
                  <a:pt x="497025" y="92008"/>
                </a:lnTo>
                <a:cubicBezTo>
                  <a:pt x="497653" y="111041"/>
                  <a:pt x="508337" y="120155"/>
                  <a:pt x="529866" y="120155"/>
                </a:cubicBezTo>
                <a:cubicBezTo>
                  <a:pt x="550609" y="120155"/>
                  <a:pt x="563809" y="109943"/>
                  <a:pt x="563809" y="94053"/>
                </a:cubicBezTo>
                <a:cubicBezTo>
                  <a:pt x="563809" y="81781"/>
                  <a:pt x="556894" y="75017"/>
                  <a:pt x="540551" y="71083"/>
                </a:cubicBezTo>
                <a:lnTo>
                  <a:pt x="527979" y="68095"/>
                </a:lnTo>
                <a:cubicBezTo>
                  <a:pt x="517295" y="65578"/>
                  <a:pt x="512737" y="62115"/>
                  <a:pt x="512737" y="56294"/>
                </a:cubicBezTo>
                <a:cubicBezTo>
                  <a:pt x="512737" y="48585"/>
                  <a:pt x="519494" y="43866"/>
                  <a:pt x="530181" y="43866"/>
                </a:cubicBezTo>
                <a:cubicBezTo>
                  <a:pt x="540709" y="43866"/>
                  <a:pt x="546365" y="48429"/>
                  <a:pt x="546679" y="57083"/>
                </a:cubicBezTo>
                <a:lnTo>
                  <a:pt x="560507" y="57083"/>
                </a:lnTo>
                <a:close/>
                <a:moveTo>
                  <a:pt x="598850" y="34067"/>
                </a:moveTo>
                <a:lnTo>
                  <a:pt x="585336" y="34067"/>
                </a:lnTo>
                <a:lnTo>
                  <a:pt x="585336" y="11440"/>
                </a:lnTo>
                <a:lnTo>
                  <a:pt x="572293" y="11440"/>
                </a:lnTo>
                <a:lnTo>
                  <a:pt x="572293" y="34067"/>
                </a:lnTo>
                <a:lnTo>
                  <a:pt x="561136" y="34067"/>
                </a:lnTo>
                <a:lnTo>
                  <a:pt x="561136" y="44753"/>
                </a:lnTo>
                <a:lnTo>
                  <a:pt x="572293" y="44753"/>
                </a:lnTo>
                <a:lnTo>
                  <a:pt x="572293" y="107111"/>
                </a:lnTo>
                <a:cubicBezTo>
                  <a:pt x="572293" y="115599"/>
                  <a:pt x="577949" y="120155"/>
                  <a:pt x="588163" y="120155"/>
                </a:cubicBezTo>
                <a:cubicBezTo>
                  <a:pt x="591621" y="120155"/>
                  <a:pt x="594450" y="119840"/>
                  <a:pt x="598850" y="119056"/>
                </a:cubicBezTo>
                <a:lnTo>
                  <a:pt x="598850" y="108056"/>
                </a:lnTo>
                <a:cubicBezTo>
                  <a:pt x="596963" y="108528"/>
                  <a:pt x="595234" y="108684"/>
                  <a:pt x="592563" y="108684"/>
                </a:cubicBezTo>
                <a:cubicBezTo>
                  <a:pt x="586907" y="108684"/>
                  <a:pt x="585336" y="107111"/>
                  <a:pt x="585336" y="101284"/>
                </a:cubicBezTo>
                <a:lnTo>
                  <a:pt x="585336" y="44753"/>
                </a:lnTo>
                <a:lnTo>
                  <a:pt x="598850" y="44753"/>
                </a:lnTo>
                <a:lnTo>
                  <a:pt x="598850" y="34067"/>
                </a:lnTo>
                <a:close/>
                <a:moveTo>
                  <a:pt x="752842" y="37426"/>
                </a:moveTo>
                <a:cubicBezTo>
                  <a:pt x="748287" y="12257"/>
                  <a:pt x="733831" y="0"/>
                  <a:pt x="708688" y="0"/>
                </a:cubicBezTo>
                <a:cubicBezTo>
                  <a:pt x="693288" y="0"/>
                  <a:pt x="680875" y="4872"/>
                  <a:pt x="672389" y="14302"/>
                </a:cubicBezTo>
                <a:cubicBezTo>
                  <a:pt x="662019" y="25629"/>
                  <a:pt x="656360" y="41989"/>
                  <a:pt x="656360" y="60550"/>
                </a:cubicBezTo>
                <a:cubicBezTo>
                  <a:pt x="656360" y="79427"/>
                  <a:pt x="662175" y="95631"/>
                  <a:pt x="672861" y="106799"/>
                </a:cubicBezTo>
                <a:cubicBezTo>
                  <a:pt x="681817" y="115913"/>
                  <a:pt x="693132" y="120155"/>
                  <a:pt x="708060" y="120155"/>
                </a:cubicBezTo>
                <a:cubicBezTo>
                  <a:pt x="736029" y="120155"/>
                  <a:pt x="751744" y="105068"/>
                  <a:pt x="755199" y="74708"/>
                </a:cubicBezTo>
                <a:lnTo>
                  <a:pt x="740115" y="74708"/>
                </a:lnTo>
                <a:cubicBezTo>
                  <a:pt x="738859" y="82573"/>
                  <a:pt x="737286" y="87922"/>
                  <a:pt x="734929" y="92485"/>
                </a:cubicBezTo>
                <a:cubicBezTo>
                  <a:pt x="730215" y="101922"/>
                  <a:pt x="720473" y="107272"/>
                  <a:pt x="708216" y="107272"/>
                </a:cubicBezTo>
                <a:cubicBezTo>
                  <a:pt x="685430" y="107272"/>
                  <a:pt x="670974" y="89023"/>
                  <a:pt x="670974" y="60394"/>
                </a:cubicBezTo>
                <a:cubicBezTo>
                  <a:pt x="670974" y="30976"/>
                  <a:pt x="684646" y="12885"/>
                  <a:pt x="706959" y="12885"/>
                </a:cubicBezTo>
                <a:cubicBezTo>
                  <a:pt x="716231" y="12885"/>
                  <a:pt x="724873" y="15561"/>
                  <a:pt x="729587" y="20124"/>
                </a:cubicBezTo>
                <a:cubicBezTo>
                  <a:pt x="733831" y="24056"/>
                  <a:pt x="736188" y="28775"/>
                  <a:pt x="737914" y="37426"/>
                </a:cubicBezTo>
                <a:lnTo>
                  <a:pt x="752842" y="37426"/>
                </a:lnTo>
                <a:close/>
                <a:moveTo>
                  <a:pt x="845082" y="108842"/>
                </a:moveTo>
                <a:cubicBezTo>
                  <a:pt x="843670" y="109156"/>
                  <a:pt x="843039" y="109156"/>
                  <a:pt x="842255" y="109156"/>
                </a:cubicBezTo>
                <a:cubicBezTo>
                  <a:pt x="837697" y="109156"/>
                  <a:pt x="835184" y="106797"/>
                  <a:pt x="835184" y="102706"/>
                </a:cubicBezTo>
                <a:lnTo>
                  <a:pt x="835184" y="54248"/>
                </a:lnTo>
                <a:cubicBezTo>
                  <a:pt x="835184" y="39622"/>
                  <a:pt x="824498" y="31765"/>
                  <a:pt x="804228" y="31765"/>
                </a:cubicBezTo>
                <a:cubicBezTo>
                  <a:pt x="792129" y="31765"/>
                  <a:pt x="782543" y="35223"/>
                  <a:pt x="776886" y="41351"/>
                </a:cubicBezTo>
                <a:cubicBezTo>
                  <a:pt x="773115" y="45597"/>
                  <a:pt x="771542" y="50316"/>
                  <a:pt x="771228" y="58497"/>
                </a:cubicBezTo>
                <a:lnTo>
                  <a:pt x="784427" y="58497"/>
                </a:lnTo>
                <a:cubicBezTo>
                  <a:pt x="785528" y="48429"/>
                  <a:pt x="791500" y="43866"/>
                  <a:pt x="803755" y="43866"/>
                </a:cubicBezTo>
                <a:cubicBezTo>
                  <a:pt x="815698" y="43866"/>
                  <a:pt x="822141" y="48271"/>
                  <a:pt x="822141" y="56138"/>
                </a:cubicBezTo>
                <a:lnTo>
                  <a:pt x="822141" y="59598"/>
                </a:lnTo>
                <a:cubicBezTo>
                  <a:pt x="821985" y="65264"/>
                  <a:pt x="819156" y="67309"/>
                  <a:pt x="808469" y="68723"/>
                </a:cubicBezTo>
                <a:cubicBezTo>
                  <a:pt x="789928" y="71083"/>
                  <a:pt x="787098" y="71713"/>
                  <a:pt x="782070" y="73759"/>
                </a:cubicBezTo>
                <a:cubicBezTo>
                  <a:pt x="772487" y="77849"/>
                  <a:pt x="767614" y="85085"/>
                  <a:pt x="767614" y="95784"/>
                </a:cubicBezTo>
                <a:cubicBezTo>
                  <a:pt x="767614" y="110727"/>
                  <a:pt x="777984" y="120155"/>
                  <a:pt x="794641" y="120155"/>
                </a:cubicBezTo>
                <a:cubicBezTo>
                  <a:pt x="805014" y="120155"/>
                  <a:pt x="813341" y="116541"/>
                  <a:pt x="822613" y="108056"/>
                </a:cubicBezTo>
                <a:cubicBezTo>
                  <a:pt x="823556" y="116541"/>
                  <a:pt x="827641" y="120155"/>
                  <a:pt x="836127" y="120155"/>
                </a:cubicBezTo>
                <a:cubicBezTo>
                  <a:pt x="838954" y="120155"/>
                  <a:pt x="840682" y="119840"/>
                  <a:pt x="845082" y="118742"/>
                </a:cubicBezTo>
                <a:lnTo>
                  <a:pt x="845082" y="108842"/>
                </a:lnTo>
                <a:moveTo>
                  <a:pt x="822141" y="90593"/>
                </a:moveTo>
                <a:cubicBezTo>
                  <a:pt x="822141" y="94998"/>
                  <a:pt x="820884" y="97671"/>
                  <a:pt x="816955" y="101289"/>
                </a:cubicBezTo>
                <a:cubicBezTo>
                  <a:pt x="811613" y="106169"/>
                  <a:pt x="805170" y="108684"/>
                  <a:pt x="797471" y="108684"/>
                </a:cubicBezTo>
                <a:cubicBezTo>
                  <a:pt x="787256" y="108684"/>
                  <a:pt x="781286" y="103807"/>
                  <a:pt x="781286" y="95470"/>
                </a:cubicBezTo>
                <a:cubicBezTo>
                  <a:pt x="781286" y="86817"/>
                  <a:pt x="786942" y="82412"/>
                  <a:pt x="801084" y="80367"/>
                </a:cubicBezTo>
                <a:cubicBezTo>
                  <a:pt x="815070" y="78477"/>
                  <a:pt x="817741" y="77849"/>
                  <a:pt x="822141" y="75804"/>
                </a:cubicBezTo>
                <a:lnTo>
                  <a:pt x="822141" y="90593"/>
                </a:lnTo>
                <a:close/>
                <a:moveTo>
                  <a:pt x="919722" y="57083"/>
                </a:moveTo>
                <a:cubicBezTo>
                  <a:pt x="919566" y="40881"/>
                  <a:pt x="908880" y="31765"/>
                  <a:pt x="889866" y="31765"/>
                </a:cubicBezTo>
                <a:cubicBezTo>
                  <a:pt x="870696" y="31765"/>
                  <a:pt x="858283" y="41665"/>
                  <a:pt x="858283" y="56924"/>
                </a:cubicBezTo>
                <a:cubicBezTo>
                  <a:pt x="858283" y="69824"/>
                  <a:pt x="864881" y="75962"/>
                  <a:pt x="884368" y="80681"/>
                </a:cubicBezTo>
                <a:lnTo>
                  <a:pt x="896625" y="83671"/>
                </a:lnTo>
                <a:cubicBezTo>
                  <a:pt x="905739" y="85872"/>
                  <a:pt x="909352" y="89176"/>
                  <a:pt x="909352" y="94998"/>
                </a:cubicBezTo>
                <a:cubicBezTo>
                  <a:pt x="909352" y="102865"/>
                  <a:pt x="901653" y="108056"/>
                  <a:pt x="890182" y="108056"/>
                </a:cubicBezTo>
                <a:cubicBezTo>
                  <a:pt x="883109" y="108056"/>
                  <a:pt x="877139" y="106010"/>
                  <a:pt x="873839" y="102550"/>
                </a:cubicBezTo>
                <a:cubicBezTo>
                  <a:pt x="871796" y="100189"/>
                  <a:pt x="870854" y="97829"/>
                  <a:pt x="870068" y="92008"/>
                </a:cubicBezTo>
                <a:lnTo>
                  <a:pt x="856240" y="92008"/>
                </a:lnTo>
                <a:cubicBezTo>
                  <a:pt x="856868" y="111041"/>
                  <a:pt x="867552" y="120155"/>
                  <a:pt x="889082" y="120155"/>
                </a:cubicBezTo>
                <a:cubicBezTo>
                  <a:pt x="909824" y="120155"/>
                  <a:pt x="923024" y="109943"/>
                  <a:pt x="923024" y="94053"/>
                </a:cubicBezTo>
                <a:cubicBezTo>
                  <a:pt x="923024" y="81781"/>
                  <a:pt x="916109" y="75017"/>
                  <a:pt x="899766" y="71083"/>
                </a:cubicBezTo>
                <a:lnTo>
                  <a:pt x="887195" y="68095"/>
                </a:lnTo>
                <a:cubicBezTo>
                  <a:pt x="876510" y="65578"/>
                  <a:pt x="871952" y="62115"/>
                  <a:pt x="871952" y="56294"/>
                </a:cubicBezTo>
                <a:cubicBezTo>
                  <a:pt x="871952" y="48585"/>
                  <a:pt x="878709" y="43866"/>
                  <a:pt x="889396" y="43866"/>
                </a:cubicBezTo>
                <a:cubicBezTo>
                  <a:pt x="899924" y="43866"/>
                  <a:pt x="905580" y="48429"/>
                  <a:pt x="905894" y="57083"/>
                </a:cubicBezTo>
                <a:lnTo>
                  <a:pt x="919722" y="57083"/>
                </a:lnTo>
                <a:close/>
                <a:moveTo>
                  <a:pt x="998764" y="79741"/>
                </a:moveTo>
                <a:cubicBezTo>
                  <a:pt x="998764" y="67167"/>
                  <a:pt x="997819" y="59610"/>
                  <a:pt x="995462" y="53469"/>
                </a:cubicBezTo>
                <a:cubicBezTo>
                  <a:pt x="990120" y="39936"/>
                  <a:pt x="977549" y="31765"/>
                  <a:pt x="962151" y="31765"/>
                </a:cubicBezTo>
                <a:cubicBezTo>
                  <a:pt x="939207" y="31765"/>
                  <a:pt x="924437" y="49218"/>
                  <a:pt x="924437" y="76442"/>
                </a:cubicBezTo>
                <a:cubicBezTo>
                  <a:pt x="924437" y="103651"/>
                  <a:pt x="938579" y="120155"/>
                  <a:pt x="961837" y="120155"/>
                </a:cubicBezTo>
                <a:cubicBezTo>
                  <a:pt x="980692" y="120155"/>
                  <a:pt x="993734" y="109470"/>
                  <a:pt x="997035" y="91538"/>
                </a:cubicBezTo>
                <a:lnTo>
                  <a:pt x="983836" y="91538"/>
                </a:lnTo>
                <a:cubicBezTo>
                  <a:pt x="980220" y="102392"/>
                  <a:pt x="972835" y="108056"/>
                  <a:pt x="962307" y="108056"/>
                </a:cubicBezTo>
                <a:cubicBezTo>
                  <a:pt x="953979" y="108056"/>
                  <a:pt x="946908" y="104282"/>
                  <a:pt x="942509" y="97359"/>
                </a:cubicBezTo>
                <a:cubicBezTo>
                  <a:pt x="939365" y="92641"/>
                  <a:pt x="938265" y="87920"/>
                  <a:pt x="938109" y="79741"/>
                </a:cubicBezTo>
                <a:lnTo>
                  <a:pt x="998764" y="79741"/>
                </a:lnTo>
                <a:moveTo>
                  <a:pt x="938423" y="69054"/>
                </a:moveTo>
                <a:cubicBezTo>
                  <a:pt x="939521" y="53783"/>
                  <a:pt x="948793" y="43866"/>
                  <a:pt x="961993" y="43866"/>
                </a:cubicBezTo>
                <a:cubicBezTo>
                  <a:pt x="975350" y="43866"/>
                  <a:pt x="984620" y="54256"/>
                  <a:pt x="984620" y="69054"/>
                </a:cubicBezTo>
                <a:lnTo>
                  <a:pt x="938423" y="69054"/>
                </a:lnTo>
                <a:close/>
                <a:moveTo>
                  <a:pt x="1076859" y="57083"/>
                </a:moveTo>
                <a:cubicBezTo>
                  <a:pt x="1076703" y="40881"/>
                  <a:pt x="1066016" y="31765"/>
                  <a:pt x="1047002" y="31765"/>
                </a:cubicBezTo>
                <a:cubicBezTo>
                  <a:pt x="1027833" y="31765"/>
                  <a:pt x="1015420" y="41665"/>
                  <a:pt x="1015420" y="56924"/>
                </a:cubicBezTo>
                <a:cubicBezTo>
                  <a:pt x="1015420" y="69824"/>
                  <a:pt x="1022018" y="75962"/>
                  <a:pt x="1041504" y="80681"/>
                </a:cubicBezTo>
                <a:lnTo>
                  <a:pt x="1053762" y="83671"/>
                </a:lnTo>
                <a:cubicBezTo>
                  <a:pt x="1062875" y="85872"/>
                  <a:pt x="1066489" y="89176"/>
                  <a:pt x="1066489" y="94998"/>
                </a:cubicBezTo>
                <a:cubicBezTo>
                  <a:pt x="1066489" y="102865"/>
                  <a:pt x="1058790" y="108056"/>
                  <a:pt x="1047319" y="108056"/>
                </a:cubicBezTo>
                <a:cubicBezTo>
                  <a:pt x="1040246" y="108056"/>
                  <a:pt x="1034275" y="106010"/>
                  <a:pt x="1030976" y="102550"/>
                </a:cubicBezTo>
                <a:cubicBezTo>
                  <a:pt x="1028933" y="100189"/>
                  <a:pt x="1027991" y="97829"/>
                  <a:pt x="1027204" y="92008"/>
                </a:cubicBezTo>
                <a:lnTo>
                  <a:pt x="1013377" y="92008"/>
                </a:lnTo>
                <a:cubicBezTo>
                  <a:pt x="1014005" y="111041"/>
                  <a:pt x="1024689" y="120155"/>
                  <a:pt x="1046218" y="120155"/>
                </a:cubicBezTo>
                <a:cubicBezTo>
                  <a:pt x="1066961" y="120155"/>
                  <a:pt x="1080161" y="109943"/>
                  <a:pt x="1080161" y="94053"/>
                </a:cubicBezTo>
                <a:cubicBezTo>
                  <a:pt x="1080161" y="81781"/>
                  <a:pt x="1073245" y="75017"/>
                  <a:pt x="1056903" y="71083"/>
                </a:cubicBezTo>
                <a:lnTo>
                  <a:pt x="1044331" y="68095"/>
                </a:lnTo>
                <a:cubicBezTo>
                  <a:pt x="1033647" y="65578"/>
                  <a:pt x="1029089" y="62115"/>
                  <a:pt x="1029089" y="56294"/>
                </a:cubicBezTo>
                <a:cubicBezTo>
                  <a:pt x="1029089" y="48585"/>
                  <a:pt x="1035846" y="43866"/>
                  <a:pt x="1046532" y="43866"/>
                </a:cubicBezTo>
                <a:cubicBezTo>
                  <a:pt x="1057061" y="43866"/>
                  <a:pt x="1062717" y="48429"/>
                  <a:pt x="1063031" y="57083"/>
                </a:cubicBezTo>
                <a:lnTo>
                  <a:pt x="1076859" y="57083"/>
                </a:lnTo>
                <a:close/>
                <a:moveTo>
                  <a:pt x="1157314" y="1995"/>
                </a:moveTo>
                <a:cubicBezTo>
                  <a:pt x="1141599" y="22582"/>
                  <a:pt x="1131701" y="51179"/>
                  <a:pt x="1131701" y="75849"/>
                </a:cubicBezTo>
                <a:cubicBezTo>
                  <a:pt x="1131701" y="100678"/>
                  <a:pt x="1141599" y="129278"/>
                  <a:pt x="1157314" y="149862"/>
                </a:cubicBezTo>
                <a:lnTo>
                  <a:pt x="1165958" y="149862"/>
                </a:lnTo>
                <a:cubicBezTo>
                  <a:pt x="1152128" y="127391"/>
                  <a:pt x="1144429" y="100992"/>
                  <a:pt x="1144429" y="75849"/>
                </a:cubicBezTo>
                <a:cubicBezTo>
                  <a:pt x="1144429" y="50865"/>
                  <a:pt x="1152128" y="24310"/>
                  <a:pt x="1165958" y="1995"/>
                </a:cubicBezTo>
                <a:lnTo>
                  <a:pt x="1157314" y="1995"/>
                </a:lnTo>
                <a:close/>
                <a:moveTo>
                  <a:pt x="1188741" y="34067"/>
                </a:moveTo>
                <a:lnTo>
                  <a:pt x="1175697" y="34067"/>
                </a:lnTo>
                <a:lnTo>
                  <a:pt x="1175697" y="116472"/>
                </a:lnTo>
                <a:lnTo>
                  <a:pt x="1188741" y="116472"/>
                </a:lnTo>
                <a:lnTo>
                  <a:pt x="1188741" y="34067"/>
                </a:lnTo>
                <a:moveTo>
                  <a:pt x="1188741" y="1995"/>
                </a:moveTo>
                <a:lnTo>
                  <a:pt x="1175542" y="1995"/>
                </a:lnTo>
                <a:lnTo>
                  <a:pt x="1175542" y="18496"/>
                </a:lnTo>
                <a:lnTo>
                  <a:pt x="1188741" y="18496"/>
                </a:lnTo>
                <a:lnTo>
                  <a:pt x="1188741" y="1995"/>
                </a:lnTo>
                <a:close/>
                <a:moveTo>
                  <a:pt x="1220954" y="34067"/>
                </a:moveTo>
                <a:lnTo>
                  <a:pt x="1220954" y="116472"/>
                </a:lnTo>
                <a:lnTo>
                  <a:pt x="1234154" y="116472"/>
                </a:lnTo>
                <a:lnTo>
                  <a:pt x="1234154" y="71025"/>
                </a:lnTo>
                <a:cubicBezTo>
                  <a:pt x="1234154" y="54239"/>
                  <a:pt x="1242953" y="43238"/>
                  <a:pt x="1256467" y="43238"/>
                </a:cubicBezTo>
                <a:cubicBezTo>
                  <a:pt x="1266839" y="43238"/>
                  <a:pt x="1273438" y="49525"/>
                  <a:pt x="1273438" y="59425"/>
                </a:cubicBezTo>
                <a:lnTo>
                  <a:pt x="1273438" y="116472"/>
                </a:lnTo>
                <a:lnTo>
                  <a:pt x="1286482" y="116472"/>
                </a:lnTo>
                <a:lnTo>
                  <a:pt x="1286482" y="54239"/>
                </a:lnTo>
                <a:cubicBezTo>
                  <a:pt x="1286482" y="40567"/>
                  <a:pt x="1276267" y="31765"/>
                  <a:pt x="1260397" y="31765"/>
                </a:cubicBezTo>
                <a:cubicBezTo>
                  <a:pt x="1248140" y="31710"/>
                  <a:pt x="1240282" y="36426"/>
                  <a:pt x="1233053" y="47897"/>
                </a:cubicBezTo>
                <a:lnTo>
                  <a:pt x="1233053" y="34067"/>
                </a:lnTo>
                <a:lnTo>
                  <a:pt x="1220954" y="34067"/>
                </a:lnTo>
                <a:close/>
                <a:moveTo>
                  <a:pt x="1355621" y="34067"/>
                </a:moveTo>
                <a:lnTo>
                  <a:pt x="1355621" y="116472"/>
                </a:lnTo>
                <a:lnTo>
                  <a:pt x="1368820" y="116472"/>
                </a:lnTo>
                <a:lnTo>
                  <a:pt x="1368820" y="64734"/>
                </a:lnTo>
                <a:cubicBezTo>
                  <a:pt x="1368820" y="52824"/>
                  <a:pt x="1377464" y="43238"/>
                  <a:pt x="1388148" y="43238"/>
                </a:cubicBezTo>
                <a:cubicBezTo>
                  <a:pt x="1397890" y="43238"/>
                  <a:pt x="1403390" y="49208"/>
                  <a:pt x="1403390" y="59739"/>
                </a:cubicBezTo>
                <a:lnTo>
                  <a:pt x="1403390" y="116472"/>
                </a:lnTo>
                <a:lnTo>
                  <a:pt x="1416590" y="116472"/>
                </a:lnTo>
                <a:lnTo>
                  <a:pt x="1416590" y="64767"/>
                </a:lnTo>
                <a:cubicBezTo>
                  <a:pt x="1416590" y="52824"/>
                  <a:pt x="1425234" y="43238"/>
                  <a:pt x="1435918" y="43238"/>
                </a:cubicBezTo>
                <a:cubicBezTo>
                  <a:pt x="1445504" y="43238"/>
                  <a:pt x="1451160" y="49367"/>
                  <a:pt x="1451160" y="59739"/>
                </a:cubicBezTo>
                <a:lnTo>
                  <a:pt x="1451160" y="116472"/>
                </a:lnTo>
                <a:lnTo>
                  <a:pt x="1464360" y="116472"/>
                </a:lnTo>
                <a:lnTo>
                  <a:pt x="1464360" y="54711"/>
                </a:lnTo>
                <a:cubicBezTo>
                  <a:pt x="1464360" y="39936"/>
                  <a:pt x="1455874" y="31765"/>
                  <a:pt x="1440476" y="31765"/>
                </a:cubicBezTo>
                <a:cubicBezTo>
                  <a:pt x="1429475" y="31765"/>
                  <a:pt x="1422874" y="35067"/>
                  <a:pt x="1415175" y="44339"/>
                </a:cubicBezTo>
                <a:cubicBezTo>
                  <a:pt x="1410305" y="35537"/>
                  <a:pt x="1403704" y="31765"/>
                  <a:pt x="1393020" y="31765"/>
                </a:cubicBezTo>
                <a:cubicBezTo>
                  <a:pt x="1382019" y="31710"/>
                  <a:pt x="1374634" y="35796"/>
                  <a:pt x="1367719" y="45696"/>
                </a:cubicBezTo>
                <a:lnTo>
                  <a:pt x="1367719" y="34067"/>
                </a:lnTo>
                <a:lnTo>
                  <a:pt x="1355621" y="34067"/>
                </a:lnTo>
                <a:close/>
                <a:moveTo>
                  <a:pt x="1503015" y="34067"/>
                </a:moveTo>
                <a:lnTo>
                  <a:pt x="1489972" y="34067"/>
                </a:lnTo>
                <a:lnTo>
                  <a:pt x="1489972" y="116472"/>
                </a:lnTo>
                <a:lnTo>
                  <a:pt x="1503015" y="116472"/>
                </a:lnTo>
                <a:lnTo>
                  <a:pt x="1503015" y="34067"/>
                </a:lnTo>
                <a:moveTo>
                  <a:pt x="1503015" y="1995"/>
                </a:moveTo>
                <a:lnTo>
                  <a:pt x="1489816" y="1995"/>
                </a:lnTo>
                <a:lnTo>
                  <a:pt x="1489816" y="18496"/>
                </a:lnTo>
                <a:lnTo>
                  <a:pt x="1503015" y="18496"/>
                </a:lnTo>
                <a:lnTo>
                  <a:pt x="1503015" y="1995"/>
                </a:lnTo>
                <a:close/>
                <a:moveTo>
                  <a:pt x="1548114" y="1995"/>
                </a:moveTo>
                <a:lnTo>
                  <a:pt x="1534915" y="1995"/>
                </a:lnTo>
                <a:lnTo>
                  <a:pt x="1534915" y="116472"/>
                </a:lnTo>
                <a:lnTo>
                  <a:pt x="1548114" y="116472"/>
                </a:lnTo>
                <a:lnTo>
                  <a:pt x="1548114" y="1995"/>
                </a:lnTo>
                <a:close/>
                <a:moveTo>
                  <a:pt x="1593054" y="1995"/>
                </a:moveTo>
                <a:lnTo>
                  <a:pt x="1579855" y="1995"/>
                </a:lnTo>
                <a:lnTo>
                  <a:pt x="1579855" y="116472"/>
                </a:lnTo>
                <a:lnTo>
                  <a:pt x="1593054" y="116472"/>
                </a:lnTo>
                <a:lnTo>
                  <a:pt x="1593054" y="1995"/>
                </a:lnTo>
                <a:close/>
                <a:moveTo>
                  <a:pt x="1637682" y="34067"/>
                </a:moveTo>
                <a:lnTo>
                  <a:pt x="1624638" y="34067"/>
                </a:lnTo>
                <a:lnTo>
                  <a:pt x="1624638" y="116472"/>
                </a:lnTo>
                <a:lnTo>
                  <a:pt x="1637682" y="116472"/>
                </a:lnTo>
                <a:lnTo>
                  <a:pt x="1637682" y="34067"/>
                </a:lnTo>
                <a:moveTo>
                  <a:pt x="1637682" y="1995"/>
                </a:moveTo>
                <a:lnTo>
                  <a:pt x="1624482" y="1995"/>
                </a:lnTo>
                <a:lnTo>
                  <a:pt x="1624482" y="18496"/>
                </a:lnTo>
                <a:lnTo>
                  <a:pt x="1637682" y="18496"/>
                </a:lnTo>
                <a:lnTo>
                  <a:pt x="1637682" y="1995"/>
                </a:lnTo>
                <a:close/>
                <a:moveTo>
                  <a:pt x="1701635" y="31765"/>
                </a:moveTo>
                <a:cubicBezTo>
                  <a:pt x="1678380" y="31765"/>
                  <a:pt x="1664552" y="48271"/>
                  <a:pt x="1664552" y="75962"/>
                </a:cubicBezTo>
                <a:cubicBezTo>
                  <a:pt x="1664552" y="103809"/>
                  <a:pt x="1678380" y="120155"/>
                  <a:pt x="1701794" y="120155"/>
                </a:cubicBezTo>
                <a:cubicBezTo>
                  <a:pt x="1725049" y="120155"/>
                  <a:pt x="1739035" y="103651"/>
                  <a:pt x="1739035" y="76590"/>
                </a:cubicBezTo>
                <a:cubicBezTo>
                  <a:pt x="1739035" y="47957"/>
                  <a:pt x="1725521" y="31765"/>
                  <a:pt x="1701635" y="31765"/>
                </a:cubicBezTo>
                <a:moveTo>
                  <a:pt x="1701794" y="43866"/>
                </a:moveTo>
                <a:cubicBezTo>
                  <a:pt x="1716564" y="43866"/>
                  <a:pt x="1725363" y="55980"/>
                  <a:pt x="1725363" y="76432"/>
                </a:cubicBezTo>
                <a:cubicBezTo>
                  <a:pt x="1725363" y="95942"/>
                  <a:pt x="1716250" y="108056"/>
                  <a:pt x="1701794" y="108056"/>
                </a:cubicBezTo>
                <a:cubicBezTo>
                  <a:pt x="1687180" y="108056"/>
                  <a:pt x="1678222" y="95942"/>
                  <a:pt x="1678222" y="75962"/>
                </a:cubicBezTo>
                <a:cubicBezTo>
                  <a:pt x="1678222" y="55980"/>
                  <a:pt x="1687180" y="43866"/>
                  <a:pt x="1701794" y="43866"/>
                </a:cubicBezTo>
                <a:close/>
                <a:moveTo>
                  <a:pt x="1759777" y="34067"/>
                </a:moveTo>
                <a:lnTo>
                  <a:pt x="1759777" y="116472"/>
                </a:lnTo>
                <a:lnTo>
                  <a:pt x="1772976" y="116472"/>
                </a:lnTo>
                <a:lnTo>
                  <a:pt x="1772976" y="71025"/>
                </a:lnTo>
                <a:cubicBezTo>
                  <a:pt x="1772976" y="54239"/>
                  <a:pt x="1781776" y="43238"/>
                  <a:pt x="1795290" y="43238"/>
                </a:cubicBezTo>
                <a:cubicBezTo>
                  <a:pt x="1805662" y="43238"/>
                  <a:pt x="1812261" y="49525"/>
                  <a:pt x="1812261" y="59425"/>
                </a:cubicBezTo>
                <a:lnTo>
                  <a:pt x="1812261" y="116472"/>
                </a:lnTo>
                <a:lnTo>
                  <a:pt x="1825304" y="116472"/>
                </a:lnTo>
                <a:lnTo>
                  <a:pt x="1825304" y="54239"/>
                </a:lnTo>
                <a:cubicBezTo>
                  <a:pt x="1825304" y="40567"/>
                  <a:pt x="1815090" y="31765"/>
                  <a:pt x="1799220" y="31765"/>
                </a:cubicBezTo>
                <a:cubicBezTo>
                  <a:pt x="1786962" y="31710"/>
                  <a:pt x="1779105" y="36426"/>
                  <a:pt x="1771876" y="47897"/>
                </a:cubicBezTo>
                <a:lnTo>
                  <a:pt x="1771876" y="34067"/>
                </a:lnTo>
                <a:lnTo>
                  <a:pt x="1759777" y="34067"/>
                </a:lnTo>
                <a:close/>
                <a:moveTo>
                  <a:pt x="1853115" y="149862"/>
                </a:moveTo>
                <a:cubicBezTo>
                  <a:pt x="1868830" y="129278"/>
                  <a:pt x="1878730" y="100678"/>
                  <a:pt x="1878730" y="76008"/>
                </a:cubicBezTo>
                <a:cubicBezTo>
                  <a:pt x="1878730" y="51179"/>
                  <a:pt x="1868830" y="22582"/>
                  <a:pt x="1853115" y="1995"/>
                </a:cubicBezTo>
                <a:lnTo>
                  <a:pt x="1844474" y="1995"/>
                </a:lnTo>
                <a:cubicBezTo>
                  <a:pt x="1858302" y="24466"/>
                  <a:pt x="1866001" y="50865"/>
                  <a:pt x="1866001" y="76008"/>
                </a:cubicBezTo>
                <a:cubicBezTo>
                  <a:pt x="1866001" y="100992"/>
                  <a:pt x="1858302" y="127549"/>
                  <a:pt x="1844474" y="149862"/>
                </a:cubicBezTo>
                <a:lnTo>
                  <a:pt x="1853115" y="1498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O">
            <a:extLst xmlns:a="http://schemas.openxmlformats.org/drawingml/2006/main">
              <a:ext uri="{FF2B5EF4-FFF2-40B4-BE49-F238E27FC236}">
                <a16:creationId xmlns:a16="http://schemas.microsoft.com/office/drawing/2014/main" id="{A81A27B1-0A04-489F-807C-D5137FB1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233" y="4062232"/>
            <a:ext cx="120155" cy="110624"/>
          </a:xfrm>
          <a:custGeom xmlns:a="http://schemas.openxmlformats.org/drawingml/2006/main">
            <a:pathLst>
              <a:path w="120155" h="110624">
                <a:moveTo>
                  <a:pt x="0" y="55469"/>
                </a:moveTo>
                <a:cubicBezTo>
                  <a:pt x="0" y="88310"/>
                  <a:pt x="24212" y="110624"/>
                  <a:pt x="60080" y="110624"/>
                </a:cubicBezTo>
                <a:cubicBezTo>
                  <a:pt x="96101" y="110624"/>
                  <a:pt x="120155" y="88469"/>
                  <a:pt x="120155" y="55311"/>
                </a:cubicBezTo>
                <a:cubicBezTo>
                  <a:pt x="120155" y="41327"/>
                  <a:pt x="115913" y="29070"/>
                  <a:pt x="108056" y="19798"/>
                </a:cubicBezTo>
                <a:cubicBezTo>
                  <a:pt x="97518" y="7385"/>
                  <a:pt x="79741" y="0"/>
                  <a:pt x="61022" y="0"/>
                </a:cubicBezTo>
                <a:cubicBezTo>
                  <a:pt x="24056" y="0"/>
                  <a:pt x="0" y="21841"/>
                  <a:pt x="0" y="55469"/>
                </a:cubicBezTo>
                <a:moveTo>
                  <a:pt x="12885" y="55469"/>
                </a:moveTo>
                <a:cubicBezTo>
                  <a:pt x="12885" y="30640"/>
                  <a:pt x="31607" y="14614"/>
                  <a:pt x="60708" y="14614"/>
                </a:cubicBezTo>
                <a:cubicBezTo>
                  <a:pt x="88394" y="14614"/>
                  <a:pt x="107272" y="31113"/>
                  <a:pt x="107272" y="55311"/>
                </a:cubicBezTo>
                <a:cubicBezTo>
                  <a:pt x="107272" y="79825"/>
                  <a:pt x="88394" y="96010"/>
                  <a:pt x="60080" y="96010"/>
                </a:cubicBezTo>
                <a:cubicBezTo>
                  <a:pt x="31763" y="96010"/>
                  <a:pt x="12885" y="79825"/>
                  <a:pt x="12885" y="554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p">
            <a:extLst xmlns:a="http://schemas.openxmlformats.org/drawingml/2006/main">
              <a:ext uri="{FF2B5EF4-FFF2-40B4-BE49-F238E27FC236}">
                <a16:creationId xmlns:a16="http://schemas.microsoft.com/office/drawing/2014/main" id="{9FEC52D2-9E87-46C5-A0C7-1373D40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43" y="3984448"/>
            <a:ext cx="119088" cy="73699"/>
          </a:xfrm>
          <a:custGeom xmlns:a="http://schemas.openxmlformats.org/drawingml/2006/main">
            <a:pathLst>
              <a:path w="119088" h="73699">
                <a:moveTo>
                  <a:pt x="119088" y="73699"/>
                </a:moveTo>
                <a:lnTo>
                  <a:pt x="119088" y="60499"/>
                </a:lnTo>
                <a:lnTo>
                  <a:pt x="76190" y="60499"/>
                </a:lnTo>
                <a:cubicBezTo>
                  <a:pt x="84675" y="53584"/>
                  <a:pt x="88445" y="45885"/>
                  <a:pt x="88445" y="35199"/>
                </a:cubicBezTo>
                <a:cubicBezTo>
                  <a:pt x="88445" y="13828"/>
                  <a:pt x="71313" y="0"/>
                  <a:pt x="45039" y="0"/>
                </a:cubicBezTo>
                <a:cubicBezTo>
                  <a:pt x="17348" y="0"/>
                  <a:pt x="55" y="13514"/>
                  <a:pt x="55" y="35357"/>
                </a:cubicBezTo>
                <a:cubicBezTo>
                  <a:pt x="0" y="46513"/>
                  <a:pt x="5030" y="55469"/>
                  <a:pt x="14772" y="61597"/>
                </a:cubicBezTo>
                <a:lnTo>
                  <a:pt x="2357" y="61597"/>
                </a:lnTo>
                <a:lnTo>
                  <a:pt x="2357" y="73699"/>
                </a:lnTo>
                <a:lnTo>
                  <a:pt x="119088" y="73699"/>
                </a:lnTo>
                <a:moveTo>
                  <a:pt x="12312" y="37555"/>
                </a:moveTo>
                <a:cubicBezTo>
                  <a:pt x="12312" y="23100"/>
                  <a:pt x="25056" y="13672"/>
                  <a:pt x="44722" y="13672"/>
                </a:cubicBezTo>
                <a:cubicBezTo>
                  <a:pt x="63446" y="13672"/>
                  <a:pt x="76190" y="23255"/>
                  <a:pt x="76190" y="37555"/>
                </a:cubicBezTo>
                <a:cubicBezTo>
                  <a:pt x="76190" y="51541"/>
                  <a:pt x="63602" y="60499"/>
                  <a:pt x="44252" y="60499"/>
                </a:cubicBezTo>
                <a:cubicBezTo>
                  <a:pt x="24900" y="60499"/>
                  <a:pt x="12312" y="51541"/>
                  <a:pt x="12312" y="375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c">
            <a:extLst xmlns:a="http://schemas.openxmlformats.org/drawingml/2006/main">
              <a:ext uri="{FF2B5EF4-FFF2-40B4-BE49-F238E27FC236}">
                <a16:creationId xmlns:a16="http://schemas.microsoft.com/office/drawing/2014/main" id="{07F6E43B-BF56-4EF1-974B-FB08DFB4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98" y="3901795"/>
            <a:ext cx="88390" cy="70083"/>
          </a:xfrm>
          <a:custGeom xmlns:a="http://schemas.openxmlformats.org/drawingml/2006/main">
            <a:pathLst>
              <a:path w="88390" h="70083">
                <a:moveTo>
                  <a:pt x="30036" y="942"/>
                </a:moveTo>
                <a:cubicBezTo>
                  <a:pt x="22013" y="1571"/>
                  <a:pt x="16820" y="3299"/>
                  <a:pt x="12257" y="6443"/>
                </a:cubicBezTo>
                <a:cubicBezTo>
                  <a:pt x="4558" y="12099"/>
                  <a:pt x="0" y="21999"/>
                  <a:pt x="0" y="33470"/>
                </a:cubicBezTo>
                <a:cubicBezTo>
                  <a:pt x="0" y="55783"/>
                  <a:pt x="17606" y="70083"/>
                  <a:pt x="44984" y="70083"/>
                </a:cubicBezTo>
                <a:cubicBezTo>
                  <a:pt x="71572" y="70083"/>
                  <a:pt x="88390" y="55941"/>
                  <a:pt x="88390" y="33626"/>
                </a:cubicBezTo>
                <a:cubicBezTo>
                  <a:pt x="88390" y="13984"/>
                  <a:pt x="76605" y="1571"/>
                  <a:pt x="56469" y="0"/>
                </a:cubicBezTo>
                <a:lnTo>
                  <a:pt x="56469" y="13199"/>
                </a:lnTo>
                <a:cubicBezTo>
                  <a:pt x="69683" y="15398"/>
                  <a:pt x="76291" y="22155"/>
                  <a:pt x="76291" y="33312"/>
                </a:cubicBezTo>
                <a:cubicBezTo>
                  <a:pt x="76291" y="47770"/>
                  <a:pt x="64491" y="56411"/>
                  <a:pt x="44984" y="56411"/>
                </a:cubicBezTo>
                <a:cubicBezTo>
                  <a:pt x="24373" y="56411"/>
                  <a:pt x="12101" y="47926"/>
                  <a:pt x="12101" y="33626"/>
                </a:cubicBezTo>
                <a:cubicBezTo>
                  <a:pt x="12101" y="22627"/>
                  <a:pt x="18551" y="15712"/>
                  <a:pt x="30036" y="14142"/>
                </a:cubicBezTo>
                <a:lnTo>
                  <a:pt x="30036" y="9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o">
            <a:extLst xmlns:a="http://schemas.openxmlformats.org/drawingml/2006/main">
              <a:ext uri="{FF2B5EF4-FFF2-40B4-BE49-F238E27FC236}">
                <a16:creationId xmlns:a16="http://schemas.microsoft.com/office/drawing/2014/main" id="{3459AD63-DF19-429A-9998-EABC4C4D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98" y="3806883"/>
            <a:ext cx="88390" cy="74483"/>
          </a:xfrm>
          <a:custGeom xmlns:a="http://schemas.openxmlformats.org/drawingml/2006/main">
            <a:pathLst>
              <a:path w="88390" h="74483">
                <a:moveTo>
                  <a:pt x="0" y="37400"/>
                </a:moveTo>
                <a:cubicBezTo>
                  <a:pt x="0" y="60655"/>
                  <a:pt x="16506" y="74483"/>
                  <a:pt x="44197" y="74483"/>
                </a:cubicBezTo>
                <a:cubicBezTo>
                  <a:pt x="72044" y="74483"/>
                  <a:pt x="88390" y="60655"/>
                  <a:pt x="88390" y="37241"/>
                </a:cubicBezTo>
                <a:cubicBezTo>
                  <a:pt x="88390" y="13986"/>
                  <a:pt x="71886" y="0"/>
                  <a:pt x="44825" y="0"/>
                </a:cubicBezTo>
                <a:cubicBezTo>
                  <a:pt x="16192" y="0"/>
                  <a:pt x="0" y="13514"/>
                  <a:pt x="0" y="37400"/>
                </a:cubicBezTo>
                <a:moveTo>
                  <a:pt x="12101" y="37241"/>
                </a:moveTo>
                <a:cubicBezTo>
                  <a:pt x="12101" y="22471"/>
                  <a:pt x="24215" y="13672"/>
                  <a:pt x="44667" y="13672"/>
                </a:cubicBezTo>
                <a:cubicBezTo>
                  <a:pt x="64177" y="13672"/>
                  <a:pt x="76291" y="22786"/>
                  <a:pt x="76291" y="37241"/>
                </a:cubicBezTo>
                <a:cubicBezTo>
                  <a:pt x="76291" y="51855"/>
                  <a:pt x="64177" y="60813"/>
                  <a:pt x="44197" y="60813"/>
                </a:cubicBezTo>
                <a:cubicBezTo>
                  <a:pt x="24215" y="60813"/>
                  <a:pt x="12101" y="51855"/>
                  <a:pt x="12101" y="372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d">
            <a:extLst xmlns:a="http://schemas.openxmlformats.org/drawingml/2006/main">
              <a:ext uri="{FF2B5EF4-FFF2-40B4-BE49-F238E27FC236}">
                <a16:creationId xmlns:a16="http://schemas.microsoft.com/office/drawing/2014/main" id="{2E807747-F513-4A24-A57F-0514BAD5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228" y="3719358"/>
            <a:ext cx="118160" cy="73699"/>
          </a:xfrm>
          <a:custGeom xmlns:a="http://schemas.openxmlformats.org/drawingml/2006/main">
            <a:pathLst>
              <a:path w="118160" h="73699">
                <a:moveTo>
                  <a:pt x="0" y="0"/>
                </a:moveTo>
                <a:lnTo>
                  <a:pt x="0" y="13044"/>
                </a:lnTo>
                <a:lnTo>
                  <a:pt x="42500" y="13044"/>
                </a:lnTo>
                <a:cubicBezTo>
                  <a:pt x="34172" y="18542"/>
                  <a:pt x="29770" y="27341"/>
                  <a:pt x="29770" y="38342"/>
                </a:cubicBezTo>
                <a:cubicBezTo>
                  <a:pt x="29770" y="59713"/>
                  <a:pt x="46907" y="73699"/>
                  <a:pt x="73181" y="73699"/>
                </a:cubicBezTo>
                <a:cubicBezTo>
                  <a:pt x="101028" y="73699"/>
                  <a:pt x="118160" y="60183"/>
                  <a:pt x="118160" y="37870"/>
                </a:cubicBezTo>
                <a:cubicBezTo>
                  <a:pt x="118160" y="26557"/>
                  <a:pt x="113918" y="18700"/>
                  <a:pt x="103701" y="11629"/>
                </a:cubicBezTo>
                <a:lnTo>
                  <a:pt x="114477" y="11629"/>
                </a:lnTo>
                <a:lnTo>
                  <a:pt x="114477" y="0"/>
                </a:lnTo>
                <a:lnTo>
                  <a:pt x="0" y="0"/>
                </a:lnTo>
                <a:moveTo>
                  <a:pt x="42027" y="36141"/>
                </a:moveTo>
                <a:cubicBezTo>
                  <a:pt x="42027" y="21999"/>
                  <a:pt x="54445" y="13044"/>
                  <a:pt x="74245" y="13044"/>
                </a:cubicBezTo>
                <a:cubicBezTo>
                  <a:pt x="93317" y="13044"/>
                  <a:pt x="105905" y="22157"/>
                  <a:pt x="105905" y="35985"/>
                </a:cubicBezTo>
                <a:cubicBezTo>
                  <a:pt x="105905" y="50441"/>
                  <a:pt x="93161" y="60027"/>
                  <a:pt x="73967" y="60027"/>
                </a:cubicBezTo>
                <a:cubicBezTo>
                  <a:pt x="54771" y="60027"/>
                  <a:pt x="42027" y="50441"/>
                  <a:pt x="42027" y="361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e">
            <a:extLst xmlns:a="http://schemas.openxmlformats.org/drawingml/2006/main">
              <a:ext uri="{FF2B5EF4-FFF2-40B4-BE49-F238E27FC236}">
                <a16:creationId xmlns:a16="http://schemas.microsoft.com/office/drawing/2014/main" id="{E5D4BEB0-3BF9-4910-9BF4-58B39692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98" y="3626803"/>
            <a:ext cx="88390" cy="74327"/>
          </a:xfrm>
          <a:custGeom xmlns:a="http://schemas.openxmlformats.org/drawingml/2006/main">
            <a:pathLst>
              <a:path w="88390" h="74327">
                <a:moveTo>
                  <a:pt x="47976" y="0"/>
                </a:moveTo>
                <a:cubicBezTo>
                  <a:pt x="35402" y="0"/>
                  <a:pt x="27845" y="945"/>
                  <a:pt x="21704" y="3302"/>
                </a:cubicBezTo>
                <a:cubicBezTo>
                  <a:pt x="8171" y="8644"/>
                  <a:pt x="0" y="21215"/>
                  <a:pt x="0" y="36613"/>
                </a:cubicBezTo>
                <a:cubicBezTo>
                  <a:pt x="0" y="59557"/>
                  <a:pt x="17453" y="74327"/>
                  <a:pt x="44677" y="74327"/>
                </a:cubicBezTo>
                <a:cubicBezTo>
                  <a:pt x="71886" y="74327"/>
                  <a:pt x="88390" y="60185"/>
                  <a:pt x="88390" y="36927"/>
                </a:cubicBezTo>
                <a:cubicBezTo>
                  <a:pt x="88390" y="18072"/>
                  <a:pt x="77705" y="5030"/>
                  <a:pt x="59773" y="1729"/>
                </a:cubicBezTo>
                <a:lnTo>
                  <a:pt x="59773" y="14928"/>
                </a:lnTo>
                <a:cubicBezTo>
                  <a:pt x="70627" y="18544"/>
                  <a:pt x="76291" y="25929"/>
                  <a:pt x="76291" y="36457"/>
                </a:cubicBezTo>
                <a:cubicBezTo>
                  <a:pt x="76291" y="44785"/>
                  <a:pt x="72517" y="51855"/>
                  <a:pt x="65594" y="56255"/>
                </a:cubicBezTo>
                <a:cubicBezTo>
                  <a:pt x="60876" y="59399"/>
                  <a:pt x="56155" y="60499"/>
                  <a:pt x="47976" y="60655"/>
                </a:cubicBezTo>
                <a:lnTo>
                  <a:pt x="47976" y="0"/>
                </a:lnTo>
                <a:moveTo>
                  <a:pt x="37289" y="60341"/>
                </a:moveTo>
                <a:cubicBezTo>
                  <a:pt x="22018" y="59243"/>
                  <a:pt x="12101" y="49971"/>
                  <a:pt x="12101" y="36771"/>
                </a:cubicBezTo>
                <a:cubicBezTo>
                  <a:pt x="12101" y="23414"/>
                  <a:pt x="22491" y="14144"/>
                  <a:pt x="37289" y="14144"/>
                </a:cubicBezTo>
                <a:lnTo>
                  <a:pt x="37289" y="603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Text C">
            <a:extLst xmlns:a="http://schemas.openxmlformats.org/drawingml/2006/main">
              <a:ext uri="{FF2B5EF4-FFF2-40B4-BE49-F238E27FC236}">
                <a16:creationId xmlns:a16="http://schemas.microsoft.com/office/drawing/2014/main" id="{CF0E97B0-B686-4882-9359-CDA482A1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233" y="3466369"/>
            <a:ext cx="120155" cy="98839"/>
          </a:xfrm>
          <a:custGeom xmlns:a="http://schemas.openxmlformats.org/drawingml/2006/main">
            <a:pathLst>
              <a:path w="120155" h="98839">
                <a:moveTo>
                  <a:pt x="37426" y="2357"/>
                </a:moveTo>
                <a:cubicBezTo>
                  <a:pt x="12257" y="6913"/>
                  <a:pt x="0" y="21368"/>
                  <a:pt x="0" y="46511"/>
                </a:cubicBezTo>
                <a:cubicBezTo>
                  <a:pt x="0" y="61912"/>
                  <a:pt x="4872" y="74325"/>
                  <a:pt x="14302" y="82810"/>
                </a:cubicBezTo>
                <a:cubicBezTo>
                  <a:pt x="25629" y="93180"/>
                  <a:pt x="41989" y="98839"/>
                  <a:pt x="60550" y="98839"/>
                </a:cubicBezTo>
                <a:cubicBezTo>
                  <a:pt x="79427" y="98839"/>
                  <a:pt x="95631" y="93024"/>
                  <a:pt x="106799" y="82338"/>
                </a:cubicBezTo>
                <a:cubicBezTo>
                  <a:pt x="115913" y="73382"/>
                  <a:pt x="120155" y="62067"/>
                  <a:pt x="120155" y="47139"/>
                </a:cubicBezTo>
                <a:cubicBezTo>
                  <a:pt x="120155" y="19170"/>
                  <a:pt x="105068" y="3455"/>
                  <a:pt x="74708" y="0"/>
                </a:cubicBezTo>
                <a:lnTo>
                  <a:pt x="74708" y="15084"/>
                </a:lnTo>
                <a:cubicBezTo>
                  <a:pt x="82573" y="16340"/>
                  <a:pt x="87922" y="17913"/>
                  <a:pt x="92485" y="20270"/>
                </a:cubicBezTo>
                <a:cubicBezTo>
                  <a:pt x="101922" y="24984"/>
                  <a:pt x="107272" y="34726"/>
                  <a:pt x="107272" y="46983"/>
                </a:cubicBezTo>
                <a:cubicBezTo>
                  <a:pt x="107272" y="69769"/>
                  <a:pt x="89023" y="84225"/>
                  <a:pt x="60394" y="84225"/>
                </a:cubicBezTo>
                <a:cubicBezTo>
                  <a:pt x="30976" y="84225"/>
                  <a:pt x="12885" y="70553"/>
                  <a:pt x="12885" y="48240"/>
                </a:cubicBezTo>
                <a:cubicBezTo>
                  <a:pt x="12885" y="38968"/>
                  <a:pt x="15561" y="30326"/>
                  <a:pt x="20124" y="25612"/>
                </a:cubicBezTo>
                <a:cubicBezTo>
                  <a:pt x="24056" y="21368"/>
                  <a:pt x="28775" y="19012"/>
                  <a:pt x="37426" y="17285"/>
                </a:cubicBezTo>
                <a:lnTo>
                  <a:pt x="37426" y="2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o">
            <a:extLst xmlns:a="http://schemas.openxmlformats.org/drawingml/2006/main">
              <a:ext uri="{FF2B5EF4-FFF2-40B4-BE49-F238E27FC236}">
                <a16:creationId xmlns:a16="http://schemas.microsoft.com/office/drawing/2014/main" id="{DD619FFD-0181-4AF1-A5DA-67D6C879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98" y="3380414"/>
            <a:ext cx="88390" cy="74483"/>
          </a:xfrm>
          <a:custGeom xmlns:a="http://schemas.openxmlformats.org/drawingml/2006/main">
            <a:pathLst>
              <a:path w="88390" h="74483">
                <a:moveTo>
                  <a:pt x="0" y="37400"/>
                </a:moveTo>
                <a:cubicBezTo>
                  <a:pt x="0" y="60655"/>
                  <a:pt x="16506" y="74483"/>
                  <a:pt x="44197" y="74483"/>
                </a:cubicBezTo>
                <a:cubicBezTo>
                  <a:pt x="72044" y="74483"/>
                  <a:pt x="88390" y="60655"/>
                  <a:pt x="88390" y="37241"/>
                </a:cubicBezTo>
                <a:cubicBezTo>
                  <a:pt x="88390" y="13986"/>
                  <a:pt x="71886" y="0"/>
                  <a:pt x="44825" y="0"/>
                </a:cubicBezTo>
                <a:cubicBezTo>
                  <a:pt x="16192" y="0"/>
                  <a:pt x="0" y="13514"/>
                  <a:pt x="0" y="37400"/>
                </a:cubicBezTo>
                <a:moveTo>
                  <a:pt x="12101" y="37241"/>
                </a:moveTo>
                <a:cubicBezTo>
                  <a:pt x="12101" y="22471"/>
                  <a:pt x="24215" y="13672"/>
                  <a:pt x="44667" y="13672"/>
                </a:cubicBezTo>
                <a:cubicBezTo>
                  <a:pt x="64177" y="13672"/>
                  <a:pt x="76291" y="22786"/>
                  <a:pt x="76291" y="37241"/>
                </a:cubicBezTo>
                <a:cubicBezTo>
                  <a:pt x="76291" y="51855"/>
                  <a:pt x="64177" y="60813"/>
                  <a:pt x="44197" y="60813"/>
                </a:cubicBezTo>
                <a:cubicBezTo>
                  <a:pt x="24215" y="60813"/>
                  <a:pt x="12101" y="51855"/>
                  <a:pt x="12101" y="372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v">
            <a:extLst xmlns:a="http://schemas.openxmlformats.org/drawingml/2006/main">
              <a:ext uri="{FF2B5EF4-FFF2-40B4-BE49-F238E27FC236}">
                <a16:creationId xmlns:a16="http://schemas.microsoft.com/office/drawing/2014/main" id="{494743E4-2EB7-4C99-87E1-49C1B9B2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300" y="3294303"/>
            <a:ext cx="82405" cy="74797"/>
          </a:xfrm>
          <a:custGeom xmlns:a="http://schemas.openxmlformats.org/drawingml/2006/main">
            <a:pathLst>
              <a:path w="82405" h="74797">
                <a:moveTo>
                  <a:pt x="82405" y="31585"/>
                </a:moveTo>
                <a:lnTo>
                  <a:pt x="0" y="0"/>
                </a:lnTo>
                <a:lnTo>
                  <a:pt x="0" y="14770"/>
                </a:lnTo>
                <a:lnTo>
                  <a:pt x="66839" y="38028"/>
                </a:lnTo>
                <a:lnTo>
                  <a:pt x="0" y="60027"/>
                </a:lnTo>
                <a:lnTo>
                  <a:pt x="0" y="74797"/>
                </a:lnTo>
                <a:lnTo>
                  <a:pt x="82405" y="45883"/>
                </a:lnTo>
                <a:lnTo>
                  <a:pt x="82405" y="31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e">
            <a:extLst xmlns:a="http://schemas.openxmlformats.org/drawingml/2006/main">
              <a:ext uri="{FF2B5EF4-FFF2-40B4-BE49-F238E27FC236}">
                <a16:creationId xmlns:a16="http://schemas.microsoft.com/office/drawing/2014/main" id="{43F3BD36-65C7-402F-8662-A8FF4249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98" y="3222804"/>
            <a:ext cx="88390" cy="74327"/>
          </a:xfrm>
          <a:custGeom xmlns:a="http://schemas.openxmlformats.org/drawingml/2006/main">
            <a:pathLst>
              <a:path w="88390" h="74327">
                <a:moveTo>
                  <a:pt x="47976" y="0"/>
                </a:moveTo>
                <a:cubicBezTo>
                  <a:pt x="35402" y="0"/>
                  <a:pt x="27845" y="945"/>
                  <a:pt x="21704" y="3302"/>
                </a:cubicBezTo>
                <a:cubicBezTo>
                  <a:pt x="8171" y="8644"/>
                  <a:pt x="0" y="21215"/>
                  <a:pt x="0" y="36613"/>
                </a:cubicBezTo>
                <a:cubicBezTo>
                  <a:pt x="0" y="59557"/>
                  <a:pt x="17453" y="74327"/>
                  <a:pt x="44677" y="74327"/>
                </a:cubicBezTo>
                <a:cubicBezTo>
                  <a:pt x="71886" y="74327"/>
                  <a:pt x="88390" y="60185"/>
                  <a:pt x="88390" y="36927"/>
                </a:cubicBezTo>
                <a:cubicBezTo>
                  <a:pt x="88390" y="18072"/>
                  <a:pt x="77705" y="5030"/>
                  <a:pt x="59773" y="1729"/>
                </a:cubicBezTo>
                <a:lnTo>
                  <a:pt x="59773" y="14928"/>
                </a:lnTo>
                <a:cubicBezTo>
                  <a:pt x="70627" y="18544"/>
                  <a:pt x="76291" y="25929"/>
                  <a:pt x="76291" y="36457"/>
                </a:cubicBezTo>
                <a:cubicBezTo>
                  <a:pt x="76291" y="44785"/>
                  <a:pt x="72517" y="51855"/>
                  <a:pt x="65594" y="56255"/>
                </a:cubicBezTo>
                <a:cubicBezTo>
                  <a:pt x="60876" y="59399"/>
                  <a:pt x="56155" y="60499"/>
                  <a:pt x="47976" y="60655"/>
                </a:cubicBezTo>
                <a:lnTo>
                  <a:pt x="47976" y="0"/>
                </a:lnTo>
                <a:moveTo>
                  <a:pt x="37289" y="60341"/>
                </a:moveTo>
                <a:cubicBezTo>
                  <a:pt x="22018" y="59243"/>
                  <a:pt x="12101" y="49971"/>
                  <a:pt x="12101" y="36771"/>
                </a:cubicBezTo>
                <a:cubicBezTo>
                  <a:pt x="12101" y="23414"/>
                  <a:pt x="22491" y="14144"/>
                  <a:pt x="37289" y="14144"/>
                </a:cubicBezTo>
                <a:lnTo>
                  <a:pt x="37289" y="603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r">
            <a:extLst xmlns:a="http://schemas.openxmlformats.org/drawingml/2006/main">
              <a:ext uri="{FF2B5EF4-FFF2-40B4-BE49-F238E27FC236}">
                <a16:creationId xmlns:a16="http://schemas.microsoft.com/office/drawing/2014/main" id="{3535A648-C5C7-4F87-A7BD-42455A88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98" y="3163093"/>
            <a:ext cx="84707" cy="39601"/>
          </a:xfrm>
          <a:custGeom xmlns:a="http://schemas.openxmlformats.org/drawingml/2006/main">
            <a:pathLst>
              <a:path w="84707" h="39601">
                <a:moveTo>
                  <a:pt x="2302" y="39601"/>
                </a:moveTo>
                <a:lnTo>
                  <a:pt x="84707" y="39601"/>
                </a:lnTo>
                <a:lnTo>
                  <a:pt x="84707" y="26399"/>
                </a:lnTo>
                <a:lnTo>
                  <a:pt x="41934" y="26399"/>
                </a:lnTo>
                <a:cubicBezTo>
                  <a:pt x="22117" y="26243"/>
                  <a:pt x="13310" y="18072"/>
                  <a:pt x="13782" y="0"/>
                </a:cubicBezTo>
                <a:lnTo>
                  <a:pt x="417" y="0"/>
                </a:lnTo>
                <a:cubicBezTo>
                  <a:pt x="158" y="2201"/>
                  <a:pt x="0" y="3458"/>
                  <a:pt x="0" y="5030"/>
                </a:cubicBezTo>
                <a:cubicBezTo>
                  <a:pt x="0" y="13516"/>
                  <a:pt x="5030" y="19956"/>
                  <a:pt x="17285" y="27499"/>
                </a:cubicBezTo>
                <a:lnTo>
                  <a:pt x="2302" y="27499"/>
                </a:lnTo>
                <a:lnTo>
                  <a:pt x="2302" y="396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a">
            <a:extLst xmlns:a="http://schemas.openxmlformats.org/drawingml/2006/main">
              <a:ext uri="{FF2B5EF4-FFF2-40B4-BE49-F238E27FC236}">
                <a16:creationId xmlns:a16="http://schemas.microsoft.com/office/drawing/2014/main" id="{BC31F844-9AF7-4160-8AD1-BE5F1F68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98" y="3084526"/>
            <a:ext cx="88390" cy="77468"/>
          </a:xfrm>
          <a:custGeom xmlns:a="http://schemas.openxmlformats.org/drawingml/2006/main">
            <a:pathLst>
              <a:path w="88390" h="77468">
                <a:moveTo>
                  <a:pt x="77077" y="0"/>
                </a:moveTo>
                <a:cubicBezTo>
                  <a:pt x="77391" y="1412"/>
                  <a:pt x="77391" y="2043"/>
                  <a:pt x="77391" y="2827"/>
                </a:cubicBezTo>
                <a:cubicBezTo>
                  <a:pt x="77391" y="7385"/>
                  <a:pt x="75032" y="9898"/>
                  <a:pt x="70941" y="9898"/>
                </a:cubicBezTo>
                <a:lnTo>
                  <a:pt x="22483" y="9898"/>
                </a:lnTo>
                <a:cubicBezTo>
                  <a:pt x="7857" y="9898"/>
                  <a:pt x="0" y="20584"/>
                  <a:pt x="0" y="40855"/>
                </a:cubicBezTo>
                <a:cubicBezTo>
                  <a:pt x="0" y="52954"/>
                  <a:pt x="3458" y="62540"/>
                  <a:pt x="9586" y="68196"/>
                </a:cubicBezTo>
                <a:cubicBezTo>
                  <a:pt x="13832" y="71968"/>
                  <a:pt x="18551" y="73540"/>
                  <a:pt x="26732" y="73855"/>
                </a:cubicBezTo>
                <a:lnTo>
                  <a:pt x="26732" y="60655"/>
                </a:lnTo>
                <a:cubicBezTo>
                  <a:pt x="16664" y="59555"/>
                  <a:pt x="12101" y="53582"/>
                  <a:pt x="12101" y="41327"/>
                </a:cubicBezTo>
                <a:cubicBezTo>
                  <a:pt x="12101" y="29384"/>
                  <a:pt x="16506" y="22941"/>
                  <a:pt x="24373" y="22941"/>
                </a:cubicBezTo>
                <a:lnTo>
                  <a:pt x="27833" y="22941"/>
                </a:lnTo>
                <a:cubicBezTo>
                  <a:pt x="33499" y="23097"/>
                  <a:pt x="35544" y="25927"/>
                  <a:pt x="36958" y="36613"/>
                </a:cubicBezTo>
                <a:cubicBezTo>
                  <a:pt x="39318" y="55155"/>
                  <a:pt x="39948" y="57984"/>
                  <a:pt x="41994" y="63012"/>
                </a:cubicBezTo>
                <a:cubicBezTo>
                  <a:pt x="46084" y="72596"/>
                  <a:pt x="53320" y="77468"/>
                  <a:pt x="64019" y="77468"/>
                </a:cubicBezTo>
                <a:cubicBezTo>
                  <a:pt x="78962" y="77468"/>
                  <a:pt x="88390" y="67098"/>
                  <a:pt x="88390" y="50441"/>
                </a:cubicBezTo>
                <a:cubicBezTo>
                  <a:pt x="88390" y="40068"/>
                  <a:pt x="84776" y="31741"/>
                  <a:pt x="76291" y="22469"/>
                </a:cubicBezTo>
                <a:cubicBezTo>
                  <a:pt x="84776" y="21527"/>
                  <a:pt x="88390" y="17441"/>
                  <a:pt x="88390" y="8955"/>
                </a:cubicBezTo>
                <a:cubicBezTo>
                  <a:pt x="88390" y="6129"/>
                  <a:pt x="88075" y="4400"/>
                  <a:pt x="86977" y="0"/>
                </a:cubicBezTo>
                <a:lnTo>
                  <a:pt x="77077" y="0"/>
                </a:lnTo>
                <a:moveTo>
                  <a:pt x="58828" y="22941"/>
                </a:moveTo>
                <a:cubicBezTo>
                  <a:pt x="63233" y="22941"/>
                  <a:pt x="65906" y="24198"/>
                  <a:pt x="69524" y="28128"/>
                </a:cubicBezTo>
                <a:cubicBezTo>
                  <a:pt x="74404" y="33470"/>
                  <a:pt x="76919" y="39912"/>
                  <a:pt x="76919" y="47612"/>
                </a:cubicBezTo>
                <a:cubicBezTo>
                  <a:pt x="76919" y="57826"/>
                  <a:pt x="72042" y="63796"/>
                  <a:pt x="63705" y="63796"/>
                </a:cubicBezTo>
                <a:cubicBezTo>
                  <a:pt x="55052" y="63796"/>
                  <a:pt x="50647" y="58140"/>
                  <a:pt x="48602" y="43998"/>
                </a:cubicBezTo>
                <a:cubicBezTo>
                  <a:pt x="46712" y="30012"/>
                  <a:pt x="46084" y="27341"/>
                  <a:pt x="44039" y="22941"/>
                </a:cubicBezTo>
                <a:lnTo>
                  <a:pt x="58828" y="229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g">
            <a:extLst xmlns:a="http://schemas.openxmlformats.org/drawingml/2006/main">
              <a:ext uri="{FF2B5EF4-FFF2-40B4-BE49-F238E27FC236}">
                <a16:creationId xmlns:a16="http://schemas.microsoft.com/office/drawing/2014/main" id="{FCE92F30-BA26-4665-84B0-893F29F0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98" y="3003286"/>
            <a:ext cx="119032" cy="70083"/>
          </a:xfrm>
          <a:custGeom xmlns:a="http://schemas.openxmlformats.org/drawingml/2006/main">
            <a:pathLst>
              <a:path w="119032" h="70083">
                <a:moveTo>
                  <a:pt x="2302" y="12099"/>
                </a:moveTo>
                <a:lnTo>
                  <a:pt x="14245" y="12099"/>
                </a:lnTo>
                <a:cubicBezTo>
                  <a:pt x="4402" y="18697"/>
                  <a:pt x="0" y="25927"/>
                  <a:pt x="0" y="36297"/>
                </a:cubicBezTo>
                <a:cubicBezTo>
                  <a:pt x="0" y="56255"/>
                  <a:pt x="18551" y="70083"/>
                  <a:pt x="44984" y="70083"/>
                </a:cubicBezTo>
                <a:cubicBezTo>
                  <a:pt x="58828" y="70083"/>
                  <a:pt x="68896" y="66781"/>
                  <a:pt x="77233" y="59710"/>
                </a:cubicBezTo>
                <a:cubicBezTo>
                  <a:pt x="84462" y="53582"/>
                  <a:pt x="88390" y="45727"/>
                  <a:pt x="88390" y="37241"/>
                </a:cubicBezTo>
                <a:cubicBezTo>
                  <a:pt x="88390" y="27341"/>
                  <a:pt x="83990" y="20270"/>
                  <a:pt x="73617" y="13355"/>
                </a:cubicBezTo>
                <a:lnTo>
                  <a:pt x="77864" y="13355"/>
                </a:lnTo>
                <a:cubicBezTo>
                  <a:pt x="99863" y="13355"/>
                  <a:pt x="108032" y="19484"/>
                  <a:pt x="108032" y="35827"/>
                </a:cubicBezTo>
                <a:cubicBezTo>
                  <a:pt x="108032" y="46983"/>
                  <a:pt x="103632" y="52798"/>
                  <a:pt x="94204" y="54054"/>
                </a:cubicBezTo>
                <a:lnTo>
                  <a:pt x="94204" y="67412"/>
                </a:lnTo>
                <a:cubicBezTo>
                  <a:pt x="109446" y="66153"/>
                  <a:pt x="119032" y="54054"/>
                  <a:pt x="119032" y="36141"/>
                </a:cubicBezTo>
                <a:cubicBezTo>
                  <a:pt x="119032" y="24042"/>
                  <a:pt x="115105" y="13984"/>
                  <a:pt x="108504" y="8641"/>
                </a:cubicBezTo>
                <a:cubicBezTo>
                  <a:pt x="100805" y="2357"/>
                  <a:pt x="90591" y="0"/>
                  <a:pt x="71255" y="0"/>
                </a:cubicBezTo>
                <a:lnTo>
                  <a:pt x="2302" y="0"/>
                </a:lnTo>
                <a:lnTo>
                  <a:pt x="2302" y="12099"/>
                </a:lnTo>
                <a:moveTo>
                  <a:pt x="12101" y="35040"/>
                </a:moveTo>
                <a:cubicBezTo>
                  <a:pt x="12101" y="21213"/>
                  <a:pt x="23742" y="13355"/>
                  <a:pt x="44667" y="13355"/>
                </a:cubicBezTo>
                <a:cubicBezTo>
                  <a:pt x="64650" y="13355"/>
                  <a:pt x="76291" y="21371"/>
                  <a:pt x="76291" y="35040"/>
                </a:cubicBezTo>
                <a:cubicBezTo>
                  <a:pt x="76291" y="48554"/>
                  <a:pt x="64491" y="56411"/>
                  <a:pt x="44197" y="56411"/>
                </a:cubicBezTo>
                <a:cubicBezTo>
                  <a:pt x="24059" y="56411"/>
                  <a:pt x="12101" y="48554"/>
                  <a:pt x="12101" y="350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e">
            <a:extLst xmlns:a="http://schemas.openxmlformats.org/drawingml/2006/main">
              <a:ext uri="{FF2B5EF4-FFF2-40B4-BE49-F238E27FC236}">
                <a16:creationId xmlns:a16="http://schemas.microsoft.com/office/drawing/2014/main" id="{E132D9EC-C4DB-4668-8796-CB954316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998" y="2908531"/>
            <a:ext cx="88390" cy="74327"/>
          </a:xfrm>
          <a:custGeom xmlns:a="http://schemas.openxmlformats.org/drawingml/2006/main">
            <a:pathLst>
              <a:path w="88390" h="74327">
                <a:moveTo>
                  <a:pt x="47976" y="0"/>
                </a:moveTo>
                <a:cubicBezTo>
                  <a:pt x="35402" y="0"/>
                  <a:pt x="27845" y="945"/>
                  <a:pt x="21704" y="3302"/>
                </a:cubicBezTo>
                <a:cubicBezTo>
                  <a:pt x="8171" y="8644"/>
                  <a:pt x="0" y="21215"/>
                  <a:pt x="0" y="36613"/>
                </a:cubicBezTo>
                <a:cubicBezTo>
                  <a:pt x="0" y="59557"/>
                  <a:pt x="17453" y="74327"/>
                  <a:pt x="44677" y="74327"/>
                </a:cubicBezTo>
                <a:cubicBezTo>
                  <a:pt x="71886" y="74327"/>
                  <a:pt x="88390" y="60185"/>
                  <a:pt x="88390" y="36927"/>
                </a:cubicBezTo>
                <a:cubicBezTo>
                  <a:pt x="88390" y="18072"/>
                  <a:pt x="77705" y="5030"/>
                  <a:pt x="59773" y="1729"/>
                </a:cubicBezTo>
                <a:lnTo>
                  <a:pt x="59773" y="14928"/>
                </a:lnTo>
                <a:cubicBezTo>
                  <a:pt x="70627" y="18544"/>
                  <a:pt x="76291" y="25929"/>
                  <a:pt x="76291" y="36457"/>
                </a:cubicBezTo>
                <a:cubicBezTo>
                  <a:pt x="76291" y="44785"/>
                  <a:pt x="72517" y="51855"/>
                  <a:pt x="65594" y="56255"/>
                </a:cubicBezTo>
                <a:cubicBezTo>
                  <a:pt x="60876" y="59399"/>
                  <a:pt x="56155" y="60499"/>
                  <a:pt x="47976" y="60655"/>
                </a:cubicBezTo>
                <a:lnTo>
                  <a:pt x="47976" y="0"/>
                </a:lnTo>
                <a:moveTo>
                  <a:pt x="37289" y="60341"/>
                </a:moveTo>
                <a:cubicBezTo>
                  <a:pt x="22018" y="59243"/>
                  <a:pt x="12101" y="49971"/>
                  <a:pt x="12101" y="36771"/>
                </a:cubicBezTo>
                <a:cubicBezTo>
                  <a:pt x="12101" y="23414"/>
                  <a:pt x="22491" y="14144"/>
                  <a:pt x="37289" y="14144"/>
                </a:cubicBezTo>
                <a:lnTo>
                  <a:pt x="37289" y="603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E51CD-9F67-4A74-8C28-2E662B60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752" y="3053881"/>
            <a:ext cx="2105119" cy="265090"/>
          </a:xfrm>
          <a:custGeom xmlns:a="http://schemas.openxmlformats.org/drawingml/2006/main">
            <a:pathLst>
              <a:path w="2105119" h="265090">
                <a:moveTo>
                  <a:pt x="0" y="0"/>
                </a:moveTo>
                <a:lnTo>
                  <a:pt x="2105119" y="0"/>
                </a:lnTo>
                <a:lnTo>
                  <a:pt x="2105119" y="265090"/>
                </a:lnTo>
                <a:lnTo>
                  <a:pt x="0" y="2650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8EE4E-0FF9-4294-BCF8-0A4FC466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752" y="3049571"/>
            <a:ext cx="127236" cy="134689"/>
          </a:xfrm>
          <a:custGeom xmlns:a="http://schemas.openxmlformats.org/drawingml/2006/main">
            <a:pathLst>
              <a:path w="127236" h="134689">
                <a:moveTo>
                  <a:pt x="0" y="0"/>
                </a:moveTo>
                <a:lnTo>
                  <a:pt x="127236" y="0"/>
                </a:lnTo>
                <a:lnTo>
                  <a:pt x="127236" y="134689"/>
                </a:lnTo>
                <a:lnTo>
                  <a:pt x="0" y="134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BF9DD-EADE-4223-8D61-77993FFD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480" y="3116915"/>
            <a:ext cx="101802" cy="10"/>
          </a:xfrm>
          <a:custGeom xmlns:a="http://schemas.openxmlformats.org/drawingml/2006/main">
            <a:pathLst>
              <a:path w="101802" h="1" fill="none">
                <a:moveTo>
                  <a:pt x="0" y="0"/>
                </a:moveTo>
                <a:lnTo>
                  <a:pt x="101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4DAF4A"/>
            </a:solidFill>
            <a:round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4A641-2E4E-452F-BA9E-9C25C7B3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752" y="3184260"/>
            <a:ext cx="127236" cy="134689"/>
          </a:xfrm>
          <a:custGeom xmlns:a="http://schemas.openxmlformats.org/drawingml/2006/main">
            <a:pathLst>
              <a:path w="127236" h="134689">
                <a:moveTo>
                  <a:pt x="0" y="0"/>
                </a:moveTo>
                <a:lnTo>
                  <a:pt x="127236" y="0"/>
                </a:lnTo>
                <a:lnTo>
                  <a:pt x="127236" y="134689"/>
                </a:lnTo>
                <a:lnTo>
                  <a:pt x="0" y="134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0F672-BBCC-4561-A9F7-B45A528D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480" y="3251604"/>
            <a:ext cx="101802" cy="10"/>
          </a:xfrm>
          <a:custGeom xmlns:a="http://schemas.openxmlformats.org/drawingml/2006/main">
            <a:pathLst>
              <a:path w="101802" h="1" fill="none">
                <a:moveTo>
                  <a:pt x="0" y="0"/>
                </a:moveTo>
                <a:lnTo>
                  <a:pt x="101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377EB8"/>
            </a:solidFill>
            <a:custDash>
              <a:ds d="100000" sp="100000"/>
            </a:custDash>
            <a:round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095DF-BFE2-4027-A20C-F8A84B9C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934" y="3049571"/>
            <a:ext cx="127236" cy="134689"/>
          </a:xfrm>
          <a:custGeom xmlns:a="http://schemas.openxmlformats.org/drawingml/2006/main">
            <a:pathLst>
              <a:path w="127236" h="134689">
                <a:moveTo>
                  <a:pt x="0" y="0"/>
                </a:moveTo>
                <a:lnTo>
                  <a:pt x="127236" y="0"/>
                </a:lnTo>
                <a:lnTo>
                  <a:pt x="127236" y="134689"/>
                </a:lnTo>
                <a:lnTo>
                  <a:pt x="0" y="134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93387-7188-40FC-99F3-4C473B7B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662" y="3116915"/>
            <a:ext cx="101802" cy="10"/>
          </a:xfrm>
          <a:custGeom xmlns:a="http://schemas.openxmlformats.org/drawingml/2006/main">
            <a:pathLst>
              <a:path w="101802" h="1" fill="none">
                <a:moveTo>
                  <a:pt x="0" y="0"/>
                </a:moveTo>
                <a:lnTo>
                  <a:pt x="101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E41A1C"/>
            </a:solidFill>
            <a:custDash>
              <a:ds d="200000" sp="100000"/>
            </a:custDash>
            <a:round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AE822-1FAD-4283-A489-27FA146C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934" y="3184260"/>
            <a:ext cx="127236" cy="134689"/>
          </a:xfrm>
          <a:custGeom xmlns:a="http://schemas.openxmlformats.org/drawingml/2006/main">
            <a:pathLst>
              <a:path w="127236" h="134689">
                <a:moveTo>
                  <a:pt x="0" y="0"/>
                </a:moveTo>
                <a:lnTo>
                  <a:pt x="127236" y="0"/>
                </a:lnTo>
                <a:lnTo>
                  <a:pt x="127236" y="134689"/>
                </a:lnTo>
                <a:lnTo>
                  <a:pt x="0" y="134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08893B-B307-47F6-8333-1FEC755B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662" y="3251604"/>
            <a:ext cx="101802" cy="10"/>
          </a:xfrm>
          <a:custGeom xmlns:a="http://schemas.openxmlformats.org/drawingml/2006/main">
            <a:pathLst>
              <a:path w="101802" h="1" fill="none">
                <a:moveTo>
                  <a:pt x="0" y="0"/>
                </a:moveTo>
                <a:lnTo>
                  <a:pt x="101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952" cap="flat">
            <a:solidFill>
              <a:srgbClr val="FFA500"/>
            </a:solidFill>
            <a:custDash>
              <a:ds d="700000" sp="300000"/>
            </a:custDash>
            <a:round/>
          </a:ln>
        </p:spPr>
      </p:sp>
      <p:sp>
        <p:nvSpPr>
          <p:cNvPr id="270" name="Text AsFuzzer">
            <a:extLst xmlns:a="http://schemas.openxmlformats.org/drawingml/2006/main">
              <a:ext uri="{FF2B5EF4-FFF2-40B4-BE49-F238E27FC236}">
                <a16:creationId xmlns:a16="http://schemas.microsoft.com/office/drawing/2014/main" id="{736DC75C-2A6D-4F83-8469-82D14AB1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927" y="3072071"/>
            <a:ext cx="438188" cy="84400"/>
          </a:xfrm>
          <a:custGeom xmlns:a="http://schemas.openxmlformats.org/drawingml/2006/main">
            <a:pathLst>
              <a:path w="438188" h="84400">
                <a:moveTo>
                  <a:pt x="42650" y="0"/>
                </a:moveTo>
                <a:lnTo>
                  <a:pt x="29182" y="0"/>
                </a:lnTo>
                <a:lnTo>
                  <a:pt x="0" y="81769"/>
                </a:lnTo>
                <a:lnTo>
                  <a:pt x="11112" y="81769"/>
                </a:lnTo>
                <a:lnTo>
                  <a:pt x="19754" y="57203"/>
                </a:lnTo>
                <a:lnTo>
                  <a:pt x="51294" y="57203"/>
                </a:lnTo>
                <a:lnTo>
                  <a:pt x="59712" y="81769"/>
                </a:lnTo>
                <a:lnTo>
                  <a:pt x="71385" y="81769"/>
                </a:lnTo>
                <a:lnTo>
                  <a:pt x="42650" y="0"/>
                </a:lnTo>
                <a:close/>
                <a:moveTo>
                  <a:pt x="48376" y="48448"/>
                </a:moveTo>
                <a:lnTo>
                  <a:pt x="22335" y="48448"/>
                </a:lnTo>
                <a:lnTo>
                  <a:pt x="35805" y="11218"/>
                </a:lnTo>
                <a:lnTo>
                  <a:pt x="48376" y="48448"/>
                </a:lnTo>
                <a:close/>
                <a:moveTo>
                  <a:pt x="130873" y="35300"/>
                </a:moveTo>
                <a:lnTo>
                  <a:pt x="130873" y="9204"/>
                </a:lnTo>
                <a:lnTo>
                  <a:pt x="175319" y="9204"/>
                </a:lnTo>
                <a:lnTo>
                  <a:pt x="175319" y="0"/>
                </a:lnTo>
                <a:lnTo>
                  <a:pt x="120434" y="0"/>
                </a:lnTo>
                <a:lnTo>
                  <a:pt x="120434" y="81769"/>
                </a:lnTo>
                <a:lnTo>
                  <a:pt x="130873" y="81769"/>
                </a:lnTo>
                <a:lnTo>
                  <a:pt x="130873" y="44502"/>
                </a:lnTo>
                <a:lnTo>
                  <a:pt x="169931" y="44502"/>
                </a:lnTo>
                <a:lnTo>
                  <a:pt x="169931" y="35300"/>
                </a:lnTo>
                <a:lnTo>
                  <a:pt x="130873" y="35300"/>
                </a:lnTo>
                <a:close/>
                <a:moveTo>
                  <a:pt x="419331" y="51217"/>
                </a:moveTo>
                <a:lnTo>
                  <a:pt x="419375" y="49488"/>
                </a:lnTo>
                <a:lnTo>
                  <a:pt x="419479" y="47841"/>
                </a:lnTo>
                <a:lnTo>
                  <a:pt x="419644" y="46275"/>
                </a:lnTo>
                <a:lnTo>
                  <a:pt x="419870" y="44789"/>
                </a:lnTo>
                <a:lnTo>
                  <a:pt x="420159" y="43383"/>
                </a:lnTo>
                <a:lnTo>
                  <a:pt x="420509" y="42056"/>
                </a:lnTo>
                <a:lnTo>
                  <a:pt x="420923" y="40808"/>
                </a:lnTo>
                <a:lnTo>
                  <a:pt x="421401" y="39638"/>
                </a:lnTo>
                <a:lnTo>
                  <a:pt x="421943" y="38545"/>
                </a:lnTo>
                <a:lnTo>
                  <a:pt x="422550" y="37530"/>
                </a:lnTo>
                <a:lnTo>
                  <a:pt x="423222" y="36591"/>
                </a:lnTo>
                <a:lnTo>
                  <a:pt x="423961" y="35728"/>
                </a:lnTo>
                <a:lnTo>
                  <a:pt x="424766" y="34941"/>
                </a:lnTo>
                <a:lnTo>
                  <a:pt x="425638" y="34228"/>
                </a:lnTo>
                <a:lnTo>
                  <a:pt x="426578" y="33591"/>
                </a:lnTo>
                <a:lnTo>
                  <a:pt x="427587" y="33026"/>
                </a:lnTo>
                <a:lnTo>
                  <a:pt x="428664" y="32536"/>
                </a:lnTo>
                <a:lnTo>
                  <a:pt x="429811" y="32118"/>
                </a:lnTo>
                <a:lnTo>
                  <a:pt x="431029" y="31772"/>
                </a:lnTo>
                <a:lnTo>
                  <a:pt x="432317" y="31498"/>
                </a:lnTo>
                <a:lnTo>
                  <a:pt x="433676" y="31295"/>
                </a:lnTo>
                <a:lnTo>
                  <a:pt x="435107" y="31163"/>
                </a:lnTo>
                <a:lnTo>
                  <a:pt x="436611" y="31101"/>
                </a:lnTo>
                <a:lnTo>
                  <a:pt x="438188" y="31109"/>
                </a:lnTo>
                <a:lnTo>
                  <a:pt x="438188" y="21562"/>
                </a:lnTo>
                <a:lnTo>
                  <a:pt x="437995" y="21540"/>
                </a:lnTo>
                <a:lnTo>
                  <a:pt x="437808" y="21518"/>
                </a:lnTo>
                <a:lnTo>
                  <a:pt x="437628" y="21496"/>
                </a:lnTo>
                <a:lnTo>
                  <a:pt x="437454" y="21476"/>
                </a:lnTo>
                <a:lnTo>
                  <a:pt x="437285" y="21456"/>
                </a:lnTo>
                <a:lnTo>
                  <a:pt x="437121" y="21438"/>
                </a:lnTo>
                <a:lnTo>
                  <a:pt x="436962" y="21420"/>
                </a:lnTo>
                <a:lnTo>
                  <a:pt x="436807" y="21403"/>
                </a:lnTo>
                <a:lnTo>
                  <a:pt x="436656" y="21387"/>
                </a:lnTo>
                <a:lnTo>
                  <a:pt x="436509" y="21372"/>
                </a:lnTo>
                <a:lnTo>
                  <a:pt x="436364" y="21357"/>
                </a:lnTo>
                <a:lnTo>
                  <a:pt x="436223" y="21344"/>
                </a:lnTo>
                <a:lnTo>
                  <a:pt x="436084" y="21332"/>
                </a:lnTo>
                <a:lnTo>
                  <a:pt x="435946" y="21320"/>
                </a:lnTo>
                <a:lnTo>
                  <a:pt x="435811" y="21310"/>
                </a:lnTo>
                <a:lnTo>
                  <a:pt x="435676" y="21301"/>
                </a:lnTo>
                <a:lnTo>
                  <a:pt x="435542" y="21292"/>
                </a:lnTo>
                <a:lnTo>
                  <a:pt x="435409" y="21285"/>
                </a:lnTo>
                <a:lnTo>
                  <a:pt x="435276" y="21279"/>
                </a:lnTo>
                <a:lnTo>
                  <a:pt x="435142" y="21274"/>
                </a:lnTo>
                <a:lnTo>
                  <a:pt x="435007" y="21270"/>
                </a:lnTo>
                <a:lnTo>
                  <a:pt x="434871" y="21267"/>
                </a:lnTo>
                <a:lnTo>
                  <a:pt x="434734" y="21265"/>
                </a:lnTo>
                <a:lnTo>
                  <a:pt x="434595" y="21264"/>
                </a:lnTo>
                <a:lnTo>
                  <a:pt x="433844" y="21283"/>
                </a:lnTo>
                <a:lnTo>
                  <a:pt x="433108" y="21340"/>
                </a:lnTo>
                <a:lnTo>
                  <a:pt x="432386" y="21436"/>
                </a:lnTo>
                <a:lnTo>
                  <a:pt x="431675" y="21571"/>
                </a:lnTo>
                <a:lnTo>
                  <a:pt x="430976" y="21746"/>
                </a:lnTo>
                <a:lnTo>
                  <a:pt x="430288" y="21963"/>
                </a:lnTo>
                <a:lnTo>
                  <a:pt x="429608" y="22220"/>
                </a:lnTo>
                <a:lnTo>
                  <a:pt x="428937" y="22520"/>
                </a:lnTo>
                <a:lnTo>
                  <a:pt x="428274" y="22863"/>
                </a:lnTo>
                <a:lnTo>
                  <a:pt x="427616" y="23249"/>
                </a:lnTo>
                <a:lnTo>
                  <a:pt x="426965" y="23680"/>
                </a:lnTo>
                <a:lnTo>
                  <a:pt x="426318" y="24155"/>
                </a:lnTo>
                <a:lnTo>
                  <a:pt x="425674" y="24676"/>
                </a:lnTo>
                <a:lnTo>
                  <a:pt x="425033" y="25243"/>
                </a:lnTo>
                <a:lnTo>
                  <a:pt x="424393" y="25858"/>
                </a:lnTo>
                <a:lnTo>
                  <a:pt x="423754" y="26520"/>
                </a:lnTo>
                <a:lnTo>
                  <a:pt x="423115" y="27230"/>
                </a:lnTo>
                <a:lnTo>
                  <a:pt x="422474" y="27989"/>
                </a:lnTo>
                <a:lnTo>
                  <a:pt x="421831" y="28798"/>
                </a:lnTo>
                <a:lnTo>
                  <a:pt x="421184" y="29657"/>
                </a:lnTo>
                <a:lnTo>
                  <a:pt x="420533" y="30567"/>
                </a:lnTo>
                <a:lnTo>
                  <a:pt x="419877" y="31529"/>
                </a:lnTo>
                <a:lnTo>
                  <a:pt x="419215" y="32543"/>
                </a:lnTo>
                <a:lnTo>
                  <a:pt x="418545" y="33611"/>
                </a:lnTo>
                <a:lnTo>
                  <a:pt x="418545" y="22908"/>
                </a:lnTo>
                <a:lnTo>
                  <a:pt x="409902" y="22908"/>
                </a:lnTo>
                <a:lnTo>
                  <a:pt x="409902" y="81769"/>
                </a:lnTo>
                <a:lnTo>
                  <a:pt x="419331" y="81769"/>
                </a:lnTo>
                <a:lnTo>
                  <a:pt x="419331" y="51217"/>
                </a:lnTo>
                <a:close/>
                <a:moveTo>
                  <a:pt x="283632" y="31104"/>
                </a:moveTo>
                <a:lnTo>
                  <a:pt x="248500" y="73351"/>
                </a:lnTo>
                <a:lnTo>
                  <a:pt x="248500" y="81769"/>
                </a:lnTo>
                <a:lnTo>
                  <a:pt x="293396" y="81769"/>
                </a:lnTo>
                <a:lnTo>
                  <a:pt x="296316" y="81769"/>
                </a:lnTo>
                <a:lnTo>
                  <a:pt x="341212" y="81769"/>
                </a:lnTo>
                <a:lnTo>
                  <a:pt x="341212" y="73576"/>
                </a:lnTo>
                <a:lnTo>
                  <a:pt x="304732" y="73576"/>
                </a:lnTo>
                <a:lnTo>
                  <a:pt x="339640" y="31215"/>
                </a:lnTo>
                <a:lnTo>
                  <a:pt x="339640" y="22908"/>
                </a:lnTo>
                <a:lnTo>
                  <a:pt x="295753" y="22908"/>
                </a:lnTo>
                <a:lnTo>
                  <a:pt x="295753" y="31104"/>
                </a:lnTo>
                <a:lnTo>
                  <a:pt x="328528" y="31104"/>
                </a:lnTo>
                <a:lnTo>
                  <a:pt x="293396" y="73351"/>
                </a:lnTo>
                <a:lnTo>
                  <a:pt x="293396" y="73576"/>
                </a:lnTo>
                <a:lnTo>
                  <a:pt x="259836" y="73576"/>
                </a:lnTo>
                <a:lnTo>
                  <a:pt x="294744" y="31215"/>
                </a:lnTo>
                <a:lnTo>
                  <a:pt x="294744" y="22908"/>
                </a:lnTo>
                <a:lnTo>
                  <a:pt x="250857" y="22908"/>
                </a:lnTo>
                <a:lnTo>
                  <a:pt x="250857" y="31104"/>
                </a:lnTo>
                <a:lnTo>
                  <a:pt x="283632" y="31104"/>
                </a:lnTo>
                <a:close/>
                <a:moveTo>
                  <a:pt x="114205" y="35249"/>
                </a:moveTo>
                <a:lnTo>
                  <a:pt x="113921" y="33991"/>
                </a:lnTo>
                <a:lnTo>
                  <a:pt x="113562" y="32788"/>
                </a:lnTo>
                <a:lnTo>
                  <a:pt x="113127" y="31641"/>
                </a:lnTo>
                <a:lnTo>
                  <a:pt x="112619" y="30550"/>
                </a:lnTo>
                <a:lnTo>
                  <a:pt x="112036" y="29517"/>
                </a:lnTo>
                <a:lnTo>
                  <a:pt x="111381" y="28541"/>
                </a:lnTo>
                <a:lnTo>
                  <a:pt x="110654" y="27624"/>
                </a:lnTo>
                <a:lnTo>
                  <a:pt x="109855" y="26765"/>
                </a:lnTo>
                <a:lnTo>
                  <a:pt x="108985" y="25967"/>
                </a:lnTo>
                <a:lnTo>
                  <a:pt x="108045" y="25228"/>
                </a:lnTo>
                <a:lnTo>
                  <a:pt x="107036" y="24551"/>
                </a:lnTo>
                <a:lnTo>
                  <a:pt x="105957" y="23935"/>
                </a:lnTo>
                <a:lnTo>
                  <a:pt x="104811" y="23381"/>
                </a:lnTo>
                <a:lnTo>
                  <a:pt x="103597" y="22890"/>
                </a:lnTo>
                <a:lnTo>
                  <a:pt x="102317" y="22463"/>
                </a:lnTo>
                <a:lnTo>
                  <a:pt x="100970" y="22099"/>
                </a:lnTo>
                <a:lnTo>
                  <a:pt x="99558" y="21800"/>
                </a:lnTo>
                <a:lnTo>
                  <a:pt x="98082" y="21567"/>
                </a:lnTo>
                <a:lnTo>
                  <a:pt x="96541" y="21399"/>
                </a:lnTo>
                <a:lnTo>
                  <a:pt x="94937" y="21298"/>
                </a:lnTo>
                <a:lnTo>
                  <a:pt x="93271" y="21264"/>
                </a:lnTo>
                <a:lnTo>
                  <a:pt x="91584" y="21301"/>
                </a:lnTo>
                <a:lnTo>
                  <a:pt x="89950" y="21410"/>
                </a:lnTo>
                <a:lnTo>
                  <a:pt x="88370" y="21589"/>
                </a:lnTo>
                <a:lnTo>
                  <a:pt x="86845" y="21839"/>
                </a:lnTo>
                <a:lnTo>
                  <a:pt x="85378" y="22156"/>
                </a:lnTo>
                <a:lnTo>
                  <a:pt x="83969" y="22540"/>
                </a:lnTo>
                <a:lnTo>
                  <a:pt x="82621" y="22989"/>
                </a:lnTo>
                <a:lnTo>
                  <a:pt x="81336" y="23501"/>
                </a:lnTo>
                <a:lnTo>
                  <a:pt x="80115" y="24077"/>
                </a:lnTo>
                <a:lnTo>
                  <a:pt x="78961" y="24713"/>
                </a:lnTo>
                <a:lnTo>
                  <a:pt x="77874" y="25409"/>
                </a:lnTo>
                <a:lnTo>
                  <a:pt x="76856" y="26163"/>
                </a:lnTo>
                <a:lnTo>
                  <a:pt x="75910" y="26973"/>
                </a:lnTo>
                <a:lnTo>
                  <a:pt x="75037" y="27839"/>
                </a:lnTo>
                <a:lnTo>
                  <a:pt x="74239" y="28759"/>
                </a:lnTo>
                <a:lnTo>
                  <a:pt x="73517" y="29732"/>
                </a:lnTo>
                <a:lnTo>
                  <a:pt x="72874" y="30756"/>
                </a:lnTo>
                <a:lnTo>
                  <a:pt x="72311" y="31829"/>
                </a:lnTo>
                <a:lnTo>
                  <a:pt x="71829" y="32951"/>
                </a:lnTo>
                <a:lnTo>
                  <a:pt x="71432" y="34120"/>
                </a:lnTo>
                <a:lnTo>
                  <a:pt x="71119" y="35334"/>
                </a:lnTo>
                <a:lnTo>
                  <a:pt x="70894" y="36592"/>
                </a:lnTo>
                <a:lnTo>
                  <a:pt x="70757" y="37893"/>
                </a:lnTo>
                <a:lnTo>
                  <a:pt x="70712" y="39235"/>
                </a:lnTo>
                <a:lnTo>
                  <a:pt x="70736" y="40362"/>
                </a:lnTo>
                <a:lnTo>
                  <a:pt x="70812" y="41440"/>
                </a:lnTo>
                <a:lnTo>
                  <a:pt x="70941" y="42472"/>
                </a:lnTo>
                <a:lnTo>
                  <a:pt x="71125" y="43457"/>
                </a:lnTo>
                <a:lnTo>
                  <a:pt x="71366" y="44400"/>
                </a:lnTo>
                <a:lnTo>
                  <a:pt x="71665" y="45300"/>
                </a:lnTo>
                <a:lnTo>
                  <a:pt x="72026" y="46160"/>
                </a:lnTo>
                <a:lnTo>
                  <a:pt x="72449" y="46981"/>
                </a:lnTo>
                <a:lnTo>
                  <a:pt x="72937" y="47765"/>
                </a:lnTo>
                <a:lnTo>
                  <a:pt x="73491" y="48513"/>
                </a:lnTo>
                <a:lnTo>
                  <a:pt x="74114" y="49228"/>
                </a:lnTo>
                <a:lnTo>
                  <a:pt x="74808" y="49911"/>
                </a:lnTo>
                <a:lnTo>
                  <a:pt x="75574" y="50563"/>
                </a:lnTo>
                <a:lnTo>
                  <a:pt x="76415" y="51187"/>
                </a:lnTo>
                <a:lnTo>
                  <a:pt x="77332" y="51783"/>
                </a:lnTo>
                <a:lnTo>
                  <a:pt x="78327" y="52354"/>
                </a:lnTo>
                <a:lnTo>
                  <a:pt x="79402" y="52902"/>
                </a:lnTo>
                <a:lnTo>
                  <a:pt x="80560" y="53427"/>
                </a:lnTo>
                <a:lnTo>
                  <a:pt x="81802" y="53931"/>
                </a:lnTo>
                <a:lnTo>
                  <a:pt x="83130" y="54417"/>
                </a:lnTo>
                <a:lnTo>
                  <a:pt x="84547" y="54885"/>
                </a:lnTo>
                <a:lnTo>
                  <a:pt x="86053" y="55338"/>
                </a:lnTo>
                <a:lnTo>
                  <a:pt x="87651" y="55777"/>
                </a:lnTo>
                <a:lnTo>
                  <a:pt x="89343" y="56204"/>
                </a:lnTo>
                <a:lnTo>
                  <a:pt x="98099" y="58340"/>
                </a:lnTo>
                <a:lnTo>
                  <a:pt x="98892" y="58541"/>
                </a:lnTo>
                <a:lnTo>
                  <a:pt x="99645" y="58750"/>
                </a:lnTo>
                <a:lnTo>
                  <a:pt x="100358" y="58968"/>
                </a:lnTo>
                <a:lnTo>
                  <a:pt x="101032" y="59196"/>
                </a:lnTo>
                <a:lnTo>
                  <a:pt x="101668" y="59434"/>
                </a:lnTo>
                <a:lnTo>
                  <a:pt x="102265" y="59683"/>
                </a:lnTo>
                <a:lnTo>
                  <a:pt x="102825" y="59942"/>
                </a:lnTo>
                <a:lnTo>
                  <a:pt x="103349" y="60212"/>
                </a:lnTo>
                <a:lnTo>
                  <a:pt x="103836" y="60494"/>
                </a:lnTo>
                <a:lnTo>
                  <a:pt x="104287" y="60789"/>
                </a:lnTo>
                <a:lnTo>
                  <a:pt x="104703" y="61096"/>
                </a:lnTo>
                <a:lnTo>
                  <a:pt x="105085" y="61415"/>
                </a:lnTo>
                <a:lnTo>
                  <a:pt x="105433" y="61749"/>
                </a:lnTo>
                <a:lnTo>
                  <a:pt x="105748" y="62096"/>
                </a:lnTo>
                <a:lnTo>
                  <a:pt x="106029" y="62458"/>
                </a:lnTo>
                <a:lnTo>
                  <a:pt x="106279" y="62834"/>
                </a:lnTo>
                <a:lnTo>
                  <a:pt x="106497" y="63226"/>
                </a:lnTo>
                <a:lnTo>
                  <a:pt x="106684" y="63633"/>
                </a:lnTo>
                <a:lnTo>
                  <a:pt x="106841" y="64057"/>
                </a:lnTo>
                <a:lnTo>
                  <a:pt x="106968" y="64497"/>
                </a:lnTo>
                <a:lnTo>
                  <a:pt x="107066" y="64953"/>
                </a:lnTo>
                <a:lnTo>
                  <a:pt x="107135" y="65428"/>
                </a:lnTo>
                <a:lnTo>
                  <a:pt x="107176" y="65920"/>
                </a:lnTo>
                <a:lnTo>
                  <a:pt x="107189" y="66431"/>
                </a:lnTo>
                <a:lnTo>
                  <a:pt x="107161" y="67123"/>
                </a:lnTo>
                <a:lnTo>
                  <a:pt x="107076" y="67794"/>
                </a:lnTo>
                <a:lnTo>
                  <a:pt x="106937" y="68445"/>
                </a:lnTo>
                <a:lnTo>
                  <a:pt x="106744" y="69073"/>
                </a:lnTo>
                <a:lnTo>
                  <a:pt x="106499" y="69677"/>
                </a:lnTo>
                <a:lnTo>
                  <a:pt x="106202" y="70259"/>
                </a:lnTo>
                <a:lnTo>
                  <a:pt x="105856" y="70815"/>
                </a:lnTo>
                <a:lnTo>
                  <a:pt x="105460" y="71346"/>
                </a:lnTo>
                <a:lnTo>
                  <a:pt x="105017" y="71851"/>
                </a:lnTo>
                <a:lnTo>
                  <a:pt x="104528" y="72329"/>
                </a:lnTo>
                <a:lnTo>
                  <a:pt x="103994" y="72779"/>
                </a:lnTo>
                <a:lnTo>
                  <a:pt x="103416" y="73201"/>
                </a:lnTo>
                <a:lnTo>
                  <a:pt x="102795" y="73594"/>
                </a:lnTo>
                <a:lnTo>
                  <a:pt x="102132" y="73956"/>
                </a:lnTo>
                <a:lnTo>
                  <a:pt x="101430" y="74288"/>
                </a:lnTo>
                <a:lnTo>
                  <a:pt x="100688" y="74588"/>
                </a:lnTo>
                <a:lnTo>
                  <a:pt x="99909" y="74856"/>
                </a:lnTo>
                <a:lnTo>
                  <a:pt x="99093" y="75091"/>
                </a:lnTo>
                <a:lnTo>
                  <a:pt x="98241" y="75291"/>
                </a:lnTo>
                <a:lnTo>
                  <a:pt x="97356" y="75457"/>
                </a:lnTo>
                <a:lnTo>
                  <a:pt x="96437" y="75587"/>
                </a:lnTo>
                <a:lnTo>
                  <a:pt x="95487" y="75681"/>
                </a:lnTo>
                <a:lnTo>
                  <a:pt x="94507" y="75738"/>
                </a:lnTo>
                <a:lnTo>
                  <a:pt x="93497" y="75758"/>
                </a:lnTo>
                <a:lnTo>
                  <a:pt x="92869" y="75750"/>
                </a:lnTo>
                <a:lnTo>
                  <a:pt x="92251" y="75727"/>
                </a:lnTo>
                <a:lnTo>
                  <a:pt x="91641" y="75690"/>
                </a:lnTo>
                <a:lnTo>
                  <a:pt x="91041" y="75638"/>
                </a:lnTo>
                <a:lnTo>
                  <a:pt x="90452" y="75572"/>
                </a:lnTo>
                <a:lnTo>
                  <a:pt x="89873" y="75491"/>
                </a:lnTo>
                <a:lnTo>
                  <a:pt x="89305" y="75396"/>
                </a:lnTo>
                <a:lnTo>
                  <a:pt x="88748" y="75287"/>
                </a:lnTo>
                <a:lnTo>
                  <a:pt x="88204" y="75165"/>
                </a:lnTo>
                <a:lnTo>
                  <a:pt x="87673" y="75029"/>
                </a:lnTo>
                <a:lnTo>
                  <a:pt x="87154" y="74880"/>
                </a:lnTo>
                <a:lnTo>
                  <a:pt x="86649" y="74718"/>
                </a:lnTo>
                <a:lnTo>
                  <a:pt x="86158" y="74543"/>
                </a:lnTo>
                <a:lnTo>
                  <a:pt x="85682" y="74356"/>
                </a:lnTo>
                <a:lnTo>
                  <a:pt x="85220" y="74156"/>
                </a:lnTo>
                <a:lnTo>
                  <a:pt x="84774" y="73943"/>
                </a:lnTo>
                <a:lnTo>
                  <a:pt x="84344" y="73719"/>
                </a:lnTo>
                <a:lnTo>
                  <a:pt x="83931" y="73482"/>
                </a:lnTo>
                <a:lnTo>
                  <a:pt x="83534" y="73234"/>
                </a:lnTo>
                <a:lnTo>
                  <a:pt x="83155" y="72975"/>
                </a:lnTo>
                <a:lnTo>
                  <a:pt x="82794" y="72704"/>
                </a:lnTo>
                <a:lnTo>
                  <a:pt x="82451" y="72422"/>
                </a:lnTo>
                <a:lnTo>
                  <a:pt x="82128" y="72129"/>
                </a:lnTo>
                <a:lnTo>
                  <a:pt x="81823" y="71825"/>
                </a:lnTo>
                <a:lnTo>
                  <a:pt x="81645" y="71614"/>
                </a:lnTo>
                <a:lnTo>
                  <a:pt x="81474" y="71402"/>
                </a:lnTo>
                <a:lnTo>
                  <a:pt x="81312" y="71188"/>
                </a:lnTo>
                <a:lnTo>
                  <a:pt x="81156" y="70971"/>
                </a:lnTo>
                <a:lnTo>
                  <a:pt x="81007" y="70749"/>
                </a:lnTo>
                <a:lnTo>
                  <a:pt x="80866" y="70522"/>
                </a:lnTo>
                <a:lnTo>
                  <a:pt x="80730" y="70288"/>
                </a:lnTo>
                <a:lnTo>
                  <a:pt x="80601" y="70047"/>
                </a:lnTo>
                <a:lnTo>
                  <a:pt x="80478" y="69798"/>
                </a:lnTo>
                <a:lnTo>
                  <a:pt x="80360" y="69539"/>
                </a:lnTo>
                <a:lnTo>
                  <a:pt x="80247" y="69269"/>
                </a:lnTo>
                <a:lnTo>
                  <a:pt x="80140" y="68987"/>
                </a:lnTo>
                <a:lnTo>
                  <a:pt x="80037" y="68692"/>
                </a:lnTo>
                <a:lnTo>
                  <a:pt x="79938" y="68384"/>
                </a:lnTo>
                <a:lnTo>
                  <a:pt x="79844" y="68060"/>
                </a:lnTo>
                <a:lnTo>
                  <a:pt x="79753" y="67720"/>
                </a:lnTo>
                <a:lnTo>
                  <a:pt x="79666" y="67364"/>
                </a:lnTo>
                <a:lnTo>
                  <a:pt x="79582" y="66989"/>
                </a:lnTo>
                <a:lnTo>
                  <a:pt x="79501" y="66594"/>
                </a:lnTo>
                <a:lnTo>
                  <a:pt x="79422" y="66179"/>
                </a:lnTo>
                <a:lnTo>
                  <a:pt x="79346" y="65743"/>
                </a:lnTo>
                <a:lnTo>
                  <a:pt x="79272" y="65284"/>
                </a:lnTo>
                <a:lnTo>
                  <a:pt x="79200" y="64802"/>
                </a:lnTo>
                <a:lnTo>
                  <a:pt x="79129" y="64295"/>
                </a:lnTo>
                <a:lnTo>
                  <a:pt x="69252" y="64295"/>
                </a:lnTo>
                <a:lnTo>
                  <a:pt x="69346" y="65957"/>
                </a:lnTo>
                <a:lnTo>
                  <a:pt x="69514" y="67546"/>
                </a:lnTo>
                <a:lnTo>
                  <a:pt x="69758" y="69062"/>
                </a:lnTo>
                <a:lnTo>
                  <a:pt x="70078" y="70505"/>
                </a:lnTo>
                <a:lnTo>
                  <a:pt x="70473" y="71874"/>
                </a:lnTo>
                <a:lnTo>
                  <a:pt x="70944" y="73172"/>
                </a:lnTo>
                <a:lnTo>
                  <a:pt x="71492" y="74397"/>
                </a:lnTo>
                <a:lnTo>
                  <a:pt x="72116" y="75549"/>
                </a:lnTo>
                <a:lnTo>
                  <a:pt x="72817" y="76631"/>
                </a:lnTo>
                <a:lnTo>
                  <a:pt x="73595" y="77640"/>
                </a:lnTo>
                <a:lnTo>
                  <a:pt x="74450" y="78578"/>
                </a:lnTo>
                <a:lnTo>
                  <a:pt x="75383" y="79445"/>
                </a:lnTo>
                <a:lnTo>
                  <a:pt x="76393" y="80242"/>
                </a:lnTo>
                <a:lnTo>
                  <a:pt x="77482" y="80968"/>
                </a:lnTo>
                <a:lnTo>
                  <a:pt x="78649" y="81623"/>
                </a:lnTo>
                <a:lnTo>
                  <a:pt x="79894" y="82208"/>
                </a:lnTo>
                <a:lnTo>
                  <a:pt x="81218" y="82724"/>
                </a:lnTo>
                <a:lnTo>
                  <a:pt x="82621" y="83170"/>
                </a:lnTo>
                <a:lnTo>
                  <a:pt x="84103" y="83547"/>
                </a:lnTo>
                <a:lnTo>
                  <a:pt x="85665" y="83855"/>
                </a:lnTo>
                <a:lnTo>
                  <a:pt x="87306" y="84093"/>
                </a:lnTo>
                <a:lnTo>
                  <a:pt x="89027" y="84264"/>
                </a:lnTo>
                <a:lnTo>
                  <a:pt x="90829" y="84366"/>
                </a:lnTo>
                <a:lnTo>
                  <a:pt x="92711" y="84400"/>
                </a:lnTo>
                <a:lnTo>
                  <a:pt x="94534" y="84362"/>
                </a:lnTo>
                <a:lnTo>
                  <a:pt x="96300" y="84250"/>
                </a:lnTo>
                <a:lnTo>
                  <a:pt x="98006" y="84064"/>
                </a:lnTo>
                <a:lnTo>
                  <a:pt x="99651" y="83807"/>
                </a:lnTo>
                <a:lnTo>
                  <a:pt x="101233" y="83479"/>
                </a:lnTo>
                <a:lnTo>
                  <a:pt x="102749" y="83083"/>
                </a:lnTo>
                <a:lnTo>
                  <a:pt x="104199" y="82619"/>
                </a:lnTo>
                <a:lnTo>
                  <a:pt x="105581" y="82088"/>
                </a:lnTo>
                <a:lnTo>
                  <a:pt x="106893" y="81493"/>
                </a:lnTo>
                <a:lnTo>
                  <a:pt x="108132" y="80835"/>
                </a:lnTo>
                <a:lnTo>
                  <a:pt x="109298" y="80115"/>
                </a:lnTo>
                <a:lnTo>
                  <a:pt x="110389" y="79334"/>
                </a:lnTo>
                <a:lnTo>
                  <a:pt x="111402" y="78494"/>
                </a:lnTo>
                <a:lnTo>
                  <a:pt x="112337" y="77596"/>
                </a:lnTo>
                <a:lnTo>
                  <a:pt x="113190" y="76643"/>
                </a:lnTo>
                <a:lnTo>
                  <a:pt x="113962" y="75634"/>
                </a:lnTo>
                <a:lnTo>
                  <a:pt x="114649" y="74571"/>
                </a:lnTo>
                <a:lnTo>
                  <a:pt x="115250" y="73457"/>
                </a:lnTo>
                <a:lnTo>
                  <a:pt x="115764" y="72292"/>
                </a:lnTo>
                <a:lnTo>
                  <a:pt x="116188" y="71078"/>
                </a:lnTo>
                <a:lnTo>
                  <a:pt x="116521" y="69815"/>
                </a:lnTo>
                <a:lnTo>
                  <a:pt x="116761" y="68507"/>
                </a:lnTo>
                <a:lnTo>
                  <a:pt x="116906" y="67153"/>
                </a:lnTo>
                <a:lnTo>
                  <a:pt x="116955" y="65756"/>
                </a:lnTo>
                <a:lnTo>
                  <a:pt x="116929" y="64680"/>
                </a:lnTo>
                <a:lnTo>
                  <a:pt x="116851" y="63645"/>
                </a:lnTo>
                <a:lnTo>
                  <a:pt x="116720" y="62649"/>
                </a:lnTo>
                <a:lnTo>
                  <a:pt x="116535" y="61692"/>
                </a:lnTo>
                <a:lnTo>
                  <a:pt x="116296" y="60772"/>
                </a:lnTo>
                <a:lnTo>
                  <a:pt x="116001" y="59889"/>
                </a:lnTo>
                <a:lnTo>
                  <a:pt x="115650" y="59043"/>
                </a:lnTo>
                <a:lnTo>
                  <a:pt x="115242" y="58231"/>
                </a:lnTo>
                <a:lnTo>
                  <a:pt x="114777" y="57453"/>
                </a:lnTo>
                <a:lnTo>
                  <a:pt x="114253" y="56710"/>
                </a:lnTo>
                <a:lnTo>
                  <a:pt x="113669" y="55998"/>
                </a:lnTo>
                <a:lnTo>
                  <a:pt x="113026" y="55319"/>
                </a:lnTo>
                <a:lnTo>
                  <a:pt x="112322" y="54671"/>
                </a:lnTo>
                <a:lnTo>
                  <a:pt x="111556" y="54053"/>
                </a:lnTo>
                <a:lnTo>
                  <a:pt x="110729" y="53464"/>
                </a:lnTo>
                <a:lnTo>
                  <a:pt x="109837" y="52903"/>
                </a:lnTo>
                <a:lnTo>
                  <a:pt x="108882" y="52371"/>
                </a:lnTo>
                <a:lnTo>
                  <a:pt x="107863" y="51865"/>
                </a:lnTo>
                <a:lnTo>
                  <a:pt x="106777" y="51385"/>
                </a:lnTo>
                <a:lnTo>
                  <a:pt x="105626" y="50931"/>
                </a:lnTo>
                <a:lnTo>
                  <a:pt x="104408" y="50501"/>
                </a:lnTo>
                <a:lnTo>
                  <a:pt x="103121" y="50094"/>
                </a:lnTo>
                <a:lnTo>
                  <a:pt x="101766" y="49710"/>
                </a:lnTo>
                <a:lnTo>
                  <a:pt x="100342" y="49348"/>
                </a:lnTo>
                <a:lnTo>
                  <a:pt x="91363" y="47215"/>
                </a:lnTo>
                <a:lnTo>
                  <a:pt x="90431" y="46986"/>
                </a:lnTo>
                <a:lnTo>
                  <a:pt x="89545" y="46750"/>
                </a:lnTo>
                <a:lnTo>
                  <a:pt x="88704" y="46507"/>
                </a:lnTo>
                <a:lnTo>
                  <a:pt x="87906" y="46254"/>
                </a:lnTo>
                <a:lnTo>
                  <a:pt x="87153" y="45994"/>
                </a:lnTo>
                <a:lnTo>
                  <a:pt x="86442" y="45723"/>
                </a:lnTo>
                <a:lnTo>
                  <a:pt x="85774" y="45444"/>
                </a:lnTo>
                <a:lnTo>
                  <a:pt x="85148" y="45154"/>
                </a:lnTo>
                <a:lnTo>
                  <a:pt x="84564" y="44853"/>
                </a:lnTo>
                <a:lnTo>
                  <a:pt x="84021" y="44542"/>
                </a:lnTo>
                <a:lnTo>
                  <a:pt x="83519" y="44219"/>
                </a:lnTo>
                <a:lnTo>
                  <a:pt x="83057" y="43885"/>
                </a:lnTo>
                <a:lnTo>
                  <a:pt x="82635" y="43538"/>
                </a:lnTo>
                <a:lnTo>
                  <a:pt x="82252" y="43178"/>
                </a:lnTo>
                <a:lnTo>
                  <a:pt x="81908" y="42805"/>
                </a:lnTo>
                <a:lnTo>
                  <a:pt x="81602" y="42419"/>
                </a:lnTo>
                <a:lnTo>
                  <a:pt x="81334" y="42018"/>
                </a:lnTo>
                <a:lnTo>
                  <a:pt x="81103" y="41603"/>
                </a:lnTo>
                <a:lnTo>
                  <a:pt x="80909" y="41173"/>
                </a:lnTo>
                <a:lnTo>
                  <a:pt x="80752" y="40728"/>
                </a:lnTo>
                <a:lnTo>
                  <a:pt x="80630" y="40267"/>
                </a:lnTo>
                <a:lnTo>
                  <a:pt x="80544" y="39790"/>
                </a:lnTo>
                <a:lnTo>
                  <a:pt x="80492" y="39296"/>
                </a:lnTo>
                <a:lnTo>
                  <a:pt x="80475" y="38785"/>
                </a:lnTo>
                <a:lnTo>
                  <a:pt x="80500" y="38108"/>
                </a:lnTo>
                <a:lnTo>
                  <a:pt x="80575" y="37453"/>
                </a:lnTo>
                <a:lnTo>
                  <a:pt x="80698" y="36823"/>
                </a:lnTo>
                <a:lnTo>
                  <a:pt x="80868" y="36215"/>
                </a:lnTo>
                <a:lnTo>
                  <a:pt x="81086" y="35633"/>
                </a:lnTo>
                <a:lnTo>
                  <a:pt x="81349" y="35075"/>
                </a:lnTo>
                <a:lnTo>
                  <a:pt x="81657" y="34543"/>
                </a:lnTo>
                <a:lnTo>
                  <a:pt x="82009" y="34036"/>
                </a:lnTo>
                <a:lnTo>
                  <a:pt x="82405" y="33556"/>
                </a:lnTo>
                <a:lnTo>
                  <a:pt x="82843" y="33104"/>
                </a:lnTo>
                <a:lnTo>
                  <a:pt x="83322" y="32679"/>
                </a:lnTo>
                <a:lnTo>
                  <a:pt x="83843" y="32282"/>
                </a:lnTo>
                <a:lnTo>
                  <a:pt x="84403" y="31913"/>
                </a:lnTo>
                <a:lnTo>
                  <a:pt x="85001" y="31574"/>
                </a:lnTo>
                <a:lnTo>
                  <a:pt x="85638" y="31265"/>
                </a:lnTo>
                <a:lnTo>
                  <a:pt x="86312" y="30986"/>
                </a:lnTo>
                <a:lnTo>
                  <a:pt x="87022" y="30738"/>
                </a:lnTo>
                <a:lnTo>
                  <a:pt x="87768" y="30521"/>
                </a:lnTo>
                <a:lnTo>
                  <a:pt x="88548" y="30336"/>
                </a:lnTo>
                <a:lnTo>
                  <a:pt x="89362" y="30183"/>
                </a:lnTo>
                <a:lnTo>
                  <a:pt x="90208" y="30064"/>
                </a:lnTo>
                <a:lnTo>
                  <a:pt x="91086" y="29978"/>
                </a:lnTo>
                <a:lnTo>
                  <a:pt x="91996" y="29926"/>
                </a:lnTo>
                <a:lnTo>
                  <a:pt x="92935" y="29908"/>
                </a:lnTo>
                <a:lnTo>
                  <a:pt x="93857" y="29925"/>
                </a:lnTo>
                <a:lnTo>
                  <a:pt x="94742" y="29976"/>
                </a:lnTo>
                <a:lnTo>
                  <a:pt x="95591" y="30060"/>
                </a:lnTo>
                <a:lnTo>
                  <a:pt x="96404" y="30178"/>
                </a:lnTo>
                <a:lnTo>
                  <a:pt x="97179" y="30329"/>
                </a:lnTo>
                <a:lnTo>
                  <a:pt x="97917" y="30514"/>
                </a:lnTo>
                <a:lnTo>
                  <a:pt x="98619" y="30732"/>
                </a:lnTo>
                <a:lnTo>
                  <a:pt x="99283" y="30982"/>
                </a:lnTo>
                <a:lnTo>
                  <a:pt x="99909" y="31265"/>
                </a:lnTo>
                <a:lnTo>
                  <a:pt x="100498" y="31581"/>
                </a:lnTo>
                <a:lnTo>
                  <a:pt x="101050" y="31930"/>
                </a:lnTo>
                <a:lnTo>
                  <a:pt x="101563" y="32310"/>
                </a:lnTo>
                <a:lnTo>
                  <a:pt x="102039" y="32723"/>
                </a:lnTo>
                <a:lnTo>
                  <a:pt x="102476" y="33168"/>
                </a:lnTo>
                <a:lnTo>
                  <a:pt x="102875" y="33645"/>
                </a:lnTo>
                <a:lnTo>
                  <a:pt x="103236" y="34154"/>
                </a:lnTo>
                <a:lnTo>
                  <a:pt x="103558" y="34694"/>
                </a:lnTo>
                <a:lnTo>
                  <a:pt x="103841" y="35266"/>
                </a:lnTo>
                <a:lnTo>
                  <a:pt x="104086" y="35869"/>
                </a:lnTo>
                <a:lnTo>
                  <a:pt x="104291" y="36503"/>
                </a:lnTo>
                <a:lnTo>
                  <a:pt x="104457" y="37168"/>
                </a:lnTo>
                <a:lnTo>
                  <a:pt x="104584" y="37864"/>
                </a:lnTo>
                <a:lnTo>
                  <a:pt x="104672" y="38591"/>
                </a:lnTo>
                <a:lnTo>
                  <a:pt x="104720" y="39348"/>
                </a:lnTo>
                <a:lnTo>
                  <a:pt x="114597" y="39348"/>
                </a:lnTo>
                <a:lnTo>
                  <a:pt x="114544" y="37928"/>
                </a:lnTo>
                <a:lnTo>
                  <a:pt x="114413" y="36561"/>
                </a:lnTo>
                <a:lnTo>
                  <a:pt x="114205" y="35249"/>
                </a:lnTo>
                <a:close/>
                <a:moveTo>
                  <a:pt x="392361" y="52328"/>
                </a:moveTo>
                <a:lnTo>
                  <a:pt x="392336" y="51329"/>
                </a:lnTo>
                <a:lnTo>
                  <a:pt x="392303" y="50363"/>
                </a:lnTo>
                <a:lnTo>
                  <a:pt x="392262" y="49429"/>
                </a:lnTo>
                <a:lnTo>
                  <a:pt x="392213" y="48525"/>
                </a:lnTo>
                <a:lnTo>
                  <a:pt x="392156" y="47651"/>
                </a:lnTo>
                <a:lnTo>
                  <a:pt x="392091" y="46805"/>
                </a:lnTo>
                <a:lnTo>
                  <a:pt x="392018" y="45987"/>
                </a:lnTo>
                <a:lnTo>
                  <a:pt x="391936" y="45194"/>
                </a:lnTo>
                <a:lnTo>
                  <a:pt x="391846" y="44427"/>
                </a:lnTo>
                <a:lnTo>
                  <a:pt x="391746" y="43684"/>
                </a:lnTo>
                <a:lnTo>
                  <a:pt x="391638" y="42963"/>
                </a:lnTo>
                <a:lnTo>
                  <a:pt x="391521" y="42264"/>
                </a:lnTo>
                <a:lnTo>
                  <a:pt x="391395" y="41586"/>
                </a:lnTo>
                <a:lnTo>
                  <a:pt x="391259" y="40927"/>
                </a:lnTo>
                <a:lnTo>
                  <a:pt x="391114" y="40287"/>
                </a:lnTo>
                <a:lnTo>
                  <a:pt x="390959" y="39664"/>
                </a:lnTo>
                <a:lnTo>
                  <a:pt x="390794" y="39057"/>
                </a:lnTo>
                <a:lnTo>
                  <a:pt x="390620" y="38465"/>
                </a:lnTo>
                <a:lnTo>
                  <a:pt x="390435" y="37886"/>
                </a:lnTo>
                <a:lnTo>
                  <a:pt x="390240" y="37321"/>
                </a:lnTo>
                <a:lnTo>
                  <a:pt x="390035" y="36767"/>
                </a:lnTo>
                <a:lnTo>
                  <a:pt x="389531" y="35579"/>
                </a:lnTo>
                <a:lnTo>
                  <a:pt x="388975" y="34432"/>
                </a:lnTo>
                <a:lnTo>
                  <a:pt x="388368" y="33326"/>
                </a:lnTo>
                <a:lnTo>
                  <a:pt x="387711" y="32263"/>
                </a:lnTo>
                <a:lnTo>
                  <a:pt x="387006" y="31243"/>
                </a:lnTo>
                <a:lnTo>
                  <a:pt x="386254" y="30267"/>
                </a:lnTo>
                <a:lnTo>
                  <a:pt x="385456" y="29336"/>
                </a:lnTo>
                <a:lnTo>
                  <a:pt x="384615" y="28452"/>
                </a:lnTo>
                <a:lnTo>
                  <a:pt x="383730" y="27614"/>
                </a:lnTo>
                <a:lnTo>
                  <a:pt x="382803" y="26824"/>
                </a:lnTo>
                <a:lnTo>
                  <a:pt x="381837" y="26083"/>
                </a:lnTo>
                <a:lnTo>
                  <a:pt x="380832" y="25391"/>
                </a:lnTo>
                <a:lnTo>
                  <a:pt x="379789" y="24749"/>
                </a:lnTo>
                <a:lnTo>
                  <a:pt x="378710" y="24159"/>
                </a:lnTo>
                <a:lnTo>
                  <a:pt x="377597" y="23621"/>
                </a:lnTo>
                <a:lnTo>
                  <a:pt x="376450" y="23136"/>
                </a:lnTo>
                <a:lnTo>
                  <a:pt x="375272" y="22704"/>
                </a:lnTo>
                <a:lnTo>
                  <a:pt x="374062" y="22327"/>
                </a:lnTo>
                <a:lnTo>
                  <a:pt x="372824" y="22006"/>
                </a:lnTo>
                <a:lnTo>
                  <a:pt x="371558" y="21741"/>
                </a:lnTo>
                <a:lnTo>
                  <a:pt x="370265" y="21534"/>
                </a:lnTo>
                <a:lnTo>
                  <a:pt x="368947" y="21385"/>
                </a:lnTo>
                <a:lnTo>
                  <a:pt x="367605" y="21295"/>
                </a:lnTo>
                <a:lnTo>
                  <a:pt x="366241" y="21264"/>
                </a:lnTo>
                <a:lnTo>
                  <a:pt x="364223" y="21329"/>
                </a:lnTo>
                <a:lnTo>
                  <a:pt x="362268" y="21521"/>
                </a:lnTo>
                <a:lnTo>
                  <a:pt x="360378" y="21838"/>
                </a:lnTo>
                <a:lnTo>
                  <a:pt x="358555" y="22278"/>
                </a:lnTo>
                <a:lnTo>
                  <a:pt x="356801" y="22838"/>
                </a:lnTo>
                <a:lnTo>
                  <a:pt x="355118" y="23516"/>
                </a:lnTo>
                <a:lnTo>
                  <a:pt x="353508" y="24310"/>
                </a:lnTo>
                <a:lnTo>
                  <a:pt x="351973" y="25217"/>
                </a:lnTo>
                <a:lnTo>
                  <a:pt x="350516" y="26234"/>
                </a:lnTo>
                <a:lnTo>
                  <a:pt x="349137" y="27360"/>
                </a:lnTo>
                <a:lnTo>
                  <a:pt x="347840" y="28592"/>
                </a:lnTo>
                <a:lnTo>
                  <a:pt x="346626" y="29928"/>
                </a:lnTo>
                <a:lnTo>
                  <a:pt x="345498" y="31365"/>
                </a:lnTo>
                <a:lnTo>
                  <a:pt x="344457" y="32901"/>
                </a:lnTo>
                <a:lnTo>
                  <a:pt x="343505" y="34534"/>
                </a:lnTo>
                <a:lnTo>
                  <a:pt x="342645" y="36260"/>
                </a:lnTo>
                <a:lnTo>
                  <a:pt x="341878" y="38079"/>
                </a:lnTo>
                <a:lnTo>
                  <a:pt x="341207" y="39986"/>
                </a:lnTo>
                <a:lnTo>
                  <a:pt x="340634" y="41981"/>
                </a:lnTo>
                <a:lnTo>
                  <a:pt x="340160" y="44061"/>
                </a:lnTo>
                <a:lnTo>
                  <a:pt x="339788" y="46222"/>
                </a:lnTo>
                <a:lnTo>
                  <a:pt x="339520" y="48463"/>
                </a:lnTo>
                <a:lnTo>
                  <a:pt x="339357" y="50782"/>
                </a:lnTo>
                <a:lnTo>
                  <a:pt x="339303" y="53176"/>
                </a:lnTo>
                <a:lnTo>
                  <a:pt x="339355" y="55566"/>
                </a:lnTo>
                <a:lnTo>
                  <a:pt x="339511" y="57873"/>
                </a:lnTo>
                <a:lnTo>
                  <a:pt x="339769" y="60098"/>
                </a:lnTo>
                <a:lnTo>
                  <a:pt x="340128" y="62237"/>
                </a:lnTo>
                <a:lnTo>
                  <a:pt x="340586" y="64290"/>
                </a:lnTo>
                <a:lnTo>
                  <a:pt x="341141" y="66254"/>
                </a:lnTo>
                <a:lnTo>
                  <a:pt x="341792" y="68128"/>
                </a:lnTo>
                <a:lnTo>
                  <a:pt x="342537" y="69909"/>
                </a:lnTo>
                <a:lnTo>
                  <a:pt x="343375" y="71596"/>
                </a:lnTo>
                <a:lnTo>
                  <a:pt x="344304" y="73188"/>
                </a:lnTo>
                <a:lnTo>
                  <a:pt x="345323" y="74682"/>
                </a:lnTo>
                <a:lnTo>
                  <a:pt x="346430" y="76076"/>
                </a:lnTo>
                <a:lnTo>
                  <a:pt x="347623" y="77369"/>
                </a:lnTo>
                <a:lnTo>
                  <a:pt x="348902" y="78560"/>
                </a:lnTo>
                <a:lnTo>
                  <a:pt x="350264" y="79645"/>
                </a:lnTo>
                <a:lnTo>
                  <a:pt x="351707" y="80624"/>
                </a:lnTo>
                <a:lnTo>
                  <a:pt x="353231" y="81494"/>
                </a:lnTo>
                <a:lnTo>
                  <a:pt x="354834" y="82254"/>
                </a:lnTo>
                <a:lnTo>
                  <a:pt x="356514" y="82902"/>
                </a:lnTo>
                <a:lnTo>
                  <a:pt x="358270" y="83437"/>
                </a:lnTo>
                <a:lnTo>
                  <a:pt x="360099" y="83855"/>
                </a:lnTo>
                <a:lnTo>
                  <a:pt x="362001" y="84157"/>
                </a:lnTo>
                <a:lnTo>
                  <a:pt x="363974" y="84339"/>
                </a:lnTo>
                <a:lnTo>
                  <a:pt x="366017" y="84400"/>
                </a:lnTo>
                <a:lnTo>
                  <a:pt x="367679" y="84360"/>
                </a:lnTo>
                <a:lnTo>
                  <a:pt x="369296" y="84242"/>
                </a:lnTo>
                <a:lnTo>
                  <a:pt x="370867" y="84047"/>
                </a:lnTo>
                <a:lnTo>
                  <a:pt x="372392" y="83775"/>
                </a:lnTo>
                <a:lnTo>
                  <a:pt x="373868" y="83428"/>
                </a:lnTo>
                <a:lnTo>
                  <a:pt x="375296" y="83007"/>
                </a:lnTo>
                <a:lnTo>
                  <a:pt x="376672" y="82513"/>
                </a:lnTo>
                <a:lnTo>
                  <a:pt x="377997" y="81947"/>
                </a:lnTo>
                <a:lnTo>
                  <a:pt x="379269" y="81310"/>
                </a:lnTo>
                <a:lnTo>
                  <a:pt x="380486" y="80602"/>
                </a:lnTo>
                <a:lnTo>
                  <a:pt x="381648" y="79827"/>
                </a:lnTo>
                <a:lnTo>
                  <a:pt x="382754" y="78983"/>
                </a:lnTo>
                <a:lnTo>
                  <a:pt x="383802" y="78072"/>
                </a:lnTo>
                <a:lnTo>
                  <a:pt x="384790" y="77096"/>
                </a:lnTo>
                <a:lnTo>
                  <a:pt x="385718" y="76056"/>
                </a:lnTo>
                <a:lnTo>
                  <a:pt x="386585" y="74951"/>
                </a:lnTo>
                <a:lnTo>
                  <a:pt x="387389" y="73785"/>
                </a:lnTo>
                <a:lnTo>
                  <a:pt x="388129" y="72557"/>
                </a:lnTo>
                <a:lnTo>
                  <a:pt x="388804" y="71268"/>
                </a:lnTo>
                <a:lnTo>
                  <a:pt x="389413" y="69921"/>
                </a:lnTo>
                <a:lnTo>
                  <a:pt x="389954" y="68515"/>
                </a:lnTo>
                <a:lnTo>
                  <a:pt x="390426" y="67052"/>
                </a:lnTo>
                <a:lnTo>
                  <a:pt x="390828" y="65533"/>
                </a:lnTo>
                <a:lnTo>
                  <a:pt x="391159" y="63959"/>
                </a:lnTo>
                <a:lnTo>
                  <a:pt x="381730" y="63959"/>
                </a:lnTo>
                <a:lnTo>
                  <a:pt x="381394" y="64909"/>
                </a:lnTo>
                <a:lnTo>
                  <a:pt x="381029" y="65820"/>
                </a:lnTo>
                <a:lnTo>
                  <a:pt x="380637" y="66692"/>
                </a:lnTo>
                <a:lnTo>
                  <a:pt x="380217" y="67525"/>
                </a:lnTo>
                <a:lnTo>
                  <a:pt x="379770" y="68319"/>
                </a:lnTo>
                <a:lnTo>
                  <a:pt x="379296" y="69074"/>
                </a:lnTo>
                <a:lnTo>
                  <a:pt x="378795" y="69789"/>
                </a:lnTo>
                <a:lnTo>
                  <a:pt x="378267" y="70464"/>
                </a:lnTo>
                <a:lnTo>
                  <a:pt x="377713" y="71099"/>
                </a:lnTo>
                <a:lnTo>
                  <a:pt x="377132" y="71695"/>
                </a:lnTo>
                <a:lnTo>
                  <a:pt x="376526" y="72251"/>
                </a:lnTo>
                <a:lnTo>
                  <a:pt x="375893" y="72766"/>
                </a:lnTo>
                <a:lnTo>
                  <a:pt x="375235" y="73241"/>
                </a:lnTo>
                <a:lnTo>
                  <a:pt x="374551" y="73675"/>
                </a:lnTo>
                <a:lnTo>
                  <a:pt x="373842" y="74069"/>
                </a:lnTo>
                <a:lnTo>
                  <a:pt x="373108" y="74422"/>
                </a:lnTo>
                <a:lnTo>
                  <a:pt x="372349" y="74734"/>
                </a:lnTo>
                <a:lnTo>
                  <a:pt x="371565" y="75004"/>
                </a:lnTo>
                <a:lnTo>
                  <a:pt x="370756" y="75234"/>
                </a:lnTo>
                <a:lnTo>
                  <a:pt x="369923" y="75422"/>
                </a:lnTo>
                <a:lnTo>
                  <a:pt x="369066" y="75569"/>
                </a:lnTo>
                <a:lnTo>
                  <a:pt x="368186" y="75674"/>
                </a:lnTo>
                <a:lnTo>
                  <a:pt x="367281" y="75737"/>
                </a:lnTo>
                <a:lnTo>
                  <a:pt x="366352" y="75758"/>
                </a:lnTo>
                <a:lnTo>
                  <a:pt x="365614" y="75744"/>
                </a:lnTo>
                <a:lnTo>
                  <a:pt x="364885" y="75702"/>
                </a:lnTo>
                <a:lnTo>
                  <a:pt x="364166" y="75632"/>
                </a:lnTo>
                <a:lnTo>
                  <a:pt x="363458" y="75535"/>
                </a:lnTo>
                <a:lnTo>
                  <a:pt x="362761" y="75411"/>
                </a:lnTo>
                <a:lnTo>
                  <a:pt x="362075" y="75259"/>
                </a:lnTo>
                <a:lnTo>
                  <a:pt x="361402" y="75081"/>
                </a:lnTo>
                <a:lnTo>
                  <a:pt x="360741" y="74876"/>
                </a:lnTo>
                <a:lnTo>
                  <a:pt x="360093" y="74644"/>
                </a:lnTo>
                <a:lnTo>
                  <a:pt x="359458" y="74386"/>
                </a:lnTo>
                <a:lnTo>
                  <a:pt x="358837" y="74102"/>
                </a:lnTo>
                <a:lnTo>
                  <a:pt x="358230" y="73792"/>
                </a:lnTo>
                <a:lnTo>
                  <a:pt x="357637" y="73456"/>
                </a:lnTo>
                <a:lnTo>
                  <a:pt x="357060" y="73095"/>
                </a:lnTo>
                <a:lnTo>
                  <a:pt x="356498" y="72708"/>
                </a:lnTo>
                <a:lnTo>
                  <a:pt x="355952" y="72296"/>
                </a:lnTo>
                <a:lnTo>
                  <a:pt x="355423" y="71859"/>
                </a:lnTo>
                <a:lnTo>
                  <a:pt x="354910" y="71397"/>
                </a:lnTo>
                <a:lnTo>
                  <a:pt x="354415" y="70911"/>
                </a:lnTo>
                <a:lnTo>
                  <a:pt x="353937" y="70400"/>
                </a:lnTo>
                <a:lnTo>
                  <a:pt x="353477" y="69865"/>
                </a:lnTo>
                <a:lnTo>
                  <a:pt x="353036" y="69307"/>
                </a:lnTo>
                <a:lnTo>
                  <a:pt x="352614" y="68724"/>
                </a:lnTo>
                <a:lnTo>
                  <a:pt x="352211" y="68118"/>
                </a:lnTo>
                <a:lnTo>
                  <a:pt x="351938" y="67696"/>
                </a:lnTo>
                <a:lnTo>
                  <a:pt x="351680" y="67273"/>
                </a:lnTo>
                <a:lnTo>
                  <a:pt x="351436" y="66849"/>
                </a:lnTo>
                <a:lnTo>
                  <a:pt x="351206" y="66421"/>
                </a:lnTo>
                <a:lnTo>
                  <a:pt x="350991" y="65988"/>
                </a:lnTo>
                <a:lnTo>
                  <a:pt x="350788" y="65551"/>
                </a:lnTo>
                <a:lnTo>
                  <a:pt x="350599" y="65107"/>
                </a:lnTo>
                <a:lnTo>
                  <a:pt x="350423" y="64655"/>
                </a:lnTo>
                <a:lnTo>
                  <a:pt x="350259" y="64195"/>
                </a:lnTo>
                <a:lnTo>
                  <a:pt x="350108" y="63725"/>
                </a:lnTo>
                <a:lnTo>
                  <a:pt x="349968" y="63244"/>
                </a:lnTo>
                <a:lnTo>
                  <a:pt x="349839" y="62752"/>
                </a:lnTo>
                <a:lnTo>
                  <a:pt x="349722" y="62247"/>
                </a:lnTo>
                <a:lnTo>
                  <a:pt x="349616" y="61727"/>
                </a:lnTo>
                <a:lnTo>
                  <a:pt x="349520" y="61193"/>
                </a:lnTo>
                <a:lnTo>
                  <a:pt x="349434" y="60643"/>
                </a:lnTo>
                <a:lnTo>
                  <a:pt x="349357" y="60075"/>
                </a:lnTo>
                <a:lnTo>
                  <a:pt x="349291" y="59490"/>
                </a:lnTo>
                <a:lnTo>
                  <a:pt x="349233" y="58885"/>
                </a:lnTo>
                <a:lnTo>
                  <a:pt x="349184" y="58259"/>
                </a:lnTo>
                <a:lnTo>
                  <a:pt x="349143" y="57613"/>
                </a:lnTo>
                <a:lnTo>
                  <a:pt x="349111" y="56943"/>
                </a:lnTo>
                <a:lnTo>
                  <a:pt x="349086" y="56250"/>
                </a:lnTo>
                <a:lnTo>
                  <a:pt x="349068" y="55533"/>
                </a:lnTo>
                <a:lnTo>
                  <a:pt x="392393" y="55533"/>
                </a:lnTo>
                <a:lnTo>
                  <a:pt x="392390" y="54429"/>
                </a:lnTo>
                <a:lnTo>
                  <a:pt x="392379" y="53361"/>
                </a:lnTo>
                <a:lnTo>
                  <a:pt x="392361" y="52328"/>
                </a:lnTo>
                <a:close/>
                <a:moveTo>
                  <a:pt x="349855" y="43995"/>
                </a:moveTo>
                <a:lnTo>
                  <a:pt x="350157" y="42779"/>
                </a:lnTo>
                <a:lnTo>
                  <a:pt x="350516" y="41610"/>
                </a:lnTo>
                <a:lnTo>
                  <a:pt x="350928" y="40487"/>
                </a:lnTo>
                <a:lnTo>
                  <a:pt x="351394" y="39412"/>
                </a:lnTo>
                <a:lnTo>
                  <a:pt x="351911" y="38387"/>
                </a:lnTo>
                <a:lnTo>
                  <a:pt x="352478" y="37413"/>
                </a:lnTo>
                <a:lnTo>
                  <a:pt x="353095" y="36492"/>
                </a:lnTo>
                <a:lnTo>
                  <a:pt x="353759" y="35625"/>
                </a:lnTo>
                <a:lnTo>
                  <a:pt x="354469" y="34813"/>
                </a:lnTo>
                <a:lnTo>
                  <a:pt x="355224" y="34058"/>
                </a:lnTo>
                <a:lnTo>
                  <a:pt x="356023" y="33362"/>
                </a:lnTo>
                <a:lnTo>
                  <a:pt x="356865" y="32725"/>
                </a:lnTo>
                <a:lnTo>
                  <a:pt x="357747" y="32149"/>
                </a:lnTo>
                <a:lnTo>
                  <a:pt x="358670" y="31635"/>
                </a:lnTo>
                <a:lnTo>
                  <a:pt x="359630" y="31185"/>
                </a:lnTo>
                <a:lnTo>
                  <a:pt x="360628" y="30801"/>
                </a:lnTo>
                <a:lnTo>
                  <a:pt x="361662" y="30483"/>
                </a:lnTo>
                <a:lnTo>
                  <a:pt x="362730" y="30234"/>
                </a:lnTo>
                <a:lnTo>
                  <a:pt x="363831" y="30054"/>
                </a:lnTo>
                <a:lnTo>
                  <a:pt x="364964" y="29945"/>
                </a:lnTo>
                <a:lnTo>
                  <a:pt x="366128" y="29908"/>
                </a:lnTo>
                <a:lnTo>
                  <a:pt x="367305" y="29946"/>
                </a:lnTo>
                <a:lnTo>
                  <a:pt x="368450" y="30060"/>
                </a:lnTo>
                <a:lnTo>
                  <a:pt x="369562" y="30248"/>
                </a:lnTo>
                <a:lnTo>
                  <a:pt x="370638" y="30507"/>
                </a:lnTo>
                <a:lnTo>
                  <a:pt x="371678" y="30836"/>
                </a:lnTo>
                <a:lnTo>
                  <a:pt x="372679" y="31233"/>
                </a:lnTo>
                <a:lnTo>
                  <a:pt x="373640" y="31696"/>
                </a:lnTo>
                <a:lnTo>
                  <a:pt x="374559" y="32224"/>
                </a:lnTo>
                <a:lnTo>
                  <a:pt x="375435" y="32814"/>
                </a:lnTo>
                <a:lnTo>
                  <a:pt x="376266" y="33464"/>
                </a:lnTo>
                <a:lnTo>
                  <a:pt x="377051" y="34174"/>
                </a:lnTo>
                <a:lnTo>
                  <a:pt x="377787" y="34940"/>
                </a:lnTo>
                <a:lnTo>
                  <a:pt x="378474" y="35761"/>
                </a:lnTo>
                <a:lnTo>
                  <a:pt x="379110" y="36636"/>
                </a:lnTo>
                <a:lnTo>
                  <a:pt x="379692" y="37562"/>
                </a:lnTo>
                <a:lnTo>
                  <a:pt x="380220" y="38537"/>
                </a:lnTo>
                <a:lnTo>
                  <a:pt x="380693" y="39560"/>
                </a:lnTo>
                <a:lnTo>
                  <a:pt x="381107" y="40629"/>
                </a:lnTo>
                <a:lnTo>
                  <a:pt x="381462" y="41742"/>
                </a:lnTo>
                <a:lnTo>
                  <a:pt x="381756" y="42897"/>
                </a:lnTo>
                <a:lnTo>
                  <a:pt x="381987" y="44092"/>
                </a:lnTo>
                <a:lnTo>
                  <a:pt x="382155" y="45325"/>
                </a:lnTo>
                <a:lnTo>
                  <a:pt x="382256" y="46595"/>
                </a:lnTo>
                <a:lnTo>
                  <a:pt x="382290" y="47900"/>
                </a:lnTo>
                <a:lnTo>
                  <a:pt x="349293" y="47900"/>
                </a:lnTo>
                <a:lnTo>
                  <a:pt x="349421" y="46556"/>
                </a:lnTo>
                <a:lnTo>
                  <a:pt x="349609" y="45254"/>
                </a:lnTo>
                <a:lnTo>
                  <a:pt x="349855" y="43995"/>
                </a:lnTo>
                <a:close/>
                <a:moveTo>
                  <a:pt x="222427" y="57757"/>
                </a:moveTo>
                <a:lnTo>
                  <a:pt x="222330" y="59198"/>
                </a:lnTo>
                <a:lnTo>
                  <a:pt x="222171" y="60591"/>
                </a:lnTo>
                <a:lnTo>
                  <a:pt x="221949" y="61937"/>
                </a:lnTo>
                <a:lnTo>
                  <a:pt x="221667" y="63232"/>
                </a:lnTo>
                <a:lnTo>
                  <a:pt x="221325" y="64475"/>
                </a:lnTo>
                <a:lnTo>
                  <a:pt x="220925" y="65666"/>
                </a:lnTo>
                <a:lnTo>
                  <a:pt x="220468" y="66801"/>
                </a:lnTo>
                <a:lnTo>
                  <a:pt x="219956" y="67880"/>
                </a:lnTo>
                <a:lnTo>
                  <a:pt x="219389" y="68901"/>
                </a:lnTo>
                <a:lnTo>
                  <a:pt x="218769" y="69863"/>
                </a:lnTo>
                <a:lnTo>
                  <a:pt x="218096" y="70763"/>
                </a:lnTo>
                <a:lnTo>
                  <a:pt x="217373" y="71600"/>
                </a:lnTo>
                <a:lnTo>
                  <a:pt x="216600" y="72373"/>
                </a:lnTo>
                <a:lnTo>
                  <a:pt x="215779" y="73080"/>
                </a:lnTo>
                <a:lnTo>
                  <a:pt x="214911" y="73719"/>
                </a:lnTo>
                <a:lnTo>
                  <a:pt x="213996" y="74289"/>
                </a:lnTo>
                <a:lnTo>
                  <a:pt x="213037" y="74788"/>
                </a:lnTo>
                <a:lnTo>
                  <a:pt x="212034" y="75215"/>
                </a:lnTo>
                <a:lnTo>
                  <a:pt x="210989" y="75567"/>
                </a:lnTo>
                <a:lnTo>
                  <a:pt x="209903" y="75845"/>
                </a:lnTo>
                <a:lnTo>
                  <a:pt x="208777" y="76045"/>
                </a:lnTo>
                <a:lnTo>
                  <a:pt x="207613" y="76166"/>
                </a:lnTo>
                <a:lnTo>
                  <a:pt x="206410" y="76206"/>
                </a:lnTo>
                <a:lnTo>
                  <a:pt x="205498" y="76183"/>
                </a:lnTo>
                <a:lnTo>
                  <a:pt x="204615" y="76114"/>
                </a:lnTo>
                <a:lnTo>
                  <a:pt x="203762" y="75999"/>
                </a:lnTo>
                <a:lnTo>
                  <a:pt x="202940" y="75840"/>
                </a:lnTo>
                <a:lnTo>
                  <a:pt x="202149" y="75638"/>
                </a:lnTo>
                <a:lnTo>
                  <a:pt x="201391" y="75393"/>
                </a:lnTo>
                <a:lnTo>
                  <a:pt x="200666" y="75106"/>
                </a:lnTo>
                <a:lnTo>
                  <a:pt x="199975" y="74778"/>
                </a:lnTo>
                <a:lnTo>
                  <a:pt x="199319" y="74410"/>
                </a:lnTo>
                <a:lnTo>
                  <a:pt x="198699" y="74002"/>
                </a:lnTo>
                <a:lnTo>
                  <a:pt x="198116" y="73556"/>
                </a:lnTo>
                <a:lnTo>
                  <a:pt x="197571" y="73072"/>
                </a:lnTo>
                <a:lnTo>
                  <a:pt x="197064" y="72551"/>
                </a:lnTo>
                <a:lnTo>
                  <a:pt x="196597" y="71994"/>
                </a:lnTo>
                <a:lnTo>
                  <a:pt x="196170" y="71402"/>
                </a:lnTo>
                <a:lnTo>
                  <a:pt x="195785" y="70776"/>
                </a:lnTo>
                <a:lnTo>
                  <a:pt x="195441" y="70115"/>
                </a:lnTo>
                <a:lnTo>
                  <a:pt x="195140" y="69423"/>
                </a:lnTo>
                <a:lnTo>
                  <a:pt x="194884" y="68698"/>
                </a:lnTo>
                <a:lnTo>
                  <a:pt x="194672" y="67942"/>
                </a:lnTo>
                <a:lnTo>
                  <a:pt x="194505" y="67156"/>
                </a:lnTo>
                <a:lnTo>
                  <a:pt x="194385" y="66340"/>
                </a:lnTo>
                <a:lnTo>
                  <a:pt x="194313" y="65496"/>
                </a:lnTo>
                <a:lnTo>
                  <a:pt x="194288" y="64624"/>
                </a:lnTo>
                <a:lnTo>
                  <a:pt x="194288" y="22908"/>
                </a:lnTo>
                <a:lnTo>
                  <a:pt x="184971" y="22908"/>
                </a:lnTo>
                <a:lnTo>
                  <a:pt x="184971" y="68335"/>
                </a:lnTo>
                <a:lnTo>
                  <a:pt x="185009" y="69539"/>
                </a:lnTo>
                <a:lnTo>
                  <a:pt x="185122" y="70705"/>
                </a:lnTo>
                <a:lnTo>
                  <a:pt x="185307" y="71833"/>
                </a:lnTo>
                <a:lnTo>
                  <a:pt x="185565" y="72921"/>
                </a:lnTo>
                <a:lnTo>
                  <a:pt x="185893" y="73967"/>
                </a:lnTo>
                <a:lnTo>
                  <a:pt x="186290" y="74971"/>
                </a:lnTo>
                <a:lnTo>
                  <a:pt x="186755" y="75931"/>
                </a:lnTo>
                <a:lnTo>
                  <a:pt x="187287" y="76846"/>
                </a:lnTo>
                <a:lnTo>
                  <a:pt x="187884" y="77716"/>
                </a:lnTo>
                <a:lnTo>
                  <a:pt x="188544" y="78537"/>
                </a:lnTo>
                <a:lnTo>
                  <a:pt x="189267" y="79311"/>
                </a:lnTo>
                <a:lnTo>
                  <a:pt x="190050" y="80035"/>
                </a:lnTo>
                <a:lnTo>
                  <a:pt x="190894" y="80707"/>
                </a:lnTo>
                <a:lnTo>
                  <a:pt x="191795" y="81328"/>
                </a:lnTo>
                <a:lnTo>
                  <a:pt x="192754" y="81895"/>
                </a:lnTo>
                <a:lnTo>
                  <a:pt x="193768" y="82408"/>
                </a:lnTo>
                <a:lnTo>
                  <a:pt x="194836" y="82865"/>
                </a:lnTo>
                <a:lnTo>
                  <a:pt x="195957" y="83265"/>
                </a:lnTo>
                <a:lnTo>
                  <a:pt x="197130" y="83607"/>
                </a:lnTo>
                <a:lnTo>
                  <a:pt x="198352" y="83889"/>
                </a:lnTo>
                <a:lnTo>
                  <a:pt x="199624" y="84111"/>
                </a:lnTo>
                <a:lnTo>
                  <a:pt x="200942" y="84270"/>
                </a:lnTo>
                <a:lnTo>
                  <a:pt x="202307" y="84367"/>
                </a:lnTo>
                <a:lnTo>
                  <a:pt x="203716" y="84400"/>
                </a:lnTo>
                <a:lnTo>
                  <a:pt x="204780" y="84378"/>
                </a:lnTo>
                <a:lnTo>
                  <a:pt x="205813" y="84325"/>
                </a:lnTo>
                <a:lnTo>
                  <a:pt x="206816" y="84239"/>
                </a:lnTo>
                <a:lnTo>
                  <a:pt x="207790" y="84119"/>
                </a:lnTo>
                <a:lnTo>
                  <a:pt x="208737" y="83966"/>
                </a:lnTo>
                <a:lnTo>
                  <a:pt x="209658" y="83777"/>
                </a:lnTo>
                <a:lnTo>
                  <a:pt x="210554" y="83553"/>
                </a:lnTo>
                <a:lnTo>
                  <a:pt x="211427" y="83293"/>
                </a:lnTo>
                <a:lnTo>
                  <a:pt x="212279" y="82996"/>
                </a:lnTo>
                <a:lnTo>
                  <a:pt x="213110" y="82661"/>
                </a:lnTo>
                <a:lnTo>
                  <a:pt x="213921" y="82287"/>
                </a:lnTo>
                <a:lnTo>
                  <a:pt x="214715" y="81874"/>
                </a:lnTo>
                <a:lnTo>
                  <a:pt x="215493" y="81421"/>
                </a:lnTo>
                <a:lnTo>
                  <a:pt x="216256" y="80927"/>
                </a:lnTo>
                <a:lnTo>
                  <a:pt x="217005" y="80391"/>
                </a:lnTo>
                <a:lnTo>
                  <a:pt x="217742" y="79813"/>
                </a:lnTo>
                <a:lnTo>
                  <a:pt x="218468" y="79192"/>
                </a:lnTo>
                <a:lnTo>
                  <a:pt x="219184" y="78528"/>
                </a:lnTo>
                <a:lnTo>
                  <a:pt x="219892" y="77818"/>
                </a:lnTo>
                <a:lnTo>
                  <a:pt x="220594" y="77063"/>
                </a:lnTo>
                <a:lnTo>
                  <a:pt x="221290" y="76262"/>
                </a:lnTo>
                <a:lnTo>
                  <a:pt x="221982" y="75415"/>
                </a:lnTo>
                <a:lnTo>
                  <a:pt x="222671" y="74519"/>
                </a:lnTo>
                <a:lnTo>
                  <a:pt x="223359" y="73576"/>
                </a:lnTo>
                <a:lnTo>
                  <a:pt x="223359" y="81769"/>
                </a:lnTo>
                <a:lnTo>
                  <a:pt x="231777" y="81769"/>
                </a:lnTo>
                <a:lnTo>
                  <a:pt x="231777" y="22908"/>
                </a:lnTo>
                <a:lnTo>
                  <a:pt x="222460" y="22908"/>
                </a:lnTo>
                <a:lnTo>
                  <a:pt x="222460" y="56271"/>
                </a:lnTo>
                <a:lnTo>
                  <a:pt x="222427" y="577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-GAS">
            <a:extLst xmlns:a="http://schemas.openxmlformats.org/drawingml/2006/main">
              <a:ext uri="{FF2B5EF4-FFF2-40B4-BE49-F238E27FC236}">
                <a16:creationId xmlns:a16="http://schemas.microsoft.com/office/drawing/2014/main" id="{30A0417A-8091-43C8-BC3B-7EEA0DCD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695" y="3070646"/>
            <a:ext cx="266571" cy="85825"/>
          </a:xfrm>
          <a:custGeom xmlns:a="http://schemas.openxmlformats.org/drawingml/2006/main">
            <a:pathLst>
              <a:path w="266571" h="85825">
                <a:moveTo>
                  <a:pt x="26714" y="48150"/>
                </a:moveTo>
                <a:lnTo>
                  <a:pt x="0" y="48150"/>
                </a:lnTo>
                <a:lnTo>
                  <a:pt x="0" y="56230"/>
                </a:lnTo>
                <a:lnTo>
                  <a:pt x="26714" y="56230"/>
                </a:lnTo>
                <a:lnTo>
                  <a:pt x="26714" y="48150"/>
                </a:lnTo>
                <a:close/>
                <a:moveTo>
                  <a:pt x="119313" y="40008"/>
                </a:moveTo>
                <a:lnTo>
                  <a:pt x="85192" y="40008"/>
                </a:lnTo>
                <a:lnTo>
                  <a:pt x="85192" y="49211"/>
                </a:lnTo>
                <a:lnTo>
                  <a:pt x="110109" y="49211"/>
                </a:lnTo>
                <a:lnTo>
                  <a:pt x="110109" y="51458"/>
                </a:lnTo>
                <a:cubicBezTo>
                  <a:pt x="110109" y="66062"/>
                  <a:pt x="99333" y="76623"/>
                  <a:pt x="84406" y="76623"/>
                </a:cubicBezTo>
                <a:cubicBezTo>
                  <a:pt x="76099" y="76623"/>
                  <a:pt x="68579" y="73589"/>
                  <a:pt x="63753" y="68309"/>
                </a:cubicBezTo>
                <a:cubicBezTo>
                  <a:pt x="58365" y="62467"/>
                  <a:pt x="55111" y="52695"/>
                  <a:pt x="55111" y="42590"/>
                </a:cubicBezTo>
                <a:cubicBezTo>
                  <a:pt x="55111" y="22470"/>
                  <a:pt x="66560" y="9204"/>
                  <a:pt x="83844" y="9204"/>
                </a:cubicBezTo>
                <a:cubicBezTo>
                  <a:pt x="96304" y="9204"/>
                  <a:pt x="105283" y="15613"/>
                  <a:pt x="107527" y="26180"/>
                </a:cubicBezTo>
                <a:lnTo>
                  <a:pt x="118190" y="26180"/>
                </a:lnTo>
                <a:cubicBezTo>
                  <a:pt x="115271" y="9541"/>
                  <a:pt x="102700" y="0"/>
                  <a:pt x="83957" y="0"/>
                </a:cubicBezTo>
                <a:cubicBezTo>
                  <a:pt x="73967" y="0"/>
                  <a:pt x="65885" y="2583"/>
                  <a:pt x="59488" y="7858"/>
                </a:cubicBezTo>
                <a:cubicBezTo>
                  <a:pt x="49947" y="15726"/>
                  <a:pt x="44672" y="28428"/>
                  <a:pt x="44672" y="43152"/>
                </a:cubicBezTo>
                <a:cubicBezTo>
                  <a:pt x="44672" y="68309"/>
                  <a:pt x="60050" y="85825"/>
                  <a:pt x="82160" y="85825"/>
                </a:cubicBezTo>
                <a:cubicBezTo>
                  <a:pt x="93272" y="85825"/>
                  <a:pt x="102027" y="81673"/>
                  <a:pt x="110109" y="72802"/>
                </a:cubicBezTo>
                <a:lnTo>
                  <a:pt x="112690" y="83692"/>
                </a:lnTo>
                <a:lnTo>
                  <a:pt x="119313" y="83692"/>
                </a:lnTo>
                <a:lnTo>
                  <a:pt x="119313" y="40008"/>
                </a:lnTo>
                <a:close/>
                <a:moveTo>
                  <a:pt x="182729" y="58628"/>
                </a:moveTo>
                <a:lnTo>
                  <a:pt x="191147" y="83194"/>
                </a:lnTo>
                <a:lnTo>
                  <a:pt x="202820" y="83194"/>
                </a:lnTo>
                <a:lnTo>
                  <a:pt x="174085" y="1425"/>
                </a:lnTo>
                <a:lnTo>
                  <a:pt x="160617" y="1425"/>
                </a:lnTo>
                <a:lnTo>
                  <a:pt x="131435" y="83194"/>
                </a:lnTo>
                <a:lnTo>
                  <a:pt x="142547" y="83194"/>
                </a:lnTo>
                <a:lnTo>
                  <a:pt x="151189" y="58628"/>
                </a:lnTo>
                <a:lnTo>
                  <a:pt x="182729" y="58628"/>
                </a:lnTo>
                <a:moveTo>
                  <a:pt x="179810" y="49873"/>
                </a:moveTo>
                <a:lnTo>
                  <a:pt x="153770" y="49873"/>
                </a:lnTo>
                <a:lnTo>
                  <a:pt x="167240" y="12643"/>
                </a:lnTo>
                <a:lnTo>
                  <a:pt x="179810" y="49873"/>
                </a:lnTo>
                <a:close/>
                <a:moveTo>
                  <a:pt x="263766" y="25385"/>
                </a:moveTo>
                <a:cubicBezTo>
                  <a:pt x="263766" y="19767"/>
                  <a:pt x="263429" y="18194"/>
                  <a:pt x="261634" y="14374"/>
                </a:cubicBezTo>
                <a:cubicBezTo>
                  <a:pt x="257143" y="4939"/>
                  <a:pt x="247604" y="0"/>
                  <a:pt x="233798" y="0"/>
                </a:cubicBezTo>
                <a:cubicBezTo>
                  <a:pt x="215839" y="0"/>
                  <a:pt x="204727" y="9206"/>
                  <a:pt x="204727" y="24037"/>
                </a:cubicBezTo>
                <a:cubicBezTo>
                  <a:pt x="204727" y="34037"/>
                  <a:pt x="210002" y="40330"/>
                  <a:pt x="220778" y="43138"/>
                </a:cubicBezTo>
                <a:lnTo>
                  <a:pt x="241094" y="48532"/>
                </a:lnTo>
                <a:cubicBezTo>
                  <a:pt x="251532" y="51227"/>
                  <a:pt x="256134" y="55386"/>
                  <a:pt x="256134" y="61789"/>
                </a:cubicBezTo>
                <a:cubicBezTo>
                  <a:pt x="256134" y="66172"/>
                  <a:pt x="253776" y="70666"/>
                  <a:pt x="250298" y="73139"/>
                </a:cubicBezTo>
                <a:cubicBezTo>
                  <a:pt x="247042" y="75497"/>
                  <a:pt x="241878" y="76623"/>
                  <a:pt x="235257" y="76623"/>
                </a:cubicBezTo>
                <a:cubicBezTo>
                  <a:pt x="226278" y="76623"/>
                  <a:pt x="220330" y="74487"/>
                  <a:pt x="216401" y="69769"/>
                </a:cubicBezTo>
                <a:cubicBezTo>
                  <a:pt x="213369" y="66172"/>
                  <a:pt x="212023" y="62240"/>
                  <a:pt x="212135" y="57184"/>
                </a:cubicBezTo>
                <a:lnTo>
                  <a:pt x="202258" y="57184"/>
                </a:lnTo>
                <a:cubicBezTo>
                  <a:pt x="202371" y="64711"/>
                  <a:pt x="203830" y="69655"/>
                  <a:pt x="207084" y="74149"/>
                </a:cubicBezTo>
                <a:cubicBezTo>
                  <a:pt x="212696" y="81898"/>
                  <a:pt x="222124" y="85825"/>
                  <a:pt x="234584" y="85825"/>
                </a:cubicBezTo>
                <a:cubicBezTo>
                  <a:pt x="244348" y="85825"/>
                  <a:pt x="252317" y="83581"/>
                  <a:pt x="257594" y="79539"/>
                </a:cubicBezTo>
                <a:cubicBezTo>
                  <a:pt x="263093" y="75162"/>
                  <a:pt x="266571" y="67857"/>
                  <a:pt x="266571" y="60779"/>
                </a:cubicBezTo>
                <a:cubicBezTo>
                  <a:pt x="266571" y="50666"/>
                  <a:pt x="260286" y="43250"/>
                  <a:pt x="249174" y="40217"/>
                </a:cubicBezTo>
                <a:lnTo>
                  <a:pt x="228634" y="34710"/>
                </a:lnTo>
                <a:cubicBezTo>
                  <a:pt x="218757" y="32015"/>
                  <a:pt x="215166" y="28869"/>
                  <a:pt x="215166" y="22576"/>
                </a:cubicBezTo>
                <a:cubicBezTo>
                  <a:pt x="215166" y="14261"/>
                  <a:pt x="222462" y="8755"/>
                  <a:pt x="233461" y="8755"/>
                </a:cubicBezTo>
                <a:cubicBezTo>
                  <a:pt x="246480" y="8755"/>
                  <a:pt x="253776" y="14599"/>
                  <a:pt x="253889" y="25385"/>
                </a:cubicBezTo>
                <a:lnTo>
                  <a:pt x="263766" y="253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Csmith-GCC">
            <a:extLst xmlns:a="http://schemas.openxmlformats.org/drawingml/2006/main">
              <a:ext uri="{FF2B5EF4-FFF2-40B4-BE49-F238E27FC236}">
                <a16:creationId xmlns:a16="http://schemas.microsoft.com/office/drawing/2014/main" id="{FDCD7884-5542-4A1E-A18C-A2710E4B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405" y="3205335"/>
            <a:ext cx="631802" cy="85825"/>
          </a:xfrm>
          <a:custGeom xmlns:a="http://schemas.openxmlformats.org/drawingml/2006/main">
            <a:pathLst>
              <a:path w="631802" h="85825">
                <a:moveTo>
                  <a:pt x="68916" y="26733"/>
                </a:moveTo>
                <a:cubicBezTo>
                  <a:pt x="65662" y="8755"/>
                  <a:pt x="55336" y="0"/>
                  <a:pt x="37377" y="0"/>
                </a:cubicBezTo>
                <a:cubicBezTo>
                  <a:pt x="26377" y="0"/>
                  <a:pt x="17510" y="3480"/>
                  <a:pt x="11449" y="10216"/>
                </a:cubicBezTo>
                <a:cubicBezTo>
                  <a:pt x="4042" y="18307"/>
                  <a:pt x="0" y="29992"/>
                  <a:pt x="0" y="43250"/>
                </a:cubicBezTo>
                <a:cubicBezTo>
                  <a:pt x="0" y="56733"/>
                  <a:pt x="4153" y="68308"/>
                  <a:pt x="11787" y="76285"/>
                </a:cubicBezTo>
                <a:cubicBezTo>
                  <a:pt x="18183" y="82795"/>
                  <a:pt x="26265" y="85825"/>
                  <a:pt x="36928" y="85825"/>
                </a:cubicBezTo>
                <a:cubicBezTo>
                  <a:pt x="56906" y="85825"/>
                  <a:pt x="68131" y="75049"/>
                  <a:pt x="70599" y="53363"/>
                </a:cubicBezTo>
                <a:lnTo>
                  <a:pt x="59825" y="53363"/>
                </a:lnTo>
                <a:cubicBezTo>
                  <a:pt x="58927" y="58980"/>
                  <a:pt x="57804" y="62801"/>
                  <a:pt x="56120" y="66061"/>
                </a:cubicBezTo>
                <a:cubicBezTo>
                  <a:pt x="52753" y="72802"/>
                  <a:pt x="45795" y="76623"/>
                  <a:pt x="37040" y="76623"/>
                </a:cubicBezTo>
                <a:cubicBezTo>
                  <a:pt x="20764" y="76623"/>
                  <a:pt x="10439" y="63588"/>
                  <a:pt x="10439" y="43138"/>
                </a:cubicBezTo>
                <a:cubicBezTo>
                  <a:pt x="10439" y="22126"/>
                  <a:pt x="20204" y="9204"/>
                  <a:pt x="36142" y="9204"/>
                </a:cubicBezTo>
                <a:cubicBezTo>
                  <a:pt x="42765" y="9204"/>
                  <a:pt x="48937" y="11115"/>
                  <a:pt x="52305" y="14374"/>
                </a:cubicBezTo>
                <a:cubicBezTo>
                  <a:pt x="55336" y="17183"/>
                  <a:pt x="57019" y="20554"/>
                  <a:pt x="58253" y="26733"/>
                </a:cubicBezTo>
                <a:lnTo>
                  <a:pt x="68916" y="26733"/>
                </a:lnTo>
                <a:close/>
                <a:moveTo>
                  <a:pt x="133566" y="40773"/>
                </a:moveTo>
                <a:cubicBezTo>
                  <a:pt x="133455" y="29201"/>
                  <a:pt x="125822" y="22689"/>
                  <a:pt x="112240" y="22689"/>
                </a:cubicBezTo>
                <a:cubicBezTo>
                  <a:pt x="98547" y="22689"/>
                  <a:pt x="89681" y="29761"/>
                  <a:pt x="89681" y="40660"/>
                </a:cubicBezTo>
                <a:cubicBezTo>
                  <a:pt x="89681" y="49874"/>
                  <a:pt x="94394" y="54259"/>
                  <a:pt x="108313" y="57629"/>
                </a:cubicBezTo>
                <a:lnTo>
                  <a:pt x="117068" y="59765"/>
                </a:lnTo>
                <a:cubicBezTo>
                  <a:pt x="123578" y="61337"/>
                  <a:pt x="126159" y="63697"/>
                  <a:pt x="126159" y="67855"/>
                </a:cubicBezTo>
                <a:cubicBezTo>
                  <a:pt x="126159" y="73475"/>
                  <a:pt x="120660" y="77183"/>
                  <a:pt x="112466" y="77183"/>
                </a:cubicBezTo>
                <a:cubicBezTo>
                  <a:pt x="107414" y="77183"/>
                  <a:pt x="103149" y="75722"/>
                  <a:pt x="100793" y="73250"/>
                </a:cubicBezTo>
                <a:cubicBezTo>
                  <a:pt x="99334" y="71563"/>
                  <a:pt x="98661" y="69878"/>
                  <a:pt x="98099" y="65720"/>
                </a:cubicBezTo>
                <a:lnTo>
                  <a:pt x="88222" y="65720"/>
                </a:lnTo>
                <a:cubicBezTo>
                  <a:pt x="88671" y="79315"/>
                  <a:pt x="96302" y="85825"/>
                  <a:pt x="111680" y="85825"/>
                </a:cubicBezTo>
                <a:cubicBezTo>
                  <a:pt x="126496" y="85825"/>
                  <a:pt x="135924" y="78530"/>
                  <a:pt x="135924" y="67181"/>
                </a:cubicBezTo>
                <a:cubicBezTo>
                  <a:pt x="135924" y="58415"/>
                  <a:pt x="130985" y="53584"/>
                  <a:pt x="119312" y="50773"/>
                </a:cubicBezTo>
                <a:lnTo>
                  <a:pt x="110332" y="48639"/>
                </a:lnTo>
                <a:cubicBezTo>
                  <a:pt x="102701" y="46841"/>
                  <a:pt x="99445" y="44368"/>
                  <a:pt x="99445" y="40210"/>
                </a:cubicBezTo>
                <a:cubicBezTo>
                  <a:pt x="99445" y="34704"/>
                  <a:pt x="104271" y="31333"/>
                  <a:pt x="111904" y="31333"/>
                </a:cubicBezTo>
                <a:cubicBezTo>
                  <a:pt x="119425" y="31333"/>
                  <a:pt x="123465" y="34592"/>
                  <a:pt x="123689" y="40773"/>
                </a:cubicBezTo>
                <a:lnTo>
                  <a:pt x="133566" y="40773"/>
                </a:lnTo>
                <a:close/>
                <a:moveTo>
                  <a:pt x="137158" y="24333"/>
                </a:moveTo>
                <a:lnTo>
                  <a:pt x="137158" y="83194"/>
                </a:lnTo>
                <a:lnTo>
                  <a:pt x="146586" y="83194"/>
                </a:lnTo>
                <a:lnTo>
                  <a:pt x="146586" y="46238"/>
                </a:lnTo>
                <a:cubicBezTo>
                  <a:pt x="146586" y="37732"/>
                  <a:pt x="152761" y="30884"/>
                  <a:pt x="160392" y="30884"/>
                </a:cubicBezTo>
                <a:cubicBezTo>
                  <a:pt x="167351" y="30884"/>
                  <a:pt x="171279" y="35149"/>
                  <a:pt x="171279" y="42671"/>
                </a:cubicBezTo>
                <a:lnTo>
                  <a:pt x="171279" y="83194"/>
                </a:lnTo>
                <a:lnTo>
                  <a:pt x="180708" y="83194"/>
                </a:lnTo>
                <a:lnTo>
                  <a:pt x="180708" y="46262"/>
                </a:lnTo>
                <a:cubicBezTo>
                  <a:pt x="180708" y="37732"/>
                  <a:pt x="186882" y="30884"/>
                  <a:pt x="194513" y="30884"/>
                </a:cubicBezTo>
                <a:cubicBezTo>
                  <a:pt x="201361" y="30884"/>
                  <a:pt x="205401" y="35262"/>
                  <a:pt x="205401" y="42671"/>
                </a:cubicBezTo>
                <a:lnTo>
                  <a:pt x="205401" y="83194"/>
                </a:lnTo>
                <a:lnTo>
                  <a:pt x="214829" y="83194"/>
                </a:lnTo>
                <a:lnTo>
                  <a:pt x="214829" y="39079"/>
                </a:lnTo>
                <a:cubicBezTo>
                  <a:pt x="214829" y="28526"/>
                  <a:pt x="208768" y="22689"/>
                  <a:pt x="197769" y="22689"/>
                </a:cubicBezTo>
                <a:cubicBezTo>
                  <a:pt x="189911" y="22689"/>
                  <a:pt x="185197" y="25048"/>
                  <a:pt x="179697" y="31670"/>
                </a:cubicBezTo>
                <a:cubicBezTo>
                  <a:pt x="176219" y="25383"/>
                  <a:pt x="171504" y="22689"/>
                  <a:pt x="163872" y="22689"/>
                </a:cubicBezTo>
                <a:cubicBezTo>
                  <a:pt x="156015" y="22650"/>
                  <a:pt x="150740" y="25568"/>
                  <a:pt x="145800" y="32640"/>
                </a:cubicBezTo>
                <a:lnTo>
                  <a:pt x="145800" y="24333"/>
                </a:lnTo>
                <a:lnTo>
                  <a:pt x="137158" y="24333"/>
                </a:lnTo>
                <a:close/>
                <a:moveTo>
                  <a:pt x="235930" y="24333"/>
                </a:moveTo>
                <a:lnTo>
                  <a:pt x="226613" y="24333"/>
                </a:lnTo>
                <a:lnTo>
                  <a:pt x="226613" y="83194"/>
                </a:lnTo>
                <a:lnTo>
                  <a:pt x="235930" y="83194"/>
                </a:lnTo>
                <a:lnTo>
                  <a:pt x="235930" y="24333"/>
                </a:lnTo>
                <a:moveTo>
                  <a:pt x="235930" y="1425"/>
                </a:moveTo>
                <a:lnTo>
                  <a:pt x="226502" y="1425"/>
                </a:lnTo>
                <a:lnTo>
                  <a:pt x="226502" y="13211"/>
                </a:lnTo>
                <a:lnTo>
                  <a:pt x="235930" y="13211"/>
                </a:lnTo>
                <a:lnTo>
                  <a:pt x="235930" y="1425"/>
                </a:lnTo>
                <a:close/>
                <a:moveTo>
                  <a:pt x="270052" y="24333"/>
                </a:moveTo>
                <a:lnTo>
                  <a:pt x="260400" y="24333"/>
                </a:lnTo>
                <a:lnTo>
                  <a:pt x="260400" y="8171"/>
                </a:lnTo>
                <a:lnTo>
                  <a:pt x="251083" y="8171"/>
                </a:lnTo>
                <a:lnTo>
                  <a:pt x="251083" y="24333"/>
                </a:lnTo>
                <a:lnTo>
                  <a:pt x="243114" y="24333"/>
                </a:lnTo>
                <a:lnTo>
                  <a:pt x="243114" y="31967"/>
                </a:lnTo>
                <a:lnTo>
                  <a:pt x="251083" y="31967"/>
                </a:lnTo>
                <a:lnTo>
                  <a:pt x="251083" y="76508"/>
                </a:lnTo>
                <a:cubicBezTo>
                  <a:pt x="251083" y="82571"/>
                  <a:pt x="255123" y="85825"/>
                  <a:pt x="262419" y="85825"/>
                </a:cubicBezTo>
                <a:cubicBezTo>
                  <a:pt x="264889" y="85825"/>
                  <a:pt x="266910" y="85600"/>
                  <a:pt x="270052" y="85040"/>
                </a:cubicBezTo>
                <a:lnTo>
                  <a:pt x="270052" y="77183"/>
                </a:lnTo>
                <a:cubicBezTo>
                  <a:pt x="268704" y="77520"/>
                  <a:pt x="267470" y="77631"/>
                  <a:pt x="265562" y="77631"/>
                </a:cubicBezTo>
                <a:cubicBezTo>
                  <a:pt x="261522" y="77631"/>
                  <a:pt x="260400" y="76508"/>
                  <a:pt x="260400" y="72346"/>
                </a:cubicBezTo>
                <a:lnTo>
                  <a:pt x="260400" y="31967"/>
                </a:lnTo>
                <a:lnTo>
                  <a:pt x="270052" y="31967"/>
                </a:lnTo>
                <a:lnTo>
                  <a:pt x="270052" y="24333"/>
                </a:lnTo>
                <a:close/>
                <a:moveTo>
                  <a:pt x="271847" y="1425"/>
                </a:moveTo>
                <a:lnTo>
                  <a:pt x="271847" y="83194"/>
                </a:lnTo>
                <a:lnTo>
                  <a:pt x="281164" y="83194"/>
                </a:lnTo>
                <a:lnTo>
                  <a:pt x="281164" y="50753"/>
                </a:lnTo>
                <a:cubicBezTo>
                  <a:pt x="281164" y="38742"/>
                  <a:pt x="287450" y="30884"/>
                  <a:pt x="297102" y="30884"/>
                </a:cubicBezTo>
                <a:cubicBezTo>
                  <a:pt x="300245" y="30884"/>
                  <a:pt x="303163" y="31782"/>
                  <a:pt x="305407" y="33465"/>
                </a:cubicBezTo>
                <a:cubicBezTo>
                  <a:pt x="308101" y="35486"/>
                  <a:pt x="309224" y="38293"/>
                  <a:pt x="309224" y="42446"/>
                </a:cubicBezTo>
                <a:lnTo>
                  <a:pt x="309224" y="83194"/>
                </a:lnTo>
                <a:lnTo>
                  <a:pt x="318539" y="83194"/>
                </a:lnTo>
                <a:lnTo>
                  <a:pt x="318539" y="38742"/>
                </a:lnTo>
                <a:cubicBezTo>
                  <a:pt x="318539" y="28863"/>
                  <a:pt x="311468" y="22689"/>
                  <a:pt x="300021" y="22689"/>
                </a:cubicBezTo>
                <a:cubicBezTo>
                  <a:pt x="291714" y="22689"/>
                  <a:pt x="286664" y="25272"/>
                  <a:pt x="281164" y="32455"/>
                </a:cubicBezTo>
                <a:lnTo>
                  <a:pt x="281164" y="1425"/>
                </a:lnTo>
                <a:lnTo>
                  <a:pt x="271847" y="1425"/>
                </a:lnTo>
                <a:close/>
                <a:moveTo>
                  <a:pt x="363211" y="48150"/>
                </a:moveTo>
                <a:lnTo>
                  <a:pt x="336497" y="48150"/>
                </a:lnTo>
                <a:lnTo>
                  <a:pt x="336497" y="56230"/>
                </a:lnTo>
                <a:lnTo>
                  <a:pt x="363211" y="56230"/>
                </a:lnTo>
                <a:lnTo>
                  <a:pt x="363211" y="48150"/>
                </a:lnTo>
                <a:close/>
                <a:moveTo>
                  <a:pt x="455811" y="40008"/>
                </a:moveTo>
                <a:lnTo>
                  <a:pt x="421689" y="40008"/>
                </a:lnTo>
                <a:lnTo>
                  <a:pt x="421689" y="49211"/>
                </a:lnTo>
                <a:lnTo>
                  <a:pt x="446607" y="49211"/>
                </a:lnTo>
                <a:lnTo>
                  <a:pt x="446607" y="51458"/>
                </a:lnTo>
                <a:cubicBezTo>
                  <a:pt x="446607" y="66062"/>
                  <a:pt x="435831" y="76623"/>
                  <a:pt x="420903" y="76623"/>
                </a:cubicBezTo>
                <a:cubicBezTo>
                  <a:pt x="412597" y="76623"/>
                  <a:pt x="405077" y="73589"/>
                  <a:pt x="400250" y="68309"/>
                </a:cubicBezTo>
                <a:cubicBezTo>
                  <a:pt x="394862" y="62467"/>
                  <a:pt x="391608" y="52695"/>
                  <a:pt x="391608" y="42590"/>
                </a:cubicBezTo>
                <a:cubicBezTo>
                  <a:pt x="391608" y="22470"/>
                  <a:pt x="403057" y="9204"/>
                  <a:pt x="420341" y="9204"/>
                </a:cubicBezTo>
                <a:cubicBezTo>
                  <a:pt x="432801" y="9204"/>
                  <a:pt x="441780" y="15613"/>
                  <a:pt x="444024" y="26180"/>
                </a:cubicBezTo>
                <a:lnTo>
                  <a:pt x="454687" y="26180"/>
                </a:lnTo>
                <a:cubicBezTo>
                  <a:pt x="451769" y="9541"/>
                  <a:pt x="439198" y="0"/>
                  <a:pt x="420454" y="0"/>
                </a:cubicBezTo>
                <a:cubicBezTo>
                  <a:pt x="410465" y="0"/>
                  <a:pt x="402383" y="2583"/>
                  <a:pt x="395986" y="7858"/>
                </a:cubicBezTo>
                <a:cubicBezTo>
                  <a:pt x="386445" y="15726"/>
                  <a:pt x="381170" y="28428"/>
                  <a:pt x="381170" y="43152"/>
                </a:cubicBezTo>
                <a:cubicBezTo>
                  <a:pt x="381170" y="68309"/>
                  <a:pt x="396547" y="85825"/>
                  <a:pt x="418658" y="85825"/>
                </a:cubicBezTo>
                <a:cubicBezTo>
                  <a:pt x="429770" y="85825"/>
                  <a:pt x="438525" y="81673"/>
                  <a:pt x="446607" y="72802"/>
                </a:cubicBezTo>
                <a:lnTo>
                  <a:pt x="449188" y="83692"/>
                </a:lnTo>
                <a:lnTo>
                  <a:pt x="455811" y="83692"/>
                </a:lnTo>
                <a:lnTo>
                  <a:pt x="455811" y="40008"/>
                </a:lnTo>
                <a:close/>
                <a:moveTo>
                  <a:pt x="540327" y="26733"/>
                </a:moveTo>
                <a:cubicBezTo>
                  <a:pt x="537072" y="8755"/>
                  <a:pt x="526747" y="0"/>
                  <a:pt x="508788" y="0"/>
                </a:cubicBezTo>
                <a:cubicBezTo>
                  <a:pt x="497788" y="0"/>
                  <a:pt x="488921" y="3480"/>
                  <a:pt x="482860" y="10216"/>
                </a:cubicBezTo>
                <a:cubicBezTo>
                  <a:pt x="475453" y="18307"/>
                  <a:pt x="471411" y="29992"/>
                  <a:pt x="471411" y="43250"/>
                </a:cubicBezTo>
                <a:cubicBezTo>
                  <a:pt x="471411" y="56733"/>
                  <a:pt x="475564" y="68308"/>
                  <a:pt x="483197" y="76285"/>
                </a:cubicBezTo>
                <a:cubicBezTo>
                  <a:pt x="489594" y="82795"/>
                  <a:pt x="497676" y="85825"/>
                  <a:pt x="508339" y="85825"/>
                </a:cubicBezTo>
                <a:cubicBezTo>
                  <a:pt x="528317" y="85825"/>
                  <a:pt x="539542" y="75049"/>
                  <a:pt x="542010" y="53363"/>
                </a:cubicBezTo>
                <a:lnTo>
                  <a:pt x="531236" y="53363"/>
                </a:lnTo>
                <a:cubicBezTo>
                  <a:pt x="530338" y="58980"/>
                  <a:pt x="529215" y="62801"/>
                  <a:pt x="527531" y="66061"/>
                </a:cubicBezTo>
                <a:cubicBezTo>
                  <a:pt x="524164" y="72802"/>
                  <a:pt x="517206" y="76623"/>
                  <a:pt x="508451" y="76623"/>
                </a:cubicBezTo>
                <a:cubicBezTo>
                  <a:pt x="492175" y="76623"/>
                  <a:pt x="481850" y="63588"/>
                  <a:pt x="481850" y="43138"/>
                </a:cubicBezTo>
                <a:cubicBezTo>
                  <a:pt x="481850" y="22126"/>
                  <a:pt x="491615" y="9204"/>
                  <a:pt x="507553" y="9204"/>
                </a:cubicBezTo>
                <a:cubicBezTo>
                  <a:pt x="514176" y="9204"/>
                  <a:pt x="520348" y="11115"/>
                  <a:pt x="523715" y="14374"/>
                </a:cubicBezTo>
                <a:cubicBezTo>
                  <a:pt x="526747" y="17183"/>
                  <a:pt x="528430" y="20554"/>
                  <a:pt x="529664" y="26733"/>
                </a:cubicBezTo>
                <a:lnTo>
                  <a:pt x="540327" y="26733"/>
                </a:lnTo>
                <a:close/>
                <a:moveTo>
                  <a:pt x="630119" y="26733"/>
                </a:moveTo>
                <a:cubicBezTo>
                  <a:pt x="626865" y="8755"/>
                  <a:pt x="616539" y="0"/>
                  <a:pt x="598580" y="0"/>
                </a:cubicBezTo>
                <a:cubicBezTo>
                  <a:pt x="587580" y="0"/>
                  <a:pt x="578713" y="3480"/>
                  <a:pt x="572652" y="10216"/>
                </a:cubicBezTo>
                <a:cubicBezTo>
                  <a:pt x="565245" y="18307"/>
                  <a:pt x="561203" y="29992"/>
                  <a:pt x="561203" y="43250"/>
                </a:cubicBezTo>
                <a:cubicBezTo>
                  <a:pt x="561203" y="56733"/>
                  <a:pt x="565356" y="68308"/>
                  <a:pt x="572990" y="76285"/>
                </a:cubicBezTo>
                <a:cubicBezTo>
                  <a:pt x="579387" y="82795"/>
                  <a:pt x="587469" y="85825"/>
                  <a:pt x="598132" y="85825"/>
                </a:cubicBezTo>
                <a:cubicBezTo>
                  <a:pt x="618110" y="85825"/>
                  <a:pt x="629334" y="75049"/>
                  <a:pt x="631802" y="53363"/>
                </a:cubicBezTo>
                <a:lnTo>
                  <a:pt x="621028" y="53363"/>
                </a:lnTo>
                <a:cubicBezTo>
                  <a:pt x="620131" y="58980"/>
                  <a:pt x="619007" y="62801"/>
                  <a:pt x="617324" y="66061"/>
                </a:cubicBezTo>
                <a:cubicBezTo>
                  <a:pt x="613957" y="72802"/>
                  <a:pt x="606998" y="76623"/>
                  <a:pt x="598243" y="76623"/>
                </a:cubicBezTo>
                <a:cubicBezTo>
                  <a:pt x="581968" y="76623"/>
                  <a:pt x="571642" y="63588"/>
                  <a:pt x="571642" y="43138"/>
                </a:cubicBezTo>
                <a:cubicBezTo>
                  <a:pt x="571642" y="22126"/>
                  <a:pt x="581407" y="9204"/>
                  <a:pt x="597345" y="9204"/>
                </a:cubicBezTo>
                <a:cubicBezTo>
                  <a:pt x="603968" y="9204"/>
                  <a:pt x="610141" y="11115"/>
                  <a:pt x="613508" y="14374"/>
                </a:cubicBezTo>
                <a:cubicBezTo>
                  <a:pt x="616539" y="17183"/>
                  <a:pt x="618223" y="20554"/>
                  <a:pt x="619456" y="26733"/>
                </a:cubicBezTo>
                <a:lnTo>
                  <a:pt x="630119" y="26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DifuzzR">
            <a:extLst xmlns:a="http://schemas.openxmlformats.org/drawingml/2006/main">
              <a:ext uri="{FF2B5EF4-FFF2-40B4-BE49-F238E27FC236}">
                <a16:creationId xmlns:a16="http://schemas.microsoft.com/office/drawing/2014/main" id="{C8A48BF6-39E6-4600-B896-CCEA6ED3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187" y="3071633"/>
            <a:ext cx="358049" cy="84838"/>
          </a:xfrm>
          <a:custGeom xmlns:a="http://schemas.openxmlformats.org/drawingml/2006/main">
            <a:pathLst>
              <a:path w="358049" h="84838">
                <a:moveTo>
                  <a:pt x="96639" y="12225"/>
                </a:moveTo>
                <a:lnTo>
                  <a:pt x="96639" y="438"/>
                </a:lnTo>
                <a:lnTo>
                  <a:pt x="87211" y="438"/>
                </a:lnTo>
                <a:lnTo>
                  <a:pt x="87211" y="12225"/>
                </a:lnTo>
                <a:lnTo>
                  <a:pt x="96639" y="12225"/>
                </a:lnTo>
                <a:close/>
                <a:moveTo>
                  <a:pt x="121455" y="13662"/>
                </a:moveTo>
                <a:lnTo>
                  <a:pt x="121488" y="13201"/>
                </a:lnTo>
                <a:lnTo>
                  <a:pt x="121544" y="12760"/>
                </a:lnTo>
                <a:lnTo>
                  <a:pt x="121622" y="12338"/>
                </a:lnTo>
                <a:lnTo>
                  <a:pt x="121723" y="11937"/>
                </a:lnTo>
                <a:lnTo>
                  <a:pt x="121845" y="11556"/>
                </a:lnTo>
                <a:lnTo>
                  <a:pt x="121991" y="11195"/>
                </a:lnTo>
                <a:lnTo>
                  <a:pt x="122159" y="10855"/>
                </a:lnTo>
                <a:lnTo>
                  <a:pt x="122349" y="10535"/>
                </a:lnTo>
                <a:lnTo>
                  <a:pt x="122563" y="10235"/>
                </a:lnTo>
                <a:lnTo>
                  <a:pt x="122798" y="9955"/>
                </a:lnTo>
                <a:lnTo>
                  <a:pt x="123057" y="9696"/>
                </a:lnTo>
                <a:lnTo>
                  <a:pt x="123339" y="9457"/>
                </a:lnTo>
                <a:lnTo>
                  <a:pt x="123643" y="9239"/>
                </a:lnTo>
                <a:lnTo>
                  <a:pt x="123970" y="9041"/>
                </a:lnTo>
                <a:lnTo>
                  <a:pt x="124320" y="8864"/>
                </a:lnTo>
                <a:lnTo>
                  <a:pt x="124694" y="8708"/>
                </a:lnTo>
                <a:lnTo>
                  <a:pt x="125090" y="8572"/>
                </a:lnTo>
                <a:lnTo>
                  <a:pt x="125509" y="8457"/>
                </a:lnTo>
                <a:lnTo>
                  <a:pt x="125951" y="8363"/>
                </a:lnTo>
                <a:lnTo>
                  <a:pt x="126417" y="8290"/>
                </a:lnTo>
                <a:lnTo>
                  <a:pt x="126906" y="8237"/>
                </a:lnTo>
                <a:lnTo>
                  <a:pt x="127418" y="8206"/>
                </a:lnTo>
                <a:lnTo>
                  <a:pt x="127954" y="8195"/>
                </a:lnTo>
                <a:lnTo>
                  <a:pt x="128050" y="8195"/>
                </a:lnTo>
                <a:lnTo>
                  <a:pt x="128142" y="8195"/>
                </a:lnTo>
                <a:lnTo>
                  <a:pt x="128232" y="8195"/>
                </a:lnTo>
                <a:lnTo>
                  <a:pt x="128320" y="8196"/>
                </a:lnTo>
                <a:lnTo>
                  <a:pt x="128407" y="8196"/>
                </a:lnTo>
                <a:lnTo>
                  <a:pt x="128494" y="8197"/>
                </a:lnTo>
                <a:lnTo>
                  <a:pt x="128583" y="8198"/>
                </a:lnTo>
                <a:lnTo>
                  <a:pt x="128673" y="8199"/>
                </a:lnTo>
                <a:lnTo>
                  <a:pt x="128767" y="8201"/>
                </a:lnTo>
                <a:lnTo>
                  <a:pt x="128865" y="8203"/>
                </a:lnTo>
                <a:lnTo>
                  <a:pt x="128968" y="8206"/>
                </a:lnTo>
                <a:lnTo>
                  <a:pt x="129077" y="8209"/>
                </a:lnTo>
                <a:lnTo>
                  <a:pt x="129193" y="8213"/>
                </a:lnTo>
                <a:lnTo>
                  <a:pt x="129317" y="8217"/>
                </a:lnTo>
                <a:lnTo>
                  <a:pt x="129450" y="8222"/>
                </a:lnTo>
                <a:lnTo>
                  <a:pt x="129592" y="8228"/>
                </a:lnTo>
                <a:lnTo>
                  <a:pt x="129746" y="8235"/>
                </a:lnTo>
                <a:lnTo>
                  <a:pt x="129912" y="8242"/>
                </a:lnTo>
                <a:lnTo>
                  <a:pt x="130090" y="8250"/>
                </a:lnTo>
                <a:lnTo>
                  <a:pt x="130282" y="8259"/>
                </a:lnTo>
                <a:lnTo>
                  <a:pt x="130490" y="8270"/>
                </a:lnTo>
                <a:lnTo>
                  <a:pt x="130712" y="8281"/>
                </a:lnTo>
                <a:lnTo>
                  <a:pt x="130952" y="8293"/>
                </a:lnTo>
                <a:lnTo>
                  <a:pt x="131209" y="8306"/>
                </a:lnTo>
                <a:lnTo>
                  <a:pt x="131209" y="562"/>
                </a:lnTo>
                <a:lnTo>
                  <a:pt x="130947" y="507"/>
                </a:lnTo>
                <a:lnTo>
                  <a:pt x="130694" y="456"/>
                </a:lnTo>
                <a:lnTo>
                  <a:pt x="130449" y="409"/>
                </a:lnTo>
                <a:lnTo>
                  <a:pt x="130211" y="364"/>
                </a:lnTo>
                <a:lnTo>
                  <a:pt x="129979" y="323"/>
                </a:lnTo>
                <a:lnTo>
                  <a:pt x="129754" y="285"/>
                </a:lnTo>
                <a:lnTo>
                  <a:pt x="129534" y="249"/>
                </a:lnTo>
                <a:lnTo>
                  <a:pt x="129318" y="217"/>
                </a:lnTo>
                <a:lnTo>
                  <a:pt x="129106" y="187"/>
                </a:lnTo>
                <a:lnTo>
                  <a:pt x="128898" y="160"/>
                </a:lnTo>
                <a:lnTo>
                  <a:pt x="128692" y="135"/>
                </a:lnTo>
                <a:lnTo>
                  <a:pt x="128488" y="113"/>
                </a:lnTo>
                <a:lnTo>
                  <a:pt x="128285" y="93"/>
                </a:lnTo>
                <a:lnTo>
                  <a:pt x="128082" y="75"/>
                </a:lnTo>
                <a:lnTo>
                  <a:pt x="127880" y="59"/>
                </a:lnTo>
                <a:lnTo>
                  <a:pt x="127676" y="46"/>
                </a:lnTo>
                <a:lnTo>
                  <a:pt x="127471" y="34"/>
                </a:lnTo>
                <a:lnTo>
                  <a:pt x="127264" y="25"/>
                </a:lnTo>
                <a:lnTo>
                  <a:pt x="127053" y="17"/>
                </a:lnTo>
                <a:lnTo>
                  <a:pt x="126840" y="10"/>
                </a:lnTo>
                <a:lnTo>
                  <a:pt x="126621" y="6"/>
                </a:lnTo>
                <a:lnTo>
                  <a:pt x="126398" y="2"/>
                </a:lnTo>
                <a:lnTo>
                  <a:pt x="126170" y="1"/>
                </a:lnTo>
                <a:lnTo>
                  <a:pt x="125934" y="0"/>
                </a:lnTo>
                <a:lnTo>
                  <a:pt x="124872" y="26"/>
                </a:lnTo>
                <a:lnTo>
                  <a:pt x="123847" y="102"/>
                </a:lnTo>
                <a:lnTo>
                  <a:pt x="122860" y="229"/>
                </a:lnTo>
                <a:lnTo>
                  <a:pt x="121910" y="405"/>
                </a:lnTo>
                <a:lnTo>
                  <a:pt x="121001" y="630"/>
                </a:lnTo>
                <a:lnTo>
                  <a:pt x="120131" y="903"/>
                </a:lnTo>
                <a:lnTo>
                  <a:pt x="119301" y="1224"/>
                </a:lnTo>
                <a:lnTo>
                  <a:pt x="118513" y="1592"/>
                </a:lnTo>
                <a:lnTo>
                  <a:pt x="117768" y="2007"/>
                </a:lnTo>
                <a:lnTo>
                  <a:pt x="117065" y="2467"/>
                </a:lnTo>
                <a:lnTo>
                  <a:pt x="116405" y="2972"/>
                </a:lnTo>
                <a:lnTo>
                  <a:pt x="115790" y="3522"/>
                </a:lnTo>
                <a:lnTo>
                  <a:pt x="115220" y="4115"/>
                </a:lnTo>
                <a:lnTo>
                  <a:pt x="114696" y="4752"/>
                </a:lnTo>
                <a:lnTo>
                  <a:pt x="114218" y="5432"/>
                </a:lnTo>
                <a:lnTo>
                  <a:pt x="113787" y="6153"/>
                </a:lnTo>
                <a:lnTo>
                  <a:pt x="113404" y="6915"/>
                </a:lnTo>
                <a:lnTo>
                  <a:pt x="113070" y="7719"/>
                </a:lnTo>
                <a:lnTo>
                  <a:pt x="112786" y="8562"/>
                </a:lnTo>
                <a:lnTo>
                  <a:pt x="112551" y="9445"/>
                </a:lnTo>
                <a:lnTo>
                  <a:pt x="112367" y="10366"/>
                </a:lnTo>
                <a:lnTo>
                  <a:pt x="112235" y="11326"/>
                </a:lnTo>
                <a:lnTo>
                  <a:pt x="112155" y="12323"/>
                </a:lnTo>
                <a:lnTo>
                  <a:pt x="112129" y="13357"/>
                </a:lnTo>
                <a:lnTo>
                  <a:pt x="112129" y="23347"/>
                </a:lnTo>
                <a:lnTo>
                  <a:pt x="104271" y="23347"/>
                </a:lnTo>
                <a:lnTo>
                  <a:pt x="104271" y="30980"/>
                </a:lnTo>
                <a:lnTo>
                  <a:pt x="112129" y="30980"/>
                </a:lnTo>
                <a:lnTo>
                  <a:pt x="112129" y="82208"/>
                </a:lnTo>
                <a:lnTo>
                  <a:pt x="121444" y="82208"/>
                </a:lnTo>
                <a:lnTo>
                  <a:pt x="121444" y="30980"/>
                </a:lnTo>
                <a:lnTo>
                  <a:pt x="131209" y="30980"/>
                </a:lnTo>
                <a:lnTo>
                  <a:pt x="131209" y="23347"/>
                </a:lnTo>
                <a:lnTo>
                  <a:pt x="121444" y="23347"/>
                </a:lnTo>
                <a:lnTo>
                  <a:pt x="121444" y="14143"/>
                </a:lnTo>
                <a:lnTo>
                  <a:pt x="121455" y="13662"/>
                </a:lnTo>
                <a:close/>
                <a:moveTo>
                  <a:pt x="36535" y="81888"/>
                </a:moveTo>
                <a:lnTo>
                  <a:pt x="38902" y="81493"/>
                </a:lnTo>
                <a:lnTo>
                  <a:pt x="41181" y="80943"/>
                </a:lnTo>
                <a:lnTo>
                  <a:pt x="43368" y="80241"/>
                </a:lnTo>
                <a:lnTo>
                  <a:pt x="45462" y="79391"/>
                </a:lnTo>
                <a:lnTo>
                  <a:pt x="47461" y="78393"/>
                </a:lnTo>
                <a:lnTo>
                  <a:pt x="49362" y="77251"/>
                </a:lnTo>
                <a:lnTo>
                  <a:pt x="51164" y="75966"/>
                </a:lnTo>
                <a:lnTo>
                  <a:pt x="52864" y="74542"/>
                </a:lnTo>
                <a:lnTo>
                  <a:pt x="54461" y="72981"/>
                </a:lnTo>
                <a:lnTo>
                  <a:pt x="55953" y="71284"/>
                </a:lnTo>
                <a:lnTo>
                  <a:pt x="57337" y="69455"/>
                </a:lnTo>
                <a:lnTo>
                  <a:pt x="58611" y="67496"/>
                </a:lnTo>
                <a:lnTo>
                  <a:pt x="59774" y="65409"/>
                </a:lnTo>
                <a:lnTo>
                  <a:pt x="60823" y="63196"/>
                </a:lnTo>
                <a:lnTo>
                  <a:pt x="61756" y="60861"/>
                </a:lnTo>
                <a:lnTo>
                  <a:pt x="62571" y="58405"/>
                </a:lnTo>
                <a:lnTo>
                  <a:pt x="63267" y="55830"/>
                </a:lnTo>
                <a:lnTo>
                  <a:pt x="63840" y="53140"/>
                </a:lnTo>
                <a:lnTo>
                  <a:pt x="64290" y="50336"/>
                </a:lnTo>
                <a:lnTo>
                  <a:pt x="64614" y="47421"/>
                </a:lnTo>
                <a:lnTo>
                  <a:pt x="64810" y="44398"/>
                </a:lnTo>
                <a:lnTo>
                  <a:pt x="64875" y="41268"/>
                </a:lnTo>
                <a:lnTo>
                  <a:pt x="64810" y="38152"/>
                </a:lnTo>
                <a:lnTo>
                  <a:pt x="64616" y="35140"/>
                </a:lnTo>
                <a:lnTo>
                  <a:pt x="64295" y="32237"/>
                </a:lnTo>
                <a:lnTo>
                  <a:pt x="63848" y="29443"/>
                </a:lnTo>
                <a:lnTo>
                  <a:pt x="63278" y="26762"/>
                </a:lnTo>
                <a:lnTo>
                  <a:pt x="62587" y="24196"/>
                </a:lnTo>
                <a:lnTo>
                  <a:pt x="61776" y="21747"/>
                </a:lnTo>
                <a:lnTo>
                  <a:pt x="60847" y="19418"/>
                </a:lnTo>
                <a:lnTo>
                  <a:pt x="59803" y="17211"/>
                </a:lnTo>
                <a:lnTo>
                  <a:pt x="58645" y="15129"/>
                </a:lnTo>
                <a:lnTo>
                  <a:pt x="57375" y="13174"/>
                </a:lnTo>
                <a:lnTo>
                  <a:pt x="55994" y="11349"/>
                </a:lnTo>
                <a:lnTo>
                  <a:pt x="54506" y="9655"/>
                </a:lnTo>
                <a:lnTo>
                  <a:pt x="52912" y="8096"/>
                </a:lnTo>
                <a:lnTo>
                  <a:pt x="51213" y="6674"/>
                </a:lnTo>
                <a:lnTo>
                  <a:pt x="49411" y="5392"/>
                </a:lnTo>
                <a:lnTo>
                  <a:pt x="47509" y="4251"/>
                </a:lnTo>
                <a:lnTo>
                  <a:pt x="45509" y="3254"/>
                </a:lnTo>
                <a:lnTo>
                  <a:pt x="43412" y="2404"/>
                </a:lnTo>
                <a:lnTo>
                  <a:pt x="41219" y="1703"/>
                </a:lnTo>
                <a:lnTo>
                  <a:pt x="38934" y="1153"/>
                </a:lnTo>
                <a:lnTo>
                  <a:pt x="36558" y="758"/>
                </a:lnTo>
                <a:lnTo>
                  <a:pt x="34093" y="519"/>
                </a:lnTo>
                <a:lnTo>
                  <a:pt x="31540" y="438"/>
                </a:lnTo>
                <a:lnTo>
                  <a:pt x="0" y="438"/>
                </a:lnTo>
                <a:lnTo>
                  <a:pt x="0" y="82208"/>
                </a:lnTo>
                <a:lnTo>
                  <a:pt x="31540" y="82208"/>
                </a:lnTo>
                <a:lnTo>
                  <a:pt x="34080" y="82127"/>
                </a:lnTo>
                <a:lnTo>
                  <a:pt x="36535" y="81888"/>
                </a:lnTo>
                <a:close/>
                <a:moveTo>
                  <a:pt x="31724" y="9699"/>
                </a:moveTo>
                <a:lnTo>
                  <a:pt x="33625" y="9868"/>
                </a:lnTo>
                <a:lnTo>
                  <a:pt x="35445" y="10150"/>
                </a:lnTo>
                <a:lnTo>
                  <a:pt x="37185" y="10545"/>
                </a:lnTo>
                <a:lnTo>
                  <a:pt x="38843" y="11051"/>
                </a:lnTo>
                <a:lnTo>
                  <a:pt x="40420" y="11668"/>
                </a:lnTo>
                <a:lnTo>
                  <a:pt x="41916" y="12396"/>
                </a:lnTo>
                <a:lnTo>
                  <a:pt x="43329" y="13235"/>
                </a:lnTo>
                <a:lnTo>
                  <a:pt x="44659" y="14184"/>
                </a:lnTo>
                <a:lnTo>
                  <a:pt x="45907" y="15243"/>
                </a:lnTo>
                <a:lnTo>
                  <a:pt x="47071" y="16412"/>
                </a:lnTo>
                <a:lnTo>
                  <a:pt x="48151" y="17689"/>
                </a:lnTo>
                <a:lnTo>
                  <a:pt x="49147" y="19075"/>
                </a:lnTo>
                <a:lnTo>
                  <a:pt x="50059" y="20569"/>
                </a:lnTo>
                <a:lnTo>
                  <a:pt x="50885" y="22171"/>
                </a:lnTo>
                <a:lnTo>
                  <a:pt x="51627" y="23881"/>
                </a:lnTo>
                <a:lnTo>
                  <a:pt x="52282" y="25698"/>
                </a:lnTo>
                <a:lnTo>
                  <a:pt x="52851" y="27621"/>
                </a:lnTo>
                <a:lnTo>
                  <a:pt x="53334" y="29651"/>
                </a:lnTo>
                <a:lnTo>
                  <a:pt x="53730" y="31786"/>
                </a:lnTo>
                <a:lnTo>
                  <a:pt x="54039" y="34027"/>
                </a:lnTo>
                <a:lnTo>
                  <a:pt x="54260" y="36373"/>
                </a:lnTo>
                <a:lnTo>
                  <a:pt x="54392" y="38824"/>
                </a:lnTo>
                <a:lnTo>
                  <a:pt x="54437" y="41380"/>
                </a:lnTo>
                <a:lnTo>
                  <a:pt x="54392" y="43921"/>
                </a:lnTo>
                <a:lnTo>
                  <a:pt x="54260" y="46360"/>
                </a:lnTo>
                <a:lnTo>
                  <a:pt x="54039" y="48695"/>
                </a:lnTo>
                <a:lnTo>
                  <a:pt x="53730" y="50926"/>
                </a:lnTo>
                <a:lnTo>
                  <a:pt x="53334" y="53052"/>
                </a:lnTo>
                <a:lnTo>
                  <a:pt x="52851" y="55074"/>
                </a:lnTo>
                <a:lnTo>
                  <a:pt x="52282" y="56990"/>
                </a:lnTo>
                <a:lnTo>
                  <a:pt x="51627" y="58800"/>
                </a:lnTo>
                <a:lnTo>
                  <a:pt x="50885" y="60504"/>
                </a:lnTo>
                <a:lnTo>
                  <a:pt x="50059" y="62101"/>
                </a:lnTo>
                <a:lnTo>
                  <a:pt x="49147" y="63590"/>
                </a:lnTo>
                <a:lnTo>
                  <a:pt x="48151" y="64973"/>
                </a:lnTo>
                <a:lnTo>
                  <a:pt x="47071" y="66247"/>
                </a:lnTo>
                <a:lnTo>
                  <a:pt x="45907" y="67412"/>
                </a:lnTo>
                <a:lnTo>
                  <a:pt x="44659" y="68469"/>
                </a:lnTo>
                <a:lnTo>
                  <a:pt x="43329" y="69417"/>
                </a:lnTo>
                <a:lnTo>
                  <a:pt x="41916" y="70254"/>
                </a:lnTo>
                <a:lnTo>
                  <a:pt x="40420" y="70981"/>
                </a:lnTo>
                <a:lnTo>
                  <a:pt x="38843" y="71598"/>
                </a:lnTo>
                <a:lnTo>
                  <a:pt x="37185" y="72104"/>
                </a:lnTo>
                <a:lnTo>
                  <a:pt x="35445" y="72497"/>
                </a:lnTo>
                <a:lnTo>
                  <a:pt x="33625" y="72779"/>
                </a:lnTo>
                <a:lnTo>
                  <a:pt x="31724" y="72949"/>
                </a:lnTo>
                <a:lnTo>
                  <a:pt x="29744" y="73005"/>
                </a:lnTo>
                <a:lnTo>
                  <a:pt x="10439" y="73005"/>
                </a:lnTo>
                <a:lnTo>
                  <a:pt x="10439" y="9642"/>
                </a:lnTo>
                <a:lnTo>
                  <a:pt x="29744" y="9642"/>
                </a:lnTo>
                <a:lnTo>
                  <a:pt x="31724" y="9699"/>
                </a:lnTo>
                <a:close/>
                <a:moveTo>
                  <a:pt x="331873" y="47113"/>
                </a:moveTo>
                <a:lnTo>
                  <a:pt x="332904" y="47232"/>
                </a:lnTo>
                <a:lnTo>
                  <a:pt x="333883" y="47398"/>
                </a:lnTo>
                <a:lnTo>
                  <a:pt x="334810" y="47613"/>
                </a:lnTo>
                <a:lnTo>
                  <a:pt x="335685" y="47877"/>
                </a:lnTo>
                <a:lnTo>
                  <a:pt x="336509" y="48191"/>
                </a:lnTo>
                <a:lnTo>
                  <a:pt x="337283" y="48555"/>
                </a:lnTo>
                <a:lnTo>
                  <a:pt x="338006" y="48970"/>
                </a:lnTo>
                <a:lnTo>
                  <a:pt x="338679" y="49435"/>
                </a:lnTo>
                <a:lnTo>
                  <a:pt x="339303" y="49952"/>
                </a:lnTo>
                <a:lnTo>
                  <a:pt x="339878" y="50522"/>
                </a:lnTo>
                <a:lnTo>
                  <a:pt x="340405" y="51143"/>
                </a:lnTo>
                <a:lnTo>
                  <a:pt x="340883" y="51818"/>
                </a:lnTo>
                <a:lnTo>
                  <a:pt x="341314" y="52546"/>
                </a:lnTo>
                <a:lnTo>
                  <a:pt x="341698" y="53328"/>
                </a:lnTo>
                <a:lnTo>
                  <a:pt x="342034" y="54165"/>
                </a:lnTo>
                <a:lnTo>
                  <a:pt x="342325" y="55057"/>
                </a:lnTo>
                <a:lnTo>
                  <a:pt x="342570" y="56004"/>
                </a:lnTo>
                <a:lnTo>
                  <a:pt x="342769" y="57007"/>
                </a:lnTo>
                <a:lnTo>
                  <a:pt x="342923" y="58066"/>
                </a:lnTo>
                <a:lnTo>
                  <a:pt x="343032" y="59182"/>
                </a:lnTo>
                <a:lnTo>
                  <a:pt x="343098" y="60356"/>
                </a:lnTo>
                <a:lnTo>
                  <a:pt x="343119" y="61587"/>
                </a:lnTo>
                <a:lnTo>
                  <a:pt x="343008" y="68871"/>
                </a:lnTo>
                <a:lnTo>
                  <a:pt x="343013" y="69501"/>
                </a:lnTo>
                <a:lnTo>
                  <a:pt x="343027" y="70128"/>
                </a:lnTo>
                <a:lnTo>
                  <a:pt x="343049" y="70754"/>
                </a:lnTo>
                <a:lnTo>
                  <a:pt x="343081" y="71376"/>
                </a:lnTo>
                <a:lnTo>
                  <a:pt x="343122" y="71995"/>
                </a:lnTo>
                <a:lnTo>
                  <a:pt x="343171" y="72609"/>
                </a:lnTo>
                <a:lnTo>
                  <a:pt x="343229" y="73218"/>
                </a:lnTo>
                <a:lnTo>
                  <a:pt x="343295" y="73822"/>
                </a:lnTo>
                <a:lnTo>
                  <a:pt x="343369" y="74420"/>
                </a:lnTo>
                <a:lnTo>
                  <a:pt x="343451" y="75010"/>
                </a:lnTo>
                <a:lnTo>
                  <a:pt x="343541" y="75594"/>
                </a:lnTo>
                <a:lnTo>
                  <a:pt x="343639" y="76169"/>
                </a:lnTo>
                <a:lnTo>
                  <a:pt x="343745" y="76735"/>
                </a:lnTo>
                <a:lnTo>
                  <a:pt x="343858" y="77292"/>
                </a:lnTo>
                <a:lnTo>
                  <a:pt x="343978" y="77839"/>
                </a:lnTo>
                <a:lnTo>
                  <a:pt x="344105" y="78375"/>
                </a:lnTo>
                <a:lnTo>
                  <a:pt x="344240" y="78901"/>
                </a:lnTo>
                <a:lnTo>
                  <a:pt x="344381" y="79414"/>
                </a:lnTo>
                <a:lnTo>
                  <a:pt x="344529" y="79914"/>
                </a:lnTo>
                <a:lnTo>
                  <a:pt x="344683" y="80402"/>
                </a:lnTo>
                <a:lnTo>
                  <a:pt x="344844" y="80876"/>
                </a:lnTo>
                <a:lnTo>
                  <a:pt x="345012" y="81335"/>
                </a:lnTo>
                <a:lnTo>
                  <a:pt x="345185" y="81779"/>
                </a:lnTo>
                <a:lnTo>
                  <a:pt x="345365" y="82208"/>
                </a:lnTo>
                <a:lnTo>
                  <a:pt x="358049" y="82208"/>
                </a:lnTo>
                <a:lnTo>
                  <a:pt x="358049" y="79627"/>
                </a:lnTo>
                <a:lnTo>
                  <a:pt x="357574" y="79289"/>
                </a:lnTo>
                <a:lnTo>
                  <a:pt x="357130" y="78945"/>
                </a:lnTo>
                <a:lnTo>
                  <a:pt x="356718" y="78593"/>
                </a:lnTo>
                <a:lnTo>
                  <a:pt x="356334" y="78228"/>
                </a:lnTo>
                <a:lnTo>
                  <a:pt x="355979" y="77847"/>
                </a:lnTo>
                <a:lnTo>
                  <a:pt x="355651" y="77447"/>
                </a:lnTo>
                <a:lnTo>
                  <a:pt x="355349" y="77025"/>
                </a:lnTo>
                <a:lnTo>
                  <a:pt x="355072" y="76577"/>
                </a:lnTo>
                <a:lnTo>
                  <a:pt x="354818" y="76099"/>
                </a:lnTo>
                <a:lnTo>
                  <a:pt x="354588" y="75589"/>
                </a:lnTo>
                <a:lnTo>
                  <a:pt x="354379" y="75044"/>
                </a:lnTo>
                <a:lnTo>
                  <a:pt x="354190" y="74459"/>
                </a:lnTo>
                <a:lnTo>
                  <a:pt x="354020" y="73831"/>
                </a:lnTo>
                <a:lnTo>
                  <a:pt x="353869" y="73157"/>
                </a:lnTo>
                <a:lnTo>
                  <a:pt x="353735" y="72435"/>
                </a:lnTo>
                <a:lnTo>
                  <a:pt x="353617" y="71659"/>
                </a:lnTo>
                <a:lnTo>
                  <a:pt x="353513" y="70827"/>
                </a:lnTo>
                <a:lnTo>
                  <a:pt x="353423" y="69937"/>
                </a:lnTo>
                <a:lnTo>
                  <a:pt x="353346" y="68983"/>
                </a:lnTo>
                <a:lnTo>
                  <a:pt x="353280" y="67963"/>
                </a:lnTo>
                <a:lnTo>
                  <a:pt x="353225" y="66874"/>
                </a:lnTo>
                <a:lnTo>
                  <a:pt x="353179" y="65712"/>
                </a:lnTo>
                <a:lnTo>
                  <a:pt x="353140" y="64474"/>
                </a:lnTo>
                <a:lnTo>
                  <a:pt x="353109" y="63156"/>
                </a:lnTo>
                <a:lnTo>
                  <a:pt x="353084" y="61524"/>
                </a:lnTo>
                <a:lnTo>
                  <a:pt x="353036" y="59985"/>
                </a:lnTo>
                <a:lnTo>
                  <a:pt x="352963" y="58537"/>
                </a:lnTo>
                <a:lnTo>
                  <a:pt x="352863" y="57174"/>
                </a:lnTo>
                <a:lnTo>
                  <a:pt x="352733" y="55894"/>
                </a:lnTo>
                <a:lnTo>
                  <a:pt x="352572" y="54692"/>
                </a:lnTo>
                <a:lnTo>
                  <a:pt x="352378" y="53564"/>
                </a:lnTo>
                <a:lnTo>
                  <a:pt x="352149" y="52506"/>
                </a:lnTo>
                <a:lnTo>
                  <a:pt x="351882" y="51514"/>
                </a:lnTo>
                <a:lnTo>
                  <a:pt x="351575" y="50584"/>
                </a:lnTo>
                <a:lnTo>
                  <a:pt x="351227" y="49713"/>
                </a:lnTo>
                <a:lnTo>
                  <a:pt x="350836" y="48895"/>
                </a:lnTo>
                <a:lnTo>
                  <a:pt x="350399" y="48128"/>
                </a:lnTo>
                <a:lnTo>
                  <a:pt x="349914" y="47407"/>
                </a:lnTo>
                <a:lnTo>
                  <a:pt x="349380" y="46728"/>
                </a:lnTo>
                <a:lnTo>
                  <a:pt x="348794" y="46087"/>
                </a:lnTo>
                <a:lnTo>
                  <a:pt x="348154" y="45481"/>
                </a:lnTo>
                <a:lnTo>
                  <a:pt x="347458" y="44904"/>
                </a:lnTo>
                <a:lnTo>
                  <a:pt x="346705" y="44354"/>
                </a:lnTo>
                <a:lnTo>
                  <a:pt x="345891" y="43826"/>
                </a:lnTo>
                <a:lnTo>
                  <a:pt x="345016" y="43317"/>
                </a:lnTo>
                <a:lnTo>
                  <a:pt x="344077" y="42821"/>
                </a:lnTo>
                <a:lnTo>
                  <a:pt x="343071" y="42336"/>
                </a:lnTo>
                <a:lnTo>
                  <a:pt x="341998" y="41857"/>
                </a:lnTo>
                <a:lnTo>
                  <a:pt x="343120" y="41277"/>
                </a:lnTo>
                <a:lnTo>
                  <a:pt x="344185" y="40686"/>
                </a:lnTo>
                <a:lnTo>
                  <a:pt x="345195" y="40084"/>
                </a:lnTo>
                <a:lnTo>
                  <a:pt x="346150" y="39467"/>
                </a:lnTo>
                <a:lnTo>
                  <a:pt x="347050" y="38837"/>
                </a:lnTo>
                <a:lnTo>
                  <a:pt x="347897" y="38190"/>
                </a:lnTo>
                <a:lnTo>
                  <a:pt x="348692" y="37526"/>
                </a:lnTo>
                <a:lnTo>
                  <a:pt x="349435" y="36844"/>
                </a:lnTo>
                <a:lnTo>
                  <a:pt x="350127" y="36141"/>
                </a:lnTo>
                <a:lnTo>
                  <a:pt x="350768" y="35418"/>
                </a:lnTo>
                <a:lnTo>
                  <a:pt x="351360" y="34672"/>
                </a:lnTo>
                <a:lnTo>
                  <a:pt x="351903" y="33902"/>
                </a:lnTo>
                <a:lnTo>
                  <a:pt x="352399" y="33107"/>
                </a:lnTo>
                <a:lnTo>
                  <a:pt x="352847" y="32285"/>
                </a:lnTo>
                <a:lnTo>
                  <a:pt x="353248" y="31436"/>
                </a:lnTo>
                <a:lnTo>
                  <a:pt x="353605" y="30557"/>
                </a:lnTo>
                <a:lnTo>
                  <a:pt x="353916" y="29649"/>
                </a:lnTo>
                <a:lnTo>
                  <a:pt x="354183" y="28708"/>
                </a:lnTo>
                <a:lnTo>
                  <a:pt x="354407" y="27735"/>
                </a:lnTo>
                <a:lnTo>
                  <a:pt x="354589" y="26727"/>
                </a:lnTo>
                <a:lnTo>
                  <a:pt x="354729" y="25684"/>
                </a:lnTo>
                <a:lnTo>
                  <a:pt x="354828" y="24603"/>
                </a:lnTo>
                <a:lnTo>
                  <a:pt x="354886" y="23484"/>
                </a:lnTo>
                <a:lnTo>
                  <a:pt x="354906" y="22326"/>
                </a:lnTo>
                <a:lnTo>
                  <a:pt x="354860" y="20592"/>
                </a:lnTo>
                <a:lnTo>
                  <a:pt x="354724" y="18924"/>
                </a:lnTo>
                <a:lnTo>
                  <a:pt x="354498" y="17325"/>
                </a:lnTo>
                <a:lnTo>
                  <a:pt x="354183" y="15794"/>
                </a:lnTo>
                <a:lnTo>
                  <a:pt x="353778" y="14332"/>
                </a:lnTo>
                <a:lnTo>
                  <a:pt x="353285" y="12940"/>
                </a:lnTo>
                <a:lnTo>
                  <a:pt x="352705" y="11617"/>
                </a:lnTo>
                <a:lnTo>
                  <a:pt x="352037" y="10366"/>
                </a:lnTo>
                <a:lnTo>
                  <a:pt x="351283" y="9186"/>
                </a:lnTo>
                <a:lnTo>
                  <a:pt x="350443" y="8077"/>
                </a:lnTo>
                <a:lnTo>
                  <a:pt x="349518" y="7041"/>
                </a:lnTo>
                <a:lnTo>
                  <a:pt x="348508" y="6079"/>
                </a:lnTo>
                <a:lnTo>
                  <a:pt x="347414" y="5190"/>
                </a:lnTo>
                <a:lnTo>
                  <a:pt x="346236" y="4375"/>
                </a:lnTo>
                <a:lnTo>
                  <a:pt x="344975" y="3635"/>
                </a:lnTo>
                <a:lnTo>
                  <a:pt x="343632" y="2970"/>
                </a:lnTo>
                <a:lnTo>
                  <a:pt x="342207" y="2382"/>
                </a:lnTo>
                <a:lnTo>
                  <a:pt x="340700" y="1870"/>
                </a:lnTo>
                <a:lnTo>
                  <a:pt x="339113" y="1435"/>
                </a:lnTo>
                <a:lnTo>
                  <a:pt x="337446" y="1078"/>
                </a:lnTo>
                <a:lnTo>
                  <a:pt x="335699" y="799"/>
                </a:lnTo>
                <a:lnTo>
                  <a:pt x="333874" y="599"/>
                </a:lnTo>
                <a:lnTo>
                  <a:pt x="331970" y="479"/>
                </a:lnTo>
                <a:lnTo>
                  <a:pt x="329988" y="438"/>
                </a:lnTo>
                <a:lnTo>
                  <a:pt x="292274" y="438"/>
                </a:lnTo>
                <a:lnTo>
                  <a:pt x="292274" y="82208"/>
                </a:lnTo>
                <a:lnTo>
                  <a:pt x="302713" y="82208"/>
                </a:lnTo>
                <a:lnTo>
                  <a:pt x="302713" y="47019"/>
                </a:lnTo>
                <a:lnTo>
                  <a:pt x="329651" y="47019"/>
                </a:lnTo>
                <a:lnTo>
                  <a:pt x="330789" y="47043"/>
                </a:lnTo>
                <a:lnTo>
                  <a:pt x="331873" y="47113"/>
                </a:lnTo>
                <a:close/>
                <a:moveTo>
                  <a:pt x="328684" y="9647"/>
                </a:moveTo>
                <a:lnTo>
                  <a:pt x="329376" y="9661"/>
                </a:lnTo>
                <a:lnTo>
                  <a:pt x="330044" y="9685"/>
                </a:lnTo>
                <a:lnTo>
                  <a:pt x="330688" y="9719"/>
                </a:lnTo>
                <a:lnTo>
                  <a:pt x="331309" y="9763"/>
                </a:lnTo>
                <a:lnTo>
                  <a:pt x="331908" y="9818"/>
                </a:lnTo>
                <a:lnTo>
                  <a:pt x="332486" y="9883"/>
                </a:lnTo>
                <a:lnTo>
                  <a:pt x="333043" y="9959"/>
                </a:lnTo>
                <a:lnTo>
                  <a:pt x="333581" y="10045"/>
                </a:lnTo>
                <a:lnTo>
                  <a:pt x="334099" y="10143"/>
                </a:lnTo>
                <a:lnTo>
                  <a:pt x="334599" y="10252"/>
                </a:lnTo>
                <a:lnTo>
                  <a:pt x="335081" y="10372"/>
                </a:lnTo>
                <a:lnTo>
                  <a:pt x="335546" y="10505"/>
                </a:lnTo>
                <a:lnTo>
                  <a:pt x="335995" y="10649"/>
                </a:lnTo>
                <a:lnTo>
                  <a:pt x="336428" y="10805"/>
                </a:lnTo>
                <a:lnTo>
                  <a:pt x="336847" y="10974"/>
                </a:lnTo>
                <a:lnTo>
                  <a:pt x="337252" y="11155"/>
                </a:lnTo>
                <a:lnTo>
                  <a:pt x="337643" y="11348"/>
                </a:lnTo>
                <a:lnTo>
                  <a:pt x="338022" y="11555"/>
                </a:lnTo>
                <a:lnTo>
                  <a:pt x="338389" y="11774"/>
                </a:lnTo>
                <a:lnTo>
                  <a:pt x="338744" y="12007"/>
                </a:lnTo>
                <a:lnTo>
                  <a:pt x="339090" y="12253"/>
                </a:lnTo>
                <a:lnTo>
                  <a:pt x="339425" y="12513"/>
                </a:lnTo>
                <a:lnTo>
                  <a:pt x="339752" y="12787"/>
                </a:lnTo>
                <a:lnTo>
                  <a:pt x="340096" y="13088"/>
                </a:lnTo>
                <a:lnTo>
                  <a:pt x="340426" y="13404"/>
                </a:lnTo>
                <a:lnTo>
                  <a:pt x="340742" y="13733"/>
                </a:lnTo>
                <a:lnTo>
                  <a:pt x="341043" y="14076"/>
                </a:lnTo>
                <a:lnTo>
                  <a:pt x="341330" y="14433"/>
                </a:lnTo>
                <a:lnTo>
                  <a:pt x="341603" y="14803"/>
                </a:lnTo>
                <a:lnTo>
                  <a:pt x="341862" y="15187"/>
                </a:lnTo>
                <a:lnTo>
                  <a:pt x="342106" y="15584"/>
                </a:lnTo>
                <a:lnTo>
                  <a:pt x="342336" y="15995"/>
                </a:lnTo>
                <a:lnTo>
                  <a:pt x="342551" y="16418"/>
                </a:lnTo>
                <a:lnTo>
                  <a:pt x="342752" y="16855"/>
                </a:lnTo>
                <a:lnTo>
                  <a:pt x="342938" y="17304"/>
                </a:lnTo>
                <a:lnTo>
                  <a:pt x="343110" y="17767"/>
                </a:lnTo>
                <a:lnTo>
                  <a:pt x="343267" y="18242"/>
                </a:lnTo>
                <a:lnTo>
                  <a:pt x="343409" y="18730"/>
                </a:lnTo>
                <a:lnTo>
                  <a:pt x="343536" y="19230"/>
                </a:lnTo>
                <a:lnTo>
                  <a:pt x="343649" y="19743"/>
                </a:lnTo>
                <a:lnTo>
                  <a:pt x="343747" y="20268"/>
                </a:lnTo>
                <a:lnTo>
                  <a:pt x="343830" y="20806"/>
                </a:lnTo>
                <a:lnTo>
                  <a:pt x="343897" y="21355"/>
                </a:lnTo>
                <a:lnTo>
                  <a:pt x="343950" y="21917"/>
                </a:lnTo>
                <a:lnTo>
                  <a:pt x="343988" y="22491"/>
                </a:lnTo>
                <a:lnTo>
                  <a:pt x="344011" y="23077"/>
                </a:lnTo>
                <a:lnTo>
                  <a:pt x="344019" y="23674"/>
                </a:lnTo>
                <a:lnTo>
                  <a:pt x="343993" y="24867"/>
                </a:lnTo>
                <a:lnTo>
                  <a:pt x="343915" y="26004"/>
                </a:lnTo>
                <a:lnTo>
                  <a:pt x="343785" y="27085"/>
                </a:lnTo>
                <a:lnTo>
                  <a:pt x="343601" y="28112"/>
                </a:lnTo>
                <a:lnTo>
                  <a:pt x="343364" y="29085"/>
                </a:lnTo>
                <a:lnTo>
                  <a:pt x="343073" y="30004"/>
                </a:lnTo>
                <a:lnTo>
                  <a:pt x="342727" y="30869"/>
                </a:lnTo>
                <a:lnTo>
                  <a:pt x="342326" y="31681"/>
                </a:lnTo>
                <a:lnTo>
                  <a:pt x="341870" y="32440"/>
                </a:lnTo>
                <a:lnTo>
                  <a:pt x="341357" y="33147"/>
                </a:lnTo>
                <a:lnTo>
                  <a:pt x="340787" y="33803"/>
                </a:lnTo>
                <a:lnTo>
                  <a:pt x="340160" y="34407"/>
                </a:lnTo>
                <a:lnTo>
                  <a:pt x="339475" y="34960"/>
                </a:lnTo>
                <a:lnTo>
                  <a:pt x="338732" y="35463"/>
                </a:lnTo>
                <a:lnTo>
                  <a:pt x="337929" y="35916"/>
                </a:lnTo>
                <a:lnTo>
                  <a:pt x="337067" y="36319"/>
                </a:lnTo>
                <a:lnTo>
                  <a:pt x="336146" y="36674"/>
                </a:lnTo>
                <a:lnTo>
                  <a:pt x="335163" y="36979"/>
                </a:lnTo>
                <a:lnTo>
                  <a:pt x="334120" y="37237"/>
                </a:lnTo>
                <a:lnTo>
                  <a:pt x="333015" y="37446"/>
                </a:lnTo>
                <a:lnTo>
                  <a:pt x="331848" y="37608"/>
                </a:lnTo>
                <a:lnTo>
                  <a:pt x="330618" y="37724"/>
                </a:lnTo>
                <a:lnTo>
                  <a:pt x="329324" y="37793"/>
                </a:lnTo>
                <a:lnTo>
                  <a:pt x="327968" y="37815"/>
                </a:lnTo>
                <a:lnTo>
                  <a:pt x="302713" y="37815"/>
                </a:lnTo>
                <a:lnTo>
                  <a:pt x="302713" y="9642"/>
                </a:lnTo>
                <a:lnTo>
                  <a:pt x="327968" y="9642"/>
                </a:lnTo>
                <a:lnTo>
                  <a:pt x="328684" y="9647"/>
                </a:lnTo>
                <a:close/>
                <a:moveTo>
                  <a:pt x="96639" y="82208"/>
                </a:moveTo>
                <a:lnTo>
                  <a:pt x="96639" y="23347"/>
                </a:lnTo>
                <a:lnTo>
                  <a:pt x="87322" y="23347"/>
                </a:lnTo>
                <a:lnTo>
                  <a:pt x="87322" y="82208"/>
                </a:lnTo>
                <a:lnTo>
                  <a:pt x="96639" y="82208"/>
                </a:lnTo>
                <a:close/>
                <a:moveTo>
                  <a:pt x="230655" y="31542"/>
                </a:moveTo>
                <a:lnTo>
                  <a:pt x="195523" y="73790"/>
                </a:lnTo>
                <a:lnTo>
                  <a:pt x="195523" y="82208"/>
                </a:lnTo>
                <a:lnTo>
                  <a:pt x="240420" y="82208"/>
                </a:lnTo>
                <a:lnTo>
                  <a:pt x="243339" y="82208"/>
                </a:lnTo>
                <a:lnTo>
                  <a:pt x="288235" y="82208"/>
                </a:lnTo>
                <a:lnTo>
                  <a:pt x="288235" y="74014"/>
                </a:lnTo>
                <a:lnTo>
                  <a:pt x="251756" y="74014"/>
                </a:lnTo>
                <a:lnTo>
                  <a:pt x="286663" y="31653"/>
                </a:lnTo>
                <a:lnTo>
                  <a:pt x="286663" y="23347"/>
                </a:lnTo>
                <a:lnTo>
                  <a:pt x="242776" y="23347"/>
                </a:lnTo>
                <a:lnTo>
                  <a:pt x="242776" y="31542"/>
                </a:lnTo>
                <a:lnTo>
                  <a:pt x="275551" y="31542"/>
                </a:lnTo>
                <a:lnTo>
                  <a:pt x="240420" y="73790"/>
                </a:lnTo>
                <a:lnTo>
                  <a:pt x="240420" y="74014"/>
                </a:lnTo>
                <a:lnTo>
                  <a:pt x="206860" y="74014"/>
                </a:lnTo>
                <a:lnTo>
                  <a:pt x="241767" y="31653"/>
                </a:lnTo>
                <a:lnTo>
                  <a:pt x="241767" y="23347"/>
                </a:lnTo>
                <a:lnTo>
                  <a:pt x="197880" y="23347"/>
                </a:lnTo>
                <a:lnTo>
                  <a:pt x="197880" y="31542"/>
                </a:lnTo>
                <a:lnTo>
                  <a:pt x="230655" y="31542"/>
                </a:lnTo>
                <a:close/>
                <a:moveTo>
                  <a:pt x="169450" y="58195"/>
                </a:moveTo>
                <a:lnTo>
                  <a:pt x="169354" y="59636"/>
                </a:lnTo>
                <a:lnTo>
                  <a:pt x="169194" y="61030"/>
                </a:lnTo>
                <a:lnTo>
                  <a:pt x="168972" y="62375"/>
                </a:lnTo>
                <a:lnTo>
                  <a:pt x="168690" y="63670"/>
                </a:lnTo>
                <a:lnTo>
                  <a:pt x="168348" y="64914"/>
                </a:lnTo>
                <a:lnTo>
                  <a:pt x="167948" y="66104"/>
                </a:lnTo>
                <a:lnTo>
                  <a:pt x="167492" y="67240"/>
                </a:lnTo>
                <a:lnTo>
                  <a:pt x="166979" y="68319"/>
                </a:lnTo>
                <a:lnTo>
                  <a:pt x="166412" y="69340"/>
                </a:lnTo>
                <a:lnTo>
                  <a:pt x="165792" y="70301"/>
                </a:lnTo>
                <a:lnTo>
                  <a:pt x="165120" y="71201"/>
                </a:lnTo>
                <a:lnTo>
                  <a:pt x="164396" y="72038"/>
                </a:lnTo>
                <a:lnTo>
                  <a:pt x="163624" y="72811"/>
                </a:lnTo>
                <a:lnTo>
                  <a:pt x="162802" y="73518"/>
                </a:lnTo>
                <a:lnTo>
                  <a:pt x="161934" y="74157"/>
                </a:lnTo>
                <a:lnTo>
                  <a:pt x="161020" y="74727"/>
                </a:lnTo>
                <a:lnTo>
                  <a:pt x="160060" y="75226"/>
                </a:lnTo>
                <a:lnTo>
                  <a:pt x="159058" y="75653"/>
                </a:lnTo>
                <a:lnTo>
                  <a:pt x="158013" y="76006"/>
                </a:lnTo>
                <a:lnTo>
                  <a:pt x="156926" y="76283"/>
                </a:lnTo>
                <a:lnTo>
                  <a:pt x="155800" y="76483"/>
                </a:lnTo>
                <a:lnTo>
                  <a:pt x="154636" y="76604"/>
                </a:lnTo>
                <a:lnTo>
                  <a:pt x="153434" y="76645"/>
                </a:lnTo>
                <a:lnTo>
                  <a:pt x="152522" y="76622"/>
                </a:lnTo>
                <a:lnTo>
                  <a:pt x="151639" y="76552"/>
                </a:lnTo>
                <a:lnTo>
                  <a:pt x="150786" y="76438"/>
                </a:lnTo>
                <a:lnTo>
                  <a:pt x="149963" y="76279"/>
                </a:lnTo>
                <a:lnTo>
                  <a:pt x="149172" y="76076"/>
                </a:lnTo>
                <a:lnTo>
                  <a:pt x="148414" y="75831"/>
                </a:lnTo>
                <a:lnTo>
                  <a:pt x="147689" y="75544"/>
                </a:lnTo>
                <a:lnTo>
                  <a:pt x="146998" y="75216"/>
                </a:lnTo>
                <a:lnTo>
                  <a:pt x="146342" y="74848"/>
                </a:lnTo>
                <a:lnTo>
                  <a:pt x="145722" y="74441"/>
                </a:lnTo>
                <a:lnTo>
                  <a:pt x="145139" y="73994"/>
                </a:lnTo>
                <a:lnTo>
                  <a:pt x="144594" y="73510"/>
                </a:lnTo>
                <a:lnTo>
                  <a:pt x="144087" y="72990"/>
                </a:lnTo>
                <a:lnTo>
                  <a:pt x="143620" y="72433"/>
                </a:lnTo>
                <a:lnTo>
                  <a:pt x="143193" y="71841"/>
                </a:lnTo>
                <a:lnTo>
                  <a:pt x="142808" y="71214"/>
                </a:lnTo>
                <a:lnTo>
                  <a:pt x="142464" y="70554"/>
                </a:lnTo>
                <a:lnTo>
                  <a:pt x="142164" y="69861"/>
                </a:lnTo>
                <a:lnTo>
                  <a:pt x="141907" y="69136"/>
                </a:lnTo>
                <a:lnTo>
                  <a:pt x="141695" y="68380"/>
                </a:lnTo>
                <a:lnTo>
                  <a:pt x="141528" y="67594"/>
                </a:lnTo>
                <a:lnTo>
                  <a:pt x="141408" y="66778"/>
                </a:lnTo>
                <a:lnTo>
                  <a:pt x="141336" y="65934"/>
                </a:lnTo>
                <a:lnTo>
                  <a:pt x="141311" y="65062"/>
                </a:lnTo>
                <a:lnTo>
                  <a:pt x="141311" y="23347"/>
                </a:lnTo>
                <a:lnTo>
                  <a:pt x="131995" y="23347"/>
                </a:lnTo>
                <a:lnTo>
                  <a:pt x="131995" y="68773"/>
                </a:lnTo>
                <a:lnTo>
                  <a:pt x="132032" y="69977"/>
                </a:lnTo>
                <a:lnTo>
                  <a:pt x="132145" y="71144"/>
                </a:lnTo>
                <a:lnTo>
                  <a:pt x="132330" y="72271"/>
                </a:lnTo>
                <a:lnTo>
                  <a:pt x="132588" y="73359"/>
                </a:lnTo>
                <a:lnTo>
                  <a:pt x="132916" y="74405"/>
                </a:lnTo>
                <a:lnTo>
                  <a:pt x="133313" y="75409"/>
                </a:lnTo>
                <a:lnTo>
                  <a:pt x="133779" y="76369"/>
                </a:lnTo>
                <a:lnTo>
                  <a:pt x="134310" y="77285"/>
                </a:lnTo>
                <a:lnTo>
                  <a:pt x="134907" y="78154"/>
                </a:lnTo>
                <a:lnTo>
                  <a:pt x="135567" y="78976"/>
                </a:lnTo>
                <a:lnTo>
                  <a:pt x="136290" y="79749"/>
                </a:lnTo>
                <a:lnTo>
                  <a:pt x="137074" y="80473"/>
                </a:lnTo>
                <a:lnTo>
                  <a:pt x="137917" y="81146"/>
                </a:lnTo>
                <a:lnTo>
                  <a:pt x="138819" y="81766"/>
                </a:lnTo>
                <a:lnTo>
                  <a:pt x="139777" y="82334"/>
                </a:lnTo>
                <a:lnTo>
                  <a:pt x="140791" y="82846"/>
                </a:lnTo>
                <a:lnTo>
                  <a:pt x="141860" y="83303"/>
                </a:lnTo>
                <a:lnTo>
                  <a:pt x="142981" y="83703"/>
                </a:lnTo>
                <a:lnTo>
                  <a:pt x="144153" y="84045"/>
                </a:lnTo>
                <a:lnTo>
                  <a:pt x="145376" y="84327"/>
                </a:lnTo>
                <a:lnTo>
                  <a:pt x="146647" y="84549"/>
                </a:lnTo>
                <a:lnTo>
                  <a:pt x="147966" y="84709"/>
                </a:lnTo>
                <a:lnTo>
                  <a:pt x="149330" y="84806"/>
                </a:lnTo>
                <a:lnTo>
                  <a:pt x="150740" y="84838"/>
                </a:lnTo>
                <a:lnTo>
                  <a:pt x="151804" y="84817"/>
                </a:lnTo>
                <a:lnTo>
                  <a:pt x="152836" y="84763"/>
                </a:lnTo>
                <a:lnTo>
                  <a:pt x="153839" y="84677"/>
                </a:lnTo>
                <a:lnTo>
                  <a:pt x="154813" y="84558"/>
                </a:lnTo>
                <a:lnTo>
                  <a:pt x="155760" y="84404"/>
                </a:lnTo>
                <a:lnTo>
                  <a:pt x="156681" y="84216"/>
                </a:lnTo>
                <a:lnTo>
                  <a:pt x="157577" y="83992"/>
                </a:lnTo>
                <a:lnTo>
                  <a:pt x="158451" y="83732"/>
                </a:lnTo>
                <a:lnTo>
                  <a:pt x="159302" y="83434"/>
                </a:lnTo>
                <a:lnTo>
                  <a:pt x="160133" y="83099"/>
                </a:lnTo>
                <a:lnTo>
                  <a:pt x="160945" y="82725"/>
                </a:lnTo>
                <a:lnTo>
                  <a:pt x="161739" y="82312"/>
                </a:lnTo>
                <a:lnTo>
                  <a:pt x="162516" y="81859"/>
                </a:lnTo>
                <a:lnTo>
                  <a:pt x="163279" y="81365"/>
                </a:lnTo>
                <a:lnTo>
                  <a:pt x="164028" y="80830"/>
                </a:lnTo>
                <a:lnTo>
                  <a:pt x="164765" y="80252"/>
                </a:lnTo>
                <a:lnTo>
                  <a:pt x="165491" y="79631"/>
                </a:lnTo>
                <a:lnTo>
                  <a:pt x="166207" y="78966"/>
                </a:lnTo>
                <a:lnTo>
                  <a:pt x="166916" y="78257"/>
                </a:lnTo>
                <a:lnTo>
                  <a:pt x="167617" y="77502"/>
                </a:lnTo>
                <a:lnTo>
                  <a:pt x="168313" y="76701"/>
                </a:lnTo>
                <a:lnTo>
                  <a:pt x="169005" y="75853"/>
                </a:lnTo>
                <a:lnTo>
                  <a:pt x="169694" y="74958"/>
                </a:lnTo>
                <a:lnTo>
                  <a:pt x="170382" y="74014"/>
                </a:lnTo>
                <a:lnTo>
                  <a:pt x="170382" y="82208"/>
                </a:lnTo>
                <a:lnTo>
                  <a:pt x="178800" y="82208"/>
                </a:lnTo>
                <a:lnTo>
                  <a:pt x="178800" y="23347"/>
                </a:lnTo>
                <a:lnTo>
                  <a:pt x="169483" y="23347"/>
                </a:lnTo>
                <a:lnTo>
                  <a:pt x="169483" y="56709"/>
                </a:lnTo>
                <a:lnTo>
                  <a:pt x="169450" y="581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TL">
            <a:extLst xmlns:a="http://schemas.openxmlformats.org/drawingml/2006/main">
              <a:ext uri="{FF2B5EF4-FFF2-40B4-BE49-F238E27FC236}">
                <a16:creationId xmlns:a16="http://schemas.microsoft.com/office/drawing/2014/main" id="{8FFA011F-5EFE-4340-B8B7-BD68F10E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726" y="3072071"/>
            <a:ext cx="124811" cy="81769"/>
          </a:xfrm>
          <a:custGeom xmlns:a="http://schemas.openxmlformats.org/drawingml/2006/main">
            <a:pathLst>
              <a:path w="124811" h="81769">
                <a:moveTo>
                  <a:pt x="37375" y="9204"/>
                </a:moveTo>
                <a:lnTo>
                  <a:pt x="64201" y="9204"/>
                </a:lnTo>
                <a:lnTo>
                  <a:pt x="64201" y="0"/>
                </a:lnTo>
                <a:lnTo>
                  <a:pt x="0" y="0"/>
                </a:lnTo>
                <a:lnTo>
                  <a:pt x="0" y="9204"/>
                </a:lnTo>
                <a:lnTo>
                  <a:pt x="26937" y="9204"/>
                </a:lnTo>
                <a:lnTo>
                  <a:pt x="26937" y="81769"/>
                </a:lnTo>
                <a:lnTo>
                  <a:pt x="37375" y="81769"/>
                </a:lnTo>
                <a:lnTo>
                  <a:pt x="37375" y="9204"/>
                </a:lnTo>
                <a:close/>
                <a:moveTo>
                  <a:pt x="84404" y="0"/>
                </a:moveTo>
                <a:lnTo>
                  <a:pt x="73966" y="0"/>
                </a:lnTo>
                <a:lnTo>
                  <a:pt x="73966" y="81769"/>
                </a:lnTo>
                <a:lnTo>
                  <a:pt x="124811" y="81769"/>
                </a:lnTo>
                <a:lnTo>
                  <a:pt x="124811" y="72567"/>
                </a:lnTo>
                <a:lnTo>
                  <a:pt x="84404" y="72567"/>
                </a:lnTo>
                <a:lnTo>
                  <a:pt x="8440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Grammarinator">
            <a:extLst xmlns:a="http://schemas.openxmlformats.org/drawingml/2006/main">
              <a:ext uri="{FF2B5EF4-FFF2-40B4-BE49-F238E27FC236}">
                <a16:creationId xmlns:a16="http://schemas.microsoft.com/office/drawing/2014/main" id="{A13C3CD0-ECF0-4839-AC22-50D3406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137" y="3205335"/>
            <a:ext cx="771880" cy="85825"/>
          </a:xfrm>
          <a:custGeom xmlns:a="http://schemas.openxmlformats.org/drawingml/2006/main">
            <a:pathLst>
              <a:path w="771880" h="85825">
                <a:moveTo>
                  <a:pt x="74641" y="40008"/>
                </a:moveTo>
                <a:lnTo>
                  <a:pt x="40520" y="40008"/>
                </a:lnTo>
                <a:lnTo>
                  <a:pt x="40520" y="49211"/>
                </a:lnTo>
                <a:lnTo>
                  <a:pt x="65437" y="49211"/>
                </a:lnTo>
                <a:lnTo>
                  <a:pt x="65437" y="51458"/>
                </a:lnTo>
                <a:cubicBezTo>
                  <a:pt x="65437" y="66062"/>
                  <a:pt x="54661" y="76623"/>
                  <a:pt x="39734" y="76623"/>
                </a:cubicBezTo>
                <a:cubicBezTo>
                  <a:pt x="31427" y="76623"/>
                  <a:pt x="23907" y="73589"/>
                  <a:pt x="19081" y="68309"/>
                </a:cubicBezTo>
                <a:cubicBezTo>
                  <a:pt x="13693" y="62467"/>
                  <a:pt x="10439" y="52695"/>
                  <a:pt x="10439" y="42590"/>
                </a:cubicBezTo>
                <a:cubicBezTo>
                  <a:pt x="10439" y="22470"/>
                  <a:pt x="21888" y="9204"/>
                  <a:pt x="39172" y="9204"/>
                </a:cubicBezTo>
                <a:cubicBezTo>
                  <a:pt x="51631" y="9204"/>
                  <a:pt x="60611" y="15613"/>
                  <a:pt x="62855" y="26180"/>
                </a:cubicBezTo>
                <a:lnTo>
                  <a:pt x="73518" y="26180"/>
                </a:lnTo>
                <a:cubicBezTo>
                  <a:pt x="70599" y="9541"/>
                  <a:pt x="58028" y="0"/>
                  <a:pt x="39285" y="0"/>
                </a:cubicBezTo>
                <a:cubicBezTo>
                  <a:pt x="29295" y="0"/>
                  <a:pt x="21213" y="2583"/>
                  <a:pt x="14816" y="7858"/>
                </a:cubicBezTo>
                <a:cubicBezTo>
                  <a:pt x="5275" y="15726"/>
                  <a:pt x="0" y="28428"/>
                  <a:pt x="0" y="43152"/>
                </a:cubicBezTo>
                <a:cubicBezTo>
                  <a:pt x="0" y="68309"/>
                  <a:pt x="15378" y="85825"/>
                  <a:pt x="37488" y="85825"/>
                </a:cubicBezTo>
                <a:cubicBezTo>
                  <a:pt x="48600" y="85825"/>
                  <a:pt x="57355" y="81673"/>
                  <a:pt x="65437" y="72802"/>
                </a:cubicBezTo>
                <a:lnTo>
                  <a:pt x="68018" y="83692"/>
                </a:lnTo>
                <a:lnTo>
                  <a:pt x="74641" y="83692"/>
                </a:lnTo>
                <a:lnTo>
                  <a:pt x="74641" y="40008"/>
                </a:lnTo>
                <a:close/>
                <a:moveTo>
                  <a:pt x="92597" y="24333"/>
                </a:moveTo>
                <a:lnTo>
                  <a:pt x="92597" y="83194"/>
                </a:lnTo>
                <a:lnTo>
                  <a:pt x="102027" y="83194"/>
                </a:lnTo>
                <a:lnTo>
                  <a:pt x="102027" y="52642"/>
                </a:lnTo>
                <a:cubicBezTo>
                  <a:pt x="102139" y="38487"/>
                  <a:pt x="107975" y="32196"/>
                  <a:pt x="120884" y="32534"/>
                </a:cubicBezTo>
                <a:lnTo>
                  <a:pt x="120884" y="22987"/>
                </a:lnTo>
                <a:cubicBezTo>
                  <a:pt x="119311" y="22802"/>
                  <a:pt x="118414" y="22689"/>
                  <a:pt x="117290" y="22689"/>
                </a:cubicBezTo>
                <a:cubicBezTo>
                  <a:pt x="111229" y="22689"/>
                  <a:pt x="106629" y="26282"/>
                  <a:pt x="101241" y="35036"/>
                </a:cubicBezTo>
                <a:lnTo>
                  <a:pt x="101241" y="24333"/>
                </a:lnTo>
                <a:lnTo>
                  <a:pt x="92597" y="24333"/>
                </a:lnTo>
                <a:close/>
                <a:moveTo>
                  <a:pt x="189798" y="77744"/>
                </a:moveTo>
                <a:cubicBezTo>
                  <a:pt x="188790" y="77969"/>
                  <a:pt x="188339" y="77969"/>
                  <a:pt x="187779" y="77969"/>
                </a:cubicBezTo>
                <a:cubicBezTo>
                  <a:pt x="184523" y="77969"/>
                  <a:pt x="182729" y="76283"/>
                  <a:pt x="182729" y="73362"/>
                </a:cubicBezTo>
                <a:lnTo>
                  <a:pt x="182729" y="38749"/>
                </a:lnTo>
                <a:cubicBezTo>
                  <a:pt x="182729" y="28302"/>
                  <a:pt x="175095" y="22689"/>
                  <a:pt x="160616" y="22689"/>
                </a:cubicBezTo>
                <a:cubicBezTo>
                  <a:pt x="151974" y="22689"/>
                  <a:pt x="145127" y="25159"/>
                  <a:pt x="141087" y="29536"/>
                </a:cubicBezTo>
                <a:cubicBezTo>
                  <a:pt x="138393" y="32570"/>
                  <a:pt x="137270" y="35940"/>
                  <a:pt x="137045" y="41784"/>
                </a:cubicBezTo>
                <a:lnTo>
                  <a:pt x="146473" y="41784"/>
                </a:lnTo>
                <a:cubicBezTo>
                  <a:pt x="147259" y="34592"/>
                  <a:pt x="151526" y="31333"/>
                  <a:pt x="160279" y="31333"/>
                </a:cubicBezTo>
                <a:cubicBezTo>
                  <a:pt x="168810" y="31333"/>
                  <a:pt x="173412" y="34479"/>
                  <a:pt x="173412" y="40098"/>
                </a:cubicBezTo>
                <a:lnTo>
                  <a:pt x="173412" y="42570"/>
                </a:lnTo>
                <a:cubicBezTo>
                  <a:pt x="173300" y="46617"/>
                  <a:pt x="171279" y="48078"/>
                  <a:pt x="163646" y="49088"/>
                </a:cubicBezTo>
                <a:cubicBezTo>
                  <a:pt x="150402" y="50773"/>
                  <a:pt x="148381" y="51224"/>
                  <a:pt x="144790" y="52685"/>
                </a:cubicBezTo>
                <a:cubicBezTo>
                  <a:pt x="137944" y="55607"/>
                  <a:pt x="134464" y="60775"/>
                  <a:pt x="134464" y="68417"/>
                </a:cubicBezTo>
                <a:cubicBezTo>
                  <a:pt x="134464" y="79091"/>
                  <a:pt x="141871" y="85825"/>
                  <a:pt x="153769" y="85825"/>
                </a:cubicBezTo>
                <a:cubicBezTo>
                  <a:pt x="161178" y="85825"/>
                  <a:pt x="167126" y="83244"/>
                  <a:pt x="173749" y="77183"/>
                </a:cubicBezTo>
                <a:cubicBezTo>
                  <a:pt x="174422" y="83244"/>
                  <a:pt x="177341" y="85825"/>
                  <a:pt x="183402" y="85825"/>
                </a:cubicBezTo>
                <a:cubicBezTo>
                  <a:pt x="185421" y="85825"/>
                  <a:pt x="186656" y="85600"/>
                  <a:pt x="189798" y="84816"/>
                </a:cubicBezTo>
                <a:lnTo>
                  <a:pt x="189798" y="77744"/>
                </a:lnTo>
                <a:moveTo>
                  <a:pt x="173412" y="64709"/>
                </a:moveTo>
                <a:cubicBezTo>
                  <a:pt x="173412" y="67855"/>
                  <a:pt x="172514" y="69765"/>
                  <a:pt x="169707" y="72349"/>
                </a:cubicBezTo>
                <a:cubicBezTo>
                  <a:pt x="165891" y="75835"/>
                  <a:pt x="161290" y="77631"/>
                  <a:pt x="155790" y="77631"/>
                </a:cubicBezTo>
                <a:cubicBezTo>
                  <a:pt x="148494" y="77631"/>
                  <a:pt x="144230" y="74148"/>
                  <a:pt x="144230" y="68193"/>
                </a:cubicBezTo>
                <a:cubicBezTo>
                  <a:pt x="144230" y="62012"/>
                  <a:pt x="148270" y="58866"/>
                  <a:pt x="158371" y="57405"/>
                </a:cubicBezTo>
                <a:cubicBezTo>
                  <a:pt x="168361" y="56055"/>
                  <a:pt x="170269" y="55607"/>
                  <a:pt x="173412" y="54146"/>
                </a:cubicBezTo>
                <a:lnTo>
                  <a:pt x="173412" y="64709"/>
                </a:lnTo>
                <a:close/>
                <a:moveTo>
                  <a:pt x="204952" y="24333"/>
                </a:moveTo>
                <a:lnTo>
                  <a:pt x="204952" y="83194"/>
                </a:lnTo>
                <a:lnTo>
                  <a:pt x="214380" y="83194"/>
                </a:lnTo>
                <a:lnTo>
                  <a:pt x="214380" y="46238"/>
                </a:lnTo>
                <a:cubicBezTo>
                  <a:pt x="214380" y="37732"/>
                  <a:pt x="220554" y="30884"/>
                  <a:pt x="228186" y="30884"/>
                </a:cubicBezTo>
                <a:cubicBezTo>
                  <a:pt x="235144" y="30884"/>
                  <a:pt x="239073" y="35149"/>
                  <a:pt x="239073" y="42671"/>
                </a:cubicBezTo>
                <a:lnTo>
                  <a:pt x="239073" y="83194"/>
                </a:lnTo>
                <a:lnTo>
                  <a:pt x="248501" y="83194"/>
                </a:lnTo>
                <a:lnTo>
                  <a:pt x="248501" y="46262"/>
                </a:lnTo>
                <a:cubicBezTo>
                  <a:pt x="248501" y="37732"/>
                  <a:pt x="254675" y="30884"/>
                  <a:pt x="262307" y="30884"/>
                </a:cubicBezTo>
                <a:cubicBezTo>
                  <a:pt x="269154" y="30884"/>
                  <a:pt x="273194" y="35262"/>
                  <a:pt x="273194" y="42671"/>
                </a:cubicBezTo>
                <a:lnTo>
                  <a:pt x="273194" y="83194"/>
                </a:lnTo>
                <a:lnTo>
                  <a:pt x="282622" y="83194"/>
                </a:lnTo>
                <a:lnTo>
                  <a:pt x="282622" y="39079"/>
                </a:lnTo>
                <a:cubicBezTo>
                  <a:pt x="282622" y="28526"/>
                  <a:pt x="276561" y="22689"/>
                  <a:pt x="265563" y="22689"/>
                </a:cubicBezTo>
                <a:cubicBezTo>
                  <a:pt x="257705" y="22689"/>
                  <a:pt x="252990" y="25048"/>
                  <a:pt x="247491" y="31670"/>
                </a:cubicBezTo>
                <a:cubicBezTo>
                  <a:pt x="244012" y="25383"/>
                  <a:pt x="239297" y="22689"/>
                  <a:pt x="231666" y="22689"/>
                </a:cubicBezTo>
                <a:cubicBezTo>
                  <a:pt x="223808" y="22650"/>
                  <a:pt x="218533" y="25568"/>
                  <a:pt x="213594" y="32640"/>
                </a:cubicBezTo>
                <a:lnTo>
                  <a:pt x="213594" y="24333"/>
                </a:lnTo>
                <a:lnTo>
                  <a:pt x="204952" y="24333"/>
                </a:lnTo>
                <a:close/>
                <a:moveTo>
                  <a:pt x="294744" y="24333"/>
                </a:moveTo>
                <a:lnTo>
                  <a:pt x="294744" y="83194"/>
                </a:lnTo>
                <a:lnTo>
                  <a:pt x="304172" y="83194"/>
                </a:lnTo>
                <a:lnTo>
                  <a:pt x="304172" y="46238"/>
                </a:lnTo>
                <a:cubicBezTo>
                  <a:pt x="304172" y="37732"/>
                  <a:pt x="310346" y="30884"/>
                  <a:pt x="317978" y="30884"/>
                </a:cubicBezTo>
                <a:cubicBezTo>
                  <a:pt x="324936" y="30884"/>
                  <a:pt x="328865" y="35149"/>
                  <a:pt x="328865" y="42671"/>
                </a:cubicBezTo>
                <a:lnTo>
                  <a:pt x="328865" y="83194"/>
                </a:lnTo>
                <a:lnTo>
                  <a:pt x="338293" y="83194"/>
                </a:lnTo>
                <a:lnTo>
                  <a:pt x="338293" y="46262"/>
                </a:lnTo>
                <a:cubicBezTo>
                  <a:pt x="338293" y="37732"/>
                  <a:pt x="344467" y="30884"/>
                  <a:pt x="352099" y="30884"/>
                </a:cubicBezTo>
                <a:cubicBezTo>
                  <a:pt x="358946" y="30884"/>
                  <a:pt x="362986" y="35262"/>
                  <a:pt x="362986" y="42671"/>
                </a:cubicBezTo>
                <a:lnTo>
                  <a:pt x="362986" y="83194"/>
                </a:lnTo>
                <a:lnTo>
                  <a:pt x="372414" y="83194"/>
                </a:lnTo>
                <a:lnTo>
                  <a:pt x="372414" y="39079"/>
                </a:lnTo>
                <a:cubicBezTo>
                  <a:pt x="372414" y="28526"/>
                  <a:pt x="366353" y="22689"/>
                  <a:pt x="355355" y="22689"/>
                </a:cubicBezTo>
                <a:cubicBezTo>
                  <a:pt x="347497" y="22689"/>
                  <a:pt x="342782" y="25048"/>
                  <a:pt x="337283" y="31670"/>
                </a:cubicBezTo>
                <a:cubicBezTo>
                  <a:pt x="333804" y="25383"/>
                  <a:pt x="329089" y="22689"/>
                  <a:pt x="321458" y="22689"/>
                </a:cubicBezTo>
                <a:cubicBezTo>
                  <a:pt x="313600" y="22650"/>
                  <a:pt x="308325" y="25568"/>
                  <a:pt x="303386" y="32640"/>
                </a:cubicBezTo>
                <a:lnTo>
                  <a:pt x="303386" y="24333"/>
                </a:lnTo>
                <a:lnTo>
                  <a:pt x="294744" y="24333"/>
                </a:lnTo>
                <a:close/>
                <a:moveTo>
                  <a:pt x="436728" y="77744"/>
                </a:moveTo>
                <a:cubicBezTo>
                  <a:pt x="435719" y="77969"/>
                  <a:pt x="435269" y="77969"/>
                  <a:pt x="434709" y="77969"/>
                </a:cubicBezTo>
                <a:cubicBezTo>
                  <a:pt x="431453" y="77969"/>
                  <a:pt x="429658" y="76283"/>
                  <a:pt x="429658" y="73362"/>
                </a:cubicBezTo>
                <a:lnTo>
                  <a:pt x="429658" y="38749"/>
                </a:lnTo>
                <a:cubicBezTo>
                  <a:pt x="429658" y="28302"/>
                  <a:pt x="422025" y="22689"/>
                  <a:pt x="407546" y="22689"/>
                </a:cubicBezTo>
                <a:cubicBezTo>
                  <a:pt x="398904" y="22689"/>
                  <a:pt x="392057" y="25159"/>
                  <a:pt x="388016" y="29536"/>
                </a:cubicBezTo>
                <a:cubicBezTo>
                  <a:pt x="385322" y="32570"/>
                  <a:pt x="384199" y="35940"/>
                  <a:pt x="383975" y="41784"/>
                </a:cubicBezTo>
                <a:lnTo>
                  <a:pt x="393403" y="41784"/>
                </a:lnTo>
                <a:cubicBezTo>
                  <a:pt x="394189" y="34592"/>
                  <a:pt x="398455" y="31333"/>
                  <a:pt x="407209" y="31333"/>
                </a:cubicBezTo>
                <a:cubicBezTo>
                  <a:pt x="415739" y="31333"/>
                  <a:pt x="420341" y="34479"/>
                  <a:pt x="420341" y="40098"/>
                </a:cubicBezTo>
                <a:lnTo>
                  <a:pt x="420341" y="42570"/>
                </a:lnTo>
                <a:cubicBezTo>
                  <a:pt x="420230" y="46617"/>
                  <a:pt x="418209" y="48078"/>
                  <a:pt x="410576" y="49088"/>
                </a:cubicBezTo>
                <a:cubicBezTo>
                  <a:pt x="397332" y="50773"/>
                  <a:pt x="395311" y="51224"/>
                  <a:pt x="391719" y="52685"/>
                </a:cubicBezTo>
                <a:cubicBezTo>
                  <a:pt x="384874" y="55607"/>
                  <a:pt x="381394" y="60775"/>
                  <a:pt x="381394" y="68417"/>
                </a:cubicBezTo>
                <a:cubicBezTo>
                  <a:pt x="381394" y="79091"/>
                  <a:pt x="388801" y="85825"/>
                  <a:pt x="400699" y="85825"/>
                </a:cubicBezTo>
                <a:cubicBezTo>
                  <a:pt x="408108" y="85825"/>
                  <a:pt x="414056" y="83244"/>
                  <a:pt x="420679" y="77183"/>
                </a:cubicBezTo>
                <a:cubicBezTo>
                  <a:pt x="421352" y="83244"/>
                  <a:pt x="424270" y="85825"/>
                  <a:pt x="430331" y="85825"/>
                </a:cubicBezTo>
                <a:cubicBezTo>
                  <a:pt x="432350" y="85825"/>
                  <a:pt x="433585" y="85600"/>
                  <a:pt x="436728" y="84816"/>
                </a:cubicBezTo>
                <a:lnTo>
                  <a:pt x="436728" y="77744"/>
                </a:lnTo>
                <a:moveTo>
                  <a:pt x="420341" y="64709"/>
                </a:moveTo>
                <a:cubicBezTo>
                  <a:pt x="420341" y="67855"/>
                  <a:pt x="419444" y="69765"/>
                  <a:pt x="416637" y="72349"/>
                </a:cubicBezTo>
                <a:cubicBezTo>
                  <a:pt x="412821" y="75835"/>
                  <a:pt x="408219" y="77631"/>
                  <a:pt x="402720" y="77631"/>
                </a:cubicBezTo>
                <a:cubicBezTo>
                  <a:pt x="395424" y="77631"/>
                  <a:pt x="391159" y="74148"/>
                  <a:pt x="391159" y="68193"/>
                </a:cubicBezTo>
                <a:cubicBezTo>
                  <a:pt x="391159" y="62012"/>
                  <a:pt x="395199" y="58866"/>
                  <a:pt x="405301" y="57405"/>
                </a:cubicBezTo>
                <a:cubicBezTo>
                  <a:pt x="415291" y="56055"/>
                  <a:pt x="417198" y="55607"/>
                  <a:pt x="420341" y="54146"/>
                </a:cubicBezTo>
                <a:lnTo>
                  <a:pt x="420341" y="64709"/>
                </a:lnTo>
                <a:close/>
                <a:moveTo>
                  <a:pt x="451768" y="24333"/>
                </a:moveTo>
                <a:lnTo>
                  <a:pt x="451768" y="83194"/>
                </a:lnTo>
                <a:lnTo>
                  <a:pt x="461198" y="83194"/>
                </a:lnTo>
                <a:lnTo>
                  <a:pt x="461198" y="52642"/>
                </a:lnTo>
                <a:cubicBezTo>
                  <a:pt x="461309" y="38487"/>
                  <a:pt x="467146" y="32196"/>
                  <a:pt x="480054" y="32534"/>
                </a:cubicBezTo>
                <a:lnTo>
                  <a:pt x="480054" y="22987"/>
                </a:lnTo>
                <a:cubicBezTo>
                  <a:pt x="478482" y="22802"/>
                  <a:pt x="477585" y="22689"/>
                  <a:pt x="476461" y="22689"/>
                </a:cubicBezTo>
                <a:cubicBezTo>
                  <a:pt x="470400" y="22689"/>
                  <a:pt x="465800" y="26282"/>
                  <a:pt x="460412" y="35036"/>
                </a:cubicBezTo>
                <a:lnTo>
                  <a:pt x="460412" y="24333"/>
                </a:lnTo>
                <a:lnTo>
                  <a:pt x="451768" y="24333"/>
                </a:lnTo>
                <a:close/>
                <a:moveTo>
                  <a:pt x="505756" y="24333"/>
                </a:moveTo>
                <a:lnTo>
                  <a:pt x="496440" y="24333"/>
                </a:lnTo>
                <a:lnTo>
                  <a:pt x="496440" y="83194"/>
                </a:lnTo>
                <a:lnTo>
                  <a:pt x="505756" y="83194"/>
                </a:lnTo>
                <a:lnTo>
                  <a:pt x="505756" y="24333"/>
                </a:lnTo>
                <a:moveTo>
                  <a:pt x="505756" y="1425"/>
                </a:moveTo>
                <a:lnTo>
                  <a:pt x="496328" y="1425"/>
                </a:lnTo>
                <a:lnTo>
                  <a:pt x="496328" y="13211"/>
                </a:lnTo>
                <a:lnTo>
                  <a:pt x="505756" y="13211"/>
                </a:lnTo>
                <a:lnTo>
                  <a:pt x="505756" y="1425"/>
                </a:lnTo>
                <a:close/>
                <a:moveTo>
                  <a:pt x="519225" y="24333"/>
                </a:moveTo>
                <a:lnTo>
                  <a:pt x="519225" y="83194"/>
                </a:lnTo>
                <a:lnTo>
                  <a:pt x="528653" y="83194"/>
                </a:lnTo>
                <a:lnTo>
                  <a:pt x="528653" y="50732"/>
                </a:lnTo>
                <a:cubicBezTo>
                  <a:pt x="528653" y="38742"/>
                  <a:pt x="534939" y="30884"/>
                  <a:pt x="544591" y="30884"/>
                </a:cubicBezTo>
                <a:cubicBezTo>
                  <a:pt x="552000" y="30884"/>
                  <a:pt x="556714" y="35375"/>
                  <a:pt x="556714" y="42446"/>
                </a:cubicBezTo>
                <a:lnTo>
                  <a:pt x="556714" y="83194"/>
                </a:lnTo>
                <a:lnTo>
                  <a:pt x="566030" y="83194"/>
                </a:lnTo>
                <a:lnTo>
                  <a:pt x="566030" y="38742"/>
                </a:lnTo>
                <a:cubicBezTo>
                  <a:pt x="566030" y="28976"/>
                  <a:pt x="558734" y="22689"/>
                  <a:pt x="547398" y="22689"/>
                </a:cubicBezTo>
                <a:cubicBezTo>
                  <a:pt x="538643" y="22650"/>
                  <a:pt x="533031" y="26019"/>
                  <a:pt x="527867" y="34212"/>
                </a:cubicBezTo>
                <a:lnTo>
                  <a:pt x="527867" y="24333"/>
                </a:lnTo>
                <a:lnTo>
                  <a:pt x="519225" y="24333"/>
                </a:lnTo>
                <a:close/>
                <a:moveTo>
                  <a:pt x="638761" y="77744"/>
                </a:moveTo>
                <a:cubicBezTo>
                  <a:pt x="637752" y="77969"/>
                  <a:pt x="637302" y="77969"/>
                  <a:pt x="636742" y="77969"/>
                </a:cubicBezTo>
                <a:cubicBezTo>
                  <a:pt x="633486" y="77969"/>
                  <a:pt x="631691" y="76283"/>
                  <a:pt x="631691" y="73362"/>
                </a:cubicBezTo>
                <a:lnTo>
                  <a:pt x="631691" y="38749"/>
                </a:lnTo>
                <a:cubicBezTo>
                  <a:pt x="631691" y="28302"/>
                  <a:pt x="624058" y="22689"/>
                  <a:pt x="609579" y="22689"/>
                </a:cubicBezTo>
                <a:cubicBezTo>
                  <a:pt x="600937" y="22689"/>
                  <a:pt x="594090" y="25159"/>
                  <a:pt x="590050" y="29536"/>
                </a:cubicBezTo>
                <a:cubicBezTo>
                  <a:pt x="587356" y="32570"/>
                  <a:pt x="586232" y="35940"/>
                  <a:pt x="586008" y="41784"/>
                </a:cubicBezTo>
                <a:lnTo>
                  <a:pt x="595436" y="41784"/>
                </a:lnTo>
                <a:cubicBezTo>
                  <a:pt x="596222" y="34592"/>
                  <a:pt x="600488" y="31333"/>
                  <a:pt x="609242" y="31333"/>
                </a:cubicBezTo>
                <a:cubicBezTo>
                  <a:pt x="617772" y="31333"/>
                  <a:pt x="622374" y="34479"/>
                  <a:pt x="622374" y="40098"/>
                </a:cubicBezTo>
                <a:lnTo>
                  <a:pt x="622374" y="42570"/>
                </a:lnTo>
                <a:cubicBezTo>
                  <a:pt x="622263" y="46617"/>
                  <a:pt x="620242" y="48078"/>
                  <a:pt x="612609" y="49088"/>
                </a:cubicBezTo>
                <a:cubicBezTo>
                  <a:pt x="599365" y="50773"/>
                  <a:pt x="597344" y="51224"/>
                  <a:pt x="593752" y="52685"/>
                </a:cubicBezTo>
                <a:cubicBezTo>
                  <a:pt x="586907" y="55607"/>
                  <a:pt x="583427" y="60775"/>
                  <a:pt x="583427" y="68417"/>
                </a:cubicBezTo>
                <a:cubicBezTo>
                  <a:pt x="583427" y="79091"/>
                  <a:pt x="590834" y="85825"/>
                  <a:pt x="602732" y="85825"/>
                </a:cubicBezTo>
                <a:cubicBezTo>
                  <a:pt x="610141" y="85825"/>
                  <a:pt x="616089" y="83244"/>
                  <a:pt x="622712" y="77183"/>
                </a:cubicBezTo>
                <a:cubicBezTo>
                  <a:pt x="623385" y="83244"/>
                  <a:pt x="626303" y="85825"/>
                  <a:pt x="632364" y="85825"/>
                </a:cubicBezTo>
                <a:cubicBezTo>
                  <a:pt x="634384" y="85825"/>
                  <a:pt x="635618" y="85600"/>
                  <a:pt x="638761" y="84816"/>
                </a:cubicBezTo>
                <a:lnTo>
                  <a:pt x="638761" y="77744"/>
                </a:lnTo>
                <a:moveTo>
                  <a:pt x="622374" y="64709"/>
                </a:moveTo>
                <a:cubicBezTo>
                  <a:pt x="622374" y="67855"/>
                  <a:pt x="621477" y="69765"/>
                  <a:pt x="618670" y="72349"/>
                </a:cubicBezTo>
                <a:cubicBezTo>
                  <a:pt x="614854" y="75835"/>
                  <a:pt x="610252" y="77631"/>
                  <a:pt x="604753" y="77631"/>
                </a:cubicBezTo>
                <a:cubicBezTo>
                  <a:pt x="597457" y="77631"/>
                  <a:pt x="593192" y="74148"/>
                  <a:pt x="593192" y="68193"/>
                </a:cubicBezTo>
                <a:cubicBezTo>
                  <a:pt x="593192" y="62012"/>
                  <a:pt x="597233" y="58866"/>
                  <a:pt x="607334" y="57405"/>
                </a:cubicBezTo>
                <a:cubicBezTo>
                  <a:pt x="617324" y="56055"/>
                  <a:pt x="619232" y="55607"/>
                  <a:pt x="622374" y="54146"/>
                </a:cubicBezTo>
                <a:lnTo>
                  <a:pt x="622374" y="64709"/>
                </a:lnTo>
                <a:close/>
                <a:moveTo>
                  <a:pt x="674567" y="24333"/>
                </a:moveTo>
                <a:lnTo>
                  <a:pt x="664915" y="24333"/>
                </a:lnTo>
                <a:lnTo>
                  <a:pt x="664915" y="8171"/>
                </a:lnTo>
                <a:lnTo>
                  <a:pt x="655598" y="8171"/>
                </a:lnTo>
                <a:lnTo>
                  <a:pt x="655598" y="24333"/>
                </a:lnTo>
                <a:lnTo>
                  <a:pt x="647629" y="24333"/>
                </a:lnTo>
                <a:lnTo>
                  <a:pt x="647629" y="31967"/>
                </a:lnTo>
                <a:lnTo>
                  <a:pt x="655598" y="31967"/>
                </a:lnTo>
                <a:lnTo>
                  <a:pt x="655598" y="76508"/>
                </a:lnTo>
                <a:cubicBezTo>
                  <a:pt x="655598" y="82571"/>
                  <a:pt x="659638" y="85825"/>
                  <a:pt x="666934" y="85825"/>
                </a:cubicBezTo>
                <a:cubicBezTo>
                  <a:pt x="669404" y="85825"/>
                  <a:pt x="671425" y="85600"/>
                  <a:pt x="674567" y="85040"/>
                </a:cubicBezTo>
                <a:lnTo>
                  <a:pt x="674567" y="77183"/>
                </a:lnTo>
                <a:cubicBezTo>
                  <a:pt x="673219" y="77520"/>
                  <a:pt x="671985" y="77631"/>
                  <a:pt x="670077" y="77631"/>
                </a:cubicBezTo>
                <a:cubicBezTo>
                  <a:pt x="666036" y="77631"/>
                  <a:pt x="664915" y="76508"/>
                  <a:pt x="664915" y="72346"/>
                </a:cubicBezTo>
                <a:lnTo>
                  <a:pt x="664915" y="31967"/>
                </a:lnTo>
                <a:lnTo>
                  <a:pt x="674567" y="31967"/>
                </a:lnTo>
                <a:lnTo>
                  <a:pt x="674567" y="24333"/>
                </a:lnTo>
                <a:close/>
                <a:moveTo>
                  <a:pt x="699034" y="22689"/>
                </a:moveTo>
                <a:cubicBezTo>
                  <a:pt x="682423" y="22689"/>
                  <a:pt x="672546" y="34479"/>
                  <a:pt x="672546" y="54259"/>
                </a:cubicBezTo>
                <a:cubicBezTo>
                  <a:pt x="672546" y="74149"/>
                  <a:pt x="682423" y="85825"/>
                  <a:pt x="699147" y="85825"/>
                </a:cubicBezTo>
                <a:cubicBezTo>
                  <a:pt x="715759" y="85825"/>
                  <a:pt x="725748" y="74036"/>
                  <a:pt x="725748" y="54707"/>
                </a:cubicBezTo>
                <a:cubicBezTo>
                  <a:pt x="725748" y="34255"/>
                  <a:pt x="716096" y="22689"/>
                  <a:pt x="699034" y="22689"/>
                </a:cubicBezTo>
                <a:moveTo>
                  <a:pt x="699147" y="31333"/>
                </a:moveTo>
                <a:cubicBezTo>
                  <a:pt x="709697" y="31333"/>
                  <a:pt x="715983" y="39985"/>
                  <a:pt x="715983" y="54594"/>
                </a:cubicBezTo>
                <a:cubicBezTo>
                  <a:pt x="715983" y="68530"/>
                  <a:pt x="709473" y="77183"/>
                  <a:pt x="699147" y="77183"/>
                </a:cubicBezTo>
                <a:cubicBezTo>
                  <a:pt x="688709" y="77183"/>
                  <a:pt x="682310" y="68530"/>
                  <a:pt x="682310" y="54259"/>
                </a:cubicBezTo>
                <a:cubicBezTo>
                  <a:pt x="682310" y="39985"/>
                  <a:pt x="688709" y="31333"/>
                  <a:pt x="699147" y="31333"/>
                </a:cubicBezTo>
                <a:close/>
                <a:moveTo>
                  <a:pt x="743593" y="24333"/>
                </a:moveTo>
                <a:lnTo>
                  <a:pt x="743593" y="83194"/>
                </a:lnTo>
                <a:lnTo>
                  <a:pt x="753023" y="83194"/>
                </a:lnTo>
                <a:lnTo>
                  <a:pt x="753023" y="52642"/>
                </a:lnTo>
                <a:cubicBezTo>
                  <a:pt x="753135" y="38487"/>
                  <a:pt x="758971" y="32196"/>
                  <a:pt x="771880" y="32534"/>
                </a:cubicBezTo>
                <a:lnTo>
                  <a:pt x="771880" y="22987"/>
                </a:lnTo>
                <a:cubicBezTo>
                  <a:pt x="770307" y="22802"/>
                  <a:pt x="769410" y="22689"/>
                  <a:pt x="768286" y="22689"/>
                </a:cubicBezTo>
                <a:cubicBezTo>
                  <a:pt x="762225" y="22689"/>
                  <a:pt x="757625" y="26282"/>
                  <a:pt x="752237" y="35036"/>
                </a:cubicBezTo>
                <a:lnTo>
                  <a:pt x="752237" y="24333"/>
                </a:lnTo>
                <a:lnTo>
                  <a:pt x="743593" y="24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(d)RISCV64GAS.">
            <a:extLst xmlns:a="http://schemas.openxmlformats.org/drawingml/2006/main">
              <a:ext uri="{FF2B5EF4-FFF2-40B4-BE49-F238E27FC236}">
                <a16:creationId xmlns:a16="http://schemas.microsoft.com/office/drawing/2014/main" id="{30FC2823-3AD3-4907-8034-A23F81E4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111" y="4964897"/>
            <a:ext cx="1783249" cy="213154"/>
          </a:xfrm>
          <a:custGeom xmlns:a="http://schemas.openxmlformats.org/drawingml/2006/main">
            <a:pathLst>
              <a:path w="1783249" h="213154">
                <a:moveTo>
                  <a:pt x="0" y="106360"/>
                </a:moveTo>
                <a:cubicBezTo>
                  <a:pt x="0" y="116608"/>
                  <a:pt x="1136" y="167848"/>
                  <a:pt x="52836" y="212486"/>
                </a:cubicBezTo>
                <a:lnTo>
                  <a:pt x="59668" y="205199"/>
                </a:lnTo>
                <a:cubicBezTo>
                  <a:pt x="52381" y="197001"/>
                  <a:pt x="26189" y="166483"/>
                  <a:pt x="26189" y="106360"/>
                </a:cubicBezTo>
                <a:cubicBezTo>
                  <a:pt x="26189" y="46233"/>
                  <a:pt x="52836" y="15715"/>
                  <a:pt x="59668" y="7746"/>
                </a:cubicBezTo>
                <a:lnTo>
                  <a:pt x="53291" y="0"/>
                </a:lnTo>
                <a:cubicBezTo>
                  <a:pt x="23457" y="25737"/>
                  <a:pt x="0" y="64908"/>
                  <a:pt x="0" y="106360"/>
                </a:cubicBezTo>
                <a:close/>
                <a:moveTo>
                  <a:pt x="139835" y="142310"/>
                </a:moveTo>
                <a:cubicBezTo>
                  <a:pt x="135053" y="146184"/>
                  <a:pt x="122984" y="151196"/>
                  <a:pt x="120249" y="151196"/>
                </a:cubicBezTo>
                <a:cubicBezTo>
                  <a:pt x="108861" y="151196"/>
                  <a:pt x="99978" y="138438"/>
                  <a:pt x="99978" y="111784"/>
                </a:cubicBezTo>
                <a:cubicBezTo>
                  <a:pt x="99978" y="99712"/>
                  <a:pt x="101348" y="89231"/>
                  <a:pt x="105674" y="82169"/>
                </a:cubicBezTo>
                <a:cubicBezTo>
                  <a:pt x="109545" y="76018"/>
                  <a:pt x="115693" y="72373"/>
                  <a:pt x="122525" y="72373"/>
                </a:cubicBezTo>
                <a:cubicBezTo>
                  <a:pt x="128447" y="72373"/>
                  <a:pt x="134142" y="73058"/>
                  <a:pt x="139609" y="80574"/>
                </a:cubicBezTo>
                <a:lnTo>
                  <a:pt x="139609" y="136617"/>
                </a:lnTo>
                <a:cubicBezTo>
                  <a:pt x="139609" y="138438"/>
                  <a:pt x="139609" y="140489"/>
                  <a:pt x="139835" y="142310"/>
                </a:cubicBezTo>
                <a:moveTo>
                  <a:pt x="140519" y="153017"/>
                </a:moveTo>
                <a:cubicBezTo>
                  <a:pt x="140974" y="158483"/>
                  <a:pt x="141430" y="162354"/>
                  <a:pt x="141430" y="162354"/>
                </a:cubicBezTo>
                <a:cubicBezTo>
                  <a:pt x="141659" y="165089"/>
                  <a:pt x="143480" y="166226"/>
                  <a:pt x="146667" y="166226"/>
                </a:cubicBezTo>
                <a:cubicBezTo>
                  <a:pt x="155094" y="163904"/>
                  <a:pt x="168758" y="160714"/>
                  <a:pt x="184472" y="158664"/>
                </a:cubicBezTo>
                <a:cubicBezTo>
                  <a:pt x="184928" y="157298"/>
                  <a:pt x="184472" y="152746"/>
                  <a:pt x="184017" y="151376"/>
                </a:cubicBezTo>
                <a:cubicBezTo>
                  <a:pt x="171719" y="150240"/>
                  <a:pt x="169213" y="146595"/>
                  <a:pt x="169213" y="133618"/>
                </a:cubicBezTo>
                <a:lnTo>
                  <a:pt x="169213" y="31227"/>
                </a:lnTo>
                <a:cubicBezTo>
                  <a:pt x="169213" y="16451"/>
                  <a:pt x="169898" y="7982"/>
                  <a:pt x="169898" y="7982"/>
                </a:cubicBezTo>
                <a:cubicBezTo>
                  <a:pt x="169898" y="5904"/>
                  <a:pt x="168303" y="4980"/>
                  <a:pt x="166252" y="4980"/>
                </a:cubicBezTo>
                <a:cubicBezTo>
                  <a:pt x="157829" y="7753"/>
                  <a:pt x="139609" y="10293"/>
                  <a:pt x="123439" y="10985"/>
                </a:cubicBezTo>
                <a:cubicBezTo>
                  <a:pt x="122754" y="13720"/>
                  <a:pt x="122984" y="16681"/>
                  <a:pt x="124120" y="18731"/>
                </a:cubicBezTo>
                <a:cubicBezTo>
                  <a:pt x="138469" y="19867"/>
                  <a:pt x="139609" y="20093"/>
                  <a:pt x="139609" y="35769"/>
                </a:cubicBezTo>
                <a:lnTo>
                  <a:pt x="139609" y="65311"/>
                </a:lnTo>
                <a:cubicBezTo>
                  <a:pt x="135279" y="63946"/>
                  <a:pt x="129816" y="62806"/>
                  <a:pt x="123210" y="62806"/>
                </a:cubicBezTo>
                <a:cubicBezTo>
                  <a:pt x="93831" y="62806"/>
                  <a:pt x="68094" y="88539"/>
                  <a:pt x="68094" y="118818"/>
                </a:cubicBezTo>
                <a:cubicBezTo>
                  <a:pt x="68094" y="132479"/>
                  <a:pt x="72879" y="147964"/>
                  <a:pt x="84038" y="156617"/>
                </a:cubicBezTo>
                <a:cubicBezTo>
                  <a:pt x="92236" y="163039"/>
                  <a:pt x="97931" y="166226"/>
                  <a:pt x="110685" y="166226"/>
                </a:cubicBezTo>
                <a:cubicBezTo>
                  <a:pt x="116833" y="166226"/>
                  <a:pt x="133687" y="156207"/>
                  <a:pt x="138469" y="153017"/>
                </a:cubicBezTo>
                <a:lnTo>
                  <a:pt x="140519" y="153017"/>
                </a:lnTo>
                <a:close/>
                <a:moveTo>
                  <a:pt x="250975" y="106797"/>
                </a:moveTo>
                <a:cubicBezTo>
                  <a:pt x="250975" y="96549"/>
                  <a:pt x="249835" y="45305"/>
                  <a:pt x="198139" y="667"/>
                </a:cubicBezTo>
                <a:lnTo>
                  <a:pt x="191307" y="7955"/>
                </a:lnTo>
                <a:cubicBezTo>
                  <a:pt x="198594" y="16156"/>
                  <a:pt x="224783" y="46674"/>
                  <a:pt x="224783" y="106797"/>
                </a:cubicBezTo>
                <a:cubicBezTo>
                  <a:pt x="224783" y="166924"/>
                  <a:pt x="198139" y="197443"/>
                  <a:pt x="191307" y="205411"/>
                </a:cubicBezTo>
                <a:lnTo>
                  <a:pt x="197684" y="213154"/>
                </a:lnTo>
                <a:cubicBezTo>
                  <a:pt x="227518" y="187420"/>
                  <a:pt x="250975" y="148249"/>
                  <a:pt x="250975" y="106797"/>
                </a:cubicBezTo>
                <a:close/>
                <a:moveTo>
                  <a:pt x="419733" y="57590"/>
                </a:moveTo>
                <a:cubicBezTo>
                  <a:pt x="419733" y="85613"/>
                  <a:pt x="402882" y="89940"/>
                  <a:pt x="383752" y="89940"/>
                </a:cubicBezTo>
                <a:lnTo>
                  <a:pt x="373959" y="89940"/>
                </a:lnTo>
                <a:lnTo>
                  <a:pt x="373959" y="44603"/>
                </a:lnTo>
                <a:cubicBezTo>
                  <a:pt x="373959" y="29111"/>
                  <a:pt x="379196" y="24326"/>
                  <a:pt x="391265" y="24326"/>
                </a:cubicBezTo>
                <a:cubicBezTo>
                  <a:pt x="404478" y="24326"/>
                  <a:pt x="419733" y="29796"/>
                  <a:pt x="419733" y="57590"/>
                </a:cubicBezTo>
                <a:moveTo>
                  <a:pt x="398556" y="14953"/>
                </a:moveTo>
                <a:cubicBezTo>
                  <a:pt x="389444" y="14953"/>
                  <a:pt x="332282" y="16545"/>
                  <a:pt x="323170" y="16545"/>
                </a:cubicBezTo>
                <a:cubicBezTo>
                  <a:pt x="320894" y="17914"/>
                  <a:pt x="320894" y="22925"/>
                  <a:pt x="323170" y="24291"/>
                </a:cubicBezTo>
                <a:cubicBezTo>
                  <a:pt x="335698" y="24972"/>
                  <a:pt x="342075" y="25886"/>
                  <a:pt x="342075" y="44805"/>
                </a:cubicBezTo>
                <a:lnTo>
                  <a:pt x="342075" y="136197"/>
                </a:lnTo>
                <a:cubicBezTo>
                  <a:pt x="342075" y="155109"/>
                  <a:pt x="335698" y="156023"/>
                  <a:pt x="323170" y="156704"/>
                </a:cubicBezTo>
                <a:cubicBezTo>
                  <a:pt x="320894" y="158069"/>
                  <a:pt x="320894" y="163081"/>
                  <a:pt x="323170" y="164446"/>
                </a:cubicBezTo>
                <a:cubicBezTo>
                  <a:pt x="332282" y="164220"/>
                  <a:pt x="349133" y="163991"/>
                  <a:pt x="358245" y="163991"/>
                </a:cubicBezTo>
                <a:cubicBezTo>
                  <a:pt x="367353" y="163991"/>
                  <a:pt x="383752" y="164220"/>
                  <a:pt x="392860" y="164446"/>
                </a:cubicBezTo>
                <a:cubicBezTo>
                  <a:pt x="395140" y="163081"/>
                  <a:pt x="395140" y="158069"/>
                  <a:pt x="392860" y="156704"/>
                </a:cubicBezTo>
                <a:cubicBezTo>
                  <a:pt x="380336" y="156023"/>
                  <a:pt x="373959" y="155109"/>
                  <a:pt x="373959" y="136197"/>
                </a:cubicBezTo>
                <a:lnTo>
                  <a:pt x="373959" y="99507"/>
                </a:lnTo>
                <a:cubicBezTo>
                  <a:pt x="391950" y="99507"/>
                  <a:pt x="394000" y="101102"/>
                  <a:pt x="397187" y="106342"/>
                </a:cubicBezTo>
                <a:lnTo>
                  <a:pt x="423834" y="145993"/>
                </a:lnTo>
                <a:cubicBezTo>
                  <a:pt x="430895" y="156207"/>
                  <a:pt x="440233" y="166226"/>
                  <a:pt x="453897" y="166226"/>
                </a:cubicBezTo>
                <a:cubicBezTo>
                  <a:pt x="463006" y="166271"/>
                  <a:pt x="474849" y="165586"/>
                  <a:pt x="477128" y="164446"/>
                </a:cubicBezTo>
                <a:cubicBezTo>
                  <a:pt x="478039" y="162809"/>
                  <a:pt x="477810" y="158483"/>
                  <a:pt x="476899" y="156662"/>
                </a:cubicBezTo>
                <a:cubicBezTo>
                  <a:pt x="466651" y="156662"/>
                  <a:pt x="461414" y="151196"/>
                  <a:pt x="455037" y="141632"/>
                </a:cubicBezTo>
                <a:lnTo>
                  <a:pt x="424063" y="93814"/>
                </a:lnTo>
                <a:cubicBezTo>
                  <a:pt x="436362" y="88803"/>
                  <a:pt x="454123" y="76957"/>
                  <a:pt x="454123" y="53718"/>
                </a:cubicBezTo>
                <a:cubicBezTo>
                  <a:pt x="454123" y="44603"/>
                  <a:pt x="450707" y="30936"/>
                  <a:pt x="436588" y="22505"/>
                </a:cubicBezTo>
                <a:cubicBezTo>
                  <a:pt x="428161" y="17459"/>
                  <a:pt x="415636" y="14953"/>
                  <a:pt x="398556" y="14953"/>
                </a:cubicBezTo>
                <a:close/>
                <a:moveTo>
                  <a:pt x="505141" y="44801"/>
                </a:moveTo>
                <a:lnTo>
                  <a:pt x="505141" y="136194"/>
                </a:lnTo>
                <a:cubicBezTo>
                  <a:pt x="505141" y="155109"/>
                  <a:pt x="498764" y="156023"/>
                  <a:pt x="486236" y="156704"/>
                </a:cubicBezTo>
                <a:cubicBezTo>
                  <a:pt x="483960" y="158069"/>
                  <a:pt x="483960" y="163081"/>
                  <a:pt x="486236" y="164446"/>
                </a:cubicBezTo>
                <a:cubicBezTo>
                  <a:pt x="495348" y="164220"/>
                  <a:pt x="512199" y="163991"/>
                  <a:pt x="521311" y="163991"/>
                </a:cubicBezTo>
                <a:cubicBezTo>
                  <a:pt x="530419" y="163991"/>
                  <a:pt x="546818" y="164220"/>
                  <a:pt x="555926" y="164446"/>
                </a:cubicBezTo>
                <a:cubicBezTo>
                  <a:pt x="558206" y="163081"/>
                  <a:pt x="558206" y="158069"/>
                  <a:pt x="555926" y="156704"/>
                </a:cubicBezTo>
                <a:cubicBezTo>
                  <a:pt x="543402" y="156023"/>
                  <a:pt x="537025" y="155109"/>
                  <a:pt x="537025" y="136194"/>
                </a:cubicBezTo>
                <a:lnTo>
                  <a:pt x="537025" y="44801"/>
                </a:lnTo>
                <a:cubicBezTo>
                  <a:pt x="537025" y="25886"/>
                  <a:pt x="543402" y="24972"/>
                  <a:pt x="555926" y="24291"/>
                </a:cubicBezTo>
                <a:cubicBezTo>
                  <a:pt x="558206" y="22925"/>
                  <a:pt x="558206" y="17914"/>
                  <a:pt x="555926" y="16545"/>
                </a:cubicBezTo>
                <a:cubicBezTo>
                  <a:pt x="546818" y="16774"/>
                  <a:pt x="530419" y="17004"/>
                  <a:pt x="521311" y="17004"/>
                </a:cubicBezTo>
                <a:cubicBezTo>
                  <a:pt x="512199" y="17004"/>
                  <a:pt x="495348" y="16774"/>
                  <a:pt x="486236" y="16545"/>
                </a:cubicBezTo>
                <a:cubicBezTo>
                  <a:pt x="483960" y="17914"/>
                  <a:pt x="483960" y="22925"/>
                  <a:pt x="486236" y="24291"/>
                </a:cubicBezTo>
                <a:cubicBezTo>
                  <a:pt x="498764" y="24972"/>
                  <a:pt x="505141" y="25886"/>
                  <a:pt x="505141" y="44801"/>
                </a:cubicBezTo>
                <a:close/>
                <a:moveTo>
                  <a:pt x="658639" y="20250"/>
                </a:moveTo>
                <a:cubicBezTo>
                  <a:pt x="646115" y="18429"/>
                  <a:pt x="641330" y="14099"/>
                  <a:pt x="620152" y="14099"/>
                </a:cubicBezTo>
                <a:cubicBezTo>
                  <a:pt x="609901" y="14099"/>
                  <a:pt x="596466" y="17289"/>
                  <a:pt x="586899" y="25031"/>
                </a:cubicBezTo>
                <a:cubicBezTo>
                  <a:pt x="578472" y="31863"/>
                  <a:pt x="572095" y="42341"/>
                  <a:pt x="572095" y="53500"/>
                </a:cubicBezTo>
                <a:cubicBezTo>
                  <a:pt x="572095" y="62153"/>
                  <a:pt x="574375" y="73085"/>
                  <a:pt x="579612" y="79917"/>
                </a:cubicBezTo>
                <a:cubicBezTo>
                  <a:pt x="590089" y="94037"/>
                  <a:pt x="608990" y="101779"/>
                  <a:pt x="618783" y="108611"/>
                </a:cubicBezTo>
                <a:cubicBezTo>
                  <a:pt x="629261" y="115899"/>
                  <a:pt x="639509" y="125007"/>
                  <a:pt x="639509" y="137761"/>
                </a:cubicBezTo>
                <a:cubicBezTo>
                  <a:pt x="639509" y="148919"/>
                  <a:pt x="629716" y="156662"/>
                  <a:pt x="615822" y="156662"/>
                </a:cubicBezTo>
                <a:cubicBezTo>
                  <a:pt x="600563" y="156662"/>
                  <a:pt x="584852" y="144138"/>
                  <a:pt x="580296" y="123412"/>
                </a:cubicBezTo>
                <a:cubicBezTo>
                  <a:pt x="576425" y="122046"/>
                  <a:pt x="572554" y="123186"/>
                  <a:pt x="568908" y="124097"/>
                </a:cubicBezTo>
                <a:cubicBezTo>
                  <a:pt x="568908" y="141177"/>
                  <a:pt x="570729" y="153246"/>
                  <a:pt x="573235" y="161673"/>
                </a:cubicBezTo>
                <a:cubicBezTo>
                  <a:pt x="586218" y="161673"/>
                  <a:pt x="586899" y="166226"/>
                  <a:pt x="618328" y="166226"/>
                </a:cubicBezTo>
                <a:cubicBezTo>
                  <a:pt x="632221" y="166226"/>
                  <a:pt x="643380" y="162128"/>
                  <a:pt x="652718" y="153701"/>
                </a:cubicBezTo>
                <a:cubicBezTo>
                  <a:pt x="660919" y="146643"/>
                  <a:pt x="668206" y="136166"/>
                  <a:pt x="668206" y="122046"/>
                </a:cubicBezTo>
                <a:cubicBezTo>
                  <a:pt x="668206" y="110203"/>
                  <a:pt x="663195" y="102235"/>
                  <a:pt x="656363" y="94718"/>
                </a:cubicBezTo>
                <a:cubicBezTo>
                  <a:pt x="647481" y="84925"/>
                  <a:pt x="634727" y="77867"/>
                  <a:pt x="625845" y="73311"/>
                </a:cubicBezTo>
                <a:cubicBezTo>
                  <a:pt x="616736" y="68759"/>
                  <a:pt x="600563" y="56916"/>
                  <a:pt x="600563" y="43936"/>
                </a:cubicBezTo>
                <a:cubicBezTo>
                  <a:pt x="600563" y="31182"/>
                  <a:pt x="608309" y="23436"/>
                  <a:pt x="619923" y="23436"/>
                </a:cubicBezTo>
                <a:cubicBezTo>
                  <a:pt x="639283" y="23436"/>
                  <a:pt x="645660" y="40975"/>
                  <a:pt x="649757" y="56005"/>
                </a:cubicBezTo>
                <a:cubicBezTo>
                  <a:pt x="652947" y="56916"/>
                  <a:pt x="658639" y="56916"/>
                  <a:pt x="661145" y="54865"/>
                </a:cubicBezTo>
                <a:cubicBezTo>
                  <a:pt x="661145" y="42796"/>
                  <a:pt x="660234" y="33458"/>
                  <a:pt x="658639" y="20250"/>
                </a:cubicBezTo>
                <a:close/>
                <a:moveTo>
                  <a:pt x="767957" y="166226"/>
                </a:moveTo>
                <a:cubicBezTo>
                  <a:pt x="790048" y="166226"/>
                  <a:pt x="810319" y="155752"/>
                  <a:pt x="825807" y="135481"/>
                </a:cubicBezTo>
                <a:cubicBezTo>
                  <a:pt x="824668" y="133434"/>
                  <a:pt x="820796" y="130699"/>
                  <a:pt x="818291" y="130699"/>
                </a:cubicBezTo>
                <a:cubicBezTo>
                  <a:pt x="802121" y="148464"/>
                  <a:pt x="783672" y="154386"/>
                  <a:pt x="767731" y="154386"/>
                </a:cubicBezTo>
                <a:cubicBezTo>
                  <a:pt x="741313" y="154386"/>
                  <a:pt x="720358" y="123412"/>
                  <a:pt x="720358" y="87886"/>
                </a:cubicBezTo>
                <a:cubicBezTo>
                  <a:pt x="720358" y="52589"/>
                  <a:pt x="738578" y="23436"/>
                  <a:pt x="765681" y="23436"/>
                </a:cubicBezTo>
                <a:cubicBezTo>
                  <a:pt x="797110" y="23436"/>
                  <a:pt x="807358" y="41201"/>
                  <a:pt x="813280" y="60787"/>
                </a:cubicBezTo>
                <a:cubicBezTo>
                  <a:pt x="816011" y="61697"/>
                  <a:pt x="820567" y="61013"/>
                  <a:pt x="823072" y="59647"/>
                </a:cubicBezTo>
                <a:cubicBezTo>
                  <a:pt x="821933" y="47807"/>
                  <a:pt x="820112" y="36875"/>
                  <a:pt x="818061" y="24350"/>
                </a:cubicBezTo>
                <a:cubicBezTo>
                  <a:pt x="806447" y="23210"/>
                  <a:pt x="796199" y="14099"/>
                  <a:pt x="768186" y="14099"/>
                </a:cubicBezTo>
                <a:cubicBezTo>
                  <a:pt x="723548" y="14099"/>
                  <a:pt x="685968" y="42112"/>
                  <a:pt x="685968" y="92212"/>
                </a:cubicBezTo>
                <a:cubicBezTo>
                  <a:pt x="685968" y="113619"/>
                  <a:pt x="695306" y="138671"/>
                  <a:pt x="713526" y="151880"/>
                </a:cubicBezTo>
                <a:cubicBezTo>
                  <a:pt x="728104" y="162354"/>
                  <a:pt x="745866" y="166226"/>
                  <a:pt x="767957" y="166226"/>
                </a:cubicBezTo>
                <a:close/>
                <a:moveTo>
                  <a:pt x="973613" y="40238"/>
                </a:moveTo>
                <a:cubicBezTo>
                  <a:pt x="979079" y="26567"/>
                  <a:pt x="986366" y="24972"/>
                  <a:pt x="996389" y="24291"/>
                </a:cubicBezTo>
                <a:cubicBezTo>
                  <a:pt x="997754" y="22925"/>
                  <a:pt x="997754" y="17914"/>
                  <a:pt x="996389" y="16545"/>
                </a:cubicBezTo>
                <a:cubicBezTo>
                  <a:pt x="989553" y="16774"/>
                  <a:pt x="982266" y="17004"/>
                  <a:pt x="974978" y="17004"/>
                </a:cubicBezTo>
                <a:cubicBezTo>
                  <a:pt x="965641" y="17004"/>
                  <a:pt x="953116" y="16774"/>
                  <a:pt x="944689" y="16545"/>
                </a:cubicBezTo>
                <a:cubicBezTo>
                  <a:pt x="943324" y="17914"/>
                  <a:pt x="943324" y="22925"/>
                  <a:pt x="944689" y="24291"/>
                </a:cubicBezTo>
                <a:cubicBezTo>
                  <a:pt x="953342" y="24972"/>
                  <a:pt x="963820" y="26341"/>
                  <a:pt x="960404" y="34998"/>
                </a:cubicBezTo>
                <a:lnTo>
                  <a:pt x="928975" y="116097"/>
                </a:lnTo>
                <a:lnTo>
                  <a:pt x="925329" y="124983"/>
                </a:lnTo>
                <a:lnTo>
                  <a:pt x="921687" y="114731"/>
                </a:lnTo>
                <a:lnTo>
                  <a:pt x="893445" y="33403"/>
                </a:lnTo>
                <a:cubicBezTo>
                  <a:pt x="890940" y="25886"/>
                  <a:pt x="899367" y="24972"/>
                  <a:pt x="910299" y="24291"/>
                </a:cubicBezTo>
                <a:cubicBezTo>
                  <a:pt x="911665" y="22925"/>
                  <a:pt x="911665" y="17914"/>
                  <a:pt x="910299" y="16545"/>
                </a:cubicBezTo>
                <a:cubicBezTo>
                  <a:pt x="901872" y="16774"/>
                  <a:pt x="879096" y="17004"/>
                  <a:pt x="870217" y="17004"/>
                </a:cubicBezTo>
                <a:cubicBezTo>
                  <a:pt x="860880" y="17004"/>
                  <a:pt x="848126" y="16774"/>
                  <a:pt x="839699" y="16545"/>
                </a:cubicBezTo>
                <a:cubicBezTo>
                  <a:pt x="838333" y="17914"/>
                  <a:pt x="838333" y="22925"/>
                  <a:pt x="839699" y="24291"/>
                </a:cubicBezTo>
                <a:cubicBezTo>
                  <a:pt x="848581" y="25202"/>
                  <a:pt x="856094" y="26341"/>
                  <a:pt x="860195" y="36593"/>
                </a:cubicBezTo>
                <a:lnTo>
                  <a:pt x="909844" y="161433"/>
                </a:lnTo>
                <a:cubicBezTo>
                  <a:pt x="911439" y="165305"/>
                  <a:pt x="914171" y="166670"/>
                  <a:pt x="917361" y="166670"/>
                </a:cubicBezTo>
                <a:cubicBezTo>
                  <a:pt x="920548" y="166670"/>
                  <a:pt x="923508" y="165534"/>
                  <a:pt x="925103" y="161433"/>
                </a:cubicBezTo>
                <a:lnTo>
                  <a:pt x="973613" y="40238"/>
                </a:lnTo>
                <a:close/>
                <a:moveTo>
                  <a:pt x="1036697" y="98131"/>
                </a:moveTo>
                <a:cubicBezTo>
                  <a:pt x="1045580" y="92664"/>
                  <a:pt x="1049451" y="92209"/>
                  <a:pt x="1053552" y="92209"/>
                </a:cubicBezTo>
                <a:cubicBezTo>
                  <a:pt x="1066761" y="92209"/>
                  <a:pt x="1075869" y="107923"/>
                  <a:pt x="1075869" y="121588"/>
                </a:cubicBezTo>
                <a:cubicBezTo>
                  <a:pt x="1075869" y="146184"/>
                  <a:pt x="1068582" y="157347"/>
                  <a:pt x="1060384" y="157347"/>
                </a:cubicBezTo>
                <a:cubicBezTo>
                  <a:pt x="1048996" y="157347"/>
                  <a:pt x="1036471" y="148464"/>
                  <a:pt x="1036471" y="108834"/>
                </a:cubicBezTo>
                <a:cubicBezTo>
                  <a:pt x="1036471" y="106328"/>
                  <a:pt x="1036471" y="100636"/>
                  <a:pt x="1036697" y="98131"/>
                </a:cubicBezTo>
                <a:moveTo>
                  <a:pt x="1100240" y="34334"/>
                </a:moveTo>
                <a:cubicBezTo>
                  <a:pt x="1100921" y="31603"/>
                  <a:pt x="1100695" y="27276"/>
                  <a:pt x="1098874" y="24997"/>
                </a:cubicBezTo>
                <a:cubicBezTo>
                  <a:pt x="1066761" y="25911"/>
                  <a:pt x="1049680" y="32058"/>
                  <a:pt x="1032371" y="47098"/>
                </a:cubicBezTo>
                <a:cubicBezTo>
                  <a:pt x="1015061" y="62135"/>
                  <a:pt x="1007774" y="86061"/>
                  <a:pt x="1007774" y="107923"/>
                </a:cubicBezTo>
                <a:cubicBezTo>
                  <a:pt x="1007774" y="156662"/>
                  <a:pt x="1034647" y="166226"/>
                  <a:pt x="1057652" y="166226"/>
                </a:cubicBezTo>
                <a:cubicBezTo>
                  <a:pt x="1093178" y="166226"/>
                  <a:pt x="1106387" y="137531"/>
                  <a:pt x="1106387" y="117490"/>
                </a:cubicBezTo>
                <a:cubicBezTo>
                  <a:pt x="1106387" y="106328"/>
                  <a:pt x="1098645" y="81506"/>
                  <a:pt x="1061294" y="80821"/>
                </a:cubicBezTo>
                <a:cubicBezTo>
                  <a:pt x="1055828" y="81506"/>
                  <a:pt x="1046264" y="84240"/>
                  <a:pt x="1038063" y="88567"/>
                </a:cubicBezTo>
                <a:cubicBezTo>
                  <a:pt x="1039658" y="72164"/>
                  <a:pt x="1047401" y="56669"/>
                  <a:pt x="1058108" y="48009"/>
                </a:cubicBezTo>
                <a:cubicBezTo>
                  <a:pt x="1071542" y="37069"/>
                  <a:pt x="1087257" y="35019"/>
                  <a:pt x="1100240" y="34334"/>
                </a:cubicBezTo>
                <a:close/>
                <a:moveTo>
                  <a:pt x="1174254" y="49837"/>
                </a:moveTo>
                <a:lnTo>
                  <a:pt x="1174254" y="116378"/>
                </a:lnTo>
                <a:lnTo>
                  <a:pt x="1132351" y="116378"/>
                </a:lnTo>
                <a:cubicBezTo>
                  <a:pt x="1143739" y="97237"/>
                  <a:pt x="1162185" y="66246"/>
                  <a:pt x="1174254" y="49837"/>
                </a:cubicBezTo>
                <a:moveTo>
                  <a:pt x="1224814" y="116378"/>
                </a:moveTo>
                <a:lnTo>
                  <a:pt x="1202497" y="116378"/>
                </a:lnTo>
                <a:lnTo>
                  <a:pt x="1202497" y="24997"/>
                </a:lnTo>
                <a:lnTo>
                  <a:pt x="1182001" y="24997"/>
                </a:lnTo>
                <a:cubicBezTo>
                  <a:pt x="1164691" y="45736"/>
                  <a:pt x="1140323" y="84932"/>
                  <a:pt x="1121419" y="113188"/>
                </a:cubicBezTo>
                <a:cubicBezTo>
                  <a:pt x="1120963" y="113873"/>
                  <a:pt x="1119824" y="115468"/>
                  <a:pt x="1119824" y="116152"/>
                </a:cubicBezTo>
                <a:cubicBezTo>
                  <a:pt x="1119824" y="117063"/>
                  <a:pt x="1121648" y="118884"/>
                  <a:pt x="1123014" y="121389"/>
                </a:cubicBezTo>
                <a:lnTo>
                  <a:pt x="1126430" y="125490"/>
                </a:lnTo>
                <a:cubicBezTo>
                  <a:pt x="1127570" y="126627"/>
                  <a:pt x="1128480" y="127082"/>
                  <a:pt x="1133947" y="127082"/>
                </a:cubicBezTo>
                <a:lnTo>
                  <a:pt x="1174254" y="127082"/>
                </a:lnTo>
                <a:lnTo>
                  <a:pt x="1174254" y="136197"/>
                </a:lnTo>
                <a:cubicBezTo>
                  <a:pt x="1174254" y="155109"/>
                  <a:pt x="1165601" y="156023"/>
                  <a:pt x="1153077" y="156704"/>
                </a:cubicBezTo>
                <a:cubicBezTo>
                  <a:pt x="1150797" y="158069"/>
                  <a:pt x="1150797" y="163081"/>
                  <a:pt x="1153077" y="164446"/>
                </a:cubicBezTo>
                <a:cubicBezTo>
                  <a:pt x="1153077" y="164446"/>
                  <a:pt x="1179495" y="163991"/>
                  <a:pt x="1188603" y="163991"/>
                </a:cubicBezTo>
                <a:cubicBezTo>
                  <a:pt x="1197715" y="163991"/>
                  <a:pt x="1205002" y="164220"/>
                  <a:pt x="1223678" y="164446"/>
                </a:cubicBezTo>
                <a:cubicBezTo>
                  <a:pt x="1225954" y="163081"/>
                  <a:pt x="1225954" y="158069"/>
                  <a:pt x="1223678" y="156704"/>
                </a:cubicBezTo>
                <a:cubicBezTo>
                  <a:pt x="1211150" y="156023"/>
                  <a:pt x="1202497" y="155109"/>
                  <a:pt x="1202497" y="136197"/>
                </a:cubicBezTo>
                <a:lnTo>
                  <a:pt x="1202497" y="127082"/>
                </a:lnTo>
                <a:lnTo>
                  <a:pt x="1221627" y="127082"/>
                </a:lnTo>
                <a:cubicBezTo>
                  <a:pt x="1224814" y="127082"/>
                  <a:pt x="1228230" y="122755"/>
                  <a:pt x="1228230" y="120024"/>
                </a:cubicBezTo>
                <a:cubicBezTo>
                  <a:pt x="1228230" y="117748"/>
                  <a:pt x="1227320" y="116378"/>
                  <a:pt x="1224814" y="116378"/>
                </a:cubicBezTo>
                <a:close/>
                <a:moveTo>
                  <a:pt x="1378772" y="14099"/>
                </a:moveTo>
                <a:cubicBezTo>
                  <a:pt x="1356455" y="14099"/>
                  <a:pt x="1336184" y="21160"/>
                  <a:pt x="1320470" y="35269"/>
                </a:cubicBezTo>
                <a:cubicBezTo>
                  <a:pt x="1305210" y="48923"/>
                  <a:pt x="1296328" y="69402"/>
                  <a:pt x="1296328" y="93974"/>
                </a:cubicBezTo>
                <a:cubicBezTo>
                  <a:pt x="1296328" y="114484"/>
                  <a:pt x="1304526" y="135686"/>
                  <a:pt x="1320240" y="148909"/>
                </a:cubicBezTo>
                <a:cubicBezTo>
                  <a:pt x="1334589" y="161218"/>
                  <a:pt x="1352583" y="166226"/>
                  <a:pt x="1376496" y="166226"/>
                </a:cubicBezTo>
                <a:cubicBezTo>
                  <a:pt x="1402003" y="166226"/>
                  <a:pt x="1426600" y="158483"/>
                  <a:pt x="1441175" y="146174"/>
                </a:cubicBezTo>
                <a:cubicBezTo>
                  <a:pt x="1438898" y="144124"/>
                  <a:pt x="1437759" y="142299"/>
                  <a:pt x="1437759" y="139790"/>
                </a:cubicBezTo>
                <a:lnTo>
                  <a:pt x="1437759" y="113119"/>
                </a:lnTo>
                <a:cubicBezTo>
                  <a:pt x="1437759" y="105136"/>
                  <a:pt x="1441175" y="102857"/>
                  <a:pt x="1447552" y="102172"/>
                </a:cubicBezTo>
                <a:cubicBezTo>
                  <a:pt x="1448917" y="100806"/>
                  <a:pt x="1448917" y="95114"/>
                  <a:pt x="1447552" y="93748"/>
                </a:cubicBezTo>
                <a:cubicBezTo>
                  <a:pt x="1441175" y="93974"/>
                  <a:pt x="1430471" y="94204"/>
                  <a:pt x="1421818" y="94204"/>
                </a:cubicBezTo>
                <a:cubicBezTo>
                  <a:pt x="1413391" y="94204"/>
                  <a:pt x="1398358" y="93974"/>
                  <a:pt x="1388110" y="93748"/>
                </a:cubicBezTo>
                <a:cubicBezTo>
                  <a:pt x="1386744" y="95114"/>
                  <a:pt x="1386744" y="100806"/>
                  <a:pt x="1388110" y="102172"/>
                </a:cubicBezTo>
                <a:cubicBezTo>
                  <a:pt x="1399953" y="103086"/>
                  <a:pt x="1405874" y="103997"/>
                  <a:pt x="1405874" y="113119"/>
                </a:cubicBezTo>
                <a:lnTo>
                  <a:pt x="1405874" y="147088"/>
                </a:lnTo>
                <a:cubicBezTo>
                  <a:pt x="1398587" y="154382"/>
                  <a:pt x="1393121" y="156662"/>
                  <a:pt x="1381507" y="156662"/>
                </a:cubicBezTo>
                <a:cubicBezTo>
                  <a:pt x="1343016" y="156662"/>
                  <a:pt x="1330718" y="119499"/>
                  <a:pt x="1330718" y="89425"/>
                </a:cubicBezTo>
                <a:cubicBezTo>
                  <a:pt x="1330718" y="69857"/>
                  <a:pt x="1333679" y="52106"/>
                  <a:pt x="1342106" y="40503"/>
                </a:cubicBezTo>
                <a:cubicBezTo>
                  <a:pt x="1350988" y="28444"/>
                  <a:pt x="1363513" y="23666"/>
                  <a:pt x="1375585" y="23666"/>
                </a:cubicBezTo>
                <a:cubicBezTo>
                  <a:pt x="1405190" y="23666"/>
                  <a:pt x="1420223" y="41187"/>
                  <a:pt x="1425915" y="60756"/>
                </a:cubicBezTo>
                <a:cubicBezTo>
                  <a:pt x="1429561" y="61211"/>
                  <a:pt x="1433203" y="60756"/>
                  <a:pt x="1435938" y="59390"/>
                </a:cubicBezTo>
                <a:cubicBezTo>
                  <a:pt x="1433887" y="49833"/>
                  <a:pt x="1432747" y="38456"/>
                  <a:pt x="1431156" y="22071"/>
                </a:cubicBezTo>
                <a:cubicBezTo>
                  <a:pt x="1419313" y="22071"/>
                  <a:pt x="1407240" y="14099"/>
                  <a:pt x="1378772" y="14099"/>
                </a:cubicBezTo>
                <a:close/>
                <a:moveTo>
                  <a:pt x="1517698" y="99503"/>
                </a:moveTo>
                <a:cubicBezTo>
                  <a:pt x="1512687" y="99503"/>
                  <a:pt x="1511092" y="98822"/>
                  <a:pt x="1512002" y="96546"/>
                </a:cubicBezTo>
                <a:lnTo>
                  <a:pt x="1532047" y="45528"/>
                </a:lnTo>
                <a:lnTo>
                  <a:pt x="1533638" y="45528"/>
                </a:lnTo>
                <a:lnTo>
                  <a:pt x="1552314" y="99503"/>
                </a:lnTo>
                <a:lnTo>
                  <a:pt x="1517698" y="99503"/>
                </a:lnTo>
                <a:moveTo>
                  <a:pt x="1493101" y="145993"/>
                </a:moveTo>
                <a:lnTo>
                  <a:pt x="1505170" y="114311"/>
                </a:lnTo>
                <a:cubicBezTo>
                  <a:pt x="1506310" y="111350"/>
                  <a:pt x="1507676" y="110436"/>
                  <a:pt x="1513142" y="110436"/>
                </a:cubicBezTo>
                <a:lnTo>
                  <a:pt x="1556414" y="110436"/>
                </a:lnTo>
                <a:lnTo>
                  <a:pt x="1569168" y="147588"/>
                </a:lnTo>
                <a:cubicBezTo>
                  <a:pt x="1572358" y="156933"/>
                  <a:pt x="1563246" y="156023"/>
                  <a:pt x="1552314" y="156704"/>
                </a:cubicBezTo>
                <a:cubicBezTo>
                  <a:pt x="1550948" y="158069"/>
                  <a:pt x="1550948" y="163081"/>
                  <a:pt x="1552314" y="164446"/>
                </a:cubicBezTo>
                <a:cubicBezTo>
                  <a:pt x="1560741" y="164220"/>
                  <a:pt x="1582377" y="163991"/>
                  <a:pt x="1591259" y="163991"/>
                </a:cubicBezTo>
                <a:cubicBezTo>
                  <a:pt x="1600597" y="163991"/>
                  <a:pt x="1613351" y="164220"/>
                  <a:pt x="1621778" y="164446"/>
                </a:cubicBezTo>
                <a:cubicBezTo>
                  <a:pt x="1623144" y="163081"/>
                  <a:pt x="1623144" y="158069"/>
                  <a:pt x="1621778" y="156704"/>
                </a:cubicBezTo>
                <a:cubicBezTo>
                  <a:pt x="1612895" y="155793"/>
                  <a:pt x="1605379" y="156023"/>
                  <a:pt x="1601282" y="144398"/>
                </a:cubicBezTo>
                <a:lnTo>
                  <a:pt x="1554364" y="14099"/>
                </a:lnTo>
                <a:cubicBezTo>
                  <a:pt x="1550948" y="16149"/>
                  <a:pt x="1537284" y="24121"/>
                  <a:pt x="1529312" y="24121"/>
                </a:cubicBezTo>
                <a:lnTo>
                  <a:pt x="1479892" y="140749"/>
                </a:lnTo>
                <a:cubicBezTo>
                  <a:pt x="1473971" y="154883"/>
                  <a:pt x="1467138" y="156023"/>
                  <a:pt x="1457116" y="156704"/>
                </a:cubicBezTo>
                <a:cubicBezTo>
                  <a:pt x="1455750" y="158069"/>
                  <a:pt x="1455750" y="163081"/>
                  <a:pt x="1457116" y="164446"/>
                </a:cubicBezTo>
                <a:cubicBezTo>
                  <a:pt x="1465543" y="164220"/>
                  <a:pt x="1469644" y="163991"/>
                  <a:pt x="1478526" y="163991"/>
                </a:cubicBezTo>
                <a:cubicBezTo>
                  <a:pt x="1487864" y="163991"/>
                  <a:pt x="1500388" y="164220"/>
                  <a:pt x="1508816" y="164446"/>
                </a:cubicBezTo>
                <a:cubicBezTo>
                  <a:pt x="1510181" y="163081"/>
                  <a:pt x="1510181" y="158069"/>
                  <a:pt x="1508816" y="156704"/>
                </a:cubicBezTo>
                <a:cubicBezTo>
                  <a:pt x="1500163" y="156023"/>
                  <a:pt x="1489456" y="155338"/>
                  <a:pt x="1493101" y="145993"/>
                </a:cubicBezTo>
                <a:close/>
                <a:moveTo>
                  <a:pt x="1719935" y="20250"/>
                </a:moveTo>
                <a:cubicBezTo>
                  <a:pt x="1707411" y="18429"/>
                  <a:pt x="1702626" y="14099"/>
                  <a:pt x="1681448" y="14099"/>
                </a:cubicBezTo>
                <a:cubicBezTo>
                  <a:pt x="1671197" y="14099"/>
                  <a:pt x="1657762" y="17289"/>
                  <a:pt x="1648195" y="25031"/>
                </a:cubicBezTo>
                <a:cubicBezTo>
                  <a:pt x="1639768" y="31863"/>
                  <a:pt x="1633391" y="42341"/>
                  <a:pt x="1633391" y="53500"/>
                </a:cubicBezTo>
                <a:cubicBezTo>
                  <a:pt x="1633391" y="62153"/>
                  <a:pt x="1635671" y="73085"/>
                  <a:pt x="1640908" y="79917"/>
                </a:cubicBezTo>
                <a:cubicBezTo>
                  <a:pt x="1651385" y="94037"/>
                  <a:pt x="1670286" y="101779"/>
                  <a:pt x="1680079" y="108611"/>
                </a:cubicBezTo>
                <a:cubicBezTo>
                  <a:pt x="1690557" y="115899"/>
                  <a:pt x="1700805" y="125007"/>
                  <a:pt x="1700805" y="137761"/>
                </a:cubicBezTo>
                <a:cubicBezTo>
                  <a:pt x="1700805" y="148919"/>
                  <a:pt x="1691012" y="156662"/>
                  <a:pt x="1677118" y="156662"/>
                </a:cubicBezTo>
                <a:cubicBezTo>
                  <a:pt x="1661859" y="156662"/>
                  <a:pt x="1646148" y="144138"/>
                  <a:pt x="1641592" y="123412"/>
                </a:cubicBezTo>
                <a:cubicBezTo>
                  <a:pt x="1637721" y="122046"/>
                  <a:pt x="1633850" y="123186"/>
                  <a:pt x="1630204" y="124097"/>
                </a:cubicBezTo>
                <a:cubicBezTo>
                  <a:pt x="1630204" y="141177"/>
                  <a:pt x="1632025" y="153246"/>
                  <a:pt x="1634531" y="161673"/>
                </a:cubicBezTo>
                <a:cubicBezTo>
                  <a:pt x="1647514" y="161673"/>
                  <a:pt x="1648195" y="166226"/>
                  <a:pt x="1679624" y="166226"/>
                </a:cubicBezTo>
                <a:cubicBezTo>
                  <a:pt x="1693518" y="166226"/>
                  <a:pt x="1704676" y="162128"/>
                  <a:pt x="1714014" y="153701"/>
                </a:cubicBezTo>
                <a:cubicBezTo>
                  <a:pt x="1722215" y="146643"/>
                  <a:pt x="1729502" y="136166"/>
                  <a:pt x="1729502" y="122046"/>
                </a:cubicBezTo>
                <a:cubicBezTo>
                  <a:pt x="1729502" y="110203"/>
                  <a:pt x="1724491" y="102235"/>
                  <a:pt x="1717659" y="94718"/>
                </a:cubicBezTo>
                <a:cubicBezTo>
                  <a:pt x="1708777" y="84925"/>
                  <a:pt x="1696023" y="77867"/>
                  <a:pt x="1687141" y="73311"/>
                </a:cubicBezTo>
                <a:cubicBezTo>
                  <a:pt x="1678032" y="68759"/>
                  <a:pt x="1661859" y="56916"/>
                  <a:pt x="1661859" y="43936"/>
                </a:cubicBezTo>
                <a:cubicBezTo>
                  <a:pt x="1661859" y="31182"/>
                  <a:pt x="1669605" y="23436"/>
                  <a:pt x="1681219" y="23436"/>
                </a:cubicBezTo>
                <a:cubicBezTo>
                  <a:pt x="1700579" y="23436"/>
                  <a:pt x="1706956" y="40975"/>
                  <a:pt x="1711053" y="56005"/>
                </a:cubicBezTo>
                <a:cubicBezTo>
                  <a:pt x="1714243" y="56916"/>
                  <a:pt x="1719935" y="56916"/>
                  <a:pt x="1722441" y="54865"/>
                </a:cubicBezTo>
                <a:cubicBezTo>
                  <a:pt x="1722441" y="42796"/>
                  <a:pt x="1721530" y="33458"/>
                  <a:pt x="1719935" y="20250"/>
                </a:cubicBezTo>
                <a:close/>
                <a:moveTo>
                  <a:pt x="1749999" y="150740"/>
                </a:moveTo>
                <a:cubicBezTo>
                  <a:pt x="1749999" y="159393"/>
                  <a:pt x="1757286" y="166226"/>
                  <a:pt x="1766394" y="166226"/>
                </a:cubicBezTo>
                <a:cubicBezTo>
                  <a:pt x="1775506" y="166226"/>
                  <a:pt x="1783249" y="158938"/>
                  <a:pt x="1783249" y="150285"/>
                </a:cubicBezTo>
                <a:cubicBezTo>
                  <a:pt x="1783249" y="141403"/>
                  <a:pt x="1775961" y="134571"/>
                  <a:pt x="1766849" y="134571"/>
                </a:cubicBezTo>
                <a:cubicBezTo>
                  <a:pt x="1757741" y="134571"/>
                  <a:pt x="1749999" y="141858"/>
                  <a:pt x="1749999" y="1507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105530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2026-09-05T08:54:35.5730000Z</dcterms:created>
  <dcterms:modified xsi:type="dcterms:W3CDTF">2026-09-05T08:54:35.5730000Z</dcterms:modified>
</coreProperties>
</file>