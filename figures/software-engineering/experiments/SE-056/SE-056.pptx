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727912e9546fc" /><Relationship Type="http://schemas.openxmlformats.org/officeDocument/2006/relationships/extended-properties" Target="/docProps/app.xml" Id="R154622a9113d4286" /><Relationship Type="http://schemas.openxmlformats.org/officeDocument/2006/relationships/officeDocument" Target="/ppt/presentation.xml" Id="R626d14d0c3194d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44ffc61d44b8c"/>
  </p:sldMasterIdLst>
  <p:notesMasterIdLst>
    <p:notesMasterId xmlns:r="http://schemas.openxmlformats.org/officeDocument/2006/relationships" r:id="Rba379f161f17445f"/>
  </p:notesMasterIdLst>
  <p:sldIdLst>
    <p:sldId xmlns:r="http://schemas.openxmlformats.org/officeDocument/2006/relationships" id="256" r:id="R96f8dfc031744aa7"/>
  </p:sldIdLst>
  <p:sldSz cx="14716125" cy="4543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0bcbcc33f4655" /><Relationship Type="http://schemas.openxmlformats.org/officeDocument/2006/relationships/slideMaster" Target="/ppt/slideMasters/slideMaster1.xml" Id="Ra3a44ffc61d44b8c" /><Relationship Type="http://schemas.openxmlformats.org/officeDocument/2006/relationships/notesMaster" Target="/ppt/notesMasters/notesMaster1.xml" Id="Rba379f161f17445f" /><Relationship Type="http://schemas.openxmlformats.org/officeDocument/2006/relationships/presProps" Target="/ppt/presProps.xml" Id="R980cf4718d57484d" /><Relationship Type="http://schemas.openxmlformats.org/officeDocument/2006/relationships/tableStyles" Target="/ppt/tableStyles.xml" Id="R0062a078105c46b1" /><Relationship Type="http://schemas.openxmlformats.org/officeDocument/2006/relationships/slide" Target="/ppt/slides/slide1.xml" Id="R96f8dfc03174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f369f6372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f36cd986b4ee2" /><Relationship Type="http://schemas.openxmlformats.org/officeDocument/2006/relationships/notesMaster" Target="/ppt/notesMasters/notesMaster1.xml" Id="Rceeaf496096c49e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素材ID：SE-056</ns1:t>
            </ns1:r>
          </ns1:p>
          <ns1:p>
            <ns1:r>
              <ns1:t>论文：Understanding Software Engineering Agents: A Study of Thought-Action-Result Trajectories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3，PDF第7页</ns1:t>
            </ns1:r>
          </ns1:p>
          <ns1:p>
            <ns1:r>
              <ns1:t>类型：实验图表</ns1:t>
            </ns1:r>
          </ns1:p>
          <ns1:p>
            <ns1:r>
              <ns1:t>借鉴点：同一行比较三种系统，每格按成功/失败分组展示输入、输出和总量的小提琴轮廓，保留分布宽度、中位数、极值和单位。</ns1:t>
            </ns1:r>
          </ns1:p>
          <ns1:p>
            <ns1:r>
              <ns1:t>论文URL：https://arxiv.org/pdf/2506.18824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零图片。全部小提琴轮廓、均值中位数、坐标轴网格、文字为原生对象。轮廓按已发表位图描摹并平滑，未复现原始统计计算；源图OpenHands的多个2M刻度原样保留，不据此宣称真实数值。原作者CSV虽已取得，但最大值与源图可视范围存在差异，没有擅自筛除离群值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5c78cf59a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4787d7c4344bb" /><Relationship Type="http://schemas.openxmlformats.org/officeDocument/2006/relationships/slideLayout" Target="/ppt/slideLayouts/slideLayout1.xml" Id="R97a3f685c99f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3f685c99f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708de810a4ddf" /><Relationship Type="http://schemas.openxmlformats.org/officeDocument/2006/relationships/notesSlide" Target="/ppt/notesSlides/notesSlide1.xml" Id="R9f1530d9f198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6" name="SE-056-1">
            <a:extLst xmlns:a="http://schemas.openxmlformats.org/drawingml/2006/main">
              <a:ext uri="{FF2B5EF4-FFF2-40B4-BE49-F238E27FC236}">
                <a16:creationId xmlns:a16="http://schemas.microsoft.com/office/drawing/2014/main" id="{A38CC755-FE33-4BB6-A71E-2D793624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RepairAgent</a:t>
            </a:r>
          </a:p>
        </p:txBody>
      </p:sp>
      <p:sp>
        <p:nvSpPr>
          <p:cNvPr id="2" name="SE-056-path-2">
            <a:extLst xmlns:a="http://schemas.openxmlformats.org/drawingml/2006/main">
              <a:ext uri="{FF2B5EF4-FFF2-40B4-BE49-F238E27FC236}">
                <a16:creationId xmlns:a16="http://schemas.microsoft.com/office/drawing/2014/main" id="{225B5C35-60A3-4A68-9F6C-1C0FE200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" name="SE-056-path-3">
            <a:extLst xmlns:a="http://schemas.openxmlformats.org/drawingml/2006/main">
              <a:ext uri="{FF2B5EF4-FFF2-40B4-BE49-F238E27FC236}">
                <a16:creationId xmlns:a16="http://schemas.microsoft.com/office/drawing/2014/main" id="{74FC8249-0642-4DCC-B294-E9F4260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" name="SE-056-path-4">
            <a:extLst xmlns:a="http://schemas.openxmlformats.org/drawingml/2006/main">
              <a:ext uri="{FF2B5EF4-FFF2-40B4-BE49-F238E27FC236}">
                <a16:creationId xmlns:a16="http://schemas.microsoft.com/office/drawing/2014/main" id="{55D23B7E-D6FB-4BEA-98B2-5F11375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" name="SE-056-path-5">
            <a:extLst xmlns:a="http://schemas.openxmlformats.org/drawingml/2006/main">
              <a:ext uri="{FF2B5EF4-FFF2-40B4-BE49-F238E27FC236}">
                <a16:creationId xmlns:a16="http://schemas.microsoft.com/office/drawing/2014/main" id="{EE52A578-FCE6-4998-87AB-F3170316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" name="SE-056-path-6">
            <a:extLst xmlns:a="http://schemas.openxmlformats.org/drawingml/2006/main">
              <a:ext uri="{FF2B5EF4-FFF2-40B4-BE49-F238E27FC236}">
                <a16:creationId xmlns:a16="http://schemas.microsoft.com/office/drawing/2014/main" id="{54852E02-DDA5-467A-9175-B0CDF2C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" name="SE-056-path-7">
            <a:extLst xmlns:a="http://schemas.openxmlformats.org/drawingml/2006/main">
              <a:ext uri="{FF2B5EF4-FFF2-40B4-BE49-F238E27FC236}">
                <a16:creationId xmlns:a16="http://schemas.microsoft.com/office/drawing/2014/main" id="{0C9BCF79-0B0F-4028-8B18-BE94386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" name="SE-056-path-8">
            <a:extLst xmlns:a="http://schemas.openxmlformats.org/drawingml/2006/main">
              <a:ext uri="{FF2B5EF4-FFF2-40B4-BE49-F238E27FC236}">
                <a16:creationId xmlns:a16="http://schemas.microsoft.com/office/drawing/2014/main" id="{936A35A9-C947-45DF-9682-70CBB72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" name="SE-056-path-9">
            <a:extLst xmlns:a="http://schemas.openxmlformats.org/drawingml/2006/main">
              <a:ext uri="{FF2B5EF4-FFF2-40B4-BE49-F238E27FC236}">
                <a16:creationId xmlns:a16="http://schemas.microsoft.com/office/drawing/2014/main" id="{6800A84D-F597-4173-B6C6-2E5D90E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" name="SE-056-path-10">
            <a:extLst xmlns:a="http://schemas.openxmlformats.org/drawingml/2006/main">
              <a:ext uri="{FF2B5EF4-FFF2-40B4-BE49-F238E27FC236}">
                <a16:creationId xmlns:a16="http://schemas.microsoft.com/office/drawing/2014/main" id="{5930C58D-8D80-4EA1-ADDD-28F92DA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" name="SE-056-path-11">
            <a:extLst xmlns:a="http://schemas.openxmlformats.org/drawingml/2006/main">
              <a:ext uri="{FF2B5EF4-FFF2-40B4-BE49-F238E27FC236}">
                <a16:creationId xmlns:a16="http://schemas.microsoft.com/office/drawing/2014/main" id="{6D41959A-5692-4329-9758-B2ACD75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" name="SE-056-path-12">
            <a:extLst xmlns:a="http://schemas.openxmlformats.org/drawingml/2006/main">
              <a:ext uri="{FF2B5EF4-FFF2-40B4-BE49-F238E27FC236}">
                <a16:creationId xmlns:a16="http://schemas.microsoft.com/office/drawing/2014/main" id="{201DEFA0-535E-4993-9013-704E5ED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" name="SE-056-path-13">
            <a:extLst xmlns:a="http://schemas.openxmlformats.org/drawingml/2006/main">
              <a:ext uri="{FF2B5EF4-FFF2-40B4-BE49-F238E27FC236}">
                <a16:creationId xmlns:a16="http://schemas.microsoft.com/office/drawing/2014/main" id="{A96E297D-1902-4D61-ADC0-DF721EB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" name="SE-056-path-14">
            <a:extLst xmlns:a="http://schemas.openxmlformats.org/drawingml/2006/main">
              <a:ext uri="{FF2B5EF4-FFF2-40B4-BE49-F238E27FC236}">
                <a16:creationId xmlns:a16="http://schemas.microsoft.com/office/drawing/2014/main" id="{F77575DD-F47F-4A74-9534-EF954BF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" name="SE-056-path-15">
            <a:extLst xmlns:a="http://schemas.openxmlformats.org/drawingml/2006/main">
              <a:ext uri="{FF2B5EF4-FFF2-40B4-BE49-F238E27FC236}">
                <a16:creationId xmlns:a16="http://schemas.microsoft.com/office/drawing/2014/main" id="{21DB9ABB-AFF5-43E6-9131-1D1051D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" name="SE-056-path-16">
            <a:extLst xmlns:a="http://schemas.openxmlformats.org/drawingml/2006/main">
              <a:ext uri="{FF2B5EF4-FFF2-40B4-BE49-F238E27FC236}">
                <a16:creationId xmlns:a16="http://schemas.microsoft.com/office/drawing/2014/main" id="{4E9139E1-2E30-40D8-8759-CC2BF663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" name="SE-056-path-17">
            <a:extLst xmlns:a="http://schemas.openxmlformats.org/drawingml/2006/main">
              <a:ext uri="{FF2B5EF4-FFF2-40B4-BE49-F238E27FC236}">
                <a16:creationId xmlns:a16="http://schemas.microsoft.com/office/drawing/2014/main" id="{A26D18B7-06E6-4CE8-84EF-CA7F66B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" name="SE-056-path-18">
            <a:extLst xmlns:a="http://schemas.openxmlformats.org/drawingml/2006/main">
              <a:ext uri="{FF2B5EF4-FFF2-40B4-BE49-F238E27FC236}">
                <a16:creationId xmlns:a16="http://schemas.microsoft.com/office/drawing/2014/main" id="{C2BF5E57-8A92-4D27-A368-282EBCD0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" name="SE-056-path-19">
            <a:extLst xmlns:a="http://schemas.openxmlformats.org/drawingml/2006/main">
              <a:ext uri="{FF2B5EF4-FFF2-40B4-BE49-F238E27FC236}">
                <a16:creationId xmlns:a16="http://schemas.microsoft.com/office/drawing/2014/main" id="{50BFA17C-4F6D-4B3B-A133-8022BF1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" name="SE-056-path-20">
            <a:extLst xmlns:a="http://schemas.openxmlformats.org/drawingml/2006/main">
              <a:ext uri="{FF2B5EF4-FFF2-40B4-BE49-F238E27FC236}">
                <a16:creationId xmlns:a16="http://schemas.microsoft.com/office/drawing/2014/main" id="{9C834841-2F53-4EFF-B36C-2CAFD66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" name="SE-056-path-21">
            <a:extLst xmlns:a="http://schemas.openxmlformats.org/drawingml/2006/main">
              <a:ext uri="{FF2B5EF4-FFF2-40B4-BE49-F238E27FC236}">
                <a16:creationId xmlns:a16="http://schemas.microsoft.com/office/drawing/2014/main" id="{C118309C-B0B9-4624-BE66-98510BE5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" name="SE-056-path-22">
            <a:extLst xmlns:a="http://schemas.openxmlformats.org/drawingml/2006/main">
              <a:ext uri="{FF2B5EF4-FFF2-40B4-BE49-F238E27FC236}">
                <a16:creationId xmlns:a16="http://schemas.microsoft.com/office/drawing/2014/main" id="{D0474FE8-B50B-44A7-A84C-9650BAA6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" name="SE-056-path-23">
            <a:extLst xmlns:a="http://schemas.openxmlformats.org/drawingml/2006/main">
              <a:ext uri="{FF2B5EF4-FFF2-40B4-BE49-F238E27FC236}">
                <a16:creationId xmlns:a16="http://schemas.microsoft.com/office/drawing/2014/main" id="{89DC768E-691E-44FC-9D80-5CF977DB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" name="SE-056-path-24">
            <a:extLst xmlns:a="http://schemas.openxmlformats.org/drawingml/2006/main">
              <a:ext uri="{FF2B5EF4-FFF2-40B4-BE49-F238E27FC236}">
                <a16:creationId xmlns:a16="http://schemas.microsoft.com/office/drawing/2014/main" id="{781E91F0-9C29-48F3-9CF5-94E978F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" name="SE-056-path-25">
            <a:extLst xmlns:a="http://schemas.openxmlformats.org/drawingml/2006/main">
              <a:ext uri="{FF2B5EF4-FFF2-40B4-BE49-F238E27FC236}">
                <a16:creationId xmlns:a16="http://schemas.microsoft.com/office/drawing/2014/main" id="{C7C11AA3-77A2-494E-BE07-B050A31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" name="SE-056-path-26">
            <a:extLst xmlns:a="http://schemas.openxmlformats.org/drawingml/2006/main">
              <a:ext uri="{FF2B5EF4-FFF2-40B4-BE49-F238E27FC236}">
                <a16:creationId xmlns:a16="http://schemas.microsoft.com/office/drawing/2014/main" id="{1D387B59-5FB5-4A67-B6BE-8FF488E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" name="SE-056-path-27">
            <a:extLst xmlns:a="http://schemas.openxmlformats.org/drawingml/2006/main">
              <a:ext uri="{FF2B5EF4-FFF2-40B4-BE49-F238E27FC236}">
                <a16:creationId xmlns:a16="http://schemas.microsoft.com/office/drawing/2014/main" id="{41C7AEA1-606A-4315-B9B7-A51BA6E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" name="SE-056-path-28">
            <a:extLst xmlns:a="http://schemas.openxmlformats.org/drawingml/2006/main">
              <a:ext uri="{FF2B5EF4-FFF2-40B4-BE49-F238E27FC236}">
                <a16:creationId xmlns:a16="http://schemas.microsoft.com/office/drawing/2014/main" id="{F44FC60E-EBDD-4F01-97DF-CA1CCA9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" name="SE-056-path-29">
            <a:extLst xmlns:a="http://schemas.openxmlformats.org/drawingml/2006/main">
              <a:ext uri="{FF2B5EF4-FFF2-40B4-BE49-F238E27FC236}">
                <a16:creationId xmlns:a16="http://schemas.microsoft.com/office/drawing/2014/main" id="{F49BE732-1A78-4746-AEBE-E42BE9C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" name="SE-056-path-30">
            <a:extLst xmlns:a="http://schemas.openxmlformats.org/drawingml/2006/main">
              <a:ext uri="{FF2B5EF4-FFF2-40B4-BE49-F238E27FC236}">
                <a16:creationId xmlns:a16="http://schemas.microsoft.com/office/drawing/2014/main" id="{12F3D7FB-3F47-4AFD-B549-7C7B5F5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" name="SE-056-path-31">
            <a:extLst xmlns:a="http://schemas.openxmlformats.org/drawingml/2006/main">
              <a:ext uri="{FF2B5EF4-FFF2-40B4-BE49-F238E27FC236}">
                <a16:creationId xmlns:a16="http://schemas.microsoft.com/office/drawing/2014/main" id="{D12314EA-D28B-4D7D-A879-63769384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" name="SE-056-path-32">
            <a:extLst xmlns:a="http://schemas.openxmlformats.org/drawingml/2006/main">
              <a:ext uri="{FF2B5EF4-FFF2-40B4-BE49-F238E27FC236}">
                <a16:creationId xmlns:a16="http://schemas.microsoft.com/office/drawing/2014/main" id="{102A924B-A636-4923-981B-A0EFE6D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" name="SE-056-path-33">
            <a:extLst xmlns:a="http://schemas.openxmlformats.org/drawingml/2006/main">
              <a:ext uri="{FF2B5EF4-FFF2-40B4-BE49-F238E27FC236}">
                <a16:creationId xmlns:a16="http://schemas.microsoft.com/office/drawing/2014/main" id="{F815C30D-7AB7-4C27-AFC3-CC2938CB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" name="SE-056-path-34">
            <a:extLst xmlns:a="http://schemas.openxmlformats.org/drawingml/2006/main">
              <a:ext uri="{FF2B5EF4-FFF2-40B4-BE49-F238E27FC236}">
                <a16:creationId xmlns:a16="http://schemas.microsoft.com/office/drawing/2014/main" id="{8FA8911D-AD0D-4B7D-91CA-3EA3AC53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" name="SE-056-path-35">
            <a:extLst xmlns:a="http://schemas.openxmlformats.org/drawingml/2006/main">
              <a:ext uri="{FF2B5EF4-FFF2-40B4-BE49-F238E27FC236}">
                <a16:creationId xmlns:a16="http://schemas.microsoft.com/office/drawing/2014/main" id="{34FF96C5-EEC2-451E-B3C4-103E29E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" name="SE-056-path-36">
            <a:extLst xmlns:a="http://schemas.openxmlformats.org/drawingml/2006/main">
              <a:ext uri="{FF2B5EF4-FFF2-40B4-BE49-F238E27FC236}">
                <a16:creationId xmlns:a16="http://schemas.microsoft.com/office/drawing/2014/main" id="{F99A7614-68A6-4178-9BDB-1E93499E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" name="SE-056-path-37">
            <a:extLst xmlns:a="http://schemas.openxmlformats.org/drawingml/2006/main">
              <a:ext uri="{FF2B5EF4-FFF2-40B4-BE49-F238E27FC236}">
                <a16:creationId xmlns:a16="http://schemas.microsoft.com/office/drawing/2014/main" id="{056F5C02-437F-48CD-80DC-7DBB71C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" name="SE-056-path-38">
            <a:extLst xmlns:a="http://schemas.openxmlformats.org/drawingml/2006/main">
              <a:ext uri="{FF2B5EF4-FFF2-40B4-BE49-F238E27FC236}">
                <a16:creationId xmlns:a16="http://schemas.microsoft.com/office/drawing/2014/main" id="{8F847969-B6BC-4C11-A407-CB7FD282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" name="SE-056-path-39">
            <a:extLst xmlns:a="http://schemas.openxmlformats.org/drawingml/2006/main">
              <a:ext uri="{FF2B5EF4-FFF2-40B4-BE49-F238E27FC236}">
                <a16:creationId xmlns:a16="http://schemas.microsoft.com/office/drawing/2014/main" id="{21216E88-D5F5-4B76-AD6F-A77C7E2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" name="SE-056-path-40">
            <a:extLst xmlns:a="http://schemas.openxmlformats.org/drawingml/2006/main">
              <a:ext uri="{FF2B5EF4-FFF2-40B4-BE49-F238E27FC236}">
                <a16:creationId xmlns:a16="http://schemas.microsoft.com/office/drawing/2014/main" id="{FBC41E21-08C6-4069-90DB-9037B6C5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" name="SE-056-path-41">
            <a:extLst xmlns:a="http://schemas.openxmlformats.org/drawingml/2006/main">
              <a:ext uri="{FF2B5EF4-FFF2-40B4-BE49-F238E27FC236}">
                <a16:creationId xmlns:a16="http://schemas.microsoft.com/office/drawing/2014/main" id="{76523466-4106-430E-BA46-23EA6DB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" name="SE-056-path-42">
            <a:extLst xmlns:a="http://schemas.openxmlformats.org/drawingml/2006/main">
              <a:ext uri="{FF2B5EF4-FFF2-40B4-BE49-F238E27FC236}">
                <a16:creationId xmlns:a16="http://schemas.microsoft.com/office/drawing/2014/main" id="{55679AED-5681-4F15-8EFF-25FB195D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" name="SE-056-path-43">
            <a:extLst xmlns:a="http://schemas.openxmlformats.org/drawingml/2006/main">
              <a:ext uri="{FF2B5EF4-FFF2-40B4-BE49-F238E27FC236}">
                <a16:creationId xmlns:a16="http://schemas.microsoft.com/office/drawing/2014/main" id="{C75DFB2C-8571-4B67-9AEF-8BC8DC4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" name="SE-056-path-44">
            <a:extLst xmlns:a="http://schemas.openxmlformats.org/drawingml/2006/main">
              <a:ext uri="{FF2B5EF4-FFF2-40B4-BE49-F238E27FC236}">
                <a16:creationId xmlns:a16="http://schemas.microsoft.com/office/drawing/2014/main" id="{B798FA29-0B9E-4376-9661-6763AB6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" name="SE-056-path-45">
            <a:extLst xmlns:a="http://schemas.openxmlformats.org/drawingml/2006/main">
              <a:ext uri="{FF2B5EF4-FFF2-40B4-BE49-F238E27FC236}">
                <a16:creationId xmlns:a16="http://schemas.microsoft.com/office/drawing/2014/main" id="{2645C9C3-7FCC-41E0-BB83-881CB3B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" name="SE-056-path-46">
            <a:extLst xmlns:a="http://schemas.openxmlformats.org/drawingml/2006/main">
              <a:ext uri="{FF2B5EF4-FFF2-40B4-BE49-F238E27FC236}">
                <a16:creationId xmlns:a16="http://schemas.microsoft.com/office/drawing/2014/main" id="{31A81D69-F438-4A4B-B297-5FA8E0E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" name="SE-056-path-47">
            <a:extLst xmlns:a="http://schemas.openxmlformats.org/drawingml/2006/main">
              <a:ext uri="{FF2B5EF4-FFF2-40B4-BE49-F238E27FC236}">
                <a16:creationId xmlns:a16="http://schemas.microsoft.com/office/drawing/2014/main" id="{ACD7FA15-BD9B-43D1-8EA2-D13B9A6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" name="SE-056-path-48">
            <a:extLst xmlns:a="http://schemas.openxmlformats.org/drawingml/2006/main">
              <a:ext uri="{FF2B5EF4-FFF2-40B4-BE49-F238E27FC236}">
                <a16:creationId xmlns:a16="http://schemas.microsoft.com/office/drawing/2014/main" id="{CF15DA53-021E-4644-99FB-897434F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" name="SE-056-path-49">
            <a:extLst xmlns:a="http://schemas.openxmlformats.org/drawingml/2006/main">
              <a:ext uri="{FF2B5EF4-FFF2-40B4-BE49-F238E27FC236}">
                <a16:creationId xmlns:a16="http://schemas.microsoft.com/office/drawing/2014/main" id="{317EB08B-BAB2-4AF8-833B-7F3AC1C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" name="SE-056-path-50">
            <a:extLst xmlns:a="http://schemas.openxmlformats.org/drawingml/2006/main">
              <a:ext uri="{FF2B5EF4-FFF2-40B4-BE49-F238E27FC236}">
                <a16:creationId xmlns:a16="http://schemas.microsoft.com/office/drawing/2014/main" id="{EFE69F61-7BD2-4B2D-B9D7-CBFD7AF3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" name="SE-056-path-51">
            <a:extLst xmlns:a="http://schemas.openxmlformats.org/drawingml/2006/main">
              <a:ext uri="{FF2B5EF4-FFF2-40B4-BE49-F238E27FC236}">
                <a16:creationId xmlns:a16="http://schemas.microsoft.com/office/drawing/2014/main" id="{C5810157-A714-4886-B761-CA6B4F5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" name="SE-056-path-52">
            <a:extLst xmlns:a="http://schemas.openxmlformats.org/drawingml/2006/main">
              <a:ext uri="{FF2B5EF4-FFF2-40B4-BE49-F238E27FC236}">
                <a16:creationId xmlns:a16="http://schemas.microsoft.com/office/drawing/2014/main" id="{3E86B681-455A-4CCB-A2E7-156C55D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" name="SE-056-path-53">
            <a:extLst xmlns:a="http://schemas.openxmlformats.org/drawingml/2006/main">
              <a:ext uri="{FF2B5EF4-FFF2-40B4-BE49-F238E27FC236}">
                <a16:creationId xmlns:a16="http://schemas.microsoft.com/office/drawing/2014/main" id="{CD4F16F5-18EB-4451-993A-70798CF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" name="SE-056-path-54">
            <a:extLst xmlns:a="http://schemas.openxmlformats.org/drawingml/2006/main">
              <a:ext uri="{FF2B5EF4-FFF2-40B4-BE49-F238E27FC236}">
                <a16:creationId xmlns:a16="http://schemas.microsoft.com/office/drawing/2014/main" id="{90BE8FC1-303F-4820-8989-20EE6667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" name="SE-056-path-55">
            <a:extLst xmlns:a="http://schemas.openxmlformats.org/drawingml/2006/main">
              <a:ext uri="{FF2B5EF4-FFF2-40B4-BE49-F238E27FC236}">
                <a16:creationId xmlns:a16="http://schemas.microsoft.com/office/drawing/2014/main" id="{7CB9B8EB-56E3-44F2-ACF7-B135D20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" name="SE-056-path-56">
            <a:extLst xmlns:a="http://schemas.openxmlformats.org/drawingml/2006/main">
              <a:ext uri="{FF2B5EF4-FFF2-40B4-BE49-F238E27FC236}">
                <a16:creationId xmlns:a16="http://schemas.microsoft.com/office/drawing/2014/main" id="{89041A74-275C-46EC-83B3-4FF8AF6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" name="SE-056-path-57">
            <a:extLst xmlns:a="http://schemas.openxmlformats.org/drawingml/2006/main">
              <a:ext uri="{FF2B5EF4-FFF2-40B4-BE49-F238E27FC236}">
                <a16:creationId xmlns:a16="http://schemas.microsoft.com/office/drawing/2014/main" id="{DE33D658-BA5D-42F2-8BF9-A59A61F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" name="SE-056-path-58">
            <a:extLst xmlns:a="http://schemas.openxmlformats.org/drawingml/2006/main">
              <a:ext uri="{FF2B5EF4-FFF2-40B4-BE49-F238E27FC236}">
                <a16:creationId xmlns:a16="http://schemas.microsoft.com/office/drawing/2014/main" id="{33CFF594-1682-45CF-818D-7401CD6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" name="SE-056-path-59">
            <a:extLst xmlns:a="http://schemas.openxmlformats.org/drawingml/2006/main">
              <a:ext uri="{FF2B5EF4-FFF2-40B4-BE49-F238E27FC236}">
                <a16:creationId xmlns:a16="http://schemas.microsoft.com/office/drawing/2014/main" id="{F5D0BF6C-5723-41D0-9440-49A2E06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" name="SE-056-path-60">
            <a:extLst xmlns:a="http://schemas.openxmlformats.org/drawingml/2006/main">
              <a:ext uri="{FF2B5EF4-FFF2-40B4-BE49-F238E27FC236}">
                <a16:creationId xmlns:a16="http://schemas.microsoft.com/office/drawing/2014/main" id="{4E33F87D-A849-4F8E-A827-B3235E44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" name="SE-056-path-61">
            <a:extLst xmlns:a="http://schemas.openxmlformats.org/drawingml/2006/main">
              <a:ext uri="{FF2B5EF4-FFF2-40B4-BE49-F238E27FC236}">
                <a16:creationId xmlns:a16="http://schemas.microsoft.com/office/drawing/2014/main" id="{768FBD65-FB79-426B-AD5F-A7225A8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" name="SE-056-path-62">
            <a:extLst xmlns:a="http://schemas.openxmlformats.org/drawingml/2006/main">
              <a:ext uri="{FF2B5EF4-FFF2-40B4-BE49-F238E27FC236}">
                <a16:creationId xmlns:a16="http://schemas.microsoft.com/office/drawing/2014/main" id="{73A3FC7A-4A69-44AE-BEE3-3A120A0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" name="SE-056-path-63">
            <a:extLst xmlns:a="http://schemas.openxmlformats.org/drawingml/2006/main">
              <a:ext uri="{FF2B5EF4-FFF2-40B4-BE49-F238E27FC236}">
                <a16:creationId xmlns:a16="http://schemas.microsoft.com/office/drawing/2014/main" id="{D6F65C4F-B032-4303-9C79-CC8119C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" name="SE-056-path-64">
            <a:extLst xmlns:a="http://schemas.openxmlformats.org/drawingml/2006/main">
              <a:ext uri="{FF2B5EF4-FFF2-40B4-BE49-F238E27FC236}">
                <a16:creationId xmlns:a16="http://schemas.microsoft.com/office/drawing/2014/main" id="{7496C5E8-0C54-427C-A9DE-2229BD18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" name="SE-056-path-65">
            <a:extLst xmlns:a="http://schemas.openxmlformats.org/drawingml/2006/main">
              <a:ext uri="{FF2B5EF4-FFF2-40B4-BE49-F238E27FC236}">
                <a16:creationId xmlns:a16="http://schemas.microsoft.com/office/drawing/2014/main" id="{22B28F67-2510-4E2A-9ACA-02D26BE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" name="SE-056-path-66">
            <a:extLst xmlns:a="http://schemas.openxmlformats.org/drawingml/2006/main">
              <a:ext uri="{FF2B5EF4-FFF2-40B4-BE49-F238E27FC236}">
                <a16:creationId xmlns:a16="http://schemas.microsoft.com/office/drawing/2014/main" id="{3561DD10-E305-4913-BCBC-8145B99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" name="SE-056-path-67">
            <a:extLst xmlns:a="http://schemas.openxmlformats.org/drawingml/2006/main">
              <a:ext uri="{FF2B5EF4-FFF2-40B4-BE49-F238E27FC236}">
                <a16:creationId xmlns:a16="http://schemas.microsoft.com/office/drawing/2014/main" id="{FDFE6B4B-0E6E-476B-90FD-37156EE1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" name="SE-056-path-68">
            <a:extLst xmlns:a="http://schemas.openxmlformats.org/drawingml/2006/main">
              <a:ext uri="{FF2B5EF4-FFF2-40B4-BE49-F238E27FC236}">
                <a16:creationId xmlns:a16="http://schemas.microsoft.com/office/drawing/2014/main" id="{3B296E00-C2DA-4A00-BA41-F1E064C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" name="SE-056-path-69">
            <a:extLst xmlns:a="http://schemas.openxmlformats.org/drawingml/2006/main">
              <a:ext uri="{FF2B5EF4-FFF2-40B4-BE49-F238E27FC236}">
                <a16:creationId xmlns:a16="http://schemas.microsoft.com/office/drawing/2014/main" id="{A33EB4D7-6635-40E2-A682-2B78A97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" name="SE-056-path-70">
            <a:extLst xmlns:a="http://schemas.openxmlformats.org/drawingml/2006/main">
              <a:ext uri="{FF2B5EF4-FFF2-40B4-BE49-F238E27FC236}">
                <a16:creationId xmlns:a16="http://schemas.microsoft.com/office/drawing/2014/main" id="{ABD567E5-9740-432C-A135-AA58704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" name="SE-056-path-71">
            <a:extLst xmlns:a="http://schemas.openxmlformats.org/drawingml/2006/main">
              <a:ext uri="{FF2B5EF4-FFF2-40B4-BE49-F238E27FC236}">
                <a16:creationId xmlns:a16="http://schemas.microsoft.com/office/drawing/2014/main" id="{7BDE7CE6-F1E2-4D21-BC7B-1E3A1A92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" name="SE-056-path-72">
            <a:extLst xmlns:a="http://schemas.openxmlformats.org/drawingml/2006/main">
              <a:ext uri="{FF2B5EF4-FFF2-40B4-BE49-F238E27FC236}">
                <a16:creationId xmlns:a16="http://schemas.microsoft.com/office/drawing/2014/main" id="{C4B13653-D2C8-4A47-9C4E-3D9A427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" name="SE-056-path-73">
            <a:extLst xmlns:a="http://schemas.openxmlformats.org/drawingml/2006/main">
              <a:ext uri="{FF2B5EF4-FFF2-40B4-BE49-F238E27FC236}">
                <a16:creationId xmlns:a16="http://schemas.microsoft.com/office/drawing/2014/main" id="{C17D4B7E-DEE7-467D-8875-CC40A1A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4" name="SE-056-path-74">
            <a:extLst xmlns:a="http://schemas.openxmlformats.org/drawingml/2006/main">
              <a:ext uri="{FF2B5EF4-FFF2-40B4-BE49-F238E27FC236}">
                <a16:creationId xmlns:a16="http://schemas.microsoft.com/office/drawing/2014/main" id="{8D4C6EC3-6F8F-4066-87D8-DA3FF489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5" name="SE-056-path-75">
            <a:extLst xmlns:a="http://schemas.openxmlformats.org/drawingml/2006/main">
              <a:ext uri="{FF2B5EF4-FFF2-40B4-BE49-F238E27FC236}">
                <a16:creationId xmlns:a16="http://schemas.microsoft.com/office/drawing/2014/main" id="{231C9E35-BE48-484E-8E52-1E9EF3FB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6" name="SE-056-path-76">
            <a:extLst xmlns:a="http://schemas.openxmlformats.org/drawingml/2006/main">
              <a:ext uri="{FF2B5EF4-FFF2-40B4-BE49-F238E27FC236}">
                <a16:creationId xmlns:a16="http://schemas.microsoft.com/office/drawing/2014/main" id="{B0D2E5BF-B60F-4FD5-ACA2-0EE3267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" name="SE-056-path-77">
            <a:extLst xmlns:a="http://schemas.openxmlformats.org/drawingml/2006/main">
              <a:ext uri="{FF2B5EF4-FFF2-40B4-BE49-F238E27FC236}">
                <a16:creationId xmlns:a16="http://schemas.microsoft.com/office/drawing/2014/main" id="{6EE97BCC-515B-4C2F-8CBC-24D8D792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" name="SE-056-path-78">
            <a:extLst xmlns:a="http://schemas.openxmlformats.org/drawingml/2006/main">
              <a:ext uri="{FF2B5EF4-FFF2-40B4-BE49-F238E27FC236}">
                <a16:creationId xmlns:a16="http://schemas.microsoft.com/office/drawing/2014/main" id="{14F010D7-E6E3-4EF6-A99D-496352ED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" name="SE-056-path-79">
            <a:extLst xmlns:a="http://schemas.openxmlformats.org/drawingml/2006/main">
              <a:ext uri="{FF2B5EF4-FFF2-40B4-BE49-F238E27FC236}">
                <a16:creationId xmlns:a16="http://schemas.microsoft.com/office/drawing/2014/main" id="{AFA5D760-DEF8-450D-93B9-899B4839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" name="SE-056-path-80">
            <a:extLst xmlns:a="http://schemas.openxmlformats.org/drawingml/2006/main">
              <a:ext uri="{FF2B5EF4-FFF2-40B4-BE49-F238E27FC236}">
                <a16:creationId xmlns:a16="http://schemas.microsoft.com/office/drawing/2014/main" id="{3A002034-87AF-4643-8777-9760798D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" name="SE-056-path-81">
            <a:extLst xmlns:a="http://schemas.openxmlformats.org/drawingml/2006/main">
              <a:ext uri="{FF2B5EF4-FFF2-40B4-BE49-F238E27FC236}">
                <a16:creationId xmlns:a16="http://schemas.microsoft.com/office/drawing/2014/main" id="{681E2A19-B4BE-4073-8503-BAF3DD5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" name="SE-056-path-82">
            <a:extLst xmlns:a="http://schemas.openxmlformats.org/drawingml/2006/main">
              <a:ext uri="{FF2B5EF4-FFF2-40B4-BE49-F238E27FC236}">
                <a16:creationId xmlns:a16="http://schemas.microsoft.com/office/drawing/2014/main" id="{C945DFBC-D78C-4866-A2C7-8C280E83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" name="SE-056-83">
            <a:extLst xmlns:a="http://schemas.openxmlformats.org/drawingml/2006/main">
              <a:ext uri="{FF2B5EF4-FFF2-40B4-BE49-F238E27FC236}">
                <a16:creationId xmlns:a16="http://schemas.microsoft.com/office/drawing/2014/main" id="{B9F7A35D-C8B6-4C30-9B97-AB29AFA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943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4" name="SE-056-path-84">
            <a:extLst xmlns:a="http://schemas.openxmlformats.org/drawingml/2006/main">
              <a:ext uri="{FF2B5EF4-FFF2-40B4-BE49-F238E27FC236}">
                <a16:creationId xmlns:a16="http://schemas.microsoft.com/office/drawing/2014/main" id="{2320799B-1C1B-4800-99C7-8EB44B0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" name="SE-056-path-85">
            <a:extLst xmlns:a="http://schemas.openxmlformats.org/drawingml/2006/main">
              <a:ext uri="{FF2B5EF4-FFF2-40B4-BE49-F238E27FC236}">
                <a16:creationId xmlns:a16="http://schemas.microsoft.com/office/drawing/2014/main" id="{CC506F48-454B-42E1-960D-76A95E0B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" name="SE-056-path-86">
            <a:extLst xmlns:a="http://schemas.openxmlformats.org/drawingml/2006/main">
              <a:ext uri="{FF2B5EF4-FFF2-40B4-BE49-F238E27FC236}">
                <a16:creationId xmlns:a16="http://schemas.microsoft.com/office/drawing/2014/main" id="{EEF473DC-E95B-437D-A302-65B37E8E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" name="SE-056-path-87">
            <a:extLst xmlns:a="http://schemas.openxmlformats.org/drawingml/2006/main">
              <a:ext uri="{FF2B5EF4-FFF2-40B4-BE49-F238E27FC236}">
                <a16:creationId xmlns:a16="http://schemas.microsoft.com/office/drawing/2014/main" id="{B4B0343D-4588-4C2B-B2F4-8EB187D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" name="SE-056-path-88">
            <a:extLst xmlns:a="http://schemas.openxmlformats.org/drawingml/2006/main">
              <a:ext uri="{FF2B5EF4-FFF2-40B4-BE49-F238E27FC236}">
                <a16:creationId xmlns:a16="http://schemas.microsoft.com/office/drawing/2014/main" id="{E8CC66E4-B034-499D-A8C6-A215C5FF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" name="SE-056-path-89">
            <a:extLst xmlns:a="http://schemas.openxmlformats.org/drawingml/2006/main">
              <a:ext uri="{FF2B5EF4-FFF2-40B4-BE49-F238E27FC236}">
                <a16:creationId xmlns:a16="http://schemas.microsoft.com/office/drawing/2014/main" id="{79AC20A2-4919-43F2-BFDC-496A070A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" name="SE-056-path-90">
            <a:extLst xmlns:a="http://schemas.openxmlformats.org/drawingml/2006/main">
              <a:ext uri="{FF2B5EF4-FFF2-40B4-BE49-F238E27FC236}">
                <a16:creationId xmlns:a16="http://schemas.microsoft.com/office/drawing/2014/main" id="{F35CD63F-4A71-44AF-9E8E-F49DBC3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" name="SE-056-path-91">
            <a:extLst xmlns:a="http://schemas.openxmlformats.org/drawingml/2006/main">
              <a:ext uri="{FF2B5EF4-FFF2-40B4-BE49-F238E27FC236}">
                <a16:creationId xmlns:a16="http://schemas.microsoft.com/office/drawing/2014/main" id="{32A0B4FF-273B-4FA2-9D33-CE92C74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" name="SE-056-path-92">
            <a:extLst xmlns:a="http://schemas.openxmlformats.org/drawingml/2006/main">
              <a:ext uri="{FF2B5EF4-FFF2-40B4-BE49-F238E27FC236}">
                <a16:creationId xmlns:a16="http://schemas.microsoft.com/office/drawing/2014/main" id="{451D92E7-C4E9-444E-B8AC-11EECCE8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" name="SE-056-path-93">
            <a:extLst xmlns:a="http://schemas.openxmlformats.org/drawingml/2006/main">
              <a:ext uri="{FF2B5EF4-FFF2-40B4-BE49-F238E27FC236}">
                <a16:creationId xmlns:a16="http://schemas.microsoft.com/office/drawing/2014/main" id="{9769439F-E98F-49D2-AD00-286C626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" name="SE-056-path-94">
            <a:extLst xmlns:a="http://schemas.openxmlformats.org/drawingml/2006/main">
              <a:ext uri="{FF2B5EF4-FFF2-40B4-BE49-F238E27FC236}">
                <a16:creationId xmlns:a16="http://schemas.microsoft.com/office/drawing/2014/main" id="{FA67016C-7F24-4B35-B4FA-E6377142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" name="SE-056-path-95">
            <a:extLst xmlns:a="http://schemas.openxmlformats.org/drawingml/2006/main">
              <a:ext uri="{FF2B5EF4-FFF2-40B4-BE49-F238E27FC236}">
                <a16:creationId xmlns:a16="http://schemas.microsoft.com/office/drawing/2014/main" id="{965682B3-7EFE-4870-9802-227967E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" name="SE-056-path-96">
            <a:extLst xmlns:a="http://schemas.openxmlformats.org/drawingml/2006/main">
              <a:ext uri="{FF2B5EF4-FFF2-40B4-BE49-F238E27FC236}">
                <a16:creationId xmlns:a16="http://schemas.microsoft.com/office/drawing/2014/main" id="{CC0BFEE7-18B4-4B3B-8460-F097AC1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" name="SE-056-path-97">
            <a:extLst xmlns:a="http://schemas.openxmlformats.org/drawingml/2006/main">
              <a:ext uri="{FF2B5EF4-FFF2-40B4-BE49-F238E27FC236}">
                <a16:creationId xmlns:a16="http://schemas.microsoft.com/office/drawing/2014/main" id="{24ECDC36-979C-4849-9AA9-B9C99A8D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" name="SE-056-path-98">
            <a:extLst xmlns:a="http://schemas.openxmlformats.org/drawingml/2006/main">
              <a:ext uri="{FF2B5EF4-FFF2-40B4-BE49-F238E27FC236}">
                <a16:creationId xmlns:a16="http://schemas.microsoft.com/office/drawing/2014/main" id="{ECE2DD07-6557-420D-B323-C26655D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" name="SE-056-path-99">
            <a:extLst xmlns:a="http://schemas.openxmlformats.org/drawingml/2006/main">
              <a:ext uri="{FF2B5EF4-FFF2-40B4-BE49-F238E27FC236}">
                <a16:creationId xmlns:a16="http://schemas.microsoft.com/office/drawing/2014/main" id="{31D9D204-376E-4968-B6C6-F3135303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" name="SE-056-path-100">
            <a:extLst xmlns:a="http://schemas.openxmlformats.org/drawingml/2006/main">
              <a:ext uri="{FF2B5EF4-FFF2-40B4-BE49-F238E27FC236}">
                <a16:creationId xmlns:a16="http://schemas.microsoft.com/office/drawing/2014/main" id="{14F8D641-AF22-473F-8C96-3C47737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" name="SE-056-path-101">
            <a:extLst xmlns:a="http://schemas.openxmlformats.org/drawingml/2006/main">
              <a:ext uri="{FF2B5EF4-FFF2-40B4-BE49-F238E27FC236}">
                <a16:creationId xmlns:a16="http://schemas.microsoft.com/office/drawing/2014/main" id="{1A935A20-75C5-4082-A61E-85A6DFC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" name="SE-056-path-102">
            <a:extLst xmlns:a="http://schemas.openxmlformats.org/drawingml/2006/main">
              <a:ext uri="{FF2B5EF4-FFF2-40B4-BE49-F238E27FC236}">
                <a16:creationId xmlns:a16="http://schemas.microsoft.com/office/drawing/2014/main" id="{5F60DFF0-D9B5-4AF2-AD3F-345B5F4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" name="SE-056-path-103">
            <a:extLst xmlns:a="http://schemas.openxmlformats.org/drawingml/2006/main">
              <a:ext uri="{FF2B5EF4-FFF2-40B4-BE49-F238E27FC236}">
                <a16:creationId xmlns:a16="http://schemas.microsoft.com/office/drawing/2014/main" id="{D979AF22-53EE-4FBF-B8C0-E304DE9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" name="SE-056-path-104">
            <a:extLst xmlns:a="http://schemas.openxmlformats.org/drawingml/2006/main">
              <a:ext uri="{FF2B5EF4-FFF2-40B4-BE49-F238E27FC236}">
                <a16:creationId xmlns:a16="http://schemas.microsoft.com/office/drawing/2014/main" id="{C961C90A-B2C0-4DD7-B8F8-AA6543C0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" name="SE-056-path-105">
            <a:extLst xmlns:a="http://schemas.openxmlformats.org/drawingml/2006/main">
              <a:ext uri="{FF2B5EF4-FFF2-40B4-BE49-F238E27FC236}">
                <a16:creationId xmlns:a16="http://schemas.microsoft.com/office/drawing/2014/main" id="{D3F15151-BBF7-4C3A-A1F0-798BC63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" name="SE-056-path-106">
            <a:extLst xmlns:a="http://schemas.openxmlformats.org/drawingml/2006/main">
              <a:ext uri="{FF2B5EF4-FFF2-40B4-BE49-F238E27FC236}">
                <a16:creationId xmlns:a16="http://schemas.microsoft.com/office/drawing/2014/main" id="{38A35F33-1888-4D36-B00A-B6F61ED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" name="SE-056-path-107">
            <a:extLst xmlns:a="http://schemas.openxmlformats.org/drawingml/2006/main">
              <a:ext uri="{FF2B5EF4-FFF2-40B4-BE49-F238E27FC236}">
                <a16:creationId xmlns:a16="http://schemas.microsoft.com/office/drawing/2014/main" id="{C5E5CEAA-0EEB-4F6A-BC01-0A006079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" name="SE-056-path-108">
            <a:extLst xmlns:a="http://schemas.openxmlformats.org/drawingml/2006/main">
              <a:ext uri="{FF2B5EF4-FFF2-40B4-BE49-F238E27FC236}">
                <a16:creationId xmlns:a16="http://schemas.microsoft.com/office/drawing/2014/main" id="{36BB3BD8-593C-472C-B4A4-CB0124C1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" name="SE-056-path-109">
            <a:extLst xmlns:a="http://schemas.openxmlformats.org/drawingml/2006/main">
              <a:ext uri="{FF2B5EF4-FFF2-40B4-BE49-F238E27FC236}">
                <a16:creationId xmlns:a16="http://schemas.microsoft.com/office/drawing/2014/main" id="{DE7A2885-BE17-41AD-A0AB-0C4DB5C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" name="SE-056-path-110">
            <a:extLst xmlns:a="http://schemas.openxmlformats.org/drawingml/2006/main">
              <a:ext uri="{FF2B5EF4-FFF2-40B4-BE49-F238E27FC236}">
                <a16:creationId xmlns:a16="http://schemas.microsoft.com/office/drawing/2014/main" id="{3BF2A66E-0B9E-464B-B999-5E75E559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" name="SE-056-path-111">
            <a:extLst xmlns:a="http://schemas.openxmlformats.org/drawingml/2006/main">
              <a:ext uri="{FF2B5EF4-FFF2-40B4-BE49-F238E27FC236}">
                <a16:creationId xmlns:a16="http://schemas.microsoft.com/office/drawing/2014/main" id="{A1A25A60-5556-440B-86B6-A7152C5F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" name="SE-056-path-112">
            <a:extLst xmlns:a="http://schemas.openxmlformats.org/drawingml/2006/main">
              <a:ext uri="{FF2B5EF4-FFF2-40B4-BE49-F238E27FC236}">
                <a16:creationId xmlns:a16="http://schemas.microsoft.com/office/drawing/2014/main" id="{EFE63D93-DF32-4182-98AF-5730309A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" name="SE-056-path-113">
            <a:extLst xmlns:a="http://schemas.openxmlformats.org/drawingml/2006/main">
              <a:ext uri="{FF2B5EF4-FFF2-40B4-BE49-F238E27FC236}">
                <a16:creationId xmlns:a16="http://schemas.microsoft.com/office/drawing/2014/main" id="{510C9B12-47BB-4686-A84B-522B64D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" name="SE-056-path-114">
            <a:extLst xmlns:a="http://schemas.openxmlformats.org/drawingml/2006/main">
              <a:ext uri="{FF2B5EF4-FFF2-40B4-BE49-F238E27FC236}">
                <a16:creationId xmlns:a16="http://schemas.microsoft.com/office/drawing/2014/main" id="{A94F0C96-49EB-406D-BB83-A5618C0D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" name="SE-056-path-115">
            <a:extLst xmlns:a="http://schemas.openxmlformats.org/drawingml/2006/main">
              <a:ext uri="{FF2B5EF4-FFF2-40B4-BE49-F238E27FC236}">
                <a16:creationId xmlns:a16="http://schemas.microsoft.com/office/drawing/2014/main" id="{45464E57-CBAE-4969-943B-25AFE73D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" name="SE-056-path-116">
            <a:extLst xmlns:a="http://schemas.openxmlformats.org/drawingml/2006/main">
              <a:ext uri="{FF2B5EF4-FFF2-40B4-BE49-F238E27FC236}">
                <a16:creationId xmlns:a16="http://schemas.microsoft.com/office/drawing/2014/main" id="{94E945DE-D4FB-42FF-BC44-A163F63A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" name="SE-056-path-117">
            <a:extLst xmlns:a="http://schemas.openxmlformats.org/drawingml/2006/main">
              <a:ext uri="{FF2B5EF4-FFF2-40B4-BE49-F238E27FC236}">
                <a16:creationId xmlns:a16="http://schemas.microsoft.com/office/drawing/2014/main" id="{1F852CC6-12B5-4B95-8323-53E97C3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" name="SE-056-path-118">
            <a:extLst xmlns:a="http://schemas.openxmlformats.org/drawingml/2006/main">
              <a:ext uri="{FF2B5EF4-FFF2-40B4-BE49-F238E27FC236}">
                <a16:creationId xmlns:a16="http://schemas.microsoft.com/office/drawing/2014/main" id="{6F29C5EF-90D7-4F9F-B1E5-DC5CA16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" name="SE-056-path-119">
            <a:extLst xmlns:a="http://schemas.openxmlformats.org/drawingml/2006/main">
              <a:ext uri="{FF2B5EF4-FFF2-40B4-BE49-F238E27FC236}">
                <a16:creationId xmlns:a16="http://schemas.microsoft.com/office/drawing/2014/main" id="{F99589B2-1793-41C0-8B73-498021E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" name="SE-056-path-120">
            <a:extLst xmlns:a="http://schemas.openxmlformats.org/drawingml/2006/main">
              <a:ext uri="{FF2B5EF4-FFF2-40B4-BE49-F238E27FC236}">
                <a16:creationId xmlns:a16="http://schemas.microsoft.com/office/drawing/2014/main" id="{577AC29A-7259-4760-BD1A-218D248D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" name="SE-056-path-121">
            <a:extLst xmlns:a="http://schemas.openxmlformats.org/drawingml/2006/main">
              <a:ext uri="{FF2B5EF4-FFF2-40B4-BE49-F238E27FC236}">
                <a16:creationId xmlns:a16="http://schemas.microsoft.com/office/drawing/2014/main" id="{2BA1C0CF-E4E1-4E08-BFBA-AF50C55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" name="SE-056-path-122">
            <a:extLst xmlns:a="http://schemas.openxmlformats.org/drawingml/2006/main">
              <a:ext uri="{FF2B5EF4-FFF2-40B4-BE49-F238E27FC236}">
                <a16:creationId xmlns:a16="http://schemas.microsoft.com/office/drawing/2014/main" id="{852D3C7A-65B7-4D97-A1AE-A07E6C7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" name="SE-056-path-123">
            <a:extLst xmlns:a="http://schemas.openxmlformats.org/drawingml/2006/main">
              <a:ext uri="{FF2B5EF4-FFF2-40B4-BE49-F238E27FC236}">
                <a16:creationId xmlns:a16="http://schemas.microsoft.com/office/drawing/2014/main" id="{61F8B6CF-07AD-47EB-9702-19F4CD4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" name="SE-056-path-124">
            <a:extLst xmlns:a="http://schemas.openxmlformats.org/drawingml/2006/main">
              <a:ext uri="{FF2B5EF4-FFF2-40B4-BE49-F238E27FC236}">
                <a16:creationId xmlns:a16="http://schemas.microsoft.com/office/drawing/2014/main" id="{785A9822-FBE3-4745-83A6-324F44B7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" name="SE-056-path-125">
            <a:extLst xmlns:a="http://schemas.openxmlformats.org/drawingml/2006/main">
              <a:ext uri="{FF2B5EF4-FFF2-40B4-BE49-F238E27FC236}">
                <a16:creationId xmlns:a16="http://schemas.microsoft.com/office/drawing/2014/main" id="{7C1A6B48-5206-4773-8DDE-DC7CFF3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" name="SE-056-path-126">
            <a:extLst xmlns:a="http://schemas.openxmlformats.org/drawingml/2006/main">
              <a:ext uri="{FF2B5EF4-FFF2-40B4-BE49-F238E27FC236}">
                <a16:creationId xmlns:a16="http://schemas.microsoft.com/office/drawing/2014/main" id="{91F216BC-B8A4-4243-A3E4-6865E38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7" name="SE-056-path-127">
            <a:extLst xmlns:a="http://schemas.openxmlformats.org/drawingml/2006/main">
              <a:ext uri="{FF2B5EF4-FFF2-40B4-BE49-F238E27FC236}">
                <a16:creationId xmlns:a16="http://schemas.microsoft.com/office/drawing/2014/main" id="{3BC715C3-D8F1-4EDD-AB65-FB8A926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8" name="SE-056-path-128">
            <a:extLst xmlns:a="http://schemas.openxmlformats.org/drawingml/2006/main">
              <a:ext uri="{FF2B5EF4-FFF2-40B4-BE49-F238E27FC236}">
                <a16:creationId xmlns:a16="http://schemas.microsoft.com/office/drawing/2014/main" id="{D4B7961B-DF89-4F3C-BFF1-155716B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9" name="SE-056-path-129">
            <a:extLst xmlns:a="http://schemas.openxmlformats.org/drawingml/2006/main">
              <a:ext uri="{FF2B5EF4-FFF2-40B4-BE49-F238E27FC236}">
                <a16:creationId xmlns:a16="http://schemas.microsoft.com/office/drawing/2014/main" id="{F40C1564-29BF-431D-AD95-CEB73D7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" name="SE-056-path-130">
            <a:extLst xmlns:a="http://schemas.openxmlformats.org/drawingml/2006/main">
              <a:ext uri="{FF2B5EF4-FFF2-40B4-BE49-F238E27FC236}">
                <a16:creationId xmlns:a16="http://schemas.microsoft.com/office/drawing/2014/main" id="{348759F7-0D55-412F-8345-9F644ADA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" name="SE-056-path-131">
            <a:extLst xmlns:a="http://schemas.openxmlformats.org/drawingml/2006/main">
              <a:ext uri="{FF2B5EF4-FFF2-40B4-BE49-F238E27FC236}">
                <a16:creationId xmlns:a16="http://schemas.microsoft.com/office/drawing/2014/main" id="{F94AC023-7CB5-4D9A-8605-E391E59A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" name="SE-056-path-132">
            <a:extLst xmlns:a="http://schemas.openxmlformats.org/drawingml/2006/main">
              <a:ext uri="{FF2B5EF4-FFF2-40B4-BE49-F238E27FC236}">
                <a16:creationId xmlns:a16="http://schemas.microsoft.com/office/drawing/2014/main" id="{98B30B2F-D7EC-4020-A203-50C2EA6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" name="SE-056-path-133">
            <a:extLst xmlns:a="http://schemas.openxmlformats.org/drawingml/2006/main">
              <a:ext uri="{FF2B5EF4-FFF2-40B4-BE49-F238E27FC236}">
                <a16:creationId xmlns:a16="http://schemas.microsoft.com/office/drawing/2014/main" id="{8C316720-7BFA-456E-BAD4-2757406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" name="SE-056-path-134">
            <a:extLst xmlns:a="http://schemas.openxmlformats.org/drawingml/2006/main">
              <a:ext uri="{FF2B5EF4-FFF2-40B4-BE49-F238E27FC236}">
                <a16:creationId xmlns:a16="http://schemas.microsoft.com/office/drawing/2014/main" id="{0ABFCC28-D646-4F79-A0A3-7D0AE28E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" name="SE-056-path-135">
            <a:extLst xmlns:a="http://schemas.openxmlformats.org/drawingml/2006/main">
              <a:ext uri="{FF2B5EF4-FFF2-40B4-BE49-F238E27FC236}">
                <a16:creationId xmlns:a16="http://schemas.microsoft.com/office/drawing/2014/main" id="{D3C06063-1D16-4537-BBF8-52F03092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" name="SE-056-path-136">
            <a:extLst xmlns:a="http://schemas.openxmlformats.org/drawingml/2006/main">
              <a:ext uri="{FF2B5EF4-FFF2-40B4-BE49-F238E27FC236}">
                <a16:creationId xmlns:a16="http://schemas.microsoft.com/office/drawing/2014/main" id="{8F783828-28F1-46C1-86D8-826E595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" name="SE-056-path-137">
            <a:extLst xmlns:a="http://schemas.openxmlformats.org/drawingml/2006/main">
              <a:ext uri="{FF2B5EF4-FFF2-40B4-BE49-F238E27FC236}">
                <a16:creationId xmlns:a16="http://schemas.microsoft.com/office/drawing/2014/main" id="{A9C2CCBC-70AB-448D-A365-0F05A68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" name="SE-056-path-138">
            <a:extLst xmlns:a="http://schemas.openxmlformats.org/drawingml/2006/main">
              <a:ext uri="{FF2B5EF4-FFF2-40B4-BE49-F238E27FC236}">
                <a16:creationId xmlns:a16="http://schemas.microsoft.com/office/drawing/2014/main" id="{F3A16E02-3BC7-43C9-8746-55876D6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" name="SE-056-path-139">
            <a:extLst xmlns:a="http://schemas.openxmlformats.org/drawingml/2006/main">
              <a:ext uri="{FF2B5EF4-FFF2-40B4-BE49-F238E27FC236}">
                <a16:creationId xmlns:a16="http://schemas.microsoft.com/office/drawing/2014/main" id="{79BC1E43-7690-4DF1-8ADF-B1201E3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" name="SE-056-path-140">
            <a:extLst xmlns:a="http://schemas.openxmlformats.org/drawingml/2006/main">
              <a:ext uri="{FF2B5EF4-FFF2-40B4-BE49-F238E27FC236}">
                <a16:creationId xmlns:a16="http://schemas.microsoft.com/office/drawing/2014/main" id="{54995541-7992-4460-8868-87C23B5F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" name="SE-056-path-141">
            <a:extLst xmlns:a="http://schemas.openxmlformats.org/drawingml/2006/main">
              <a:ext uri="{FF2B5EF4-FFF2-40B4-BE49-F238E27FC236}">
                <a16:creationId xmlns:a16="http://schemas.microsoft.com/office/drawing/2014/main" id="{08A7C64E-05D3-492C-943C-3303BFA3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" name="SE-056-path-142">
            <a:extLst xmlns:a="http://schemas.openxmlformats.org/drawingml/2006/main">
              <a:ext uri="{FF2B5EF4-FFF2-40B4-BE49-F238E27FC236}">
                <a16:creationId xmlns:a16="http://schemas.microsoft.com/office/drawing/2014/main" id="{EEF3A478-6961-4755-B51E-09F1098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" name="SE-056-path-143">
            <a:extLst xmlns:a="http://schemas.openxmlformats.org/drawingml/2006/main">
              <a:ext uri="{FF2B5EF4-FFF2-40B4-BE49-F238E27FC236}">
                <a16:creationId xmlns:a16="http://schemas.microsoft.com/office/drawing/2014/main" id="{E193E040-234A-494B-87AB-94CB420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" name="SE-056-path-144">
            <a:extLst xmlns:a="http://schemas.openxmlformats.org/drawingml/2006/main">
              <a:ext uri="{FF2B5EF4-FFF2-40B4-BE49-F238E27FC236}">
                <a16:creationId xmlns:a16="http://schemas.microsoft.com/office/drawing/2014/main" id="{EFF35927-91D7-44F5-B270-49396E23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" name="SE-056-path-145">
            <a:extLst xmlns:a="http://schemas.openxmlformats.org/drawingml/2006/main">
              <a:ext uri="{FF2B5EF4-FFF2-40B4-BE49-F238E27FC236}">
                <a16:creationId xmlns:a16="http://schemas.microsoft.com/office/drawing/2014/main" id="{AFDF175E-817C-44C7-B472-F98B2BC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" name="SE-056-path-146">
            <a:extLst xmlns:a="http://schemas.openxmlformats.org/drawingml/2006/main">
              <a:ext uri="{FF2B5EF4-FFF2-40B4-BE49-F238E27FC236}">
                <a16:creationId xmlns:a16="http://schemas.microsoft.com/office/drawing/2014/main" id="{32E503FC-5528-4D18-A82B-B279185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" name="SE-056-path-147">
            <a:extLst xmlns:a="http://schemas.openxmlformats.org/drawingml/2006/main">
              <a:ext uri="{FF2B5EF4-FFF2-40B4-BE49-F238E27FC236}">
                <a16:creationId xmlns:a16="http://schemas.microsoft.com/office/drawing/2014/main" id="{3BCC7DF6-6D34-4D2F-9FC1-5C59C67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" name="SE-056-path-148">
            <a:extLst xmlns:a="http://schemas.openxmlformats.org/drawingml/2006/main">
              <a:ext uri="{FF2B5EF4-FFF2-40B4-BE49-F238E27FC236}">
                <a16:creationId xmlns:a16="http://schemas.microsoft.com/office/drawing/2014/main" id="{1A66B052-EABA-45A8-92E8-F08A692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" name="SE-056-path-149">
            <a:extLst xmlns:a="http://schemas.openxmlformats.org/drawingml/2006/main">
              <a:ext uri="{FF2B5EF4-FFF2-40B4-BE49-F238E27FC236}">
                <a16:creationId xmlns:a16="http://schemas.microsoft.com/office/drawing/2014/main" id="{F9F2E965-29DF-4319-A669-E4C7EAA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" name="SE-056-path-150">
            <a:extLst xmlns:a="http://schemas.openxmlformats.org/drawingml/2006/main">
              <a:ext uri="{FF2B5EF4-FFF2-40B4-BE49-F238E27FC236}">
                <a16:creationId xmlns:a16="http://schemas.microsoft.com/office/drawing/2014/main" id="{8D00E701-F50D-4238-97E1-6E719F75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" name="SE-056-path-151">
            <a:extLst xmlns:a="http://schemas.openxmlformats.org/drawingml/2006/main">
              <a:ext uri="{FF2B5EF4-FFF2-40B4-BE49-F238E27FC236}">
                <a16:creationId xmlns:a16="http://schemas.microsoft.com/office/drawing/2014/main" id="{25CCF455-541B-4292-8C70-8A0DAA4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" name="SE-056-path-152">
            <a:extLst xmlns:a="http://schemas.openxmlformats.org/drawingml/2006/main">
              <a:ext uri="{FF2B5EF4-FFF2-40B4-BE49-F238E27FC236}">
                <a16:creationId xmlns:a16="http://schemas.microsoft.com/office/drawing/2014/main" id="{931D5381-776B-4CB9-B916-B0ECDE7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" name="SE-056-path-153">
            <a:extLst xmlns:a="http://schemas.openxmlformats.org/drawingml/2006/main">
              <a:ext uri="{FF2B5EF4-FFF2-40B4-BE49-F238E27FC236}">
                <a16:creationId xmlns:a16="http://schemas.microsoft.com/office/drawing/2014/main" id="{3C8FA0CE-8D3C-4917-A6FD-443C0C89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" name="SE-056-path-154">
            <a:extLst xmlns:a="http://schemas.openxmlformats.org/drawingml/2006/main">
              <a:ext uri="{FF2B5EF4-FFF2-40B4-BE49-F238E27FC236}">
                <a16:creationId xmlns:a16="http://schemas.microsoft.com/office/drawing/2014/main" id="{EE952A9F-62ED-424A-B3E8-E1E6E70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" name="SE-056-path-155">
            <a:extLst xmlns:a="http://schemas.openxmlformats.org/drawingml/2006/main">
              <a:ext uri="{FF2B5EF4-FFF2-40B4-BE49-F238E27FC236}">
                <a16:creationId xmlns:a16="http://schemas.microsoft.com/office/drawing/2014/main" id="{E24AA77A-106B-4993-AA2E-62E8D37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" name="SE-056-path-156">
            <a:extLst xmlns:a="http://schemas.openxmlformats.org/drawingml/2006/main">
              <a:ext uri="{FF2B5EF4-FFF2-40B4-BE49-F238E27FC236}">
                <a16:creationId xmlns:a16="http://schemas.microsoft.com/office/drawing/2014/main" id="{81409560-612B-4AC9-A5C5-27393EDD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" name="SE-056-path-157">
            <a:extLst xmlns:a="http://schemas.openxmlformats.org/drawingml/2006/main">
              <a:ext uri="{FF2B5EF4-FFF2-40B4-BE49-F238E27FC236}">
                <a16:creationId xmlns:a16="http://schemas.microsoft.com/office/drawing/2014/main" id="{CECBBF20-09C3-4A12-91E3-7FA34449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" name="SE-056-path-158">
            <a:extLst xmlns:a="http://schemas.openxmlformats.org/drawingml/2006/main">
              <a:ext uri="{FF2B5EF4-FFF2-40B4-BE49-F238E27FC236}">
                <a16:creationId xmlns:a16="http://schemas.microsoft.com/office/drawing/2014/main" id="{61DA44D1-DA28-47CF-971E-DEF4330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" name="SE-056-path-159">
            <a:extLst xmlns:a="http://schemas.openxmlformats.org/drawingml/2006/main">
              <a:ext uri="{FF2B5EF4-FFF2-40B4-BE49-F238E27FC236}">
                <a16:creationId xmlns:a16="http://schemas.microsoft.com/office/drawing/2014/main" id="{59146B89-591A-4EE1-9483-B6FA59A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" name="SE-056-path-160">
            <a:extLst xmlns:a="http://schemas.openxmlformats.org/drawingml/2006/main">
              <a:ext uri="{FF2B5EF4-FFF2-40B4-BE49-F238E27FC236}">
                <a16:creationId xmlns:a16="http://schemas.microsoft.com/office/drawing/2014/main" id="{62883042-3510-4940-AF4D-E9F1B922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" name="SE-056-path-161">
            <a:extLst xmlns:a="http://schemas.openxmlformats.org/drawingml/2006/main">
              <a:ext uri="{FF2B5EF4-FFF2-40B4-BE49-F238E27FC236}">
                <a16:creationId xmlns:a16="http://schemas.microsoft.com/office/drawing/2014/main" id="{D992F5CF-44C3-4208-8E0F-A6959BD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" name="SE-056-path-162">
            <a:extLst xmlns:a="http://schemas.openxmlformats.org/drawingml/2006/main">
              <a:ext uri="{FF2B5EF4-FFF2-40B4-BE49-F238E27FC236}">
                <a16:creationId xmlns:a16="http://schemas.microsoft.com/office/drawing/2014/main" id="{3E417FEC-7AD8-4B31-B624-391DCB18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" name="SE-056-path-163">
            <a:extLst xmlns:a="http://schemas.openxmlformats.org/drawingml/2006/main">
              <a:ext uri="{FF2B5EF4-FFF2-40B4-BE49-F238E27FC236}">
                <a16:creationId xmlns:a16="http://schemas.microsoft.com/office/drawing/2014/main" id="{55626FC5-6335-4363-A183-B55F345D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" name="SE-056-path-164">
            <a:extLst xmlns:a="http://schemas.openxmlformats.org/drawingml/2006/main">
              <a:ext uri="{FF2B5EF4-FFF2-40B4-BE49-F238E27FC236}">
                <a16:creationId xmlns:a16="http://schemas.microsoft.com/office/drawing/2014/main" id="{9652A462-84FF-4F72-AB25-3CC4B45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480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" name="SE-056-165">
            <a:extLst xmlns:a="http://schemas.openxmlformats.org/drawingml/2006/main">
              <a:ext uri="{FF2B5EF4-FFF2-40B4-BE49-F238E27FC236}">
                <a16:creationId xmlns:a16="http://schemas.microsoft.com/office/drawing/2014/main" id="{2BDB0EDB-A383-48DA-BF33-5A7A0B8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5052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50K</a:t>
            </a:r>
          </a:p>
        </p:txBody>
      </p:sp>
      <p:sp>
        <p:nvSpPr>
          <p:cNvPr id="166" name="SE-056-path-166">
            <a:extLst xmlns:a="http://schemas.openxmlformats.org/drawingml/2006/main">
              <a:ext uri="{FF2B5EF4-FFF2-40B4-BE49-F238E27FC236}">
                <a16:creationId xmlns:a16="http://schemas.microsoft.com/office/drawing/2014/main" id="{0DEAA7F7-64D0-4AF9-8F95-98282F8F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" name="SE-056-path-167">
            <a:extLst xmlns:a="http://schemas.openxmlformats.org/drawingml/2006/main">
              <a:ext uri="{FF2B5EF4-FFF2-40B4-BE49-F238E27FC236}">
                <a16:creationId xmlns:a16="http://schemas.microsoft.com/office/drawing/2014/main" id="{1880D489-BF37-4067-B0C9-3865FAC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" name="SE-056-path-168">
            <a:extLst xmlns:a="http://schemas.openxmlformats.org/drawingml/2006/main">
              <a:ext uri="{FF2B5EF4-FFF2-40B4-BE49-F238E27FC236}">
                <a16:creationId xmlns:a16="http://schemas.microsoft.com/office/drawing/2014/main" id="{12CCC513-04C1-4B80-A20E-01681C9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" name="SE-056-path-169">
            <a:extLst xmlns:a="http://schemas.openxmlformats.org/drawingml/2006/main">
              <a:ext uri="{FF2B5EF4-FFF2-40B4-BE49-F238E27FC236}">
                <a16:creationId xmlns:a16="http://schemas.microsoft.com/office/drawing/2014/main" id="{9F5CBEE1-1AD3-4A32-8C5B-D719FDF0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" name="SE-056-path-170">
            <a:extLst xmlns:a="http://schemas.openxmlformats.org/drawingml/2006/main">
              <a:ext uri="{FF2B5EF4-FFF2-40B4-BE49-F238E27FC236}">
                <a16:creationId xmlns:a16="http://schemas.microsoft.com/office/drawing/2014/main" id="{7994D59F-51E2-4484-8FC2-BAA3FC40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" name="SE-056-path-171">
            <a:extLst xmlns:a="http://schemas.openxmlformats.org/drawingml/2006/main">
              <a:ext uri="{FF2B5EF4-FFF2-40B4-BE49-F238E27FC236}">
                <a16:creationId xmlns:a16="http://schemas.microsoft.com/office/drawing/2014/main" id="{95645294-EAAF-49F6-9454-D97CC69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" name="SE-056-path-172">
            <a:extLst xmlns:a="http://schemas.openxmlformats.org/drawingml/2006/main">
              <a:ext uri="{FF2B5EF4-FFF2-40B4-BE49-F238E27FC236}">
                <a16:creationId xmlns:a16="http://schemas.microsoft.com/office/drawing/2014/main" id="{86F16ECE-C694-4D6A-9E74-99E8A101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" name="SE-056-path-173">
            <a:extLst xmlns:a="http://schemas.openxmlformats.org/drawingml/2006/main">
              <a:ext uri="{FF2B5EF4-FFF2-40B4-BE49-F238E27FC236}">
                <a16:creationId xmlns:a16="http://schemas.microsoft.com/office/drawing/2014/main" id="{53126577-4293-4DB1-AC19-2E2A22FB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" name="SE-056-path-174">
            <a:extLst xmlns:a="http://schemas.openxmlformats.org/drawingml/2006/main">
              <a:ext uri="{FF2B5EF4-FFF2-40B4-BE49-F238E27FC236}">
                <a16:creationId xmlns:a16="http://schemas.microsoft.com/office/drawing/2014/main" id="{AF08466E-98A5-448A-93B9-BFD64B5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" name="SE-056-path-175">
            <a:extLst xmlns:a="http://schemas.openxmlformats.org/drawingml/2006/main">
              <a:ext uri="{FF2B5EF4-FFF2-40B4-BE49-F238E27FC236}">
                <a16:creationId xmlns:a16="http://schemas.microsoft.com/office/drawing/2014/main" id="{3FE1A6A0-36E2-4C4D-82F5-81B0B1A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" name="SE-056-path-176">
            <a:extLst xmlns:a="http://schemas.openxmlformats.org/drawingml/2006/main">
              <a:ext uri="{FF2B5EF4-FFF2-40B4-BE49-F238E27FC236}">
                <a16:creationId xmlns:a16="http://schemas.microsoft.com/office/drawing/2014/main" id="{D7F292CD-7F53-4B4F-B803-1ACC98F6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" name="SE-056-path-177">
            <a:extLst xmlns:a="http://schemas.openxmlformats.org/drawingml/2006/main">
              <a:ext uri="{FF2B5EF4-FFF2-40B4-BE49-F238E27FC236}">
                <a16:creationId xmlns:a16="http://schemas.microsoft.com/office/drawing/2014/main" id="{F5D55B26-ACE6-48D1-B164-9D1F82DB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" name="SE-056-path-178">
            <a:extLst xmlns:a="http://schemas.openxmlformats.org/drawingml/2006/main">
              <a:ext uri="{FF2B5EF4-FFF2-40B4-BE49-F238E27FC236}">
                <a16:creationId xmlns:a16="http://schemas.microsoft.com/office/drawing/2014/main" id="{C2736B09-0C71-46EE-BB11-E0DC299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9" name="SE-056-path-179">
            <a:extLst xmlns:a="http://schemas.openxmlformats.org/drawingml/2006/main">
              <a:ext uri="{FF2B5EF4-FFF2-40B4-BE49-F238E27FC236}">
                <a16:creationId xmlns:a16="http://schemas.microsoft.com/office/drawing/2014/main" id="{FED7D939-8A7F-4790-B5B9-39DF5A1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0" name="SE-056-path-180">
            <a:extLst xmlns:a="http://schemas.openxmlformats.org/drawingml/2006/main">
              <a:ext uri="{FF2B5EF4-FFF2-40B4-BE49-F238E27FC236}">
                <a16:creationId xmlns:a16="http://schemas.microsoft.com/office/drawing/2014/main" id="{0050E8C7-8BDA-4E07-8957-6CE5FBB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1" name="SE-056-path-181">
            <a:extLst xmlns:a="http://schemas.openxmlformats.org/drawingml/2006/main">
              <a:ext uri="{FF2B5EF4-FFF2-40B4-BE49-F238E27FC236}">
                <a16:creationId xmlns:a16="http://schemas.microsoft.com/office/drawing/2014/main" id="{E8A9C241-367A-4F02-9A6B-0A2657C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2" name="SE-056-path-182">
            <a:extLst xmlns:a="http://schemas.openxmlformats.org/drawingml/2006/main">
              <a:ext uri="{FF2B5EF4-FFF2-40B4-BE49-F238E27FC236}">
                <a16:creationId xmlns:a16="http://schemas.microsoft.com/office/drawing/2014/main" id="{AECCB974-9D7B-41C7-9838-EBB13A2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3" name="SE-056-path-183">
            <a:extLst xmlns:a="http://schemas.openxmlformats.org/drawingml/2006/main">
              <a:ext uri="{FF2B5EF4-FFF2-40B4-BE49-F238E27FC236}">
                <a16:creationId xmlns:a16="http://schemas.microsoft.com/office/drawing/2014/main" id="{25D0E0B5-F343-4CB0-B965-77785C90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4" name="SE-056-path-184">
            <a:extLst xmlns:a="http://schemas.openxmlformats.org/drawingml/2006/main">
              <a:ext uri="{FF2B5EF4-FFF2-40B4-BE49-F238E27FC236}">
                <a16:creationId xmlns:a16="http://schemas.microsoft.com/office/drawing/2014/main" id="{9CE3B462-6CB2-4F77-AD7E-4C56B3C2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5" name="SE-056-path-185">
            <a:extLst xmlns:a="http://schemas.openxmlformats.org/drawingml/2006/main">
              <a:ext uri="{FF2B5EF4-FFF2-40B4-BE49-F238E27FC236}">
                <a16:creationId xmlns:a16="http://schemas.microsoft.com/office/drawing/2014/main" id="{0CECBCD5-AD85-4483-A70C-C6DD4C7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6" name="SE-056-path-186">
            <a:extLst xmlns:a="http://schemas.openxmlformats.org/drawingml/2006/main">
              <a:ext uri="{FF2B5EF4-FFF2-40B4-BE49-F238E27FC236}">
                <a16:creationId xmlns:a16="http://schemas.microsoft.com/office/drawing/2014/main" id="{CF4C4FBD-B036-46E4-AC6F-F279BCC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7" name="SE-056-path-187">
            <a:extLst xmlns:a="http://schemas.openxmlformats.org/drawingml/2006/main">
              <a:ext uri="{FF2B5EF4-FFF2-40B4-BE49-F238E27FC236}">
                <a16:creationId xmlns:a16="http://schemas.microsoft.com/office/drawing/2014/main" id="{CD497FD0-AD26-4D2F-8B8A-96623518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8" name="SE-056-path-188">
            <a:extLst xmlns:a="http://schemas.openxmlformats.org/drawingml/2006/main">
              <a:ext uri="{FF2B5EF4-FFF2-40B4-BE49-F238E27FC236}">
                <a16:creationId xmlns:a16="http://schemas.microsoft.com/office/drawing/2014/main" id="{F129A30E-0E6C-4CFC-8E38-3C4013B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89" name="SE-056-path-189">
            <a:extLst xmlns:a="http://schemas.openxmlformats.org/drawingml/2006/main">
              <a:ext uri="{FF2B5EF4-FFF2-40B4-BE49-F238E27FC236}">
                <a16:creationId xmlns:a16="http://schemas.microsoft.com/office/drawing/2014/main" id="{09033BC9-BF21-4AB0-AC98-76F93E1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0" name="SE-056-path-190">
            <a:extLst xmlns:a="http://schemas.openxmlformats.org/drawingml/2006/main">
              <a:ext uri="{FF2B5EF4-FFF2-40B4-BE49-F238E27FC236}">
                <a16:creationId xmlns:a16="http://schemas.microsoft.com/office/drawing/2014/main" id="{520C3833-98BF-4D0F-8678-08B11A11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1" name="SE-056-path-191">
            <a:extLst xmlns:a="http://schemas.openxmlformats.org/drawingml/2006/main">
              <a:ext uri="{FF2B5EF4-FFF2-40B4-BE49-F238E27FC236}">
                <a16:creationId xmlns:a16="http://schemas.microsoft.com/office/drawing/2014/main" id="{6C86F2C0-0D61-4FD6-974E-7FC5E500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2" name="SE-056-path-192">
            <a:extLst xmlns:a="http://schemas.openxmlformats.org/drawingml/2006/main">
              <a:ext uri="{FF2B5EF4-FFF2-40B4-BE49-F238E27FC236}">
                <a16:creationId xmlns:a16="http://schemas.microsoft.com/office/drawing/2014/main" id="{854FDC08-1AA6-4413-8978-77A6D84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3" name="SE-056-path-193">
            <a:extLst xmlns:a="http://schemas.openxmlformats.org/drawingml/2006/main">
              <a:ext uri="{FF2B5EF4-FFF2-40B4-BE49-F238E27FC236}">
                <a16:creationId xmlns:a16="http://schemas.microsoft.com/office/drawing/2014/main" id="{EB99862B-04F2-4775-AB04-2CD4E2AB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4" name="SE-056-path-194">
            <a:extLst xmlns:a="http://schemas.openxmlformats.org/drawingml/2006/main">
              <a:ext uri="{FF2B5EF4-FFF2-40B4-BE49-F238E27FC236}">
                <a16:creationId xmlns:a16="http://schemas.microsoft.com/office/drawing/2014/main" id="{F403C5FE-E472-4919-8659-A610940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5" name="SE-056-path-195">
            <a:extLst xmlns:a="http://schemas.openxmlformats.org/drawingml/2006/main">
              <a:ext uri="{FF2B5EF4-FFF2-40B4-BE49-F238E27FC236}">
                <a16:creationId xmlns:a16="http://schemas.microsoft.com/office/drawing/2014/main" id="{B0E82455-5AFE-46C6-95AE-1B4E49B6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6" name="SE-056-path-196">
            <a:extLst xmlns:a="http://schemas.openxmlformats.org/drawingml/2006/main">
              <a:ext uri="{FF2B5EF4-FFF2-40B4-BE49-F238E27FC236}">
                <a16:creationId xmlns:a16="http://schemas.microsoft.com/office/drawing/2014/main" id="{FDDA5759-7DEF-4611-B600-6A808DA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7" name="SE-056-path-197">
            <a:extLst xmlns:a="http://schemas.openxmlformats.org/drawingml/2006/main">
              <a:ext uri="{FF2B5EF4-FFF2-40B4-BE49-F238E27FC236}">
                <a16:creationId xmlns:a16="http://schemas.microsoft.com/office/drawing/2014/main" id="{4B2C2255-9920-4CF8-9769-BE6F1B8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8" name="SE-056-path-198">
            <a:extLst xmlns:a="http://schemas.openxmlformats.org/drawingml/2006/main">
              <a:ext uri="{FF2B5EF4-FFF2-40B4-BE49-F238E27FC236}">
                <a16:creationId xmlns:a16="http://schemas.microsoft.com/office/drawing/2014/main" id="{04763736-FAE2-4F68-B024-B6F7C975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99" name="SE-056-path-199">
            <a:extLst xmlns:a="http://schemas.openxmlformats.org/drawingml/2006/main">
              <a:ext uri="{FF2B5EF4-FFF2-40B4-BE49-F238E27FC236}">
                <a16:creationId xmlns:a16="http://schemas.microsoft.com/office/drawing/2014/main" id="{DCAECD44-4337-4032-82BE-A071DDD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0" name="SE-056-path-200">
            <a:extLst xmlns:a="http://schemas.openxmlformats.org/drawingml/2006/main">
              <a:ext uri="{FF2B5EF4-FFF2-40B4-BE49-F238E27FC236}">
                <a16:creationId xmlns:a16="http://schemas.microsoft.com/office/drawing/2014/main" id="{77871FA1-295A-4C51-A0DC-2FF81592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1" name="SE-056-path-201">
            <a:extLst xmlns:a="http://schemas.openxmlformats.org/drawingml/2006/main">
              <a:ext uri="{FF2B5EF4-FFF2-40B4-BE49-F238E27FC236}">
                <a16:creationId xmlns:a16="http://schemas.microsoft.com/office/drawing/2014/main" id="{A15E6F88-25C6-441F-AB48-AA976C7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2" name="SE-056-path-202">
            <a:extLst xmlns:a="http://schemas.openxmlformats.org/drawingml/2006/main">
              <a:ext uri="{FF2B5EF4-FFF2-40B4-BE49-F238E27FC236}">
                <a16:creationId xmlns:a16="http://schemas.microsoft.com/office/drawing/2014/main" id="{BD1163A7-30C6-498C-8BB2-77C9FB5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3" name="SE-056-path-203">
            <a:extLst xmlns:a="http://schemas.openxmlformats.org/drawingml/2006/main">
              <a:ext uri="{FF2B5EF4-FFF2-40B4-BE49-F238E27FC236}">
                <a16:creationId xmlns:a16="http://schemas.microsoft.com/office/drawing/2014/main" id="{D6AD2BFB-B8F7-4973-9E42-43230BB4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4" name="SE-056-path-204">
            <a:extLst xmlns:a="http://schemas.openxmlformats.org/drawingml/2006/main">
              <a:ext uri="{FF2B5EF4-FFF2-40B4-BE49-F238E27FC236}">
                <a16:creationId xmlns:a16="http://schemas.microsoft.com/office/drawing/2014/main" id="{DDF01D67-B8F9-412D-8058-0C68770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5" name="SE-056-path-205">
            <a:extLst xmlns:a="http://schemas.openxmlformats.org/drawingml/2006/main">
              <a:ext uri="{FF2B5EF4-FFF2-40B4-BE49-F238E27FC236}">
                <a16:creationId xmlns:a16="http://schemas.microsoft.com/office/drawing/2014/main" id="{E885CDD1-8BDF-444B-8748-0328E29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6" name="SE-056-path-206">
            <a:extLst xmlns:a="http://schemas.openxmlformats.org/drawingml/2006/main">
              <a:ext uri="{FF2B5EF4-FFF2-40B4-BE49-F238E27FC236}">
                <a16:creationId xmlns:a16="http://schemas.microsoft.com/office/drawing/2014/main" id="{94D422E1-351B-4C6E-98E4-5E684D6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7" name="SE-056-path-207">
            <a:extLst xmlns:a="http://schemas.openxmlformats.org/drawingml/2006/main">
              <a:ext uri="{FF2B5EF4-FFF2-40B4-BE49-F238E27FC236}">
                <a16:creationId xmlns:a16="http://schemas.microsoft.com/office/drawing/2014/main" id="{FC577EFB-E474-47C7-B327-E6B551A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8" name="SE-056-path-208">
            <a:extLst xmlns:a="http://schemas.openxmlformats.org/drawingml/2006/main">
              <a:ext uri="{FF2B5EF4-FFF2-40B4-BE49-F238E27FC236}">
                <a16:creationId xmlns:a16="http://schemas.microsoft.com/office/drawing/2014/main" id="{E1900197-B5D4-4759-91CF-DE9B8C5B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09" name="SE-056-path-209">
            <a:extLst xmlns:a="http://schemas.openxmlformats.org/drawingml/2006/main">
              <a:ext uri="{FF2B5EF4-FFF2-40B4-BE49-F238E27FC236}">
                <a16:creationId xmlns:a16="http://schemas.microsoft.com/office/drawing/2014/main" id="{7ABF41F1-1BD6-419F-9105-DC4B031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0" name="SE-056-path-210">
            <a:extLst xmlns:a="http://schemas.openxmlformats.org/drawingml/2006/main">
              <a:ext uri="{FF2B5EF4-FFF2-40B4-BE49-F238E27FC236}">
                <a16:creationId xmlns:a16="http://schemas.microsoft.com/office/drawing/2014/main" id="{8BE570DE-A42D-4001-8FB8-9603E931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1" name="SE-056-path-211">
            <a:extLst xmlns:a="http://schemas.openxmlformats.org/drawingml/2006/main">
              <a:ext uri="{FF2B5EF4-FFF2-40B4-BE49-F238E27FC236}">
                <a16:creationId xmlns:a16="http://schemas.microsoft.com/office/drawing/2014/main" id="{74842F15-8B3F-44D9-AD55-F67A587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2" name="SE-056-path-212">
            <a:extLst xmlns:a="http://schemas.openxmlformats.org/drawingml/2006/main">
              <a:ext uri="{FF2B5EF4-FFF2-40B4-BE49-F238E27FC236}">
                <a16:creationId xmlns:a16="http://schemas.microsoft.com/office/drawing/2014/main" id="{B296BB15-D498-4BB5-8B4F-497B8C0F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3" name="SE-056-path-213">
            <a:extLst xmlns:a="http://schemas.openxmlformats.org/drawingml/2006/main">
              <a:ext uri="{FF2B5EF4-FFF2-40B4-BE49-F238E27FC236}">
                <a16:creationId xmlns:a16="http://schemas.microsoft.com/office/drawing/2014/main" id="{A69C3312-CAE1-41B7-BB23-455A3FE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4" name="SE-056-path-214">
            <a:extLst xmlns:a="http://schemas.openxmlformats.org/drawingml/2006/main">
              <a:ext uri="{FF2B5EF4-FFF2-40B4-BE49-F238E27FC236}">
                <a16:creationId xmlns:a16="http://schemas.microsoft.com/office/drawing/2014/main" id="{63896271-0987-4C93-921A-9BBE3A6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5" name="SE-056-path-215">
            <a:extLst xmlns:a="http://schemas.openxmlformats.org/drawingml/2006/main">
              <a:ext uri="{FF2B5EF4-FFF2-40B4-BE49-F238E27FC236}">
                <a16:creationId xmlns:a16="http://schemas.microsoft.com/office/drawing/2014/main" id="{BB92A1E2-59EE-4FBD-A53E-FD99C8FB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6" name="SE-056-path-216">
            <a:extLst xmlns:a="http://schemas.openxmlformats.org/drawingml/2006/main">
              <a:ext uri="{FF2B5EF4-FFF2-40B4-BE49-F238E27FC236}">
                <a16:creationId xmlns:a16="http://schemas.microsoft.com/office/drawing/2014/main" id="{0DC95F57-EEE2-4880-9900-B96C1B06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7" name="SE-056-path-217">
            <a:extLst xmlns:a="http://schemas.openxmlformats.org/drawingml/2006/main">
              <a:ext uri="{FF2B5EF4-FFF2-40B4-BE49-F238E27FC236}">
                <a16:creationId xmlns:a16="http://schemas.microsoft.com/office/drawing/2014/main" id="{745AF993-8A40-4894-AE37-5115C97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8" name="SE-056-path-218">
            <a:extLst xmlns:a="http://schemas.openxmlformats.org/drawingml/2006/main">
              <a:ext uri="{FF2B5EF4-FFF2-40B4-BE49-F238E27FC236}">
                <a16:creationId xmlns:a16="http://schemas.microsoft.com/office/drawing/2014/main" id="{82C8109C-735C-4088-A5C0-81828A97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19" name="SE-056-path-219">
            <a:extLst xmlns:a="http://schemas.openxmlformats.org/drawingml/2006/main">
              <a:ext uri="{FF2B5EF4-FFF2-40B4-BE49-F238E27FC236}">
                <a16:creationId xmlns:a16="http://schemas.microsoft.com/office/drawing/2014/main" id="{2FFB6A00-13C0-4DDD-A6A3-FCFBEBB6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0" name="SE-056-path-220">
            <a:extLst xmlns:a="http://schemas.openxmlformats.org/drawingml/2006/main">
              <a:ext uri="{FF2B5EF4-FFF2-40B4-BE49-F238E27FC236}">
                <a16:creationId xmlns:a16="http://schemas.microsoft.com/office/drawing/2014/main" id="{7760EE07-B02E-47BC-9FFF-07E24D56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1" name="SE-056-path-221">
            <a:extLst xmlns:a="http://schemas.openxmlformats.org/drawingml/2006/main">
              <a:ext uri="{FF2B5EF4-FFF2-40B4-BE49-F238E27FC236}">
                <a16:creationId xmlns:a16="http://schemas.microsoft.com/office/drawing/2014/main" id="{B84C1A1C-6CDD-471E-94B3-AB9F9C01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2" name="SE-056-path-222">
            <a:extLst xmlns:a="http://schemas.openxmlformats.org/drawingml/2006/main">
              <a:ext uri="{FF2B5EF4-FFF2-40B4-BE49-F238E27FC236}">
                <a16:creationId xmlns:a16="http://schemas.microsoft.com/office/drawing/2014/main" id="{3DB15EDA-D49A-4FF9-8B35-860471A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3" name="SE-056-path-223">
            <a:extLst xmlns:a="http://schemas.openxmlformats.org/drawingml/2006/main">
              <a:ext uri="{FF2B5EF4-FFF2-40B4-BE49-F238E27FC236}">
                <a16:creationId xmlns:a16="http://schemas.microsoft.com/office/drawing/2014/main" id="{0AD0F844-1F13-4B81-8DBB-4BECA8AC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4" name="SE-056-path-224">
            <a:extLst xmlns:a="http://schemas.openxmlformats.org/drawingml/2006/main">
              <a:ext uri="{FF2B5EF4-FFF2-40B4-BE49-F238E27FC236}">
                <a16:creationId xmlns:a16="http://schemas.microsoft.com/office/drawing/2014/main" id="{E686A3E3-9396-44A2-8E46-7FA4ABC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5" name="SE-056-path-225">
            <a:extLst xmlns:a="http://schemas.openxmlformats.org/drawingml/2006/main">
              <a:ext uri="{FF2B5EF4-FFF2-40B4-BE49-F238E27FC236}">
                <a16:creationId xmlns:a16="http://schemas.microsoft.com/office/drawing/2014/main" id="{CEE72BB7-BA2A-401D-9149-84F8AC1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6" name="SE-056-path-226">
            <a:extLst xmlns:a="http://schemas.openxmlformats.org/drawingml/2006/main">
              <a:ext uri="{FF2B5EF4-FFF2-40B4-BE49-F238E27FC236}">
                <a16:creationId xmlns:a16="http://schemas.microsoft.com/office/drawing/2014/main" id="{6C238BA5-43A5-4C2E-8FE3-883EDEE6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7" name="SE-056-path-227">
            <a:extLst xmlns:a="http://schemas.openxmlformats.org/drawingml/2006/main">
              <a:ext uri="{FF2B5EF4-FFF2-40B4-BE49-F238E27FC236}">
                <a16:creationId xmlns:a16="http://schemas.microsoft.com/office/drawing/2014/main" id="{9E861893-520E-48C3-85F4-215748A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8" name="SE-056-path-228">
            <a:extLst xmlns:a="http://schemas.openxmlformats.org/drawingml/2006/main">
              <a:ext uri="{FF2B5EF4-FFF2-40B4-BE49-F238E27FC236}">
                <a16:creationId xmlns:a16="http://schemas.microsoft.com/office/drawing/2014/main" id="{6BE0B27F-B963-4A7A-A7D8-64060F4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29" name="SE-056-path-229">
            <a:extLst xmlns:a="http://schemas.openxmlformats.org/drawingml/2006/main">
              <a:ext uri="{FF2B5EF4-FFF2-40B4-BE49-F238E27FC236}">
                <a16:creationId xmlns:a16="http://schemas.microsoft.com/office/drawing/2014/main" id="{F0F8FCCC-5C97-499D-AC9B-787DAAD6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0" name="SE-056-path-230">
            <a:extLst xmlns:a="http://schemas.openxmlformats.org/drawingml/2006/main">
              <a:ext uri="{FF2B5EF4-FFF2-40B4-BE49-F238E27FC236}">
                <a16:creationId xmlns:a16="http://schemas.microsoft.com/office/drawing/2014/main" id="{51021194-F876-4328-B3E5-0B80392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1" name="SE-056-path-231">
            <a:extLst xmlns:a="http://schemas.openxmlformats.org/drawingml/2006/main">
              <a:ext uri="{FF2B5EF4-FFF2-40B4-BE49-F238E27FC236}">
                <a16:creationId xmlns:a16="http://schemas.microsoft.com/office/drawing/2014/main" id="{824D7D54-FB39-4D76-B319-29B9FD17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2" name="SE-056-path-232">
            <a:extLst xmlns:a="http://schemas.openxmlformats.org/drawingml/2006/main">
              <a:ext uri="{FF2B5EF4-FFF2-40B4-BE49-F238E27FC236}">
                <a16:creationId xmlns:a16="http://schemas.microsoft.com/office/drawing/2014/main" id="{154EF5AF-5E1E-4500-BE80-490E81E2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3" name="SE-056-path-233">
            <a:extLst xmlns:a="http://schemas.openxmlformats.org/drawingml/2006/main">
              <a:ext uri="{FF2B5EF4-FFF2-40B4-BE49-F238E27FC236}">
                <a16:creationId xmlns:a16="http://schemas.microsoft.com/office/drawing/2014/main" id="{B311B5D0-6EFB-4AEA-9A2A-C998F94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4" name="SE-056-path-234">
            <a:extLst xmlns:a="http://schemas.openxmlformats.org/drawingml/2006/main">
              <a:ext uri="{FF2B5EF4-FFF2-40B4-BE49-F238E27FC236}">
                <a16:creationId xmlns:a16="http://schemas.microsoft.com/office/drawing/2014/main" id="{57A308BE-0856-40BB-BBBD-E07104CE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5" name="SE-056-path-235">
            <a:extLst xmlns:a="http://schemas.openxmlformats.org/drawingml/2006/main">
              <a:ext uri="{FF2B5EF4-FFF2-40B4-BE49-F238E27FC236}">
                <a16:creationId xmlns:a16="http://schemas.microsoft.com/office/drawing/2014/main" id="{485ED1F8-595B-4B08-9943-43F3EE7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6" name="SE-056-path-236">
            <a:extLst xmlns:a="http://schemas.openxmlformats.org/drawingml/2006/main">
              <a:ext uri="{FF2B5EF4-FFF2-40B4-BE49-F238E27FC236}">
                <a16:creationId xmlns:a16="http://schemas.microsoft.com/office/drawing/2014/main" id="{AD0A00A0-1CBB-4DDE-A3AE-151A6CF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7" name="SE-056-path-237">
            <a:extLst xmlns:a="http://schemas.openxmlformats.org/drawingml/2006/main">
              <a:ext uri="{FF2B5EF4-FFF2-40B4-BE49-F238E27FC236}">
                <a16:creationId xmlns:a16="http://schemas.microsoft.com/office/drawing/2014/main" id="{7F122A03-4DA8-4AD3-B78D-7F757E7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8" name="SE-056-path-238">
            <a:extLst xmlns:a="http://schemas.openxmlformats.org/drawingml/2006/main">
              <a:ext uri="{FF2B5EF4-FFF2-40B4-BE49-F238E27FC236}">
                <a16:creationId xmlns:a16="http://schemas.microsoft.com/office/drawing/2014/main" id="{31DFA892-D7B1-487F-9934-8BF4076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39" name="SE-056-path-239">
            <a:extLst xmlns:a="http://schemas.openxmlformats.org/drawingml/2006/main">
              <a:ext uri="{FF2B5EF4-FFF2-40B4-BE49-F238E27FC236}">
                <a16:creationId xmlns:a16="http://schemas.microsoft.com/office/drawing/2014/main" id="{394123E2-126B-4BFE-9D5D-CC1EEA7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0" name="SE-056-path-240">
            <a:extLst xmlns:a="http://schemas.openxmlformats.org/drawingml/2006/main">
              <a:ext uri="{FF2B5EF4-FFF2-40B4-BE49-F238E27FC236}">
                <a16:creationId xmlns:a16="http://schemas.microsoft.com/office/drawing/2014/main" id="{DD7AC13C-886A-4F7A-BD04-34904944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1" name="SE-056-path-241">
            <a:extLst xmlns:a="http://schemas.openxmlformats.org/drawingml/2006/main">
              <a:ext uri="{FF2B5EF4-FFF2-40B4-BE49-F238E27FC236}">
                <a16:creationId xmlns:a16="http://schemas.microsoft.com/office/drawing/2014/main" id="{AE2E67C4-D7FB-4910-A7FD-207EFB4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2" name="SE-056-path-242">
            <a:extLst xmlns:a="http://schemas.openxmlformats.org/drawingml/2006/main">
              <a:ext uri="{FF2B5EF4-FFF2-40B4-BE49-F238E27FC236}">
                <a16:creationId xmlns:a16="http://schemas.microsoft.com/office/drawing/2014/main" id="{B2526FDC-1C6B-4521-BDF2-F1E6EE88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3" name="SE-056-path-243">
            <a:extLst xmlns:a="http://schemas.openxmlformats.org/drawingml/2006/main">
              <a:ext uri="{FF2B5EF4-FFF2-40B4-BE49-F238E27FC236}">
                <a16:creationId xmlns:a16="http://schemas.microsoft.com/office/drawing/2014/main" id="{EC5D6B8F-7555-4318-AC19-9E0E82F1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4" name="SE-056-path-244">
            <a:extLst xmlns:a="http://schemas.openxmlformats.org/drawingml/2006/main">
              <a:ext uri="{FF2B5EF4-FFF2-40B4-BE49-F238E27FC236}">
                <a16:creationId xmlns:a16="http://schemas.microsoft.com/office/drawing/2014/main" id="{68DB19BD-E5A5-4286-8CA8-B6524B07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5" name="SE-056-path-245">
            <a:extLst xmlns:a="http://schemas.openxmlformats.org/drawingml/2006/main">
              <a:ext uri="{FF2B5EF4-FFF2-40B4-BE49-F238E27FC236}">
                <a16:creationId xmlns:a16="http://schemas.microsoft.com/office/drawing/2014/main" id="{E94D24E2-7938-494B-96AF-0FE688A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6" name="SE-056-path-246">
            <a:extLst xmlns:a="http://schemas.openxmlformats.org/drawingml/2006/main">
              <a:ext uri="{FF2B5EF4-FFF2-40B4-BE49-F238E27FC236}">
                <a16:creationId xmlns:a16="http://schemas.microsoft.com/office/drawing/2014/main" id="{CF3F783A-DFDF-4580-A1A7-18E9C2A6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194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7" name="SE-056-247">
            <a:extLst xmlns:a="http://schemas.openxmlformats.org/drawingml/2006/main">
              <a:ext uri="{FF2B5EF4-FFF2-40B4-BE49-F238E27FC236}">
                <a16:creationId xmlns:a16="http://schemas.microsoft.com/office/drawing/2014/main" id="{90DC9B36-D20E-476C-AA10-58120F16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0765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100K</a:t>
            </a:r>
          </a:p>
        </p:txBody>
      </p:sp>
      <p:sp>
        <p:nvSpPr>
          <p:cNvPr id="248" name="SE-056-path-248">
            <a:extLst xmlns:a="http://schemas.openxmlformats.org/drawingml/2006/main">
              <a:ext uri="{FF2B5EF4-FFF2-40B4-BE49-F238E27FC236}">
                <a16:creationId xmlns:a16="http://schemas.microsoft.com/office/drawing/2014/main" id="{AEF16940-3AD5-4C8F-9E34-59C6390B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49" name="SE-056-path-249">
            <a:extLst xmlns:a="http://schemas.openxmlformats.org/drawingml/2006/main">
              <a:ext uri="{FF2B5EF4-FFF2-40B4-BE49-F238E27FC236}">
                <a16:creationId xmlns:a16="http://schemas.microsoft.com/office/drawing/2014/main" id="{2C184E1B-EACB-4A99-97F4-3582094F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0" name="SE-056-path-250">
            <a:extLst xmlns:a="http://schemas.openxmlformats.org/drawingml/2006/main">
              <a:ext uri="{FF2B5EF4-FFF2-40B4-BE49-F238E27FC236}">
                <a16:creationId xmlns:a16="http://schemas.microsoft.com/office/drawing/2014/main" id="{58CB7A3B-EDFB-4AAB-8954-425E4B5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1" name="SE-056-path-251">
            <a:extLst xmlns:a="http://schemas.openxmlformats.org/drawingml/2006/main">
              <a:ext uri="{FF2B5EF4-FFF2-40B4-BE49-F238E27FC236}">
                <a16:creationId xmlns:a16="http://schemas.microsoft.com/office/drawing/2014/main" id="{49B44B15-8FB1-4CDA-A49E-98A688F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2" name="SE-056-path-252">
            <a:extLst xmlns:a="http://schemas.openxmlformats.org/drawingml/2006/main">
              <a:ext uri="{FF2B5EF4-FFF2-40B4-BE49-F238E27FC236}">
                <a16:creationId xmlns:a16="http://schemas.microsoft.com/office/drawing/2014/main" id="{C41A940C-9C0A-44AF-AEA6-8C8A1E3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3" name="SE-056-path-253">
            <a:extLst xmlns:a="http://schemas.openxmlformats.org/drawingml/2006/main">
              <a:ext uri="{FF2B5EF4-FFF2-40B4-BE49-F238E27FC236}">
                <a16:creationId xmlns:a16="http://schemas.microsoft.com/office/drawing/2014/main" id="{F9587973-9AC3-40B6-A3AB-72A1FD33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4" name="SE-056-path-254">
            <a:extLst xmlns:a="http://schemas.openxmlformats.org/drawingml/2006/main">
              <a:ext uri="{FF2B5EF4-FFF2-40B4-BE49-F238E27FC236}">
                <a16:creationId xmlns:a16="http://schemas.microsoft.com/office/drawing/2014/main" id="{22FD9D96-9BE8-433D-9094-62B2103D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5" name="SE-056-path-255">
            <a:extLst xmlns:a="http://schemas.openxmlformats.org/drawingml/2006/main">
              <a:ext uri="{FF2B5EF4-FFF2-40B4-BE49-F238E27FC236}">
                <a16:creationId xmlns:a16="http://schemas.microsoft.com/office/drawing/2014/main" id="{55224949-C4AC-4F42-A04D-7085376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6" name="SE-056-path-256">
            <a:extLst xmlns:a="http://schemas.openxmlformats.org/drawingml/2006/main">
              <a:ext uri="{FF2B5EF4-FFF2-40B4-BE49-F238E27FC236}">
                <a16:creationId xmlns:a16="http://schemas.microsoft.com/office/drawing/2014/main" id="{DF7D77C5-3A92-4A8F-94AB-4360AFB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7" name="SE-056-path-257">
            <a:extLst xmlns:a="http://schemas.openxmlformats.org/drawingml/2006/main">
              <a:ext uri="{FF2B5EF4-FFF2-40B4-BE49-F238E27FC236}">
                <a16:creationId xmlns:a16="http://schemas.microsoft.com/office/drawing/2014/main" id="{0B06D6C9-C774-4A3C-ADB2-218B3900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8" name="SE-056-path-258">
            <a:extLst xmlns:a="http://schemas.openxmlformats.org/drawingml/2006/main">
              <a:ext uri="{FF2B5EF4-FFF2-40B4-BE49-F238E27FC236}">
                <a16:creationId xmlns:a16="http://schemas.microsoft.com/office/drawing/2014/main" id="{31678BD8-D584-4E36-95BD-16091219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59" name="SE-056-path-259">
            <a:extLst xmlns:a="http://schemas.openxmlformats.org/drawingml/2006/main">
              <a:ext uri="{FF2B5EF4-FFF2-40B4-BE49-F238E27FC236}">
                <a16:creationId xmlns:a16="http://schemas.microsoft.com/office/drawing/2014/main" id="{D43BEAC2-4490-4719-B014-641B3303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0" name="SE-056-path-260">
            <a:extLst xmlns:a="http://schemas.openxmlformats.org/drawingml/2006/main">
              <a:ext uri="{FF2B5EF4-FFF2-40B4-BE49-F238E27FC236}">
                <a16:creationId xmlns:a16="http://schemas.microsoft.com/office/drawing/2014/main" id="{3F086C62-A3B5-4C64-A5B0-A3D544D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1" name="SE-056-path-261">
            <a:extLst xmlns:a="http://schemas.openxmlformats.org/drawingml/2006/main">
              <a:ext uri="{FF2B5EF4-FFF2-40B4-BE49-F238E27FC236}">
                <a16:creationId xmlns:a16="http://schemas.microsoft.com/office/drawing/2014/main" id="{52F66AA8-8035-404A-8287-235CA98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2" name="SE-056-path-262">
            <a:extLst xmlns:a="http://schemas.openxmlformats.org/drawingml/2006/main">
              <a:ext uri="{FF2B5EF4-FFF2-40B4-BE49-F238E27FC236}">
                <a16:creationId xmlns:a16="http://schemas.microsoft.com/office/drawing/2014/main" id="{2EE43550-373E-4EC1-B719-372092C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3" name="SE-056-path-263">
            <a:extLst xmlns:a="http://schemas.openxmlformats.org/drawingml/2006/main">
              <a:ext uri="{FF2B5EF4-FFF2-40B4-BE49-F238E27FC236}">
                <a16:creationId xmlns:a16="http://schemas.microsoft.com/office/drawing/2014/main" id="{DB6F8D8B-E651-41CC-951B-AAAB2E0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4" name="SE-056-path-264">
            <a:extLst xmlns:a="http://schemas.openxmlformats.org/drawingml/2006/main">
              <a:ext uri="{FF2B5EF4-FFF2-40B4-BE49-F238E27FC236}">
                <a16:creationId xmlns:a16="http://schemas.microsoft.com/office/drawing/2014/main" id="{1CE2ACA6-6DC9-4A38-ADAF-B972B1A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5" name="SE-056-path-265">
            <a:extLst xmlns:a="http://schemas.openxmlformats.org/drawingml/2006/main">
              <a:ext uri="{FF2B5EF4-FFF2-40B4-BE49-F238E27FC236}">
                <a16:creationId xmlns:a16="http://schemas.microsoft.com/office/drawing/2014/main" id="{A0BC353B-0067-4360-BAFA-07F833F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6" name="SE-056-path-266">
            <a:extLst xmlns:a="http://schemas.openxmlformats.org/drawingml/2006/main">
              <a:ext uri="{FF2B5EF4-FFF2-40B4-BE49-F238E27FC236}">
                <a16:creationId xmlns:a16="http://schemas.microsoft.com/office/drawing/2014/main" id="{BBAFED8D-0239-4D05-85F6-2AFD6897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7" name="SE-056-path-267">
            <a:extLst xmlns:a="http://schemas.openxmlformats.org/drawingml/2006/main">
              <a:ext uri="{FF2B5EF4-FFF2-40B4-BE49-F238E27FC236}">
                <a16:creationId xmlns:a16="http://schemas.microsoft.com/office/drawing/2014/main" id="{4F55F967-09DA-409D-BC88-FEBAE2F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8" name="SE-056-path-268">
            <a:extLst xmlns:a="http://schemas.openxmlformats.org/drawingml/2006/main">
              <a:ext uri="{FF2B5EF4-FFF2-40B4-BE49-F238E27FC236}">
                <a16:creationId xmlns:a16="http://schemas.microsoft.com/office/drawing/2014/main" id="{C14291F1-DD3F-4884-9EDF-9C68B2B9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69" name="SE-056-path-269">
            <a:extLst xmlns:a="http://schemas.openxmlformats.org/drawingml/2006/main">
              <a:ext uri="{FF2B5EF4-FFF2-40B4-BE49-F238E27FC236}">
                <a16:creationId xmlns:a16="http://schemas.microsoft.com/office/drawing/2014/main" id="{9DE6B75D-A93B-47CC-A540-6E2DD90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0" name="SE-056-path-270">
            <a:extLst xmlns:a="http://schemas.openxmlformats.org/drawingml/2006/main">
              <a:ext uri="{FF2B5EF4-FFF2-40B4-BE49-F238E27FC236}">
                <a16:creationId xmlns:a16="http://schemas.microsoft.com/office/drawing/2014/main" id="{61251575-6E1D-4B6B-9D06-BBCF70F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1" name="SE-056-path-271">
            <a:extLst xmlns:a="http://schemas.openxmlformats.org/drawingml/2006/main">
              <a:ext uri="{FF2B5EF4-FFF2-40B4-BE49-F238E27FC236}">
                <a16:creationId xmlns:a16="http://schemas.microsoft.com/office/drawing/2014/main" id="{1ED85B49-9F61-4819-9387-1D76476D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2" name="SE-056-path-272">
            <a:extLst xmlns:a="http://schemas.openxmlformats.org/drawingml/2006/main">
              <a:ext uri="{FF2B5EF4-FFF2-40B4-BE49-F238E27FC236}">
                <a16:creationId xmlns:a16="http://schemas.microsoft.com/office/drawing/2014/main" id="{70784831-7D15-4D55-9849-EEE780B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3" name="SE-056-path-273">
            <a:extLst xmlns:a="http://schemas.openxmlformats.org/drawingml/2006/main">
              <a:ext uri="{FF2B5EF4-FFF2-40B4-BE49-F238E27FC236}">
                <a16:creationId xmlns:a16="http://schemas.microsoft.com/office/drawing/2014/main" id="{11389B29-5AD1-4D73-BB94-CEE3E9A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4" name="SE-056-path-274">
            <a:extLst xmlns:a="http://schemas.openxmlformats.org/drawingml/2006/main">
              <a:ext uri="{FF2B5EF4-FFF2-40B4-BE49-F238E27FC236}">
                <a16:creationId xmlns:a16="http://schemas.microsoft.com/office/drawing/2014/main" id="{C372EB4C-4AA7-474E-BE90-62D40611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5" name="SE-056-path-275">
            <a:extLst xmlns:a="http://schemas.openxmlformats.org/drawingml/2006/main">
              <a:ext uri="{FF2B5EF4-FFF2-40B4-BE49-F238E27FC236}">
                <a16:creationId xmlns:a16="http://schemas.microsoft.com/office/drawing/2014/main" id="{F761941F-2B66-4252-AE6B-66CC3596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6" name="SE-056-path-276">
            <a:extLst xmlns:a="http://schemas.openxmlformats.org/drawingml/2006/main">
              <a:ext uri="{FF2B5EF4-FFF2-40B4-BE49-F238E27FC236}">
                <a16:creationId xmlns:a16="http://schemas.microsoft.com/office/drawing/2014/main" id="{93FB4354-45E3-430F-9DC4-32F3B631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7" name="SE-056-path-277">
            <a:extLst xmlns:a="http://schemas.openxmlformats.org/drawingml/2006/main">
              <a:ext uri="{FF2B5EF4-FFF2-40B4-BE49-F238E27FC236}">
                <a16:creationId xmlns:a16="http://schemas.microsoft.com/office/drawing/2014/main" id="{02DAB02F-8745-424D-8B36-B5595529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8" name="SE-056-path-278">
            <a:extLst xmlns:a="http://schemas.openxmlformats.org/drawingml/2006/main">
              <a:ext uri="{FF2B5EF4-FFF2-40B4-BE49-F238E27FC236}">
                <a16:creationId xmlns:a16="http://schemas.microsoft.com/office/drawing/2014/main" id="{364D3C5B-5D3F-4A45-846E-6974DDD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79" name="SE-056-path-279">
            <a:extLst xmlns:a="http://schemas.openxmlformats.org/drawingml/2006/main">
              <a:ext uri="{FF2B5EF4-FFF2-40B4-BE49-F238E27FC236}">
                <a16:creationId xmlns:a16="http://schemas.microsoft.com/office/drawing/2014/main" id="{B383C455-1E27-4BC8-A6DB-1BC01B85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0" name="SE-056-path-280">
            <a:extLst xmlns:a="http://schemas.openxmlformats.org/drawingml/2006/main">
              <a:ext uri="{FF2B5EF4-FFF2-40B4-BE49-F238E27FC236}">
                <a16:creationId xmlns:a16="http://schemas.microsoft.com/office/drawing/2014/main" id="{1E3CB89D-52AD-4534-8D33-432F9CF8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1" name="SE-056-path-281">
            <a:extLst xmlns:a="http://schemas.openxmlformats.org/drawingml/2006/main">
              <a:ext uri="{FF2B5EF4-FFF2-40B4-BE49-F238E27FC236}">
                <a16:creationId xmlns:a16="http://schemas.microsoft.com/office/drawing/2014/main" id="{1712233A-A463-4236-8955-F05C125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2" name="SE-056-path-282">
            <a:extLst xmlns:a="http://schemas.openxmlformats.org/drawingml/2006/main">
              <a:ext uri="{FF2B5EF4-FFF2-40B4-BE49-F238E27FC236}">
                <a16:creationId xmlns:a16="http://schemas.microsoft.com/office/drawing/2014/main" id="{FCF8CBB4-4B81-4FE5-97EA-70CD936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3" name="SE-056-path-283">
            <a:extLst xmlns:a="http://schemas.openxmlformats.org/drawingml/2006/main">
              <a:ext uri="{FF2B5EF4-FFF2-40B4-BE49-F238E27FC236}">
                <a16:creationId xmlns:a16="http://schemas.microsoft.com/office/drawing/2014/main" id="{9EF09020-D16A-40DA-9A30-4547C183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4" name="SE-056-path-284">
            <a:extLst xmlns:a="http://schemas.openxmlformats.org/drawingml/2006/main">
              <a:ext uri="{FF2B5EF4-FFF2-40B4-BE49-F238E27FC236}">
                <a16:creationId xmlns:a16="http://schemas.microsoft.com/office/drawing/2014/main" id="{E09637DB-3F5D-4437-A90A-B39449EC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5" name="SE-056-path-285">
            <a:extLst xmlns:a="http://schemas.openxmlformats.org/drawingml/2006/main">
              <a:ext uri="{FF2B5EF4-FFF2-40B4-BE49-F238E27FC236}">
                <a16:creationId xmlns:a16="http://schemas.microsoft.com/office/drawing/2014/main" id="{A8A70E04-54D4-48C0-ADD9-EC026279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6" name="SE-056-path-286">
            <a:extLst xmlns:a="http://schemas.openxmlformats.org/drawingml/2006/main">
              <a:ext uri="{FF2B5EF4-FFF2-40B4-BE49-F238E27FC236}">
                <a16:creationId xmlns:a16="http://schemas.microsoft.com/office/drawing/2014/main" id="{686131A6-DADB-48E1-BF64-3B17E3B7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7" name="SE-056-path-287">
            <a:extLst xmlns:a="http://schemas.openxmlformats.org/drawingml/2006/main">
              <a:ext uri="{FF2B5EF4-FFF2-40B4-BE49-F238E27FC236}">
                <a16:creationId xmlns:a16="http://schemas.microsoft.com/office/drawing/2014/main" id="{ED39B988-5738-4C73-8167-4E78759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8" name="SE-056-path-288">
            <a:extLst xmlns:a="http://schemas.openxmlformats.org/drawingml/2006/main">
              <a:ext uri="{FF2B5EF4-FFF2-40B4-BE49-F238E27FC236}">
                <a16:creationId xmlns:a16="http://schemas.microsoft.com/office/drawing/2014/main" id="{B4615B38-D21A-45EC-9443-2F1A600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89" name="SE-056-path-289">
            <a:extLst xmlns:a="http://schemas.openxmlformats.org/drawingml/2006/main">
              <a:ext uri="{FF2B5EF4-FFF2-40B4-BE49-F238E27FC236}">
                <a16:creationId xmlns:a16="http://schemas.microsoft.com/office/drawing/2014/main" id="{F1686F08-F518-491E-8F63-05F48CF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0" name="SE-056-path-290">
            <a:extLst xmlns:a="http://schemas.openxmlformats.org/drawingml/2006/main">
              <a:ext uri="{FF2B5EF4-FFF2-40B4-BE49-F238E27FC236}">
                <a16:creationId xmlns:a16="http://schemas.microsoft.com/office/drawing/2014/main" id="{E2BEA0DB-30E0-46BB-8EA0-0361E8B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1" name="SE-056-path-291">
            <a:extLst xmlns:a="http://schemas.openxmlformats.org/drawingml/2006/main">
              <a:ext uri="{FF2B5EF4-FFF2-40B4-BE49-F238E27FC236}">
                <a16:creationId xmlns:a16="http://schemas.microsoft.com/office/drawing/2014/main" id="{D451D641-BE66-4988-8AD0-95891AA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2" name="SE-056-path-292">
            <a:extLst xmlns:a="http://schemas.openxmlformats.org/drawingml/2006/main">
              <a:ext uri="{FF2B5EF4-FFF2-40B4-BE49-F238E27FC236}">
                <a16:creationId xmlns:a16="http://schemas.microsoft.com/office/drawing/2014/main" id="{084B81B9-1BA8-41A2-8B5C-A6C4A87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3" name="SE-056-path-293">
            <a:extLst xmlns:a="http://schemas.openxmlformats.org/drawingml/2006/main">
              <a:ext uri="{FF2B5EF4-FFF2-40B4-BE49-F238E27FC236}">
                <a16:creationId xmlns:a16="http://schemas.microsoft.com/office/drawing/2014/main" id="{585CA7E5-49CC-4169-AAE9-CFC3174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4" name="SE-056-path-294">
            <a:extLst xmlns:a="http://schemas.openxmlformats.org/drawingml/2006/main">
              <a:ext uri="{FF2B5EF4-FFF2-40B4-BE49-F238E27FC236}">
                <a16:creationId xmlns:a16="http://schemas.microsoft.com/office/drawing/2014/main" id="{064E64FC-80A6-43E6-B78B-DFDD919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5" name="SE-056-path-295">
            <a:extLst xmlns:a="http://schemas.openxmlformats.org/drawingml/2006/main">
              <a:ext uri="{FF2B5EF4-FFF2-40B4-BE49-F238E27FC236}">
                <a16:creationId xmlns:a16="http://schemas.microsoft.com/office/drawing/2014/main" id="{13FD762E-97CC-4204-88E2-B9E2D0DB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6" name="SE-056-path-296">
            <a:extLst xmlns:a="http://schemas.openxmlformats.org/drawingml/2006/main">
              <a:ext uri="{FF2B5EF4-FFF2-40B4-BE49-F238E27FC236}">
                <a16:creationId xmlns:a16="http://schemas.microsoft.com/office/drawing/2014/main" id="{7D0F5878-F13C-4BC6-A09A-358DA30F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7" name="SE-056-path-297">
            <a:extLst xmlns:a="http://schemas.openxmlformats.org/drawingml/2006/main">
              <a:ext uri="{FF2B5EF4-FFF2-40B4-BE49-F238E27FC236}">
                <a16:creationId xmlns:a16="http://schemas.microsoft.com/office/drawing/2014/main" id="{5FFB70C9-2FF1-4E42-8DAD-A508D27D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8" name="SE-056-path-298">
            <a:extLst xmlns:a="http://schemas.openxmlformats.org/drawingml/2006/main">
              <a:ext uri="{FF2B5EF4-FFF2-40B4-BE49-F238E27FC236}">
                <a16:creationId xmlns:a16="http://schemas.microsoft.com/office/drawing/2014/main" id="{C82EBD6D-6E6D-4AAD-B61E-9C1389F3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299" name="SE-056-path-299">
            <a:extLst xmlns:a="http://schemas.openxmlformats.org/drawingml/2006/main">
              <a:ext uri="{FF2B5EF4-FFF2-40B4-BE49-F238E27FC236}">
                <a16:creationId xmlns:a16="http://schemas.microsoft.com/office/drawing/2014/main" id="{76EE1E76-F6B4-473D-920F-24BDF35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0" name="SE-056-path-300">
            <a:extLst xmlns:a="http://schemas.openxmlformats.org/drawingml/2006/main">
              <a:ext uri="{FF2B5EF4-FFF2-40B4-BE49-F238E27FC236}">
                <a16:creationId xmlns:a16="http://schemas.microsoft.com/office/drawing/2014/main" id="{BCEE5F8F-CEAE-4E0E-8A65-9884E783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1" name="SE-056-path-301">
            <a:extLst xmlns:a="http://schemas.openxmlformats.org/drawingml/2006/main">
              <a:ext uri="{FF2B5EF4-FFF2-40B4-BE49-F238E27FC236}">
                <a16:creationId xmlns:a16="http://schemas.microsoft.com/office/drawing/2014/main" id="{9CC82271-0951-492C-BE13-1D2D1080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2" name="SE-056-path-302">
            <a:extLst xmlns:a="http://schemas.openxmlformats.org/drawingml/2006/main">
              <a:ext uri="{FF2B5EF4-FFF2-40B4-BE49-F238E27FC236}">
                <a16:creationId xmlns:a16="http://schemas.microsoft.com/office/drawing/2014/main" id="{383A422F-5F16-4241-BFF5-D4A9EC3C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3" name="SE-056-path-303">
            <a:extLst xmlns:a="http://schemas.openxmlformats.org/drawingml/2006/main">
              <a:ext uri="{FF2B5EF4-FFF2-40B4-BE49-F238E27FC236}">
                <a16:creationId xmlns:a16="http://schemas.microsoft.com/office/drawing/2014/main" id="{45A6398E-112C-456A-ACB3-74955E97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4" name="SE-056-path-304">
            <a:extLst xmlns:a="http://schemas.openxmlformats.org/drawingml/2006/main">
              <a:ext uri="{FF2B5EF4-FFF2-40B4-BE49-F238E27FC236}">
                <a16:creationId xmlns:a16="http://schemas.microsoft.com/office/drawing/2014/main" id="{A22BB449-E866-4728-BD26-719062E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5" name="SE-056-path-305">
            <a:extLst xmlns:a="http://schemas.openxmlformats.org/drawingml/2006/main">
              <a:ext uri="{FF2B5EF4-FFF2-40B4-BE49-F238E27FC236}">
                <a16:creationId xmlns:a16="http://schemas.microsoft.com/office/drawing/2014/main" id="{955084AE-712B-4A44-9591-E704570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6" name="SE-056-path-306">
            <a:extLst xmlns:a="http://schemas.openxmlformats.org/drawingml/2006/main">
              <a:ext uri="{FF2B5EF4-FFF2-40B4-BE49-F238E27FC236}">
                <a16:creationId xmlns:a16="http://schemas.microsoft.com/office/drawing/2014/main" id="{8A208785-95AD-4066-8BC5-F5727C8E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7" name="SE-056-path-307">
            <a:extLst xmlns:a="http://schemas.openxmlformats.org/drawingml/2006/main">
              <a:ext uri="{FF2B5EF4-FFF2-40B4-BE49-F238E27FC236}">
                <a16:creationId xmlns:a16="http://schemas.microsoft.com/office/drawing/2014/main" id="{B8747F61-5521-452F-B43D-0581879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8" name="SE-056-path-308">
            <a:extLst xmlns:a="http://schemas.openxmlformats.org/drawingml/2006/main">
              <a:ext uri="{FF2B5EF4-FFF2-40B4-BE49-F238E27FC236}">
                <a16:creationId xmlns:a16="http://schemas.microsoft.com/office/drawing/2014/main" id="{00DEB1B8-0DEC-45D9-8D44-1B3367F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09" name="SE-056-path-309">
            <a:extLst xmlns:a="http://schemas.openxmlformats.org/drawingml/2006/main">
              <a:ext uri="{FF2B5EF4-FFF2-40B4-BE49-F238E27FC236}">
                <a16:creationId xmlns:a16="http://schemas.microsoft.com/office/drawing/2014/main" id="{E8059D3B-2172-4095-8F39-0C76801D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0" name="SE-056-path-310">
            <a:extLst xmlns:a="http://schemas.openxmlformats.org/drawingml/2006/main">
              <a:ext uri="{FF2B5EF4-FFF2-40B4-BE49-F238E27FC236}">
                <a16:creationId xmlns:a16="http://schemas.microsoft.com/office/drawing/2014/main" id="{88868D2E-49F5-4FA4-B1A8-0E909B01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1" name="SE-056-path-311">
            <a:extLst xmlns:a="http://schemas.openxmlformats.org/drawingml/2006/main">
              <a:ext uri="{FF2B5EF4-FFF2-40B4-BE49-F238E27FC236}">
                <a16:creationId xmlns:a16="http://schemas.microsoft.com/office/drawing/2014/main" id="{93C7120F-6515-4050-A834-0C42402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2" name="SE-056-path-312">
            <a:extLst xmlns:a="http://schemas.openxmlformats.org/drawingml/2006/main">
              <a:ext uri="{FF2B5EF4-FFF2-40B4-BE49-F238E27FC236}">
                <a16:creationId xmlns:a16="http://schemas.microsoft.com/office/drawing/2014/main" id="{2707328E-B0E6-4EB7-88E2-8DF4C373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3" name="SE-056-path-313">
            <a:extLst xmlns:a="http://schemas.openxmlformats.org/drawingml/2006/main">
              <a:ext uri="{FF2B5EF4-FFF2-40B4-BE49-F238E27FC236}">
                <a16:creationId xmlns:a16="http://schemas.microsoft.com/office/drawing/2014/main" id="{495D2D4E-1C27-4D7D-815D-52FF7F5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4" name="SE-056-path-314">
            <a:extLst xmlns:a="http://schemas.openxmlformats.org/drawingml/2006/main">
              <a:ext uri="{FF2B5EF4-FFF2-40B4-BE49-F238E27FC236}">
                <a16:creationId xmlns:a16="http://schemas.microsoft.com/office/drawing/2014/main" id="{ED0B1E49-6D13-4667-9C5D-843236C6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5" name="SE-056-path-315">
            <a:extLst xmlns:a="http://schemas.openxmlformats.org/drawingml/2006/main">
              <a:ext uri="{FF2B5EF4-FFF2-40B4-BE49-F238E27FC236}">
                <a16:creationId xmlns:a16="http://schemas.microsoft.com/office/drawing/2014/main" id="{782D50C5-3C6E-4253-92C6-E9145F7E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6" name="SE-056-path-316">
            <a:extLst xmlns:a="http://schemas.openxmlformats.org/drawingml/2006/main">
              <a:ext uri="{FF2B5EF4-FFF2-40B4-BE49-F238E27FC236}">
                <a16:creationId xmlns:a16="http://schemas.microsoft.com/office/drawing/2014/main" id="{1008520E-6C94-4BB5-BF37-38C3A681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7" name="SE-056-path-317">
            <a:extLst xmlns:a="http://schemas.openxmlformats.org/drawingml/2006/main">
              <a:ext uri="{FF2B5EF4-FFF2-40B4-BE49-F238E27FC236}">
                <a16:creationId xmlns:a16="http://schemas.microsoft.com/office/drawing/2014/main" id="{27DD1EF8-EA81-40CF-903E-1C6DF26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8" name="SE-056-path-318">
            <a:extLst xmlns:a="http://schemas.openxmlformats.org/drawingml/2006/main">
              <a:ext uri="{FF2B5EF4-FFF2-40B4-BE49-F238E27FC236}">
                <a16:creationId xmlns:a16="http://schemas.microsoft.com/office/drawing/2014/main" id="{3A7A199C-6011-4E2B-B66A-8F9253F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19" name="SE-056-path-319">
            <a:extLst xmlns:a="http://schemas.openxmlformats.org/drawingml/2006/main">
              <a:ext uri="{FF2B5EF4-FFF2-40B4-BE49-F238E27FC236}">
                <a16:creationId xmlns:a16="http://schemas.microsoft.com/office/drawing/2014/main" id="{A2E4EC7F-62BF-4D3C-B033-F8A0337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0" name="SE-056-path-320">
            <a:extLst xmlns:a="http://schemas.openxmlformats.org/drawingml/2006/main">
              <a:ext uri="{FF2B5EF4-FFF2-40B4-BE49-F238E27FC236}">
                <a16:creationId xmlns:a16="http://schemas.microsoft.com/office/drawing/2014/main" id="{6E0C50A9-2403-4C7B-B270-AC9F712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1" name="SE-056-path-321">
            <a:extLst xmlns:a="http://schemas.openxmlformats.org/drawingml/2006/main">
              <a:ext uri="{FF2B5EF4-FFF2-40B4-BE49-F238E27FC236}">
                <a16:creationId xmlns:a16="http://schemas.microsoft.com/office/drawing/2014/main" id="{BAF12DC2-9159-4FB0-8D44-1C82B6F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2" name="SE-056-path-322">
            <a:extLst xmlns:a="http://schemas.openxmlformats.org/drawingml/2006/main">
              <a:ext uri="{FF2B5EF4-FFF2-40B4-BE49-F238E27FC236}">
                <a16:creationId xmlns:a16="http://schemas.microsoft.com/office/drawing/2014/main" id="{3A20276F-4AC5-48C8-880C-8C9E01F3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3" name="SE-056-path-323">
            <a:extLst xmlns:a="http://schemas.openxmlformats.org/drawingml/2006/main">
              <a:ext uri="{FF2B5EF4-FFF2-40B4-BE49-F238E27FC236}">
                <a16:creationId xmlns:a16="http://schemas.microsoft.com/office/drawing/2014/main" id="{60E46BBD-754D-4597-B361-43FD43A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4" name="SE-056-path-324">
            <a:extLst xmlns:a="http://schemas.openxmlformats.org/drawingml/2006/main">
              <a:ext uri="{FF2B5EF4-FFF2-40B4-BE49-F238E27FC236}">
                <a16:creationId xmlns:a16="http://schemas.microsoft.com/office/drawing/2014/main" id="{22443693-35F7-486C-BE18-BE309E1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5" name="SE-056-path-325">
            <a:extLst xmlns:a="http://schemas.openxmlformats.org/drawingml/2006/main">
              <a:ext uri="{FF2B5EF4-FFF2-40B4-BE49-F238E27FC236}">
                <a16:creationId xmlns:a16="http://schemas.microsoft.com/office/drawing/2014/main" id="{C7DB803E-D578-4AF4-BAD2-A55FF06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6" name="SE-056-path-326">
            <a:extLst xmlns:a="http://schemas.openxmlformats.org/drawingml/2006/main">
              <a:ext uri="{FF2B5EF4-FFF2-40B4-BE49-F238E27FC236}">
                <a16:creationId xmlns:a16="http://schemas.microsoft.com/office/drawing/2014/main" id="{E8D5A172-8DF1-4E5A-BD96-0636522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7" name="SE-056-path-327">
            <a:extLst xmlns:a="http://schemas.openxmlformats.org/drawingml/2006/main">
              <a:ext uri="{FF2B5EF4-FFF2-40B4-BE49-F238E27FC236}">
                <a16:creationId xmlns:a16="http://schemas.microsoft.com/office/drawing/2014/main" id="{FCCCBA23-02CC-4D32-A010-9F6E6DD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8" name="SE-056-path-328">
            <a:extLst xmlns:a="http://schemas.openxmlformats.org/drawingml/2006/main">
              <a:ext uri="{FF2B5EF4-FFF2-40B4-BE49-F238E27FC236}">
                <a16:creationId xmlns:a16="http://schemas.microsoft.com/office/drawing/2014/main" id="{3E80234F-FC58-4A63-8776-DC966260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29" name="SE-056-329">
            <a:extLst xmlns:a="http://schemas.openxmlformats.org/drawingml/2006/main">
              <a:ext uri="{FF2B5EF4-FFF2-40B4-BE49-F238E27FC236}">
                <a16:creationId xmlns:a16="http://schemas.microsoft.com/office/drawing/2014/main" id="{541885CD-726F-44F6-8D04-D12AD0B5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6479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150K</a:t>
            </a:r>
          </a:p>
        </p:txBody>
      </p:sp>
      <p:sp>
        <p:nvSpPr>
          <p:cNvPr id="330" name="SE-056-path-330">
            <a:extLst xmlns:a="http://schemas.openxmlformats.org/drawingml/2006/main">
              <a:ext uri="{FF2B5EF4-FFF2-40B4-BE49-F238E27FC236}">
                <a16:creationId xmlns:a16="http://schemas.microsoft.com/office/drawing/2014/main" id="{E4645FE5-9C3C-43B7-9145-0275EE3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1" name="SE-056-path-331">
            <a:extLst xmlns:a="http://schemas.openxmlformats.org/drawingml/2006/main">
              <a:ext uri="{FF2B5EF4-FFF2-40B4-BE49-F238E27FC236}">
                <a16:creationId xmlns:a16="http://schemas.microsoft.com/office/drawing/2014/main" id="{814CD187-4695-4FDA-A58C-2831064C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2" name="SE-056-path-332">
            <a:extLst xmlns:a="http://schemas.openxmlformats.org/drawingml/2006/main">
              <a:ext uri="{FF2B5EF4-FFF2-40B4-BE49-F238E27FC236}">
                <a16:creationId xmlns:a16="http://schemas.microsoft.com/office/drawing/2014/main" id="{90DBA1A0-7753-4A5B-9585-FEB62239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3" name="SE-056-path-333">
            <a:extLst xmlns:a="http://schemas.openxmlformats.org/drawingml/2006/main">
              <a:ext uri="{FF2B5EF4-FFF2-40B4-BE49-F238E27FC236}">
                <a16:creationId xmlns:a16="http://schemas.microsoft.com/office/drawing/2014/main" id="{B4BB98B8-B598-4D69-8379-4EFC978E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4" name="SE-056-path-334">
            <a:extLst xmlns:a="http://schemas.openxmlformats.org/drawingml/2006/main">
              <a:ext uri="{FF2B5EF4-FFF2-40B4-BE49-F238E27FC236}">
                <a16:creationId xmlns:a16="http://schemas.microsoft.com/office/drawing/2014/main" id="{B80A6832-B42A-4E5D-9200-79DD068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5" name="SE-056-path-335">
            <a:extLst xmlns:a="http://schemas.openxmlformats.org/drawingml/2006/main">
              <a:ext uri="{FF2B5EF4-FFF2-40B4-BE49-F238E27FC236}">
                <a16:creationId xmlns:a16="http://schemas.microsoft.com/office/drawing/2014/main" id="{91C878B9-232C-42D1-B582-825E439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6" name="SE-056-path-336">
            <a:extLst xmlns:a="http://schemas.openxmlformats.org/drawingml/2006/main">
              <a:ext uri="{FF2B5EF4-FFF2-40B4-BE49-F238E27FC236}">
                <a16:creationId xmlns:a16="http://schemas.microsoft.com/office/drawing/2014/main" id="{7DC10F7E-C6A1-4ED0-99F5-3C3D847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7" name="SE-056-path-337">
            <a:extLst xmlns:a="http://schemas.openxmlformats.org/drawingml/2006/main">
              <a:ext uri="{FF2B5EF4-FFF2-40B4-BE49-F238E27FC236}">
                <a16:creationId xmlns:a16="http://schemas.microsoft.com/office/drawing/2014/main" id="{60B85452-0683-4744-A3AF-EBCAF59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8" name="SE-056-path-338">
            <a:extLst xmlns:a="http://schemas.openxmlformats.org/drawingml/2006/main">
              <a:ext uri="{FF2B5EF4-FFF2-40B4-BE49-F238E27FC236}">
                <a16:creationId xmlns:a16="http://schemas.microsoft.com/office/drawing/2014/main" id="{4373DCBD-449E-4025-918B-B3A3FC97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39" name="SE-056-path-339">
            <a:extLst xmlns:a="http://schemas.openxmlformats.org/drawingml/2006/main">
              <a:ext uri="{FF2B5EF4-FFF2-40B4-BE49-F238E27FC236}">
                <a16:creationId xmlns:a16="http://schemas.microsoft.com/office/drawing/2014/main" id="{A55F8B9A-FA69-4C2B-8A36-E34A39F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0" name="SE-056-path-340">
            <a:extLst xmlns:a="http://schemas.openxmlformats.org/drawingml/2006/main">
              <a:ext uri="{FF2B5EF4-FFF2-40B4-BE49-F238E27FC236}">
                <a16:creationId xmlns:a16="http://schemas.microsoft.com/office/drawing/2014/main" id="{9314A268-EB75-47A4-BEC7-EB296B7E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1" name="SE-056-path-341">
            <a:extLst xmlns:a="http://schemas.openxmlformats.org/drawingml/2006/main">
              <a:ext uri="{FF2B5EF4-FFF2-40B4-BE49-F238E27FC236}">
                <a16:creationId xmlns:a16="http://schemas.microsoft.com/office/drawing/2014/main" id="{C9C6B6D8-C7BE-4347-A96A-952E1F5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2" name="SE-056-path-342">
            <a:extLst xmlns:a="http://schemas.openxmlformats.org/drawingml/2006/main">
              <a:ext uri="{FF2B5EF4-FFF2-40B4-BE49-F238E27FC236}">
                <a16:creationId xmlns:a16="http://schemas.microsoft.com/office/drawing/2014/main" id="{8D9A31A8-2750-438F-8243-EA48003C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3" name="SE-056-path-343">
            <a:extLst xmlns:a="http://schemas.openxmlformats.org/drawingml/2006/main">
              <a:ext uri="{FF2B5EF4-FFF2-40B4-BE49-F238E27FC236}">
                <a16:creationId xmlns:a16="http://schemas.microsoft.com/office/drawing/2014/main" id="{6A2AEFFE-8A75-41A4-B96C-CD3745BE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4" name="SE-056-path-344">
            <a:extLst xmlns:a="http://schemas.openxmlformats.org/drawingml/2006/main">
              <a:ext uri="{FF2B5EF4-FFF2-40B4-BE49-F238E27FC236}">
                <a16:creationId xmlns:a16="http://schemas.microsoft.com/office/drawing/2014/main" id="{60A2DEFE-FAAD-49DF-A092-CA5FD3D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5" name="SE-056-path-345">
            <a:extLst xmlns:a="http://schemas.openxmlformats.org/drawingml/2006/main">
              <a:ext uri="{FF2B5EF4-FFF2-40B4-BE49-F238E27FC236}">
                <a16:creationId xmlns:a16="http://schemas.microsoft.com/office/drawing/2014/main" id="{3454AA71-1D99-4ECB-A5F6-BBD2AB3D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6" name="SE-056-path-346">
            <a:extLst xmlns:a="http://schemas.openxmlformats.org/drawingml/2006/main">
              <a:ext uri="{FF2B5EF4-FFF2-40B4-BE49-F238E27FC236}">
                <a16:creationId xmlns:a16="http://schemas.microsoft.com/office/drawing/2014/main" id="{10E00179-4C1C-45AF-A7D9-C5BC7ED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7" name="SE-056-path-347">
            <a:extLst xmlns:a="http://schemas.openxmlformats.org/drawingml/2006/main">
              <a:ext uri="{FF2B5EF4-FFF2-40B4-BE49-F238E27FC236}">
                <a16:creationId xmlns:a16="http://schemas.microsoft.com/office/drawing/2014/main" id="{0D9D58DC-D065-4C09-BBA3-27FED5C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8" name="SE-056-path-348">
            <a:extLst xmlns:a="http://schemas.openxmlformats.org/drawingml/2006/main">
              <a:ext uri="{FF2B5EF4-FFF2-40B4-BE49-F238E27FC236}">
                <a16:creationId xmlns:a16="http://schemas.microsoft.com/office/drawing/2014/main" id="{A958EE26-0262-4B8D-9739-6DBA55E2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49" name="SE-056-path-349">
            <a:extLst xmlns:a="http://schemas.openxmlformats.org/drawingml/2006/main">
              <a:ext uri="{FF2B5EF4-FFF2-40B4-BE49-F238E27FC236}">
                <a16:creationId xmlns:a16="http://schemas.microsoft.com/office/drawing/2014/main" id="{08651B12-BB21-404F-8836-6D70C44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0" name="SE-056-path-350">
            <a:extLst xmlns:a="http://schemas.openxmlformats.org/drawingml/2006/main">
              <a:ext uri="{FF2B5EF4-FFF2-40B4-BE49-F238E27FC236}">
                <a16:creationId xmlns:a16="http://schemas.microsoft.com/office/drawing/2014/main" id="{20ADEA2C-B9A0-42AC-9523-E2E98A7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1" name="SE-056-path-351">
            <a:extLst xmlns:a="http://schemas.openxmlformats.org/drawingml/2006/main">
              <a:ext uri="{FF2B5EF4-FFF2-40B4-BE49-F238E27FC236}">
                <a16:creationId xmlns:a16="http://schemas.microsoft.com/office/drawing/2014/main" id="{B2522B0C-F987-4CAB-B8C5-78F1C99D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2" name="SE-056-path-352">
            <a:extLst xmlns:a="http://schemas.openxmlformats.org/drawingml/2006/main">
              <a:ext uri="{FF2B5EF4-FFF2-40B4-BE49-F238E27FC236}">
                <a16:creationId xmlns:a16="http://schemas.microsoft.com/office/drawing/2014/main" id="{0276D777-8356-4B73-B31F-2567E5C3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3" name="SE-056-path-353">
            <a:extLst xmlns:a="http://schemas.openxmlformats.org/drawingml/2006/main">
              <a:ext uri="{FF2B5EF4-FFF2-40B4-BE49-F238E27FC236}">
                <a16:creationId xmlns:a16="http://schemas.microsoft.com/office/drawing/2014/main" id="{99CF9CAD-626D-4198-A54A-0C140EB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4" name="SE-056-path-354">
            <a:extLst xmlns:a="http://schemas.openxmlformats.org/drawingml/2006/main">
              <a:ext uri="{FF2B5EF4-FFF2-40B4-BE49-F238E27FC236}">
                <a16:creationId xmlns:a16="http://schemas.microsoft.com/office/drawing/2014/main" id="{ADD71F40-AA31-4D81-B3CF-606B1D3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5" name="SE-056-path-355">
            <a:extLst xmlns:a="http://schemas.openxmlformats.org/drawingml/2006/main">
              <a:ext uri="{FF2B5EF4-FFF2-40B4-BE49-F238E27FC236}">
                <a16:creationId xmlns:a16="http://schemas.microsoft.com/office/drawing/2014/main" id="{006F9192-82C5-44C8-BB18-A62014A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6" name="SE-056-path-356">
            <a:extLst xmlns:a="http://schemas.openxmlformats.org/drawingml/2006/main">
              <a:ext uri="{FF2B5EF4-FFF2-40B4-BE49-F238E27FC236}">
                <a16:creationId xmlns:a16="http://schemas.microsoft.com/office/drawing/2014/main" id="{971F8DCD-1B1E-4A6E-B9DE-A4BFF44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7" name="SE-056-path-357">
            <a:extLst xmlns:a="http://schemas.openxmlformats.org/drawingml/2006/main">
              <a:ext uri="{FF2B5EF4-FFF2-40B4-BE49-F238E27FC236}">
                <a16:creationId xmlns:a16="http://schemas.microsoft.com/office/drawing/2014/main" id="{8FF2C57E-8A50-4079-9607-D86023F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8" name="SE-056-path-358">
            <a:extLst xmlns:a="http://schemas.openxmlformats.org/drawingml/2006/main">
              <a:ext uri="{FF2B5EF4-FFF2-40B4-BE49-F238E27FC236}">
                <a16:creationId xmlns:a16="http://schemas.microsoft.com/office/drawing/2014/main" id="{7701DABF-14B2-4AA1-9741-5BEFF669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59" name="SE-056-path-359">
            <a:extLst xmlns:a="http://schemas.openxmlformats.org/drawingml/2006/main">
              <a:ext uri="{FF2B5EF4-FFF2-40B4-BE49-F238E27FC236}">
                <a16:creationId xmlns:a16="http://schemas.microsoft.com/office/drawing/2014/main" id="{BD62B8EB-BBDB-4EF4-9471-6F83577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0" name="SE-056-path-360">
            <a:extLst xmlns:a="http://schemas.openxmlformats.org/drawingml/2006/main">
              <a:ext uri="{FF2B5EF4-FFF2-40B4-BE49-F238E27FC236}">
                <a16:creationId xmlns:a16="http://schemas.microsoft.com/office/drawing/2014/main" id="{C1661CA8-E49B-4F49-9207-04EE854F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1" name="SE-056-path-361">
            <a:extLst xmlns:a="http://schemas.openxmlformats.org/drawingml/2006/main">
              <a:ext uri="{FF2B5EF4-FFF2-40B4-BE49-F238E27FC236}">
                <a16:creationId xmlns:a16="http://schemas.microsoft.com/office/drawing/2014/main" id="{A0971C2A-C31C-475F-B83C-EF25B333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2" name="SE-056-path-362">
            <a:extLst xmlns:a="http://schemas.openxmlformats.org/drawingml/2006/main">
              <a:ext uri="{FF2B5EF4-FFF2-40B4-BE49-F238E27FC236}">
                <a16:creationId xmlns:a16="http://schemas.microsoft.com/office/drawing/2014/main" id="{D6EDAB03-0D3A-4F18-8A94-7CAA223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3" name="SE-056-path-363">
            <a:extLst xmlns:a="http://schemas.openxmlformats.org/drawingml/2006/main">
              <a:ext uri="{FF2B5EF4-FFF2-40B4-BE49-F238E27FC236}">
                <a16:creationId xmlns:a16="http://schemas.microsoft.com/office/drawing/2014/main" id="{A2FD884D-535B-4AA3-B84F-EE79A407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4" name="SE-056-path-364">
            <a:extLst xmlns:a="http://schemas.openxmlformats.org/drawingml/2006/main">
              <a:ext uri="{FF2B5EF4-FFF2-40B4-BE49-F238E27FC236}">
                <a16:creationId xmlns:a16="http://schemas.microsoft.com/office/drawing/2014/main" id="{B840F01B-6D5F-483D-A0BD-6B021199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5" name="SE-056-path-365">
            <a:extLst xmlns:a="http://schemas.openxmlformats.org/drawingml/2006/main">
              <a:ext uri="{FF2B5EF4-FFF2-40B4-BE49-F238E27FC236}">
                <a16:creationId xmlns:a16="http://schemas.microsoft.com/office/drawing/2014/main" id="{51023382-0DB3-4DD1-AFF7-055D020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6" name="SE-056-path-366">
            <a:extLst xmlns:a="http://schemas.openxmlformats.org/drawingml/2006/main">
              <a:ext uri="{FF2B5EF4-FFF2-40B4-BE49-F238E27FC236}">
                <a16:creationId xmlns:a16="http://schemas.microsoft.com/office/drawing/2014/main" id="{AB817DFC-EA83-4DEF-A5C4-E72E1B4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7" name="SE-056-path-367">
            <a:extLst xmlns:a="http://schemas.openxmlformats.org/drawingml/2006/main">
              <a:ext uri="{FF2B5EF4-FFF2-40B4-BE49-F238E27FC236}">
                <a16:creationId xmlns:a16="http://schemas.microsoft.com/office/drawing/2014/main" id="{C3F28358-1B00-450A-9287-1D06C00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8" name="SE-056-path-368">
            <a:extLst xmlns:a="http://schemas.openxmlformats.org/drawingml/2006/main">
              <a:ext uri="{FF2B5EF4-FFF2-40B4-BE49-F238E27FC236}">
                <a16:creationId xmlns:a16="http://schemas.microsoft.com/office/drawing/2014/main" id="{5EF61219-3A16-4B96-90C4-51EE393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69" name="SE-056-path-369">
            <a:extLst xmlns:a="http://schemas.openxmlformats.org/drawingml/2006/main">
              <a:ext uri="{FF2B5EF4-FFF2-40B4-BE49-F238E27FC236}">
                <a16:creationId xmlns:a16="http://schemas.microsoft.com/office/drawing/2014/main" id="{F4B75B4D-C247-4A95-A08B-D56D17D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0" name="SE-056-path-370">
            <a:extLst xmlns:a="http://schemas.openxmlformats.org/drawingml/2006/main">
              <a:ext uri="{FF2B5EF4-FFF2-40B4-BE49-F238E27FC236}">
                <a16:creationId xmlns:a16="http://schemas.microsoft.com/office/drawing/2014/main" id="{A127BC7E-060A-453F-8B66-F0EB655C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1" name="SE-056-path-371">
            <a:extLst xmlns:a="http://schemas.openxmlformats.org/drawingml/2006/main">
              <a:ext uri="{FF2B5EF4-FFF2-40B4-BE49-F238E27FC236}">
                <a16:creationId xmlns:a16="http://schemas.microsoft.com/office/drawing/2014/main" id="{C6F2D825-6592-4DDD-8D24-37BD340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2" name="SE-056-path-372">
            <a:extLst xmlns:a="http://schemas.openxmlformats.org/drawingml/2006/main">
              <a:ext uri="{FF2B5EF4-FFF2-40B4-BE49-F238E27FC236}">
                <a16:creationId xmlns:a16="http://schemas.microsoft.com/office/drawing/2014/main" id="{A0ADD6F7-C212-45B7-8A6A-57D82EC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3" name="SE-056-path-373">
            <a:extLst xmlns:a="http://schemas.openxmlformats.org/drawingml/2006/main">
              <a:ext uri="{FF2B5EF4-FFF2-40B4-BE49-F238E27FC236}">
                <a16:creationId xmlns:a16="http://schemas.microsoft.com/office/drawing/2014/main" id="{D90737F9-EE60-4F15-B4F6-C3DF55E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4" name="SE-056-path-374">
            <a:extLst xmlns:a="http://schemas.openxmlformats.org/drawingml/2006/main">
              <a:ext uri="{FF2B5EF4-FFF2-40B4-BE49-F238E27FC236}">
                <a16:creationId xmlns:a16="http://schemas.microsoft.com/office/drawing/2014/main" id="{718C83FA-D457-4709-9F43-4CD4B00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5" name="SE-056-path-375">
            <a:extLst xmlns:a="http://schemas.openxmlformats.org/drawingml/2006/main">
              <a:ext uri="{FF2B5EF4-FFF2-40B4-BE49-F238E27FC236}">
                <a16:creationId xmlns:a16="http://schemas.microsoft.com/office/drawing/2014/main" id="{F5ECD568-30AA-4D0E-A5A5-812C3DF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6" name="SE-056-path-376">
            <a:extLst xmlns:a="http://schemas.openxmlformats.org/drawingml/2006/main">
              <a:ext uri="{FF2B5EF4-FFF2-40B4-BE49-F238E27FC236}">
                <a16:creationId xmlns:a16="http://schemas.microsoft.com/office/drawing/2014/main" id="{48490E92-33F6-4772-A7C0-185137F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7" name="SE-056-path-377">
            <a:extLst xmlns:a="http://schemas.openxmlformats.org/drawingml/2006/main">
              <a:ext uri="{FF2B5EF4-FFF2-40B4-BE49-F238E27FC236}">
                <a16:creationId xmlns:a16="http://schemas.microsoft.com/office/drawing/2014/main" id="{5878909C-3841-4AE1-A9D9-1E82D56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8" name="SE-056-path-378">
            <a:extLst xmlns:a="http://schemas.openxmlformats.org/drawingml/2006/main">
              <a:ext uri="{FF2B5EF4-FFF2-40B4-BE49-F238E27FC236}">
                <a16:creationId xmlns:a16="http://schemas.microsoft.com/office/drawing/2014/main" id="{D548908B-DE34-4111-AEF7-F87553B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79" name="SE-056-path-379">
            <a:extLst xmlns:a="http://schemas.openxmlformats.org/drawingml/2006/main">
              <a:ext uri="{FF2B5EF4-FFF2-40B4-BE49-F238E27FC236}">
                <a16:creationId xmlns:a16="http://schemas.microsoft.com/office/drawing/2014/main" id="{DE3537BD-5D68-4D9B-8E0D-FDA54AA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0" name="SE-056-path-380">
            <a:extLst xmlns:a="http://schemas.openxmlformats.org/drawingml/2006/main">
              <a:ext uri="{FF2B5EF4-FFF2-40B4-BE49-F238E27FC236}">
                <a16:creationId xmlns:a16="http://schemas.microsoft.com/office/drawing/2014/main" id="{5614828A-F8DC-49AC-BAB6-3D32143D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1" name="SE-056-path-381">
            <a:extLst xmlns:a="http://schemas.openxmlformats.org/drawingml/2006/main">
              <a:ext uri="{FF2B5EF4-FFF2-40B4-BE49-F238E27FC236}">
                <a16:creationId xmlns:a16="http://schemas.microsoft.com/office/drawing/2014/main" id="{5FFC967F-F7EE-4B58-BE63-37448DF1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2" name="SE-056-path-382">
            <a:extLst xmlns:a="http://schemas.openxmlformats.org/drawingml/2006/main">
              <a:ext uri="{FF2B5EF4-FFF2-40B4-BE49-F238E27FC236}">
                <a16:creationId xmlns:a16="http://schemas.microsoft.com/office/drawing/2014/main" id="{F3A9DCC5-71A2-4B00-857C-9D3950F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3" name="SE-056-path-383">
            <a:extLst xmlns:a="http://schemas.openxmlformats.org/drawingml/2006/main">
              <a:ext uri="{FF2B5EF4-FFF2-40B4-BE49-F238E27FC236}">
                <a16:creationId xmlns:a16="http://schemas.microsoft.com/office/drawing/2014/main" id="{1A5F4A22-7E1A-4150-8BAC-9473433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4" name="SE-056-path-384">
            <a:extLst xmlns:a="http://schemas.openxmlformats.org/drawingml/2006/main">
              <a:ext uri="{FF2B5EF4-FFF2-40B4-BE49-F238E27FC236}">
                <a16:creationId xmlns:a16="http://schemas.microsoft.com/office/drawing/2014/main" id="{29B46C90-E18B-4E72-8927-BA983386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5" name="SE-056-path-385">
            <a:extLst xmlns:a="http://schemas.openxmlformats.org/drawingml/2006/main">
              <a:ext uri="{FF2B5EF4-FFF2-40B4-BE49-F238E27FC236}">
                <a16:creationId xmlns:a16="http://schemas.microsoft.com/office/drawing/2014/main" id="{AA7CB215-6A98-4EC2-A15C-C590FE1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6" name="SE-056-path-386">
            <a:extLst xmlns:a="http://schemas.openxmlformats.org/drawingml/2006/main">
              <a:ext uri="{FF2B5EF4-FFF2-40B4-BE49-F238E27FC236}">
                <a16:creationId xmlns:a16="http://schemas.microsoft.com/office/drawing/2014/main" id="{5F91CAB1-84BE-4B5F-A315-6491A41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7" name="SE-056-path-387">
            <a:extLst xmlns:a="http://schemas.openxmlformats.org/drawingml/2006/main">
              <a:ext uri="{FF2B5EF4-FFF2-40B4-BE49-F238E27FC236}">
                <a16:creationId xmlns:a16="http://schemas.microsoft.com/office/drawing/2014/main" id="{2A8736EE-79AC-4048-AED2-DBF9322C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8" name="SE-056-path-388">
            <a:extLst xmlns:a="http://schemas.openxmlformats.org/drawingml/2006/main">
              <a:ext uri="{FF2B5EF4-FFF2-40B4-BE49-F238E27FC236}">
                <a16:creationId xmlns:a16="http://schemas.microsoft.com/office/drawing/2014/main" id="{E49AA887-C6BE-45D0-B10F-B5C763C3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89" name="SE-056-path-389">
            <a:extLst xmlns:a="http://schemas.openxmlformats.org/drawingml/2006/main">
              <a:ext uri="{FF2B5EF4-FFF2-40B4-BE49-F238E27FC236}">
                <a16:creationId xmlns:a16="http://schemas.microsoft.com/office/drawing/2014/main" id="{6B36D28F-D00C-411D-8736-387BB8D4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0" name="SE-056-path-390">
            <a:extLst xmlns:a="http://schemas.openxmlformats.org/drawingml/2006/main">
              <a:ext uri="{FF2B5EF4-FFF2-40B4-BE49-F238E27FC236}">
                <a16:creationId xmlns:a16="http://schemas.microsoft.com/office/drawing/2014/main" id="{41F27F5F-43A6-40BA-8FA1-C994E32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1" name="SE-056-path-391">
            <a:extLst xmlns:a="http://schemas.openxmlformats.org/drawingml/2006/main">
              <a:ext uri="{FF2B5EF4-FFF2-40B4-BE49-F238E27FC236}">
                <a16:creationId xmlns:a16="http://schemas.microsoft.com/office/drawing/2014/main" id="{01BFD643-3AAF-4B0C-99E9-CCF4D879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2" name="SE-056-path-392">
            <a:extLst xmlns:a="http://schemas.openxmlformats.org/drawingml/2006/main">
              <a:ext uri="{FF2B5EF4-FFF2-40B4-BE49-F238E27FC236}">
                <a16:creationId xmlns:a16="http://schemas.microsoft.com/office/drawing/2014/main" id="{CA95D83E-216C-49B2-8B37-9EAE378C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3" name="SE-056-path-393">
            <a:extLst xmlns:a="http://schemas.openxmlformats.org/drawingml/2006/main">
              <a:ext uri="{FF2B5EF4-FFF2-40B4-BE49-F238E27FC236}">
                <a16:creationId xmlns:a16="http://schemas.microsoft.com/office/drawing/2014/main" id="{DE3BDEF5-BDE9-4984-AEA5-89519C4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4" name="SE-056-path-394">
            <a:extLst xmlns:a="http://schemas.openxmlformats.org/drawingml/2006/main">
              <a:ext uri="{FF2B5EF4-FFF2-40B4-BE49-F238E27FC236}">
                <a16:creationId xmlns:a16="http://schemas.microsoft.com/office/drawing/2014/main" id="{1A9AF442-A871-4054-B7CF-E1EC3A0E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5" name="SE-056-path-395">
            <a:extLst xmlns:a="http://schemas.openxmlformats.org/drawingml/2006/main">
              <a:ext uri="{FF2B5EF4-FFF2-40B4-BE49-F238E27FC236}">
                <a16:creationId xmlns:a16="http://schemas.microsoft.com/office/drawing/2014/main" id="{04F85ADB-B6DB-4D4A-9664-117E4D2D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6" name="SE-056-path-396">
            <a:extLst xmlns:a="http://schemas.openxmlformats.org/drawingml/2006/main">
              <a:ext uri="{FF2B5EF4-FFF2-40B4-BE49-F238E27FC236}">
                <a16:creationId xmlns:a16="http://schemas.microsoft.com/office/drawing/2014/main" id="{9AB412BF-1AF2-4FCB-BC4A-0518D8D6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7" name="SE-056-path-397">
            <a:extLst xmlns:a="http://schemas.openxmlformats.org/drawingml/2006/main">
              <a:ext uri="{FF2B5EF4-FFF2-40B4-BE49-F238E27FC236}">
                <a16:creationId xmlns:a16="http://schemas.microsoft.com/office/drawing/2014/main" id="{2A71964C-C851-428A-BC6D-D41C931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8" name="SE-056-path-398">
            <a:extLst xmlns:a="http://schemas.openxmlformats.org/drawingml/2006/main">
              <a:ext uri="{FF2B5EF4-FFF2-40B4-BE49-F238E27FC236}">
                <a16:creationId xmlns:a16="http://schemas.microsoft.com/office/drawing/2014/main" id="{EE8DFA21-B15B-449D-A147-C5253636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399" name="SE-056-path-399">
            <a:extLst xmlns:a="http://schemas.openxmlformats.org/drawingml/2006/main">
              <a:ext uri="{FF2B5EF4-FFF2-40B4-BE49-F238E27FC236}">
                <a16:creationId xmlns:a16="http://schemas.microsoft.com/office/drawing/2014/main" id="{598FD6FC-BB06-4EFF-B919-AAE30FF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0" name="SE-056-path-400">
            <a:extLst xmlns:a="http://schemas.openxmlformats.org/drawingml/2006/main">
              <a:ext uri="{FF2B5EF4-FFF2-40B4-BE49-F238E27FC236}">
                <a16:creationId xmlns:a16="http://schemas.microsoft.com/office/drawing/2014/main" id="{30583E6C-69A2-4DFC-9390-C9D2DD5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1" name="SE-056-path-401">
            <a:extLst xmlns:a="http://schemas.openxmlformats.org/drawingml/2006/main">
              <a:ext uri="{FF2B5EF4-FFF2-40B4-BE49-F238E27FC236}">
                <a16:creationId xmlns:a16="http://schemas.microsoft.com/office/drawing/2014/main" id="{810CC372-590B-4BA0-87AC-CF9B22A7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2" name="SE-056-path-402">
            <a:extLst xmlns:a="http://schemas.openxmlformats.org/drawingml/2006/main">
              <a:ext uri="{FF2B5EF4-FFF2-40B4-BE49-F238E27FC236}">
                <a16:creationId xmlns:a16="http://schemas.microsoft.com/office/drawing/2014/main" id="{7DF7841E-94C5-48A3-85ED-A3EA1BD2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3" name="SE-056-path-403">
            <a:extLst xmlns:a="http://schemas.openxmlformats.org/drawingml/2006/main">
              <a:ext uri="{FF2B5EF4-FFF2-40B4-BE49-F238E27FC236}">
                <a16:creationId xmlns:a16="http://schemas.microsoft.com/office/drawing/2014/main" id="{68659DE7-91EE-4D6A-971B-3653619D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4" name="SE-056-path-404">
            <a:extLst xmlns:a="http://schemas.openxmlformats.org/drawingml/2006/main">
              <a:ext uri="{FF2B5EF4-FFF2-40B4-BE49-F238E27FC236}">
                <a16:creationId xmlns:a16="http://schemas.microsoft.com/office/drawing/2014/main" id="{6697130C-22A5-4448-A692-7E750C21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5" name="SE-056-path-405">
            <a:extLst xmlns:a="http://schemas.openxmlformats.org/drawingml/2006/main">
              <a:ext uri="{FF2B5EF4-FFF2-40B4-BE49-F238E27FC236}">
                <a16:creationId xmlns:a16="http://schemas.microsoft.com/office/drawing/2014/main" id="{B8131EF8-B6B5-40D0-9C9B-F844F2E2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6" name="SE-056-path-406">
            <a:extLst xmlns:a="http://schemas.openxmlformats.org/drawingml/2006/main">
              <a:ext uri="{FF2B5EF4-FFF2-40B4-BE49-F238E27FC236}">
                <a16:creationId xmlns:a16="http://schemas.microsoft.com/office/drawing/2014/main" id="{5F2E4154-51D3-45D6-B2E3-8514DF6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7" name="SE-056-path-407">
            <a:extLst xmlns:a="http://schemas.openxmlformats.org/drawingml/2006/main">
              <a:ext uri="{FF2B5EF4-FFF2-40B4-BE49-F238E27FC236}">
                <a16:creationId xmlns:a16="http://schemas.microsoft.com/office/drawing/2014/main" id="{BD049A34-1601-42F7-A4AB-3604C50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8" name="SE-056-path-408">
            <a:extLst xmlns:a="http://schemas.openxmlformats.org/drawingml/2006/main">
              <a:ext uri="{FF2B5EF4-FFF2-40B4-BE49-F238E27FC236}">
                <a16:creationId xmlns:a16="http://schemas.microsoft.com/office/drawing/2014/main" id="{807A0F75-0C22-4334-8C44-66D28E2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09" name="SE-056-path-409">
            <a:extLst xmlns:a="http://schemas.openxmlformats.org/drawingml/2006/main">
              <a:ext uri="{FF2B5EF4-FFF2-40B4-BE49-F238E27FC236}">
                <a16:creationId xmlns:a16="http://schemas.microsoft.com/office/drawing/2014/main" id="{27FC9C2C-49B6-4F4E-993C-D8EFE76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0" name="SE-056-path-410">
            <a:extLst xmlns:a="http://schemas.openxmlformats.org/drawingml/2006/main">
              <a:ext uri="{FF2B5EF4-FFF2-40B4-BE49-F238E27FC236}">
                <a16:creationId xmlns:a16="http://schemas.microsoft.com/office/drawing/2014/main" id="{332F6C67-E443-4EDB-A25F-3D1AADE9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622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1" name="SE-056-411">
            <a:extLst xmlns:a="http://schemas.openxmlformats.org/drawingml/2006/main">
              <a:ext uri="{FF2B5EF4-FFF2-40B4-BE49-F238E27FC236}">
                <a16:creationId xmlns:a16="http://schemas.microsoft.com/office/drawing/2014/main" id="{927471CD-7830-4364-891A-E48DF95C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193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200K</a:t>
            </a:r>
          </a:p>
        </p:txBody>
      </p:sp>
      <p:sp>
        <p:nvSpPr>
          <p:cNvPr id="412" name="SE-056-path-412">
            <a:extLst xmlns:a="http://schemas.openxmlformats.org/drawingml/2006/main">
              <a:ext uri="{FF2B5EF4-FFF2-40B4-BE49-F238E27FC236}">
                <a16:creationId xmlns:a16="http://schemas.microsoft.com/office/drawing/2014/main" id="{F8888429-2663-4AF5-9EBF-D03665DB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3" name="SE-056-path-413">
            <a:extLst xmlns:a="http://schemas.openxmlformats.org/drawingml/2006/main">
              <a:ext uri="{FF2B5EF4-FFF2-40B4-BE49-F238E27FC236}">
                <a16:creationId xmlns:a16="http://schemas.microsoft.com/office/drawing/2014/main" id="{5FEFB077-1627-493B-AA74-4CEA079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4" name="SE-056-path-414">
            <a:extLst xmlns:a="http://schemas.openxmlformats.org/drawingml/2006/main">
              <a:ext uri="{FF2B5EF4-FFF2-40B4-BE49-F238E27FC236}">
                <a16:creationId xmlns:a16="http://schemas.microsoft.com/office/drawing/2014/main" id="{560A6C81-2905-4F13-A226-C774B77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5" name="SE-056-path-415">
            <a:extLst xmlns:a="http://schemas.openxmlformats.org/drawingml/2006/main">
              <a:ext uri="{FF2B5EF4-FFF2-40B4-BE49-F238E27FC236}">
                <a16:creationId xmlns:a16="http://schemas.microsoft.com/office/drawing/2014/main" id="{DF60BE67-C1AA-4431-A65C-4025BC6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6" name="SE-056-path-416">
            <a:extLst xmlns:a="http://schemas.openxmlformats.org/drawingml/2006/main">
              <a:ext uri="{FF2B5EF4-FFF2-40B4-BE49-F238E27FC236}">
                <a16:creationId xmlns:a16="http://schemas.microsoft.com/office/drawing/2014/main" id="{6CC1DB18-393E-4EBA-A5E8-3B11EA5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7" name="SE-056-path-417">
            <a:extLst xmlns:a="http://schemas.openxmlformats.org/drawingml/2006/main">
              <a:ext uri="{FF2B5EF4-FFF2-40B4-BE49-F238E27FC236}">
                <a16:creationId xmlns:a16="http://schemas.microsoft.com/office/drawing/2014/main" id="{94E039E4-C9E7-4C75-A5F6-C906426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8" name="SE-056-path-418">
            <a:extLst xmlns:a="http://schemas.openxmlformats.org/drawingml/2006/main">
              <a:ext uri="{FF2B5EF4-FFF2-40B4-BE49-F238E27FC236}">
                <a16:creationId xmlns:a16="http://schemas.microsoft.com/office/drawing/2014/main" id="{5BEAFD6F-F500-4A93-9D7F-DF35DC9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19" name="SE-056-path-419">
            <a:extLst xmlns:a="http://schemas.openxmlformats.org/drawingml/2006/main">
              <a:ext uri="{FF2B5EF4-FFF2-40B4-BE49-F238E27FC236}">
                <a16:creationId xmlns:a16="http://schemas.microsoft.com/office/drawing/2014/main" id="{C636D7BC-8035-4F3B-A653-9952F54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0" name="SE-056-path-420">
            <a:extLst xmlns:a="http://schemas.openxmlformats.org/drawingml/2006/main">
              <a:ext uri="{FF2B5EF4-FFF2-40B4-BE49-F238E27FC236}">
                <a16:creationId xmlns:a16="http://schemas.microsoft.com/office/drawing/2014/main" id="{06BAD574-1C4E-48FE-8CFC-996E9BE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1" name="SE-056-path-421">
            <a:extLst xmlns:a="http://schemas.openxmlformats.org/drawingml/2006/main">
              <a:ext uri="{FF2B5EF4-FFF2-40B4-BE49-F238E27FC236}">
                <a16:creationId xmlns:a16="http://schemas.microsoft.com/office/drawing/2014/main" id="{EFA725AB-7DA6-4AC2-A3FB-55E44EB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2" name="SE-056-path-422">
            <a:extLst xmlns:a="http://schemas.openxmlformats.org/drawingml/2006/main">
              <a:ext uri="{FF2B5EF4-FFF2-40B4-BE49-F238E27FC236}">
                <a16:creationId xmlns:a16="http://schemas.microsoft.com/office/drawing/2014/main" id="{1F8B0DD1-8AE4-470D-9BBD-4D87429E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3" name="SE-056-path-423">
            <a:extLst xmlns:a="http://schemas.openxmlformats.org/drawingml/2006/main">
              <a:ext uri="{FF2B5EF4-FFF2-40B4-BE49-F238E27FC236}">
                <a16:creationId xmlns:a16="http://schemas.microsoft.com/office/drawing/2014/main" id="{24BC09B2-9319-4C9E-81C2-4C5269E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4" name="SE-056-path-424">
            <a:extLst xmlns:a="http://schemas.openxmlformats.org/drawingml/2006/main">
              <a:ext uri="{FF2B5EF4-FFF2-40B4-BE49-F238E27FC236}">
                <a16:creationId xmlns:a16="http://schemas.microsoft.com/office/drawing/2014/main" id="{F0B316C9-0120-4841-8013-AC18EFF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5" name="SE-056-path-425">
            <a:extLst xmlns:a="http://schemas.openxmlformats.org/drawingml/2006/main">
              <a:ext uri="{FF2B5EF4-FFF2-40B4-BE49-F238E27FC236}">
                <a16:creationId xmlns:a16="http://schemas.microsoft.com/office/drawing/2014/main" id="{DCBEB8BE-884E-4476-9198-3C7E36E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6" name="SE-056-path-426">
            <a:extLst xmlns:a="http://schemas.openxmlformats.org/drawingml/2006/main">
              <a:ext uri="{FF2B5EF4-FFF2-40B4-BE49-F238E27FC236}">
                <a16:creationId xmlns:a16="http://schemas.microsoft.com/office/drawing/2014/main" id="{D337EFC3-4C75-4DA1-A75E-0D572A9D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7" name="SE-056-path-427">
            <a:extLst xmlns:a="http://schemas.openxmlformats.org/drawingml/2006/main">
              <a:ext uri="{FF2B5EF4-FFF2-40B4-BE49-F238E27FC236}">
                <a16:creationId xmlns:a16="http://schemas.microsoft.com/office/drawing/2014/main" id="{00015295-5D3B-4704-9B77-D788E36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8" name="SE-056-path-428">
            <a:extLst xmlns:a="http://schemas.openxmlformats.org/drawingml/2006/main">
              <a:ext uri="{FF2B5EF4-FFF2-40B4-BE49-F238E27FC236}">
                <a16:creationId xmlns:a16="http://schemas.microsoft.com/office/drawing/2014/main" id="{8ED7B34E-D3B3-4AE3-B902-6B27F81C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29" name="SE-056-path-429">
            <a:extLst xmlns:a="http://schemas.openxmlformats.org/drawingml/2006/main">
              <a:ext uri="{FF2B5EF4-FFF2-40B4-BE49-F238E27FC236}">
                <a16:creationId xmlns:a16="http://schemas.microsoft.com/office/drawing/2014/main" id="{DF2D64C4-1B07-432A-881E-5785639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0" name="SE-056-path-430">
            <a:extLst xmlns:a="http://schemas.openxmlformats.org/drawingml/2006/main">
              <a:ext uri="{FF2B5EF4-FFF2-40B4-BE49-F238E27FC236}">
                <a16:creationId xmlns:a16="http://schemas.microsoft.com/office/drawing/2014/main" id="{33F06B2E-3914-482F-A956-C0231E4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1" name="SE-056-path-431">
            <a:extLst xmlns:a="http://schemas.openxmlformats.org/drawingml/2006/main">
              <a:ext uri="{FF2B5EF4-FFF2-40B4-BE49-F238E27FC236}">
                <a16:creationId xmlns:a16="http://schemas.microsoft.com/office/drawing/2014/main" id="{D4CB8360-45AF-4739-A1D1-2BE9F11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2" name="SE-056-path-432">
            <a:extLst xmlns:a="http://schemas.openxmlformats.org/drawingml/2006/main">
              <a:ext uri="{FF2B5EF4-FFF2-40B4-BE49-F238E27FC236}">
                <a16:creationId xmlns:a16="http://schemas.microsoft.com/office/drawing/2014/main" id="{EC8C078C-2C8B-40FD-A3B2-BFB6D40A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3" name="SE-056-path-433">
            <a:extLst xmlns:a="http://schemas.openxmlformats.org/drawingml/2006/main">
              <a:ext uri="{FF2B5EF4-FFF2-40B4-BE49-F238E27FC236}">
                <a16:creationId xmlns:a16="http://schemas.microsoft.com/office/drawing/2014/main" id="{CBEFAA10-122E-4B47-B5D9-475ACD11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4" name="SE-056-path-434">
            <a:extLst xmlns:a="http://schemas.openxmlformats.org/drawingml/2006/main">
              <a:ext uri="{FF2B5EF4-FFF2-40B4-BE49-F238E27FC236}">
                <a16:creationId xmlns:a16="http://schemas.microsoft.com/office/drawing/2014/main" id="{3F69C195-DC31-4261-9BF7-3B9E2C37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5" name="SE-056-path-435">
            <a:extLst xmlns:a="http://schemas.openxmlformats.org/drawingml/2006/main">
              <a:ext uri="{FF2B5EF4-FFF2-40B4-BE49-F238E27FC236}">
                <a16:creationId xmlns:a16="http://schemas.microsoft.com/office/drawing/2014/main" id="{D2C009E4-34A7-4EC4-A633-CF4337D3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6" name="SE-056-path-436">
            <a:extLst xmlns:a="http://schemas.openxmlformats.org/drawingml/2006/main">
              <a:ext uri="{FF2B5EF4-FFF2-40B4-BE49-F238E27FC236}">
                <a16:creationId xmlns:a16="http://schemas.microsoft.com/office/drawing/2014/main" id="{49E6CEF1-7E4F-4091-AF52-914BBA5B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7" name="SE-056-path-437">
            <a:extLst xmlns:a="http://schemas.openxmlformats.org/drawingml/2006/main">
              <a:ext uri="{FF2B5EF4-FFF2-40B4-BE49-F238E27FC236}">
                <a16:creationId xmlns:a16="http://schemas.microsoft.com/office/drawing/2014/main" id="{E9A008E0-0CC5-4093-98DD-90AEC64D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8" name="SE-056-path-438">
            <a:extLst xmlns:a="http://schemas.openxmlformats.org/drawingml/2006/main">
              <a:ext uri="{FF2B5EF4-FFF2-40B4-BE49-F238E27FC236}">
                <a16:creationId xmlns:a16="http://schemas.microsoft.com/office/drawing/2014/main" id="{932DF2ED-F732-421F-B22F-CD22C249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39" name="SE-056-path-439">
            <a:extLst xmlns:a="http://schemas.openxmlformats.org/drawingml/2006/main">
              <a:ext uri="{FF2B5EF4-FFF2-40B4-BE49-F238E27FC236}">
                <a16:creationId xmlns:a16="http://schemas.microsoft.com/office/drawing/2014/main" id="{25B7D268-FAEC-4E42-8FFD-B817130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0" name="SE-056-path-440">
            <a:extLst xmlns:a="http://schemas.openxmlformats.org/drawingml/2006/main">
              <a:ext uri="{FF2B5EF4-FFF2-40B4-BE49-F238E27FC236}">
                <a16:creationId xmlns:a16="http://schemas.microsoft.com/office/drawing/2014/main" id="{6C369EBD-F2EC-4CB2-88F5-E8FB0DA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1" name="SE-056-path-441">
            <a:extLst xmlns:a="http://schemas.openxmlformats.org/drawingml/2006/main">
              <a:ext uri="{FF2B5EF4-FFF2-40B4-BE49-F238E27FC236}">
                <a16:creationId xmlns:a16="http://schemas.microsoft.com/office/drawing/2014/main" id="{7539531A-CA59-4CBB-8A81-0C90E64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2" name="SE-056-path-442">
            <a:extLst xmlns:a="http://schemas.openxmlformats.org/drawingml/2006/main">
              <a:ext uri="{FF2B5EF4-FFF2-40B4-BE49-F238E27FC236}">
                <a16:creationId xmlns:a16="http://schemas.microsoft.com/office/drawing/2014/main" id="{954E2369-576A-4538-AD62-76296FE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3" name="SE-056-path-443">
            <a:extLst xmlns:a="http://schemas.openxmlformats.org/drawingml/2006/main">
              <a:ext uri="{FF2B5EF4-FFF2-40B4-BE49-F238E27FC236}">
                <a16:creationId xmlns:a16="http://schemas.microsoft.com/office/drawing/2014/main" id="{158448F6-1908-4992-A531-22B71E1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4" name="SE-056-path-444">
            <a:extLst xmlns:a="http://schemas.openxmlformats.org/drawingml/2006/main">
              <a:ext uri="{FF2B5EF4-FFF2-40B4-BE49-F238E27FC236}">
                <a16:creationId xmlns:a16="http://schemas.microsoft.com/office/drawing/2014/main" id="{248837FD-8298-4D53-98D5-9BAFA036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5" name="SE-056-path-445">
            <a:extLst xmlns:a="http://schemas.openxmlformats.org/drawingml/2006/main">
              <a:ext uri="{FF2B5EF4-FFF2-40B4-BE49-F238E27FC236}">
                <a16:creationId xmlns:a16="http://schemas.microsoft.com/office/drawing/2014/main" id="{85F3B51D-022C-464E-AA70-1D01C90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6" name="SE-056-path-446">
            <a:extLst xmlns:a="http://schemas.openxmlformats.org/drawingml/2006/main">
              <a:ext uri="{FF2B5EF4-FFF2-40B4-BE49-F238E27FC236}">
                <a16:creationId xmlns:a16="http://schemas.microsoft.com/office/drawing/2014/main" id="{628FBA3D-541A-4404-BCD4-F3E57A54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7" name="SE-056-path-447">
            <a:extLst xmlns:a="http://schemas.openxmlformats.org/drawingml/2006/main">
              <a:ext uri="{FF2B5EF4-FFF2-40B4-BE49-F238E27FC236}">
                <a16:creationId xmlns:a16="http://schemas.microsoft.com/office/drawing/2014/main" id="{E9A8C01B-7DF8-4AB9-8645-A127CF11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8" name="SE-056-path-448">
            <a:extLst xmlns:a="http://schemas.openxmlformats.org/drawingml/2006/main">
              <a:ext uri="{FF2B5EF4-FFF2-40B4-BE49-F238E27FC236}">
                <a16:creationId xmlns:a16="http://schemas.microsoft.com/office/drawing/2014/main" id="{08316285-5326-46CC-B304-A6FD815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49" name="SE-056-path-449">
            <a:extLst xmlns:a="http://schemas.openxmlformats.org/drawingml/2006/main">
              <a:ext uri="{FF2B5EF4-FFF2-40B4-BE49-F238E27FC236}">
                <a16:creationId xmlns:a16="http://schemas.microsoft.com/office/drawing/2014/main" id="{EA3DE2D5-9922-4003-81E7-92B4F4D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0" name="SE-056-path-450">
            <a:extLst xmlns:a="http://schemas.openxmlformats.org/drawingml/2006/main">
              <a:ext uri="{FF2B5EF4-FFF2-40B4-BE49-F238E27FC236}">
                <a16:creationId xmlns:a16="http://schemas.microsoft.com/office/drawing/2014/main" id="{ACB02EA1-D76D-49D8-9E2B-4E7DFA6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1" name="SE-056-path-451">
            <a:extLst xmlns:a="http://schemas.openxmlformats.org/drawingml/2006/main">
              <a:ext uri="{FF2B5EF4-FFF2-40B4-BE49-F238E27FC236}">
                <a16:creationId xmlns:a16="http://schemas.microsoft.com/office/drawing/2014/main" id="{712879DE-9620-4699-A902-0B629F3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2" name="SE-056-path-452">
            <a:extLst xmlns:a="http://schemas.openxmlformats.org/drawingml/2006/main">
              <a:ext uri="{FF2B5EF4-FFF2-40B4-BE49-F238E27FC236}">
                <a16:creationId xmlns:a16="http://schemas.microsoft.com/office/drawing/2014/main" id="{6E5F637F-94CB-48A0-AEF1-529B4014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3" name="SE-056-path-453">
            <a:extLst xmlns:a="http://schemas.openxmlformats.org/drawingml/2006/main">
              <a:ext uri="{FF2B5EF4-FFF2-40B4-BE49-F238E27FC236}">
                <a16:creationId xmlns:a16="http://schemas.microsoft.com/office/drawing/2014/main" id="{5BA86C81-BCAE-4776-8BFA-8102165B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4" name="SE-056-path-454">
            <a:extLst xmlns:a="http://schemas.openxmlformats.org/drawingml/2006/main">
              <a:ext uri="{FF2B5EF4-FFF2-40B4-BE49-F238E27FC236}">
                <a16:creationId xmlns:a16="http://schemas.microsoft.com/office/drawing/2014/main" id="{7BF75C37-674D-4F9D-B56F-8AF0E66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5" name="SE-056-path-455">
            <a:extLst xmlns:a="http://schemas.openxmlformats.org/drawingml/2006/main">
              <a:ext uri="{FF2B5EF4-FFF2-40B4-BE49-F238E27FC236}">
                <a16:creationId xmlns:a16="http://schemas.microsoft.com/office/drawing/2014/main" id="{0F5DFC3C-0A5C-4E57-840C-18B3801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6" name="SE-056-path-456">
            <a:extLst xmlns:a="http://schemas.openxmlformats.org/drawingml/2006/main">
              <a:ext uri="{FF2B5EF4-FFF2-40B4-BE49-F238E27FC236}">
                <a16:creationId xmlns:a16="http://schemas.microsoft.com/office/drawing/2014/main" id="{D1551BEF-C22B-4657-AD58-02FC86F4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7" name="SE-056-path-457">
            <a:extLst xmlns:a="http://schemas.openxmlformats.org/drawingml/2006/main">
              <a:ext uri="{FF2B5EF4-FFF2-40B4-BE49-F238E27FC236}">
                <a16:creationId xmlns:a16="http://schemas.microsoft.com/office/drawing/2014/main" id="{3B0A7515-365F-43C1-8325-D307EDE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8" name="SE-056-path-458">
            <a:extLst xmlns:a="http://schemas.openxmlformats.org/drawingml/2006/main">
              <a:ext uri="{FF2B5EF4-FFF2-40B4-BE49-F238E27FC236}">
                <a16:creationId xmlns:a16="http://schemas.microsoft.com/office/drawing/2014/main" id="{2911DDE5-A4C6-4FE3-82AB-B1FFF3F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59" name="SE-056-path-459">
            <a:extLst xmlns:a="http://schemas.openxmlformats.org/drawingml/2006/main">
              <a:ext uri="{FF2B5EF4-FFF2-40B4-BE49-F238E27FC236}">
                <a16:creationId xmlns:a16="http://schemas.microsoft.com/office/drawing/2014/main" id="{05DFC321-959D-4C29-B6CA-6ADADB5A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0" name="SE-056-path-460">
            <a:extLst xmlns:a="http://schemas.openxmlformats.org/drawingml/2006/main">
              <a:ext uri="{FF2B5EF4-FFF2-40B4-BE49-F238E27FC236}">
                <a16:creationId xmlns:a16="http://schemas.microsoft.com/office/drawing/2014/main" id="{ECA17195-5E07-41E4-8F1F-CDF62AD6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1" name="SE-056-path-461">
            <a:extLst xmlns:a="http://schemas.openxmlformats.org/drawingml/2006/main">
              <a:ext uri="{FF2B5EF4-FFF2-40B4-BE49-F238E27FC236}">
                <a16:creationId xmlns:a16="http://schemas.microsoft.com/office/drawing/2014/main" id="{CD514C0E-951D-4B1B-9E5A-07815BFB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2" name="SE-056-path-462">
            <a:extLst xmlns:a="http://schemas.openxmlformats.org/drawingml/2006/main">
              <a:ext uri="{FF2B5EF4-FFF2-40B4-BE49-F238E27FC236}">
                <a16:creationId xmlns:a16="http://schemas.microsoft.com/office/drawing/2014/main" id="{32BBD807-4D0C-4144-8B6A-CAFD5507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3" name="SE-056-path-463">
            <a:extLst xmlns:a="http://schemas.openxmlformats.org/drawingml/2006/main">
              <a:ext uri="{FF2B5EF4-FFF2-40B4-BE49-F238E27FC236}">
                <a16:creationId xmlns:a16="http://schemas.microsoft.com/office/drawing/2014/main" id="{BAEDD417-2F83-47EE-97A8-A333110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4" name="SE-056-path-464">
            <a:extLst xmlns:a="http://schemas.openxmlformats.org/drawingml/2006/main">
              <a:ext uri="{FF2B5EF4-FFF2-40B4-BE49-F238E27FC236}">
                <a16:creationId xmlns:a16="http://schemas.microsoft.com/office/drawing/2014/main" id="{C06DC0E7-4B95-4017-8F74-199C4A98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5" name="SE-056-path-465">
            <a:extLst xmlns:a="http://schemas.openxmlformats.org/drawingml/2006/main">
              <a:ext uri="{FF2B5EF4-FFF2-40B4-BE49-F238E27FC236}">
                <a16:creationId xmlns:a16="http://schemas.microsoft.com/office/drawing/2014/main" id="{4F9BF136-0216-4620-9D10-52C6838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6" name="SE-056-path-466">
            <a:extLst xmlns:a="http://schemas.openxmlformats.org/drawingml/2006/main">
              <a:ext uri="{FF2B5EF4-FFF2-40B4-BE49-F238E27FC236}">
                <a16:creationId xmlns:a16="http://schemas.microsoft.com/office/drawing/2014/main" id="{9374C4E5-6138-4EBC-9B1D-3266252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7" name="SE-056-path-467">
            <a:extLst xmlns:a="http://schemas.openxmlformats.org/drawingml/2006/main">
              <a:ext uri="{FF2B5EF4-FFF2-40B4-BE49-F238E27FC236}">
                <a16:creationId xmlns:a16="http://schemas.microsoft.com/office/drawing/2014/main" id="{6C77A2DD-DC28-43F9-8C70-9309E910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8" name="SE-056-path-468">
            <a:extLst xmlns:a="http://schemas.openxmlformats.org/drawingml/2006/main">
              <a:ext uri="{FF2B5EF4-FFF2-40B4-BE49-F238E27FC236}">
                <a16:creationId xmlns:a16="http://schemas.microsoft.com/office/drawing/2014/main" id="{AF8EA267-88A4-4DE5-8E88-747683F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69" name="SE-056-path-469">
            <a:extLst xmlns:a="http://schemas.openxmlformats.org/drawingml/2006/main">
              <a:ext uri="{FF2B5EF4-FFF2-40B4-BE49-F238E27FC236}">
                <a16:creationId xmlns:a16="http://schemas.microsoft.com/office/drawing/2014/main" id="{C27A7080-F29B-4BD3-A5EF-77AF1E23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0" name="SE-056-path-470">
            <a:extLst xmlns:a="http://schemas.openxmlformats.org/drawingml/2006/main">
              <a:ext uri="{FF2B5EF4-FFF2-40B4-BE49-F238E27FC236}">
                <a16:creationId xmlns:a16="http://schemas.microsoft.com/office/drawing/2014/main" id="{395ED493-A5D9-45A5-8DCB-ED43D260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1" name="SE-056-path-471">
            <a:extLst xmlns:a="http://schemas.openxmlformats.org/drawingml/2006/main">
              <a:ext uri="{FF2B5EF4-FFF2-40B4-BE49-F238E27FC236}">
                <a16:creationId xmlns:a16="http://schemas.microsoft.com/office/drawing/2014/main" id="{1CECD2F0-DED7-4C23-8F48-C6023ADB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2" name="SE-056-path-472">
            <a:extLst xmlns:a="http://schemas.openxmlformats.org/drawingml/2006/main">
              <a:ext uri="{FF2B5EF4-FFF2-40B4-BE49-F238E27FC236}">
                <a16:creationId xmlns:a16="http://schemas.microsoft.com/office/drawing/2014/main" id="{638525E8-DB7B-4A45-8312-017C5B83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3" name="SE-056-path-473">
            <a:extLst xmlns:a="http://schemas.openxmlformats.org/drawingml/2006/main">
              <a:ext uri="{FF2B5EF4-FFF2-40B4-BE49-F238E27FC236}">
                <a16:creationId xmlns:a16="http://schemas.microsoft.com/office/drawing/2014/main" id="{6F04DF3A-6E65-4D18-B66D-12CD53A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4" name="SE-056-path-474">
            <a:extLst xmlns:a="http://schemas.openxmlformats.org/drawingml/2006/main">
              <a:ext uri="{FF2B5EF4-FFF2-40B4-BE49-F238E27FC236}">
                <a16:creationId xmlns:a16="http://schemas.microsoft.com/office/drawing/2014/main" id="{2494197A-EF74-48BD-BFB7-4071C8A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5" name="SE-056-path-475">
            <a:extLst xmlns:a="http://schemas.openxmlformats.org/drawingml/2006/main">
              <a:ext uri="{FF2B5EF4-FFF2-40B4-BE49-F238E27FC236}">
                <a16:creationId xmlns:a16="http://schemas.microsoft.com/office/drawing/2014/main" id="{E035CD70-3EB6-4DEB-B362-3B9ACA5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6" name="SE-056-path-476">
            <a:extLst xmlns:a="http://schemas.openxmlformats.org/drawingml/2006/main">
              <a:ext uri="{FF2B5EF4-FFF2-40B4-BE49-F238E27FC236}">
                <a16:creationId xmlns:a16="http://schemas.microsoft.com/office/drawing/2014/main" id="{C9FB04B3-2E37-4B80-9A8F-BBD9776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7" name="SE-056-path-477">
            <a:extLst xmlns:a="http://schemas.openxmlformats.org/drawingml/2006/main">
              <a:ext uri="{FF2B5EF4-FFF2-40B4-BE49-F238E27FC236}">
                <a16:creationId xmlns:a16="http://schemas.microsoft.com/office/drawing/2014/main" id="{EED29D2E-0F7D-4FD7-A699-DAA925D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8" name="SE-056-path-478">
            <a:extLst xmlns:a="http://schemas.openxmlformats.org/drawingml/2006/main">
              <a:ext uri="{FF2B5EF4-FFF2-40B4-BE49-F238E27FC236}">
                <a16:creationId xmlns:a16="http://schemas.microsoft.com/office/drawing/2014/main" id="{4756A64C-57D6-4922-B4EA-F8F83FD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79" name="SE-056-path-479">
            <a:extLst xmlns:a="http://schemas.openxmlformats.org/drawingml/2006/main">
              <a:ext uri="{FF2B5EF4-FFF2-40B4-BE49-F238E27FC236}">
                <a16:creationId xmlns:a16="http://schemas.microsoft.com/office/drawing/2014/main" id="{9FD0E1E1-6491-4248-A4B3-7ED9115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0" name="SE-056-path-480">
            <a:extLst xmlns:a="http://schemas.openxmlformats.org/drawingml/2006/main">
              <a:ext uri="{FF2B5EF4-FFF2-40B4-BE49-F238E27FC236}">
                <a16:creationId xmlns:a16="http://schemas.microsoft.com/office/drawing/2014/main" id="{46CBA00B-4DC0-4DD9-85CE-96A41DE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1" name="SE-056-path-481">
            <a:extLst xmlns:a="http://schemas.openxmlformats.org/drawingml/2006/main">
              <a:ext uri="{FF2B5EF4-FFF2-40B4-BE49-F238E27FC236}">
                <a16:creationId xmlns:a16="http://schemas.microsoft.com/office/drawing/2014/main" id="{9F5B78DD-FF0C-4054-9E9C-A06EDB3F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2" name="SE-056-path-482">
            <a:extLst xmlns:a="http://schemas.openxmlformats.org/drawingml/2006/main">
              <a:ext uri="{FF2B5EF4-FFF2-40B4-BE49-F238E27FC236}">
                <a16:creationId xmlns:a16="http://schemas.microsoft.com/office/drawing/2014/main" id="{E21708ED-8DAD-451A-90E6-DBFC7C6B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3" name="SE-056-path-483">
            <a:extLst xmlns:a="http://schemas.openxmlformats.org/drawingml/2006/main">
              <a:ext uri="{FF2B5EF4-FFF2-40B4-BE49-F238E27FC236}">
                <a16:creationId xmlns:a16="http://schemas.microsoft.com/office/drawing/2014/main" id="{D67F0922-730C-403A-8B5D-BDE07D1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4" name="SE-056-path-484">
            <a:extLst xmlns:a="http://schemas.openxmlformats.org/drawingml/2006/main">
              <a:ext uri="{FF2B5EF4-FFF2-40B4-BE49-F238E27FC236}">
                <a16:creationId xmlns:a16="http://schemas.microsoft.com/office/drawing/2014/main" id="{B98BD64D-2B41-4FCA-849F-DCB08CA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5" name="SE-056-path-485">
            <a:extLst xmlns:a="http://schemas.openxmlformats.org/drawingml/2006/main">
              <a:ext uri="{FF2B5EF4-FFF2-40B4-BE49-F238E27FC236}">
                <a16:creationId xmlns:a16="http://schemas.microsoft.com/office/drawing/2014/main" id="{B8071332-50AE-4F70-8C23-A028618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6" name="SE-056-path-486">
            <a:extLst xmlns:a="http://schemas.openxmlformats.org/drawingml/2006/main">
              <a:ext uri="{FF2B5EF4-FFF2-40B4-BE49-F238E27FC236}">
                <a16:creationId xmlns:a16="http://schemas.microsoft.com/office/drawing/2014/main" id="{1C9AA6C7-0F93-4A2B-9FBE-2EB69CE7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7" name="SE-056-path-487">
            <a:extLst xmlns:a="http://schemas.openxmlformats.org/drawingml/2006/main">
              <a:ext uri="{FF2B5EF4-FFF2-40B4-BE49-F238E27FC236}">
                <a16:creationId xmlns:a16="http://schemas.microsoft.com/office/drawing/2014/main" id="{2888D502-15EE-4661-A5CF-5970184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8" name="SE-056-path-488">
            <a:extLst xmlns:a="http://schemas.openxmlformats.org/drawingml/2006/main">
              <a:ext uri="{FF2B5EF4-FFF2-40B4-BE49-F238E27FC236}">
                <a16:creationId xmlns:a16="http://schemas.microsoft.com/office/drawing/2014/main" id="{B6BB8187-BFFA-433C-B37B-7769310F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89" name="SE-056-path-489">
            <a:extLst xmlns:a="http://schemas.openxmlformats.org/drawingml/2006/main">
              <a:ext uri="{FF2B5EF4-FFF2-40B4-BE49-F238E27FC236}">
                <a16:creationId xmlns:a16="http://schemas.microsoft.com/office/drawing/2014/main" id="{A5976D49-BE95-4DAF-8938-5E308392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0" name="SE-056-path-490">
            <a:extLst xmlns:a="http://schemas.openxmlformats.org/drawingml/2006/main">
              <a:ext uri="{FF2B5EF4-FFF2-40B4-BE49-F238E27FC236}">
                <a16:creationId xmlns:a16="http://schemas.microsoft.com/office/drawing/2014/main" id="{386F59EE-C366-42CB-9C2A-1DAEDA4A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1" name="SE-056-path-491">
            <a:extLst xmlns:a="http://schemas.openxmlformats.org/drawingml/2006/main">
              <a:ext uri="{FF2B5EF4-FFF2-40B4-BE49-F238E27FC236}">
                <a16:creationId xmlns:a16="http://schemas.microsoft.com/office/drawing/2014/main" id="{2B31C6B0-E0BA-4FF2-BD85-D77683D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2" name="SE-056-path-492">
            <a:extLst xmlns:a="http://schemas.openxmlformats.org/drawingml/2006/main">
              <a:ext uri="{FF2B5EF4-FFF2-40B4-BE49-F238E27FC236}">
                <a16:creationId xmlns:a16="http://schemas.microsoft.com/office/drawing/2014/main" id="{B2A0EBDA-93BA-4C21-AD7F-1335403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24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3" name="SE-056-493">
            <a:extLst xmlns:a="http://schemas.openxmlformats.org/drawingml/2006/main">
              <a:ext uri="{FF2B5EF4-FFF2-40B4-BE49-F238E27FC236}">
                <a16:creationId xmlns:a16="http://schemas.microsoft.com/office/drawing/2014/main" id="{584760B9-C370-471C-8E25-B747BA05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7811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250K</a:t>
            </a:r>
          </a:p>
        </p:txBody>
      </p:sp>
      <p:sp>
        <p:nvSpPr>
          <p:cNvPr id="494" name="SE-056-path-494">
            <a:extLst xmlns:a="http://schemas.openxmlformats.org/drawingml/2006/main">
              <a:ext uri="{FF2B5EF4-FFF2-40B4-BE49-F238E27FC236}">
                <a16:creationId xmlns:a16="http://schemas.microsoft.com/office/drawing/2014/main" id="{EF7B3167-4275-41EB-92F1-46146D3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5" name="SE-056-path-495">
            <a:extLst xmlns:a="http://schemas.openxmlformats.org/drawingml/2006/main">
              <a:ext uri="{FF2B5EF4-FFF2-40B4-BE49-F238E27FC236}">
                <a16:creationId xmlns:a16="http://schemas.microsoft.com/office/drawing/2014/main" id="{575C6DD2-46C7-4070-B982-E2DD941B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6" name="SE-056-path-496">
            <a:extLst xmlns:a="http://schemas.openxmlformats.org/drawingml/2006/main">
              <a:ext uri="{FF2B5EF4-FFF2-40B4-BE49-F238E27FC236}">
                <a16:creationId xmlns:a16="http://schemas.microsoft.com/office/drawing/2014/main" id="{553CFB1A-D95D-4D4E-8C4A-5D921A2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7" name="SE-056-path-497">
            <a:extLst xmlns:a="http://schemas.openxmlformats.org/drawingml/2006/main">
              <a:ext uri="{FF2B5EF4-FFF2-40B4-BE49-F238E27FC236}">
                <a16:creationId xmlns:a16="http://schemas.microsoft.com/office/drawing/2014/main" id="{07EB4899-358E-40CD-8034-1B61A3FF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8" name="SE-056-path-498">
            <a:extLst xmlns:a="http://schemas.openxmlformats.org/drawingml/2006/main">
              <a:ext uri="{FF2B5EF4-FFF2-40B4-BE49-F238E27FC236}">
                <a16:creationId xmlns:a16="http://schemas.microsoft.com/office/drawing/2014/main" id="{E70C029A-3ABE-41E0-9F3C-EFF3917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499" name="SE-056-path-499">
            <a:extLst xmlns:a="http://schemas.openxmlformats.org/drawingml/2006/main">
              <a:ext uri="{FF2B5EF4-FFF2-40B4-BE49-F238E27FC236}">
                <a16:creationId xmlns:a16="http://schemas.microsoft.com/office/drawing/2014/main" id="{F4052D2F-E421-4EAF-BAAD-9426B1AC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0" name="SE-056-path-500">
            <a:extLst xmlns:a="http://schemas.openxmlformats.org/drawingml/2006/main">
              <a:ext uri="{FF2B5EF4-FFF2-40B4-BE49-F238E27FC236}">
                <a16:creationId xmlns:a16="http://schemas.microsoft.com/office/drawing/2014/main" id="{D0A12254-9C12-469D-831D-FBCC6725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1" name="SE-056-path-501">
            <a:extLst xmlns:a="http://schemas.openxmlformats.org/drawingml/2006/main">
              <a:ext uri="{FF2B5EF4-FFF2-40B4-BE49-F238E27FC236}">
                <a16:creationId xmlns:a16="http://schemas.microsoft.com/office/drawing/2014/main" id="{3DFA8F6C-33D0-41A4-9B0A-2C0ACF7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2" name="SE-056-path-502">
            <a:extLst xmlns:a="http://schemas.openxmlformats.org/drawingml/2006/main">
              <a:ext uri="{FF2B5EF4-FFF2-40B4-BE49-F238E27FC236}">
                <a16:creationId xmlns:a16="http://schemas.microsoft.com/office/drawing/2014/main" id="{47E59CBE-C8F8-4A3B-95C9-9C5E286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3" name="SE-056-path-503">
            <a:extLst xmlns:a="http://schemas.openxmlformats.org/drawingml/2006/main">
              <a:ext uri="{FF2B5EF4-FFF2-40B4-BE49-F238E27FC236}">
                <a16:creationId xmlns:a16="http://schemas.microsoft.com/office/drawing/2014/main" id="{87EBE552-1DB0-4790-9A13-90E76C8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4" name="SE-056-path-504">
            <a:extLst xmlns:a="http://schemas.openxmlformats.org/drawingml/2006/main">
              <a:ext uri="{FF2B5EF4-FFF2-40B4-BE49-F238E27FC236}">
                <a16:creationId xmlns:a16="http://schemas.microsoft.com/office/drawing/2014/main" id="{ADD47B60-8BBC-4C44-A2A3-6FA9D236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5" name="SE-056-path-505">
            <a:extLst xmlns:a="http://schemas.openxmlformats.org/drawingml/2006/main">
              <a:ext uri="{FF2B5EF4-FFF2-40B4-BE49-F238E27FC236}">
                <a16:creationId xmlns:a16="http://schemas.microsoft.com/office/drawing/2014/main" id="{0685CD2A-B38A-49CE-BAE4-0C2E7C7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6" name="SE-056-path-506">
            <a:extLst xmlns:a="http://schemas.openxmlformats.org/drawingml/2006/main">
              <a:ext uri="{FF2B5EF4-FFF2-40B4-BE49-F238E27FC236}">
                <a16:creationId xmlns:a16="http://schemas.microsoft.com/office/drawing/2014/main" id="{F86F5C2A-360F-431C-8186-1AC4EF01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7" name="SE-056-path-507">
            <a:extLst xmlns:a="http://schemas.openxmlformats.org/drawingml/2006/main">
              <a:ext uri="{FF2B5EF4-FFF2-40B4-BE49-F238E27FC236}">
                <a16:creationId xmlns:a16="http://schemas.microsoft.com/office/drawing/2014/main" id="{FFC35FF8-6019-4614-A7D2-470D74D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8" name="SE-056-path-508">
            <a:extLst xmlns:a="http://schemas.openxmlformats.org/drawingml/2006/main">
              <a:ext uri="{FF2B5EF4-FFF2-40B4-BE49-F238E27FC236}">
                <a16:creationId xmlns:a16="http://schemas.microsoft.com/office/drawing/2014/main" id="{FFD2F09E-DC01-42F7-B1CE-23E466F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09" name="SE-056-path-509">
            <a:extLst xmlns:a="http://schemas.openxmlformats.org/drawingml/2006/main">
              <a:ext uri="{FF2B5EF4-FFF2-40B4-BE49-F238E27FC236}">
                <a16:creationId xmlns:a16="http://schemas.microsoft.com/office/drawing/2014/main" id="{474E9F24-4BB7-4173-96F6-2699DDA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0" name="SE-056-path-510">
            <a:extLst xmlns:a="http://schemas.openxmlformats.org/drawingml/2006/main">
              <a:ext uri="{FF2B5EF4-FFF2-40B4-BE49-F238E27FC236}">
                <a16:creationId xmlns:a16="http://schemas.microsoft.com/office/drawing/2014/main" id="{813E4F3B-D795-4298-91FE-EA6D22A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1" name="SE-056-path-511">
            <a:extLst xmlns:a="http://schemas.openxmlformats.org/drawingml/2006/main">
              <a:ext uri="{FF2B5EF4-FFF2-40B4-BE49-F238E27FC236}">
                <a16:creationId xmlns:a16="http://schemas.microsoft.com/office/drawing/2014/main" id="{0992220D-FF28-4772-AA47-B3863CE7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2" name="SE-056-path-512">
            <a:extLst xmlns:a="http://schemas.openxmlformats.org/drawingml/2006/main">
              <a:ext uri="{FF2B5EF4-FFF2-40B4-BE49-F238E27FC236}">
                <a16:creationId xmlns:a16="http://schemas.microsoft.com/office/drawing/2014/main" id="{23EE63CE-C75E-4E23-A415-47B16C0A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3" name="SE-056-path-513">
            <a:extLst xmlns:a="http://schemas.openxmlformats.org/drawingml/2006/main">
              <a:ext uri="{FF2B5EF4-FFF2-40B4-BE49-F238E27FC236}">
                <a16:creationId xmlns:a16="http://schemas.microsoft.com/office/drawing/2014/main" id="{639FE5B8-09C2-4F53-9C81-060EFF9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4" name="SE-056-path-514">
            <a:extLst xmlns:a="http://schemas.openxmlformats.org/drawingml/2006/main">
              <a:ext uri="{FF2B5EF4-FFF2-40B4-BE49-F238E27FC236}">
                <a16:creationId xmlns:a16="http://schemas.microsoft.com/office/drawing/2014/main" id="{E6A5B116-B203-4FC6-9A1C-9057E3B5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5" name="SE-056-path-515">
            <a:extLst xmlns:a="http://schemas.openxmlformats.org/drawingml/2006/main">
              <a:ext uri="{FF2B5EF4-FFF2-40B4-BE49-F238E27FC236}">
                <a16:creationId xmlns:a16="http://schemas.microsoft.com/office/drawing/2014/main" id="{72F70D4A-61CF-4C6D-A719-4CA2239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6" name="SE-056-path-516">
            <a:extLst xmlns:a="http://schemas.openxmlformats.org/drawingml/2006/main">
              <a:ext uri="{FF2B5EF4-FFF2-40B4-BE49-F238E27FC236}">
                <a16:creationId xmlns:a16="http://schemas.microsoft.com/office/drawing/2014/main" id="{C3053B77-1AB9-4860-91E4-B2E35168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7" name="SE-056-path-517">
            <a:extLst xmlns:a="http://schemas.openxmlformats.org/drawingml/2006/main">
              <a:ext uri="{FF2B5EF4-FFF2-40B4-BE49-F238E27FC236}">
                <a16:creationId xmlns:a16="http://schemas.microsoft.com/office/drawing/2014/main" id="{186C3185-BE89-4202-B870-0240319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8" name="SE-056-path-518">
            <a:extLst xmlns:a="http://schemas.openxmlformats.org/drawingml/2006/main">
              <a:ext uri="{FF2B5EF4-FFF2-40B4-BE49-F238E27FC236}">
                <a16:creationId xmlns:a16="http://schemas.microsoft.com/office/drawing/2014/main" id="{27C97C5A-01BB-4629-A423-88DBB527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19" name="SE-056-path-519">
            <a:extLst xmlns:a="http://schemas.openxmlformats.org/drawingml/2006/main">
              <a:ext uri="{FF2B5EF4-FFF2-40B4-BE49-F238E27FC236}">
                <a16:creationId xmlns:a16="http://schemas.microsoft.com/office/drawing/2014/main" id="{0824084B-F78B-4D7B-A3A4-2583E381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0" name="SE-056-path-520">
            <a:extLst xmlns:a="http://schemas.openxmlformats.org/drawingml/2006/main">
              <a:ext uri="{FF2B5EF4-FFF2-40B4-BE49-F238E27FC236}">
                <a16:creationId xmlns:a16="http://schemas.microsoft.com/office/drawing/2014/main" id="{6A94FFB9-7DF1-44D8-8A84-FE0C73BF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1" name="SE-056-path-521">
            <a:extLst xmlns:a="http://schemas.openxmlformats.org/drawingml/2006/main">
              <a:ext uri="{FF2B5EF4-FFF2-40B4-BE49-F238E27FC236}">
                <a16:creationId xmlns:a16="http://schemas.microsoft.com/office/drawing/2014/main" id="{72DBD8F9-FD7C-4A15-B9E7-3AD215F1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2" name="SE-056-path-522">
            <a:extLst xmlns:a="http://schemas.openxmlformats.org/drawingml/2006/main">
              <a:ext uri="{FF2B5EF4-FFF2-40B4-BE49-F238E27FC236}">
                <a16:creationId xmlns:a16="http://schemas.microsoft.com/office/drawing/2014/main" id="{B0D8E660-F44B-407E-BE0F-382FFE1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3" name="SE-056-path-523">
            <a:extLst xmlns:a="http://schemas.openxmlformats.org/drawingml/2006/main">
              <a:ext uri="{FF2B5EF4-FFF2-40B4-BE49-F238E27FC236}">
                <a16:creationId xmlns:a16="http://schemas.microsoft.com/office/drawing/2014/main" id="{727F5730-362D-4961-AB74-55C42753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4" name="SE-056-path-524">
            <a:extLst xmlns:a="http://schemas.openxmlformats.org/drawingml/2006/main">
              <a:ext uri="{FF2B5EF4-FFF2-40B4-BE49-F238E27FC236}">
                <a16:creationId xmlns:a16="http://schemas.microsoft.com/office/drawing/2014/main" id="{494C152B-5DEB-4C3A-9113-6BDE19B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5" name="SE-056-path-525">
            <a:extLst xmlns:a="http://schemas.openxmlformats.org/drawingml/2006/main">
              <a:ext uri="{FF2B5EF4-FFF2-40B4-BE49-F238E27FC236}">
                <a16:creationId xmlns:a16="http://schemas.microsoft.com/office/drawing/2014/main" id="{08BAD6FD-2EDA-421D-A639-DB76DD0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6" name="SE-056-path-526">
            <a:extLst xmlns:a="http://schemas.openxmlformats.org/drawingml/2006/main">
              <a:ext uri="{FF2B5EF4-FFF2-40B4-BE49-F238E27FC236}">
                <a16:creationId xmlns:a16="http://schemas.microsoft.com/office/drawing/2014/main" id="{577C5E20-D06B-4E27-8F31-25DC3F09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7" name="SE-056-path-527">
            <a:extLst xmlns:a="http://schemas.openxmlformats.org/drawingml/2006/main">
              <a:ext uri="{FF2B5EF4-FFF2-40B4-BE49-F238E27FC236}">
                <a16:creationId xmlns:a16="http://schemas.microsoft.com/office/drawing/2014/main" id="{84089BD6-3C0D-47BA-9A3B-FE6AE19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8" name="SE-056-path-528">
            <a:extLst xmlns:a="http://schemas.openxmlformats.org/drawingml/2006/main">
              <a:ext uri="{FF2B5EF4-FFF2-40B4-BE49-F238E27FC236}">
                <a16:creationId xmlns:a16="http://schemas.microsoft.com/office/drawing/2014/main" id="{32B00F7E-E90C-47DD-A27F-AF439B68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29" name="SE-056-path-529">
            <a:extLst xmlns:a="http://schemas.openxmlformats.org/drawingml/2006/main">
              <a:ext uri="{FF2B5EF4-FFF2-40B4-BE49-F238E27FC236}">
                <a16:creationId xmlns:a16="http://schemas.microsoft.com/office/drawing/2014/main" id="{3C849357-2345-4BE0-8E3D-715EC64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0" name="SE-056-path-530">
            <a:extLst xmlns:a="http://schemas.openxmlformats.org/drawingml/2006/main">
              <a:ext uri="{FF2B5EF4-FFF2-40B4-BE49-F238E27FC236}">
                <a16:creationId xmlns:a16="http://schemas.microsoft.com/office/drawing/2014/main" id="{9E4324C0-FF02-4C1A-BC20-D715CC8B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1" name="SE-056-path-531">
            <a:extLst xmlns:a="http://schemas.openxmlformats.org/drawingml/2006/main">
              <a:ext uri="{FF2B5EF4-FFF2-40B4-BE49-F238E27FC236}">
                <a16:creationId xmlns:a16="http://schemas.microsoft.com/office/drawing/2014/main" id="{7CF2D338-64EB-40BF-85B5-3A940CB1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2" name="SE-056-path-532">
            <a:extLst xmlns:a="http://schemas.openxmlformats.org/drawingml/2006/main">
              <a:ext uri="{FF2B5EF4-FFF2-40B4-BE49-F238E27FC236}">
                <a16:creationId xmlns:a16="http://schemas.microsoft.com/office/drawing/2014/main" id="{171CF8B1-1592-43D9-AE31-8A7D7403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3" name="SE-056-path-533">
            <a:extLst xmlns:a="http://schemas.openxmlformats.org/drawingml/2006/main">
              <a:ext uri="{FF2B5EF4-FFF2-40B4-BE49-F238E27FC236}">
                <a16:creationId xmlns:a16="http://schemas.microsoft.com/office/drawing/2014/main" id="{C98F1203-6C27-4195-8353-D9FE8E5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4" name="SE-056-path-534">
            <a:extLst xmlns:a="http://schemas.openxmlformats.org/drawingml/2006/main">
              <a:ext uri="{FF2B5EF4-FFF2-40B4-BE49-F238E27FC236}">
                <a16:creationId xmlns:a16="http://schemas.microsoft.com/office/drawing/2014/main" id="{8B8560C0-57DE-4689-A66A-DC39BBFB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5" name="SE-056-path-535">
            <a:extLst xmlns:a="http://schemas.openxmlformats.org/drawingml/2006/main">
              <a:ext uri="{FF2B5EF4-FFF2-40B4-BE49-F238E27FC236}">
                <a16:creationId xmlns:a16="http://schemas.microsoft.com/office/drawing/2014/main" id="{78EBB25B-CECD-41CA-9EFB-2C169DA7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6" name="SE-056-path-536">
            <a:extLst xmlns:a="http://schemas.openxmlformats.org/drawingml/2006/main">
              <a:ext uri="{FF2B5EF4-FFF2-40B4-BE49-F238E27FC236}">
                <a16:creationId xmlns:a16="http://schemas.microsoft.com/office/drawing/2014/main" id="{81BEE0B5-95B3-49D3-9BDD-FCA21777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7" name="SE-056-path-537">
            <a:extLst xmlns:a="http://schemas.openxmlformats.org/drawingml/2006/main">
              <a:ext uri="{FF2B5EF4-FFF2-40B4-BE49-F238E27FC236}">
                <a16:creationId xmlns:a16="http://schemas.microsoft.com/office/drawing/2014/main" id="{DBE86157-BBFB-431C-A9E8-35DACD09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8" name="SE-056-path-538">
            <a:extLst xmlns:a="http://schemas.openxmlformats.org/drawingml/2006/main">
              <a:ext uri="{FF2B5EF4-FFF2-40B4-BE49-F238E27FC236}">
                <a16:creationId xmlns:a16="http://schemas.microsoft.com/office/drawing/2014/main" id="{5A6F567C-4BA4-41D9-B638-7036826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39" name="SE-056-path-539">
            <a:extLst xmlns:a="http://schemas.openxmlformats.org/drawingml/2006/main">
              <a:ext uri="{FF2B5EF4-FFF2-40B4-BE49-F238E27FC236}">
                <a16:creationId xmlns:a16="http://schemas.microsoft.com/office/drawing/2014/main" id="{8037ABA9-0B4C-44E2-92AA-ACC365C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0" name="SE-056-path-540">
            <a:extLst xmlns:a="http://schemas.openxmlformats.org/drawingml/2006/main">
              <a:ext uri="{FF2B5EF4-FFF2-40B4-BE49-F238E27FC236}">
                <a16:creationId xmlns:a16="http://schemas.microsoft.com/office/drawing/2014/main" id="{49472016-7B27-4382-860A-694AD8C2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1" name="SE-056-path-541">
            <a:extLst xmlns:a="http://schemas.openxmlformats.org/drawingml/2006/main">
              <a:ext uri="{FF2B5EF4-FFF2-40B4-BE49-F238E27FC236}">
                <a16:creationId xmlns:a16="http://schemas.microsoft.com/office/drawing/2014/main" id="{A694C1EA-0CF8-478B-8C3D-58B397C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2" name="SE-056-path-542">
            <a:extLst xmlns:a="http://schemas.openxmlformats.org/drawingml/2006/main">
              <a:ext uri="{FF2B5EF4-FFF2-40B4-BE49-F238E27FC236}">
                <a16:creationId xmlns:a16="http://schemas.microsoft.com/office/drawing/2014/main" id="{E7A4B86D-01F9-4608-BCF5-F0ED02F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3" name="SE-056-path-543">
            <a:extLst xmlns:a="http://schemas.openxmlformats.org/drawingml/2006/main">
              <a:ext uri="{FF2B5EF4-FFF2-40B4-BE49-F238E27FC236}">
                <a16:creationId xmlns:a16="http://schemas.microsoft.com/office/drawing/2014/main" id="{F571F223-5AFB-4295-9626-023CEC7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4" name="SE-056-path-544">
            <a:extLst xmlns:a="http://schemas.openxmlformats.org/drawingml/2006/main">
              <a:ext uri="{FF2B5EF4-FFF2-40B4-BE49-F238E27FC236}">
                <a16:creationId xmlns:a16="http://schemas.microsoft.com/office/drawing/2014/main" id="{C5CAF18D-6201-4615-A141-38B7474E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5" name="SE-056-path-545">
            <a:extLst xmlns:a="http://schemas.openxmlformats.org/drawingml/2006/main">
              <a:ext uri="{FF2B5EF4-FFF2-40B4-BE49-F238E27FC236}">
                <a16:creationId xmlns:a16="http://schemas.microsoft.com/office/drawing/2014/main" id="{1F2E8119-CE56-4183-B414-A8A86FC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6" name="SE-056-path-546">
            <a:extLst xmlns:a="http://schemas.openxmlformats.org/drawingml/2006/main">
              <a:ext uri="{FF2B5EF4-FFF2-40B4-BE49-F238E27FC236}">
                <a16:creationId xmlns:a16="http://schemas.microsoft.com/office/drawing/2014/main" id="{0624FCC9-1580-4E4D-A0C3-54B06B9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7" name="SE-056-path-547">
            <a:extLst xmlns:a="http://schemas.openxmlformats.org/drawingml/2006/main">
              <a:ext uri="{FF2B5EF4-FFF2-40B4-BE49-F238E27FC236}">
                <a16:creationId xmlns:a16="http://schemas.microsoft.com/office/drawing/2014/main" id="{CA1BE6DB-AD00-4FE4-B519-9FD9DEC8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8" name="SE-056-path-548">
            <a:extLst xmlns:a="http://schemas.openxmlformats.org/drawingml/2006/main">
              <a:ext uri="{FF2B5EF4-FFF2-40B4-BE49-F238E27FC236}">
                <a16:creationId xmlns:a16="http://schemas.microsoft.com/office/drawing/2014/main" id="{675ECFCE-B026-4CB7-9211-4A27B4F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49" name="SE-056-path-549">
            <a:extLst xmlns:a="http://schemas.openxmlformats.org/drawingml/2006/main">
              <a:ext uri="{FF2B5EF4-FFF2-40B4-BE49-F238E27FC236}">
                <a16:creationId xmlns:a16="http://schemas.microsoft.com/office/drawing/2014/main" id="{195F0461-8E16-4CD5-B126-941578E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0" name="SE-056-path-550">
            <a:extLst xmlns:a="http://schemas.openxmlformats.org/drawingml/2006/main">
              <a:ext uri="{FF2B5EF4-FFF2-40B4-BE49-F238E27FC236}">
                <a16:creationId xmlns:a16="http://schemas.microsoft.com/office/drawing/2014/main" id="{C5CB853A-6260-4665-AF63-0249446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1" name="SE-056-path-551">
            <a:extLst xmlns:a="http://schemas.openxmlformats.org/drawingml/2006/main">
              <a:ext uri="{FF2B5EF4-FFF2-40B4-BE49-F238E27FC236}">
                <a16:creationId xmlns:a16="http://schemas.microsoft.com/office/drawing/2014/main" id="{E0104625-C4C0-436C-9906-77C3E47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2" name="SE-056-path-552">
            <a:extLst xmlns:a="http://schemas.openxmlformats.org/drawingml/2006/main">
              <a:ext uri="{FF2B5EF4-FFF2-40B4-BE49-F238E27FC236}">
                <a16:creationId xmlns:a16="http://schemas.microsoft.com/office/drawing/2014/main" id="{399AA4A2-7619-4EB6-B9BC-A2E68F7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3" name="SE-056-path-553">
            <a:extLst xmlns:a="http://schemas.openxmlformats.org/drawingml/2006/main">
              <a:ext uri="{FF2B5EF4-FFF2-40B4-BE49-F238E27FC236}">
                <a16:creationId xmlns:a16="http://schemas.microsoft.com/office/drawing/2014/main" id="{F78E0885-B7E5-451B-8F4A-220DB0C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4" name="SE-056-path-554">
            <a:extLst xmlns:a="http://schemas.openxmlformats.org/drawingml/2006/main">
              <a:ext uri="{FF2B5EF4-FFF2-40B4-BE49-F238E27FC236}">
                <a16:creationId xmlns:a16="http://schemas.microsoft.com/office/drawing/2014/main" id="{B430FF94-566F-487A-BA6D-0C703AA7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5" name="SE-056-path-555">
            <a:extLst xmlns:a="http://schemas.openxmlformats.org/drawingml/2006/main">
              <a:ext uri="{FF2B5EF4-FFF2-40B4-BE49-F238E27FC236}">
                <a16:creationId xmlns:a16="http://schemas.microsoft.com/office/drawing/2014/main" id="{BFF65D8D-1ECC-434D-AE23-0BB95E13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6" name="SE-056-path-556">
            <a:extLst xmlns:a="http://schemas.openxmlformats.org/drawingml/2006/main">
              <a:ext uri="{FF2B5EF4-FFF2-40B4-BE49-F238E27FC236}">
                <a16:creationId xmlns:a16="http://schemas.microsoft.com/office/drawing/2014/main" id="{AB837CF4-4E71-44A1-B183-9110ACC3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7" name="SE-056-path-557">
            <a:extLst xmlns:a="http://schemas.openxmlformats.org/drawingml/2006/main">
              <a:ext uri="{FF2B5EF4-FFF2-40B4-BE49-F238E27FC236}">
                <a16:creationId xmlns:a16="http://schemas.microsoft.com/office/drawing/2014/main" id="{D39860BB-42AB-45A5-A5D6-475E4FDE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8" name="SE-056-path-558">
            <a:extLst xmlns:a="http://schemas.openxmlformats.org/drawingml/2006/main">
              <a:ext uri="{FF2B5EF4-FFF2-40B4-BE49-F238E27FC236}">
                <a16:creationId xmlns:a16="http://schemas.microsoft.com/office/drawing/2014/main" id="{21C0D634-3E03-434D-A76A-663703CF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59" name="SE-056-path-559">
            <a:extLst xmlns:a="http://schemas.openxmlformats.org/drawingml/2006/main">
              <a:ext uri="{FF2B5EF4-FFF2-40B4-BE49-F238E27FC236}">
                <a16:creationId xmlns:a16="http://schemas.microsoft.com/office/drawing/2014/main" id="{F4358C3D-2D47-41A3-AD56-23E7C86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0" name="SE-056-path-560">
            <a:extLst xmlns:a="http://schemas.openxmlformats.org/drawingml/2006/main">
              <a:ext uri="{FF2B5EF4-FFF2-40B4-BE49-F238E27FC236}">
                <a16:creationId xmlns:a16="http://schemas.microsoft.com/office/drawing/2014/main" id="{3281AC1B-FDF4-4409-8070-C52BC7DA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1" name="SE-056-path-561">
            <a:extLst xmlns:a="http://schemas.openxmlformats.org/drawingml/2006/main">
              <a:ext uri="{FF2B5EF4-FFF2-40B4-BE49-F238E27FC236}">
                <a16:creationId xmlns:a16="http://schemas.microsoft.com/office/drawing/2014/main" id="{55405D4D-9E8F-4012-9D98-2AA17CB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2" name="SE-056-path-562">
            <a:extLst xmlns:a="http://schemas.openxmlformats.org/drawingml/2006/main">
              <a:ext uri="{FF2B5EF4-FFF2-40B4-BE49-F238E27FC236}">
                <a16:creationId xmlns:a16="http://schemas.microsoft.com/office/drawing/2014/main" id="{2972DAAA-C277-4DB8-A69C-786E5992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3" name="SE-056-path-563">
            <a:extLst xmlns:a="http://schemas.openxmlformats.org/drawingml/2006/main">
              <a:ext uri="{FF2B5EF4-FFF2-40B4-BE49-F238E27FC236}">
                <a16:creationId xmlns:a16="http://schemas.microsoft.com/office/drawing/2014/main" id="{B10820D3-2D05-4E5E-8F86-7B3DB485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4" name="SE-056-path-564">
            <a:extLst xmlns:a="http://schemas.openxmlformats.org/drawingml/2006/main">
              <a:ext uri="{FF2B5EF4-FFF2-40B4-BE49-F238E27FC236}">
                <a16:creationId xmlns:a16="http://schemas.microsoft.com/office/drawing/2014/main" id="{036BEDFA-81D9-46F8-8BF8-669E7ED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5" name="SE-056-path-565">
            <a:extLst xmlns:a="http://schemas.openxmlformats.org/drawingml/2006/main">
              <a:ext uri="{FF2B5EF4-FFF2-40B4-BE49-F238E27FC236}">
                <a16:creationId xmlns:a16="http://schemas.microsoft.com/office/drawing/2014/main" id="{F6C34450-C30F-4878-A5CE-276CD969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6" name="SE-056-path-566">
            <a:extLst xmlns:a="http://schemas.openxmlformats.org/drawingml/2006/main">
              <a:ext uri="{FF2B5EF4-FFF2-40B4-BE49-F238E27FC236}">
                <a16:creationId xmlns:a16="http://schemas.microsoft.com/office/drawing/2014/main" id="{F9AE8CF4-20AA-406D-BBD2-1270751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7" name="SE-056-path-567">
            <a:extLst xmlns:a="http://schemas.openxmlformats.org/drawingml/2006/main">
              <a:ext uri="{FF2B5EF4-FFF2-40B4-BE49-F238E27FC236}">
                <a16:creationId xmlns:a16="http://schemas.microsoft.com/office/drawing/2014/main" id="{E24D3C44-5362-4E04-AF7B-A0D74D3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8" name="SE-056-path-568">
            <a:extLst xmlns:a="http://schemas.openxmlformats.org/drawingml/2006/main">
              <a:ext uri="{FF2B5EF4-FFF2-40B4-BE49-F238E27FC236}">
                <a16:creationId xmlns:a16="http://schemas.microsoft.com/office/drawing/2014/main" id="{8530DEFF-85E8-4DC1-82D6-0152F24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69" name="SE-056-path-569">
            <a:extLst xmlns:a="http://schemas.openxmlformats.org/drawingml/2006/main">
              <a:ext uri="{FF2B5EF4-FFF2-40B4-BE49-F238E27FC236}">
                <a16:creationId xmlns:a16="http://schemas.microsoft.com/office/drawing/2014/main" id="{3B6E5151-97AB-4103-A777-33B8465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0" name="SE-056-path-570">
            <a:extLst xmlns:a="http://schemas.openxmlformats.org/drawingml/2006/main">
              <a:ext uri="{FF2B5EF4-FFF2-40B4-BE49-F238E27FC236}">
                <a16:creationId xmlns:a16="http://schemas.microsoft.com/office/drawing/2014/main" id="{D5CAA31E-EC8D-459B-8ACC-39047657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1" name="SE-056-path-571">
            <a:extLst xmlns:a="http://schemas.openxmlformats.org/drawingml/2006/main">
              <a:ext uri="{FF2B5EF4-FFF2-40B4-BE49-F238E27FC236}">
                <a16:creationId xmlns:a16="http://schemas.microsoft.com/office/drawing/2014/main" id="{075A6280-1365-4A87-BD85-0AA33842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2" name="SE-056-path-572">
            <a:extLst xmlns:a="http://schemas.openxmlformats.org/drawingml/2006/main">
              <a:ext uri="{FF2B5EF4-FFF2-40B4-BE49-F238E27FC236}">
                <a16:creationId xmlns:a16="http://schemas.microsoft.com/office/drawing/2014/main" id="{1EB0CE69-0D46-4BBA-B7B9-7AA0BB8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3" name="SE-056-path-573">
            <a:extLst xmlns:a="http://schemas.openxmlformats.org/drawingml/2006/main">
              <a:ext uri="{FF2B5EF4-FFF2-40B4-BE49-F238E27FC236}">
                <a16:creationId xmlns:a16="http://schemas.microsoft.com/office/drawing/2014/main" id="{AC14A185-E3EF-4979-A1B8-70865DAB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4" name="SE-056-path-574">
            <a:extLst xmlns:a="http://schemas.openxmlformats.org/drawingml/2006/main">
              <a:ext uri="{FF2B5EF4-FFF2-40B4-BE49-F238E27FC236}">
                <a16:creationId xmlns:a16="http://schemas.microsoft.com/office/drawing/2014/main" id="{1144DECE-F703-4AE5-84A7-23C8F655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954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5" name="SE-056-575">
            <a:extLst xmlns:a="http://schemas.openxmlformats.org/drawingml/2006/main">
              <a:ext uri="{FF2B5EF4-FFF2-40B4-BE49-F238E27FC236}">
                <a16:creationId xmlns:a16="http://schemas.microsoft.com/office/drawing/2014/main" id="{3E81C4CC-AAAB-4C5D-930D-7B9D8E2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525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300K</a:t>
            </a:r>
          </a:p>
        </p:txBody>
      </p:sp>
      <p:sp>
        <p:nvSpPr>
          <p:cNvPr id="576" name="SE-056-path-576">
            <a:extLst xmlns:a="http://schemas.openxmlformats.org/drawingml/2006/main">
              <a:ext uri="{FF2B5EF4-FFF2-40B4-BE49-F238E27FC236}">
                <a16:creationId xmlns:a16="http://schemas.microsoft.com/office/drawing/2014/main" id="{6B1CD586-F77C-4508-BA3A-FECC4C0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7" name="SE-056-path-577">
            <a:extLst xmlns:a="http://schemas.openxmlformats.org/drawingml/2006/main">
              <a:ext uri="{FF2B5EF4-FFF2-40B4-BE49-F238E27FC236}">
                <a16:creationId xmlns:a16="http://schemas.microsoft.com/office/drawing/2014/main" id="{EE8011B1-789F-447C-AE87-5C639750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8" name="SE-056-path-578">
            <a:extLst xmlns:a="http://schemas.openxmlformats.org/drawingml/2006/main">
              <a:ext uri="{FF2B5EF4-FFF2-40B4-BE49-F238E27FC236}">
                <a16:creationId xmlns:a16="http://schemas.microsoft.com/office/drawing/2014/main" id="{F2D8440F-B8BE-43CF-99B3-0CAA066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79" name="SE-056-path-579">
            <a:extLst xmlns:a="http://schemas.openxmlformats.org/drawingml/2006/main">
              <a:ext uri="{FF2B5EF4-FFF2-40B4-BE49-F238E27FC236}">
                <a16:creationId xmlns:a16="http://schemas.microsoft.com/office/drawing/2014/main" id="{9491EC49-D7F3-4ED5-8640-5395720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0" name="SE-056-path-580">
            <a:extLst xmlns:a="http://schemas.openxmlformats.org/drawingml/2006/main">
              <a:ext uri="{FF2B5EF4-FFF2-40B4-BE49-F238E27FC236}">
                <a16:creationId xmlns:a16="http://schemas.microsoft.com/office/drawing/2014/main" id="{A103C4D2-9492-4B9A-9ACB-09B5E674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1" name="SE-056-path-581">
            <a:extLst xmlns:a="http://schemas.openxmlformats.org/drawingml/2006/main">
              <a:ext uri="{FF2B5EF4-FFF2-40B4-BE49-F238E27FC236}">
                <a16:creationId xmlns:a16="http://schemas.microsoft.com/office/drawing/2014/main" id="{5FA6C01A-3305-41F8-B435-9CE19AD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2" name="SE-056-path-582">
            <a:extLst xmlns:a="http://schemas.openxmlformats.org/drawingml/2006/main">
              <a:ext uri="{FF2B5EF4-FFF2-40B4-BE49-F238E27FC236}">
                <a16:creationId xmlns:a16="http://schemas.microsoft.com/office/drawing/2014/main" id="{BADF0275-A93C-4106-8E5D-E842FB5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3" name="SE-056-path-583">
            <a:extLst xmlns:a="http://schemas.openxmlformats.org/drawingml/2006/main">
              <a:ext uri="{FF2B5EF4-FFF2-40B4-BE49-F238E27FC236}">
                <a16:creationId xmlns:a16="http://schemas.microsoft.com/office/drawing/2014/main" id="{5A42DBD6-B049-4FA1-9F76-ED3BABF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4" name="SE-056-path-584">
            <a:extLst xmlns:a="http://schemas.openxmlformats.org/drawingml/2006/main">
              <a:ext uri="{FF2B5EF4-FFF2-40B4-BE49-F238E27FC236}">
                <a16:creationId xmlns:a16="http://schemas.microsoft.com/office/drawing/2014/main" id="{7E018348-4070-455B-92FD-0A277CA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5" name="SE-056-path-585">
            <a:extLst xmlns:a="http://schemas.openxmlformats.org/drawingml/2006/main">
              <a:ext uri="{FF2B5EF4-FFF2-40B4-BE49-F238E27FC236}">
                <a16:creationId xmlns:a16="http://schemas.microsoft.com/office/drawing/2014/main" id="{0129223D-D757-47C9-BA48-D2622A6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6" name="SE-056-path-586">
            <a:extLst xmlns:a="http://schemas.openxmlformats.org/drawingml/2006/main">
              <a:ext uri="{FF2B5EF4-FFF2-40B4-BE49-F238E27FC236}">
                <a16:creationId xmlns:a16="http://schemas.microsoft.com/office/drawing/2014/main" id="{C3721D93-209C-4B29-9048-F7573A4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7" name="SE-056-path-587">
            <a:extLst xmlns:a="http://schemas.openxmlformats.org/drawingml/2006/main">
              <a:ext uri="{FF2B5EF4-FFF2-40B4-BE49-F238E27FC236}">
                <a16:creationId xmlns:a16="http://schemas.microsoft.com/office/drawing/2014/main" id="{4D9BDA43-0BE4-4D19-9608-FAFDC10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8" name="SE-056-path-588">
            <a:extLst xmlns:a="http://schemas.openxmlformats.org/drawingml/2006/main">
              <a:ext uri="{FF2B5EF4-FFF2-40B4-BE49-F238E27FC236}">
                <a16:creationId xmlns:a16="http://schemas.microsoft.com/office/drawing/2014/main" id="{B30D3494-0088-4FB3-AEC7-D1025C52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89" name="SE-056-path-589">
            <a:extLst xmlns:a="http://schemas.openxmlformats.org/drawingml/2006/main">
              <a:ext uri="{FF2B5EF4-FFF2-40B4-BE49-F238E27FC236}">
                <a16:creationId xmlns:a16="http://schemas.microsoft.com/office/drawing/2014/main" id="{E911BFA0-9000-4906-8F61-33AE5A77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0" name="SE-056-path-590">
            <a:extLst xmlns:a="http://schemas.openxmlformats.org/drawingml/2006/main">
              <a:ext uri="{FF2B5EF4-FFF2-40B4-BE49-F238E27FC236}">
                <a16:creationId xmlns:a16="http://schemas.microsoft.com/office/drawing/2014/main" id="{28D8C130-EDCB-4B1B-8181-0D79F67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1" name="SE-056-path-591">
            <a:extLst xmlns:a="http://schemas.openxmlformats.org/drawingml/2006/main">
              <a:ext uri="{FF2B5EF4-FFF2-40B4-BE49-F238E27FC236}">
                <a16:creationId xmlns:a16="http://schemas.microsoft.com/office/drawing/2014/main" id="{BF292A27-EE99-4DA2-9672-A2644258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2" name="SE-056-path-592">
            <a:extLst xmlns:a="http://schemas.openxmlformats.org/drawingml/2006/main">
              <a:ext uri="{FF2B5EF4-FFF2-40B4-BE49-F238E27FC236}">
                <a16:creationId xmlns:a16="http://schemas.microsoft.com/office/drawing/2014/main" id="{66733185-8320-439A-BF6E-9A00A3A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3" name="SE-056-path-593">
            <a:extLst xmlns:a="http://schemas.openxmlformats.org/drawingml/2006/main">
              <a:ext uri="{FF2B5EF4-FFF2-40B4-BE49-F238E27FC236}">
                <a16:creationId xmlns:a16="http://schemas.microsoft.com/office/drawing/2014/main" id="{680BE377-768C-4887-AD29-E1B8039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4" name="SE-056-path-594">
            <a:extLst xmlns:a="http://schemas.openxmlformats.org/drawingml/2006/main">
              <a:ext uri="{FF2B5EF4-FFF2-40B4-BE49-F238E27FC236}">
                <a16:creationId xmlns:a16="http://schemas.microsoft.com/office/drawing/2014/main" id="{DD8DCF0E-067A-4BF4-954B-95A0F80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5" name="SE-056-path-595">
            <a:extLst xmlns:a="http://schemas.openxmlformats.org/drawingml/2006/main">
              <a:ext uri="{FF2B5EF4-FFF2-40B4-BE49-F238E27FC236}">
                <a16:creationId xmlns:a16="http://schemas.microsoft.com/office/drawing/2014/main" id="{0D7BA640-6552-4BE1-82FA-1C73C36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6" name="SE-056-path-596">
            <a:extLst xmlns:a="http://schemas.openxmlformats.org/drawingml/2006/main">
              <a:ext uri="{FF2B5EF4-FFF2-40B4-BE49-F238E27FC236}">
                <a16:creationId xmlns:a16="http://schemas.microsoft.com/office/drawing/2014/main" id="{550A0A45-BC63-4E29-85D6-C4CA4F5D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7" name="SE-056-path-597">
            <a:extLst xmlns:a="http://schemas.openxmlformats.org/drawingml/2006/main">
              <a:ext uri="{FF2B5EF4-FFF2-40B4-BE49-F238E27FC236}">
                <a16:creationId xmlns:a16="http://schemas.microsoft.com/office/drawing/2014/main" id="{49534998-53B7-4F80-9A47-2F27D4E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8" name="SE-056-path-598">
            <a:extLst xmlns:a="http://schemas.openxmlformats.org/drawingml/2006/main">
              <a:ext uri="{FF2B5EF4-FFF2-40B4-BE49-F238E27FC236}">
                <a16:creationId xmlns:a16="http://schemas.microsoft.com/office/drawing/2014/main" id="{E3725EDD-74E8-4AF6-9E59-34A47BC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599" name="SE-056-path-599">
            <a:extLst xmlns:a="http://schemas.openxmlformats.org/drawingml/2006/main">
              <a:ext uri="{FF2B5EF4-FFF2-40B4-BE49-F238E27FC236}">
                <a16:creationId xmlns:a16="http://schemas.microsoft.com/office/drawing/2014/main" id="{0BA5909A-876C-4A39-8EC7-BAB8617E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0" name="SE-056-path-600">
            <a:extLst xmlns:a="http://schemas.openxmlformats.org/drawingml/2006/main">
              <a:ext uri="{FF2B5EF4-FFF2-40B4-BE49-F238E27FC236}">
                <a16:creationId xmlns:a16="http://schemas.microsoft.com/office/drawing/2014/main" id="{408D54C5-BA45-4493-8A1E-4A54F9D4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1" name="SE-056-path-601">
            <a:extLst xmlns:a="http://schemas.openxmlformats.org/drawingml/2006/main">
              <a:ext uri="{FF2B5EF4-FFF2-40B4-BE49-F238E27FC236}">
                <a16:creationId xmlns:a16="http://schemas.microsoft.com/office/drawing/2014/main" id="{35246F72-ED9C-49C5-A2C6-CE928E07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2" name="SE-056-path-602">
            <a:extLst xmlns:a="http://schemas.openxmlformats.org/drawingml/2006/main">
              <a:ext uri="{FF2B5EF4-FFF2-40B4-BE49-F238E27FC236}">
                <a16:creationId xmlns:a16="http://schemas.microsoft.com/office/drawing/2014/main" id="{1EE2DAD7-ED4D-4ACE-A6CA-71A253FB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3" name="SE-056-path-603">
            <a:extLst xmlns:a="http://schemas.openxmlformats.org/drawingml/2006/main">
              <a:ext uri="{FF2B5EF4-FFF2-40B4-BE49-F238E27FC236}">
                <a16:creationId xmlns:a16="http://schemas.microsoft.com/office/drawing/2014/main" id="{69152B08-01BD-422B-869A-F4860CD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4" name="SE-056-path-604">
            <a:extLst xmlns:a="http://schemas.openxmlformats.org/drawingml/2006/main">
              <a:ext uri="{FF2B5EF4-FFF2-40B4-BE49-F238E27FC236}">
                <a16:creationId xmlns:a16="http://schemas.microsoft.com/office/drawing/2014/main" id="{7F3849DB-0246-43D7-8F15-CCFDEF3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5" name="SE-056-path-605">
            <a:extLst xmlns:a="http://schemas.openxmlformats.org/drawingml/2006/main">
              <a:ext uri="{FF2B5EF4-FFF2-40B4-BE49-F238E27FC236}">
                <a16:creationId xmlns:a16="http://schemas.microsoft.com/office/drawing/2014/main" id="{AD8844AA-FECA-4B44-88C1-C4468F6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6" name="SE-056-path-606">
            <a:extLst xmlns:a="http://schemas.openxmlformats.org/drawingml/2006/main">
              <a:ext uri="{FF2B5EF4-FFF2-40B4-BE49-F238E27FC236}">
                <a16:creationId xmlns:a16="http://schemas.microsoft.com/office/drawing/2014/main" id="{84BFB9FE-2606-4324-89B6-4B00487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7" name="SE-056-path-607">
            <a:extLst xmlns:a="http://schemas.openxmlformats.org/drawingml/2006/main">
              <a:ext uri="{FF2B5EF4-FFF2-40B4-BE49-F238E27FC236}">
                <a16:creationId xmlns:a16="http://schemas.microsoft.com/office/drawing/2014/main" id="{D9C43969-3821-493D-9F6D-9C28D87B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8" name="SE-056-path-608">
            <a:extLst xmlns:a="http://schemas.openxmlformats.org/drawingml/2006/main">
              <a:ext uri="{FF2B5EF4-FFF2-40B4-BE49-F238E27FC236}">
                <a16:creationId xmlns:a16="http://schemas.microsoft.com/office/drawing/2014/main" id="{CA869267-BBF9-4689-B0C2-C478EC5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09" name="SE-056-path-609">
            <a:extLst xmlns:a="http://schemas.openxmlformats.org/drawingml/2006/main">
              <a:ext uri="{FF2B5EF4-FFF2-40B4-BE49-F238E27FC236}">
                <a16:creationId xmlns:a16="http://schemas.microsoft.com/office/drawing/2014/main" id="{F0791BDE-3E60-4770-82BB-4B2AC5F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0" name="SE-056-path-610">
            <a:extLst xmlns:a="http://schemas.openxmlformats.org/drawingml/2006/main">
              <a:ext uri="{FF2B5EF4-FFF2-40B4-BE49-F238E27FC236}">
                <a16:creationId xmlns:a16="http://schemas.microsoft.com/office/drawing/2014/main" id="{5BBACD28-3882-4C4A-AA39-2C77013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1" name="SE-056-path-611">
            <a:extLst xmlns:a="http://schemas.openxmlformats.org/drawingml/2006/main">
              <a:ext uri="{FF2B5EF4-FFF2-40B4-BE49-F238E27FC236}">
                <a16:creationId xmlns:a16="http://schemas.microsoft.com/office/drawing/2014/main" id="{BED377B3-1B25-4F54-AEFE-2C30ED59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2" name="SE-056-path-612">
            <a:extLst xmlns:a="http://schemas.openxmlformats.org/drawingml/2006/main">
              <a:ext uri="{FF2B5EF4-FFF2-40B4-BE49-F238E27FC236}">
                <a16:creationId xmlns:a16="http://schemas.microsoft.com/office/drawing/2014/main" id="{9CE7DDB3-DE6A-4A9C-B0A7-0B778F0D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3" name="SE-056-path-613">
            <a:extLst xmlns:a="http://schemas.openxmlformats.org/drawingml/2006/main">
              <a:ext uri="{FF2B5EF4-FFF2-40B4-BE49-F238E27FC236}">
                <a16:creationId xmlns:a16="http://schemas.microsoft.com/office/drawing/2014/main" id="{7FFC563E-40E9-4F6A-9894-17EE692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4" name="SE-056-path-614">
            <a:extLst xmlns:a="http://schemas.openxmlformats.org/drawingml/2006/main">
              <a:ext uri="{FF2B5EF4-FFF2-40B4-BE49-F238E27FC236}">
                <a16:creationId xmlns:a16="http://schemas.microsoft.com/office/drawing/2014/main" id="{1DE4BFE4-4B9D-4FFD-80A2-0D25C58C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5" name="SE-056-path-615">
            <a:extLst xmlns:a="http://schemas.openxmlformats.org/drawingml/2006/main">
              <a:ext uri="{FF2B5EF4-FFF2-40B4-BE49-F238E27FC236}">
                <a16:creationId xmlns:a16="http://schemas.microsoft.com/office/drawing/2014/main" id="{B34F2517-EEF1-43F9-89EA-B052AAC9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6" name="SE-056-path-616">
            <a:extLst xmlns:a="http://schemas.openxmlformats.org/drawingml/2006/main">
              <a:ext uri="{FF2B5EF4-FFF2-40B4-BE49-F238E27FC236}">
                <a16:creationId xmlns:a16="http://schemas.microsoft.com/office/drawing/2014/main" id="{70666A6D-DEA8-4CB8-9681-74A0B78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7" name="SE-056-path-617">
            <a:extLst xmlns:a="http://schemas.openxmlformats.org/drawingml/2006/main">
              <a:ext uri="{FF2B5EF4-FFF2-40B4-BE49-F238E27FC236}">
                <a16:creationId xmlns:a16="http://schemas.microsoft.com/office/drawing/2014/main" id="{B33A59E4-2E55-450F-894F-84B2D4B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8" name="SE-056-path-618">
            <a:extLst xmlns:a="http://schemas.openxmlformats.org/drawingml/2006/main">
              <a:ext uri="{FF2B5EF4-FFF2-40B4-BE49-F238E27FC236}">
                <a16:creationId xmlns:a16="http://schemas.microsoft.com/office/drawing/2014/main" id="{53CCAF68-EB5F-4848-94B5-34C8DC8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19" name="SE-056-path-619">
            <a:extLst xmlns:a="http://schemas.openxmlformats.org/drawingml/2006/main">
              <a:ext uri="{FF2B5EF4-FFF2-40B4-BE49-F238E27FC236}">
                <a16:creationId xmlns:a16="http://schemas.microsoft.com/office/drawing/2014/main" id="{80127FFA-4D59-47A1-BA99-1368C11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0" name="SE-056-path-620">
            <a:extLst xmlns:a="http://schemas.openxmlformats.org/drawingml/2006/main">
              <a:ext uri="{FF2B5EF4-FFF2-40B4-BE49-F238E27FC236}">
                <a16:creationId xmlns:a16="http://schemas.microsoft.com/office/drawing/2014/main" id="{0416F83A-2296-4082-BAF7-1B6FBDE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1" name="SE-056-path-621">
            <a:extLst xmlns:a="http://schemas.openxmlformats.org/drawingml/2006/main">
              <a:ext uri="{FF2B5EF4-FFF2-40B4-BE49-F238E27FC236}">
                <a16:creationId xmlns:a16="http://schemas.microsoft.com/office/drawing/2014/main" id="{5758C9FD-1947-445A-BB2D-5251F49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2" name="SE-056-path-622">
            <a:extLst xmlns:a="http://schemas.openxmlformats.org/drawingml/2006/main">
              <a:ext uri="{FF2B5EF4-FFF2-40B4-BE49-F238E27FC236}">
                <a16:creationId xmlns:a16="http://schemas.microsoft.com/office/drawing/2014/main" id="{79EED2DC-C876-4A9E-A9FF-85EDA9C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3" name="SE-056-path-623">
            <a:extLst xmlns:a="http://schemas.openxmlformats.org/drawingml/2006/main">
              <a:ext uri="{FF2B5EF4-FFF2-40B4-BE49-F238E27FC236}">
                <a16:creationId xmlns:a16="http://schemas.microsoft.com/office/drawing/2014/main" id="{7B0E3338-1AAA-4419-A0D4-A4E4BE26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4" name="SE-056-path-624">
            <a:extLst xmlns:a="http://schemas.openxmlformats.org/drawingml/2006/main">
              <a:ext uri="{FF2B5EF4-FFF2-40B4-BE49-F238E27FC236}">
                <a16:creationId xmlns:a16="http://schemas.microsoft.com/office/drawing/2014/main" id="{DFD5EFDD-7430-44AD-83C8-88988738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5" name="SE-056-path-625">
            <a:extLst xmlns:a="http://schemas.openxmlformats.org/drawingml/2006/main">
              <a:ext uri="{FF2B5EF4-FFF2-40B4-BE49-F238E27FC236}">
                <a16:creationId xmlns:a16="http://schemas.microsoft.com/office/drawing/2014/main" id="{16BF32A0-C00C-4C4F-987B-CB2CC3F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6" name="SE-056-path-626">
            <a:extLst xmlns:a="http://schemas.openxmlformats.org/drawingml/2006/main">
              <a:ext uri="{FF2B5EF4-FFF2-40B4-BE49-F238E27FC236}">
                <a16:creationId xmlns:a16="http://schemas.microsoft.com/office/drawing/2014/main" id="{6EA7838C-331F-4CB5-8331-936D7C0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7" name="SE-056-path-627">
            <a:extLst xmlns:a="http://schemas.openxmlformats.org/drawingml/2006/main">
              <a:ext uri="{FF2B5EF4-FFF2-40B4-BE49-F238E27FC236}">
                <a16:creationId xmlns:a16="http://schemas.microsoft.com/office/drawing/2014/main" id="{D8571661-2C1C-491C-A185-06B0721B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8" name="SE-056-path-628">
            <a:extLst xmlns:a="http://schemas.openxmlformats.org/drawingml/2006/main">
              <a:ext uri="{FF2B5EF4-FFF2-40B4-BE49-F238E27FC236}">
                <a16:creationId xmlns:a16="http://schemas.microsoft.com/office/drawing/2014/main" id="{18893113-62C7-4F78-8EE7-9FC1911E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29" name="SE-056-path-629">
            <a:extLst xmlns:a="http://schemas.openxmlformats.org/drawingml/2006/main">
              <a:ext uri="{FF2B5EF4-FFF2-40B4-BE49-F238E27FC236}">
                <a16:creationId xmlns:a16="http://schemas.microsoft.com/office/drawing/2014/main" id="{366ABCB5-926E-4483-B085-D82ECF0A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0" name="SE-056-path-630">
            <a:extLst xmlns:a="http://schemas.openxmlformats.org/drawingml/2006/main">
              <a:ext uri="{FF2B5EF4-FFF2-40B4-BE49-F238E27FC236}">
                <a16:creationId xmlns:a16="http://schemas.microsoft.com/office/drawing/2014/main" id="{30F1938F-07B6-43FA-AA43-242FCCF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1" name="SE-056-path-631">
            <a:extLst xmlns:a="http://schemas.openxmlformats.org/drawingml/2006/main">
              <a:ext uri="{FF2B5EF4-FFF2-40B4-BE49-F238E27FC236}">
                <a16:creationId xmlns:a16="http://schemas.microsoft.com/office/drawing/2014/main" id="{94702BBC-564E-4C6B-821F-FDB890B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2" name="SE-056-path-632">
            <a:extLst xmlns:a="http://schemas.openxmlformats.org/drawingml/2006/main">
              <a:ext uri="{FF2B5EF4-FFF2-40B4-BE49-F238E27FC236}">
                <a16:creationId xmlns:a16="http://schemas.microsoft.com/office/drawing/2014/main" id="{13E4616F-5C56-464B-8AF4-8BD16D1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3" name="SE-056-path-633">
            <a:extLst xmlns:a="http://schemas.openxmlformats.org/drawingml/2006/main">
              <a:ext uri="{FF2B5EF4-FFF2-40B4-BE49-F238E27FC236}">
                <a16:creationId xmlns:a16="http://schemas.microsoft.com/office/drawing/2014/main" id="{1F0EED7F-A10A-4379-B10D-FD894922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4" name="SE-056-path-634">
            <a:extLst xmlns:a="http://schemas.openxmlformats.org/drawingml/2006/main">
              <a:ext uri="{FF2B5EF4-FFF2-40B4-BE49-F238E27FC236}">
                <a16:creationId xmlns:a16="http://schemas.microsoft.com/office/drawing/2014/main" id="{743587C0-1461-462F-A431-9F5FB8A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5" name="SE-056-path-635">
            <a:extLst xmlns:a="http://schemas.openxmlformats.org/drawingml/2006/main">
              <a:ext uri="{FF2B5EF4-FFF2-40B4-BE49-F238E27FC236}">
                <a16:creationId xmlns:a16="http://schemas.microsoft.com/office/drawing/2014/main" id="{86A8A3C6-3967-406C-868D-8ACC6B9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6" name="SE-056-path-636">
            <a:extLst xmlns:a="http://schemas.openxmlformats.org/drawingml/2006/main">
              <a:ext uri="{FF2B5EF4-FFF2-40B4-BE49-F238E27FC236}">
                <a16:creationId xmlns:a16="http://schemas.microsoft.com/office/drawing/2014/main" id="{09314C51-950D-46C3-AF11-AC85CB1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7" name="SE-056-path-637">
            <a:extLst xmlns:a="http://schemas.openxmlformats.org/drawingml/2006/main">
              <a:ext uri="{FF2B5EF4-FFF2-40B4-BE49-F238E27FC236}">
                <a16:creationId xmlns:a16="http://schemas.microsoft.com/office/drawing/2014/main" id="{896535F0-B4F7-4BFC-A8EF-407CA42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8" name="SE-056-path-638">
            <a:extLst xmlns:a="http://schemas.openxmlformats.org/drawingml/2006/main">
              <a:ext uri="{FF2B5EF4-FFF2-40B4-BE49-F238E27FC236}">
                <a16:creationId xmlns:a16="http://schemas.microsoft.com/office/drawing/2014/main" id="{677779E7-78EE-4159-B35F-48FE8D3A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39" name="SE-056-path-639">
            <a:extLst xmlns:a="http://schemas.openxmlformats.org/drawingml/2006/main">
              <a:ext uri="{FF2B5EF4-FFF2-40B4-BE49-F238E27FC236}">
                <a16:creationId xmlns:a16="http://schemas.microsoft.com/office/drawing/2014/main" id="{CFD96E68-11B7-4068-9686-5A8C6C6E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0" name="SE-056-path-640">
            <a:extLst xmlns:a="http://schemas.openxmlformats.org/drawingml/2006/main">
              <a:ext uri="{FF2B5EF4-FFF2-40B4-BE49-F238E27FC236}">
                <a16:creationId xmlns:a16="http://schemas.microsoft.com/office/drawing/2014/main" id="{4CBB56FC-079D-4E9D-A08B-947CC0E7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1" name="SE-056-path-641">
            <a:extLst xmlns:a="http://schemas.openxmlformats.org/drawingml/2006/main">
              <a:ext uri="{FF2B5EF4-FFF2-40B4-BE49-F238E27FC236}">
                <a16:creationId xmlns:a16="http://schemas.microsoft.com/office/drawing/2014/main" id="{6D7F682C-945D-4B58-8E3F-19370AA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2" name="SE-056-path-642">
            <a:extLst xmlns:a="http://schemas.openxmlformats.org/drawingml/2006/main">
              <a:ext uri="{FF2B5EF4-FFF2-40B4-BE49-F238E27FC236}">
                <a16:creationId xmlns:a16="http://schemas.microsoft.com/office/drawing/2014/main" id="{C9D092A3-ACAD-4665-93B2-F33DB21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3" name="SE-056-path-643">
            <a:extLst xmlns:a="http://schemas.openxmlformats.org/drawingml/2006/main">
              <a:ext uri="{FF2B5EF4-FFF2-40B4-BE49-F238E27FC236}">
                <a16:creationId xmlns:a16="http://schemas.microsoft.com/office/drawing/2014/main" id="{1D2ABE08-C4D0-435D-BF2A-098E2B2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4" name="SE-056-path-644">
            <a:extLst xmlns:a="http://schemas.openxmlformats.org/drawingml/2006/main">
              <a:ext uri="{FF2B5EF4-FFF2-40B4-BE49-F238E27FC236}">
                <a16:creationId xmlns:a16="http://schemas.microsoft.com/office/drawing/2014/main" id="{4A1804FC-042A-4958-ABD8-320C66BD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5" name="SE-056-path-645">
            <a:extLst xmlns:a="http://schemas.openxmlformats.org/drawingml/2006/main">
              <a:ext uri="{FF2B5EF4-FFF2-40B4-BE49-F238E27FC236}">
                <a16:creationId xmlns:a16="http://schemas.microsoft.com/office/drawing/2014/main" id="{1E7663B0-1C03-457A-BC3B-3CBC1AE0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6" name="SE-056-path-646">
            <a:extLst xmlns:a="http://schemas.openxmlformats.org/drawingml/2006/main">
              <a:ext uri="{FF2B5EF4-FFF2-40B4-BE49-F238E27FC236}">
                <a16:creationId xmlns:a16="http://schemas.microsoft.com/office/drawing/2014/main" id="{0A9CA3A5-63D1-4DD2-B2A7-1AC290EC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7" name="SE-056-path-647">
            <a:extLst xmlns:a="http://schemas.openxmlformats.org/drawingml/2006/main">
              <a:ext uri="{FF2B5EF4-FFF2-40B4-BE49-F238E27FC236}">
                <a16:creationId xmlns:a16="http://schemas.microsoft.com/office/drawing/2014/main" id="{263A84C9-7A44-466A-9EA0-BDD51AF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8" name="SE-056-path-648">
            <a:extLst xmlns:a="http://schemas.openxmlformats.org/drawingml/2006/main">
              <a:ext uri="{FF2B5EF4-FFF2-40B4-BE49-F238E27FC236}">
                <a16:creationId xmlns:a16="http://schemas.microsoft.com/office/drawing/2014/main" id="{2B6FA930-76FD-486E-9651-A746CEB0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49" name="SE-056-path-649">
            <a:extLst xmlns:a="http://schemas.openxmlformats.org/drawingml/2006/main">
              <a:ext uri="{FF2B5EF4-FFF2-40B4-BE49-F238E27FC236}">
                <a16:creationId xmlns:a16="http://schemas.microsoft.com/office/drawing/2014/main" id="{4D0C7900-5F61-4C36-A31B-21A2D9FA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0" name="SE-056-path-650">
            <a:extLst xmlns:a="http://schemas.openxmlformats.org/drawingml/2006/main">
              <a:ext uri="{FF2B5EF4-FFF2-40B4-BE49-F238E27FC236}">
                <a16:creationId xmlns:a16="http://schemas.microsoft.com/office/drawing/2014/main" id="{97B3636F-EBD7-478D-A6B9-398F7278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1" name="SE-056-path-651">
            <a:extLst xmlns:a="http://schemas.openxmlformats.org/drawingml/2006/main">
              <a:ext uri="{FF2B5EF4-FFF2-40B4-BE49-F238E27FC236}">
                <a16:creationId xmlns:a16="http://schemas.microsoft.com/office/drawing/2014/main" id="{25A8C7A9-2408-40A1-B460-AF4C2251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2" name="SE-056-path-652">
            <a:extLst xmlns:a="http://schemas.openxmlformats.org/drawingml/2006/main">
              <a:ext uri="{FF2B5EF4-FFF2-40B4-BE49-F238E27FC236}">
                <a16:creationId xmlns:a16="http://schemas.microsoft.com/office/drawing/2014/main" id="{FE0F5C7C-D49D-42FC-87C3-B42517E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3" name="SE-056-path-653">
            <a:extLst xmlns:a="http://schemas.openxmlformats.org/drawingml/2006/main">
              <a:ext uri="{FF2B5EF4-FFF2-40B4-BE49-F238E27FC236}">
                <a16:creationId xmlns:a16="http://schemas.microsoft.com/office/drawing/2014/main" id="{0391E5C5-8E7D-43A3-8B2F-BBCC264E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4" name="SE-056-path-654">
            <a:extLst xmlns:a="http://schemas.openxmlformats.org/drawingml/2006/main">
              <a:ext uri="{FF2B5EF4-FFF2-40B4-BE49-F238E27FC236}">
                <a16:creationId xmlns:a16="http://schemas.microsoft.com/office/drawing/2014/main" id="{37C29D2B-6ACC-4756-96C9-36001D7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5" name="SE-056-path-655">
            <a:extLst xmlns:a="http://schemas.openxmlformats.org/drawingml/2006/main">
              <a:ext uri="{FF2B5EF4-FFF2-40B4-BE49-F238E27FC236}">
                <a16:creationId xmlns:a16="http://schemas.microsoft.com/office/drawing/2014/main" id="{E7423064-86AD-4951-852C-D8F664FA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6" name="SE-056-path-656">
            <a:extLst xmlns:a="http://schemas.openxmlformats.org/drawingml/2006/main">
              <a:ext uri="{FF2B5EF4-FFF2-40B4-BE49-F238E27FC236}">
                <a16:creationId xmlns:a16="http://schemas.microsoft.com/office/drawing/2014/main" id="{6450B7F1-DF87-4DFD-A6B1-65EA559A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0668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7" name="SE-056-657">
            <a:extLst xmlns:a="http://schemas.openxmlformats.org/drawingml/2006/main">
              <a:ext uri="{FF2B5EF4-FFF2-40B4-BE49-F238E27FC236}">
                <a16:creationId xmlns:a16="http://schemas.microsoft.com/office/drawing/2014/main" id="{019A7173-F48F-411B-B481-DF22FCE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923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350K</a:t>
            </a:r>
          </a:p>
        </p:txBody>
      </p:sp>
      <p:sp>
        <p:nvSpPr>
          <p:cNvPr id="658" name="SE-056-path-658">
            <a:extLst xmlns:a="http://schemas.openxmlformats.org/drawingml/2006/main">
              <a:ext uri="{FF2B5EF4-FFF2-40B4-BE49-F238E27FC236}">
                <a16:creationId xmlns:a16="http://schemas.microsoft.com/office/drawing/2014/main" id="{E004D698-31D9-493E-A7ED-EC3CABB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59" name="SE-056-path-659">
            <a:extLst xmlns:a="http://schemas.openxmlformats.org/drawingml/2006/main">
              <a:ext uri="{FF2B5EF4-FFF2-40B4-BE49-F238E27FC236}">
                <a16:creationId xmlns:a16="http://schemas.microsoft.com/office/drawing/2014/main" id="{51F3A7D7-6CBF-489B-BFBF-6D51E0F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0" name="SE-056-path-660">
            <a:extLst xmlns:a="http://schemas.openxmlformats.org/drawingml/2006/main">
              <a:ext uri="{FF2B5EF4-FFF2-40B4-BE49-F238E27FC236}">
                <a16:creationId xmlns:a16="http://schemas.microsoft.com/office/drawing/2014/main" id="{2D350722-4747-4CDE-B6D3-3C92C3E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1" name="SE-056-path-661">
            <a:extLst xmlns:a="http://schemas.openxmlformats.org/drawingml/2006/main">
              <a:ext uri="{FF2B5EF4-FFF2-40B4-BE49-F238E27FC236}">
                <a16:creationId xmlns:a16="http://schemas.microsoft.com/office/drawing/2014/main" id="{D8A4E522-49EC-4633-8C77-311CF574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2" name="SE-056-path-662">
            <a:extLst xmlns:a="http://schemas.openxmlformats.org/drawingml/2006/main">
              <a:ext uri="{FF2B5EF4-FFF2-40B4-BE49-F238E27FC236}">
                <a16:creationId xmlns:a16="http://schemas.microsoft.com/office/drawing/2014/main" id="{3C3D8192-0CA3-41B9-A2A6-765882CB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3" name="SE-056-path-663">
            <a:extLst xmlns:a="http://schemas.openxmlformats.org/drawingml/2006/main">
              <a:ext uri="{FF2B5EF4-FFF2-40B4-BE49-F238E27FC236}">
                <a16:creationId xmlns:a16="http://schemas.microsoft.com/office/drawing/2014/main" id="{F4725FE4-F47F-48CB-A390-D2C3CE1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4" name="SE-056-path-664">
            <a:extLst xmlns:a="http://schemas.openxmlformats.org/drawingml/2006/main">
              <a:ext uri="{FF2B5EF4-FFF2-40B4-BE49-F238E27FC236}">
                <a16:creationId xmlns:a16="http://schemas.microsoft.com/office/drawing/2014/main" id="{12BAA8AE-5A93-452E-A8A4-E3B018A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5" name="SE-056-path-665">
            <a:extLst xmlns:a="http://schemas.openxmlformats.org/drawingml/2006/main">
              <a:ext uri="{FF2B5EF4-FFF2-40B4-BE49-F238E27FC236}">
                <a16:creationId xmlns:a16="http://schemas.microsoft.com/office/drawing/2014/main" id="{0C4358AB-BFA4-43B8-B520-C01B9508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6" name="SE-056-path-666">
            <a:extLst xmlns:a="http://schemas.openxmlformats.org/drawingml/2006/main">
              <a:ext uri="{FF2B5EF4-FFF2-40B4-BE49-F238E27FC236}">
                <a16:creationId xmlns:a16="http://schemas.microsoft.com/office/drawing/2014/main" id="{1D5CDE1F-E71F-4F2E-B3BD-8F6EAF5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7" name="SE-056-path-667">
            <a:extLst xmlns:a="http://schemas.openxmlformats.org/drawingml/2006/main">
              <a:ext uri="{FF2B5EF4-FFF2-40B4-BE49-F238E27FC236}">
                <a16:creationId xmlns:a16="http://schemas.microsoft.com/office/drawing/2014/main" id="{16E0FB42-2D98-4610-98E4-38DC0D4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8" name="SE-056-path-668">
            <a:extLst xmlns:a="http://schemas.openxmlformats.org/drawingml/2006/main">
              <a:ext uri="{FF2B5EF4-FFF2-40B4-BE49-F238E27FC236}">
                <a16:creationId xmlns:a16="http://schemas.microsoft.com/office/drawing/2014/main" id="{B65451B8-65BE-4F26-924E-444F438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69" name="SE-056-path-669">
            <a:extLst xmlns:a="http://schemas.openxmlformats.org/drawingml/2006/main">
              <a:ext uri="{FF2B5EF4-FFF2-40B4-BE49-F238E27FC236}">
                <a16:creationId xmlns:a16="http://schemas.microsoft.com/office/drawing/2014/main" id="{6CCE595C-DEB5-4A99-89E9-674337A4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0" name="SE-056-path-670">
            <a:extLst xmlns:a="http://schemas.openxmlformats.org/drawingml/2006/main">
              <a:ext uri="{FF2B5EF4-FFF2-40B4-BE49-F238E27FC236}">
                <a16:creationId xmlns:a16="http://schemas.microsoft.com/office/drawing/2014/main" id="{78E10FBA-4270-469D-95DC-D0ED94DC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1" name="SE-056-path-671">
            <a:extLst xmlns:a="http://schemas.openxmlformats.org/drawingml/2006/main">
              <a:ext uri="{FF2B5EF4-FFF2-40B4-BE49-F238E27FC236}">
                <a16:creationId xmlns:a16="http://schemas.microsoft.com/office/drawing/2014/main" id="{1E867953-AB36-4F63-B6B3-6A26D05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2" name="SE-056-path-672">
            <a:extLst xmlns:a="http://schemas.openxmlformats.org/drawingml/2006/main">
              <a:ext uri="{FF2B5EF4-FFF2-40B4-BE49-F238E27FC236}">
                <a16:creationId xmlns:a16="http://schemas.microsoft.com/office/drawing/2014/main" id="{8E6B2A02-BB02-46A5-B38F-E589319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3" name="SE-056-path-673">
            <a:extLst xmlns:a="http://schemas.openxmlformats.org/drawingml/2006/main">
              <a:ext uri="{FF2B5EF4-FFF2-40B4-BE49-F238E27FC236}">
                <a16:creationId xmlns:a16="http://schemas.microsoft.com/office/drawing/2014/main" id="{5D0E1701-9329-4619-A667-1C640F4B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4" name="SE-056-path-674">
            <a:extLst xmlns:a="http://schemas.openxmlformats.org/drawingml/2006/main">
              <a:ext uri="{FF2B5EF4-FFF2-40B4-BE49-F238E27FC236}">
                <a16:creationId xmlns:a16="http://schemas.microsoft.com/office/drawing/2014/main" id="{62121383-1874-4970-B066-96F51F7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5" name="SE-056-path-675">
            <a:extLst xmlns:a="http://schemas.openxmlformats.org/drawingml/2006/main">
              <a:ext uri="{FF2B5EF4-FFF2-40B4-BE49-F238E27FC236}">
                <a16:creationId xmlns:a16="http://schemas.microsoft.com/office/drawing/2014/main" id="{D5AD89DF-6ED7-4251-B03E-6BF8F560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6" name="SE-056-path-676">
            <a:extLst xmlns:a="http://schemas.openxmlformats.org/drawingml/2006/main">
              <a:ext uri="{FF2B5EF4-FFF2-40B4-BE49-F238E27FC236}">
                <a16:creationId xmlns:a16="http://schemas.microsoft.com/office/drawing/2014/main" id="{9CF06AFA-BD81-4113-9778-96C8F0F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7" name="SE-056-path-677">
            <a:extLst xmlns:a="http://schemas.openxmlformats.org/drawingml/2006/main">
              <a:ext uri="{FF2B5EF4-FFF2-40B4-BE49-F238E27FC236}">
                <a16:creationId xmlns:a16="http://schemas.microsoft.com/office/drawing/2014/main" id="{13132AD5-F2EE-4CEB-A0DF-C979010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8" name="SE-056-path-678">
            <a:extLst xmlns:a="http://schemas.openxmlformats.org/drawingml/2006/main">
              <a:ext uri="{FF2B5EF4-FFF2-40B4-BE49-F238E27FC236}">
                <a16:creationId xmlns:a16="http://schemas.microsoft.com/office/drawing/2014/main" id="{759254E1-FF38-4CE4-8BD5-8E4D05AE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79" name="SE-056-path-679">
            <a:extLst xmlns:a="http://schemas.openxmlformats.org/drawingml/2006/main">
              <a:ext uri="{FF2B5EF4-FFF2-40B4-BE49-F238E27FC236}">
                <a16:creationId xmlns:a16="http://schemas.microsoft.com/office/drawing/2014/main" id="{EFB4D5B2-AD02-45E1-B314-894D179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0" name="SE-056-path-680">
            <a:extLst xmlns:a="http://schemas.openxmlformats.org/drawingml/2006/main">
              <a:ext uri="{FF2B5EF4-FFF2-40B4-BE49-F238E27FC236}">
                <a16:creationId xmlns:a16="http://schemas.microsoft.com/office/drawing/2014/main" id="{D06ADE48-9F2E-4894-9A82-FAA1C2A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1" name="SE-056-path-681">
            <a:extLst xmlns:a="http://schemas.openxmlformats.org/drawingml/2006/main">
              <a:ext uri="{FF2B5EF4-FFF2-40B4-BE49-F238E27FC236}">
                <a16:creationId xmlns:a16="http://schemas.microsoft.com/office/drawing/2014/main" id="{F1E4FAFF-524F-4DD2-AFE6-108EB725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2" name="SE-056-path-682">
            <a:extLst xmlns:a="http://schemas.openxmlformats.org/drawingml/2006/main">
              <a:ext uri="{FF2B5EF4-FFF2-40B4-BE49-F238E27FC236}">
                <a16:creationId xmlns:a16="http://schemas.microsoft.com/office/drawing/2014/main" id="{7FFD3E26-F612-4627-8C04-92E4BBB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3" name="SE-056-path-683">
            <a:extLst xmlns:a="http://schemas.openxmlformats.org/drawingml/2006/main">
              <a:ext uri="{FF2B5EF4-FFF2-40B4-BE49-F238E27FC236}">
                <a16:creationId xmlns:a16="http://schemas.microsoft.com/office/drawing/2014/main" id="{DDEA391D-07E6-455E-AC01-5B512D3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4" name="SE-056-path-684">
            <a:extLst xmlns:a="http://schemas.openxmlformats.org/drawingml/2006/main">
              <a:ext uri="{FF2B5EF4-FFF2-40B4-BE49-F238E27FC236}">
                <a16:creationId xmlns:a16="http://schemas.microsoft.com/office/drawing/2014/main" id="{4C16EC50-C511-4A12-9B6B-233EE1E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5" name="SE-056-path-685">
            <a:extLst xmlns:a="http://schemas.openxmlformats.org/drawingml/2006/main">
              <a:ext uri="{FF2B5EF4-FFF2-40B4-BE49-F238E27FC236}">
                <a16:creationId xmlns:a16="http://schemas.microsoft.com/office/drawing/2014/main" id="{8A98F5C4-1C95-47E3-8C79-9825815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6" name="SE-056-path-686">
            <a:extLst xmlns:a="http://schemas.openxmlformats.org/drawingml/2006/main">
              <a:ext uri="{FF2B5EF4-FFF2-40B4-BE49-F238E27FC236}">
                <a16:creationId xmlns:a16="http://schemas.microsoft.com/office/drawing/2014/main" id="{948224D3-1673-4E69-8514-1227CFFE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7" name="SE-056-path-687">
            <a:extLst xmlns:a="http://schemas.openxmlformats.org/drawingml/2006/main">
              <a:ext uri="{FF2B5EF4-FFF2-40B4-BE49-F238E27FC236}">
                <a16:creationId xmlns:a16="http://schemas.microsoft.com/office/drawing/2014/main" id="{7206B8D3-D95C-4CD4-99A9-E260B93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8" name="SE-056-path-688">
            <a:extLst xmlns:a="http://schemas.openxmlformats.org/drawingml/2006/main">
              <a:ext uri="{FF2B5EF4-FFF2-40B4-BE49-F238E27FC236}">
                <a16:creationId xmlns:a16="http://schemas.microsoft.com/office/drawing/2014/main" id="{38DA7F24-5BCC-42E6-B10E-6AD390B2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89" name="SE-056-path-689">
            <a:extLst xmlns:a="http://schemas.openxmlformats.org/drawingml/2006/main">
              <a:ext uri="{FF2B5EF4-FFF2-40B4-BE49-F238E27FC236}">
                <a16:creationId xmlns:a16="http://schemas.microsoft.com/office/drawing/2014/main" id="{88FF69C9-F5E6-4D2D-B5FD-D62A7DA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0" name="SE-056-path-690">
            <a:extLst xmlns:a="http://schemas.openxmlformats.org/drawingml/2006/main">
              <a:ext uri="{FF2B5EF4-FFF2-40B4-BE49-F238E27FC236}">
                <a16:creationId xmlns:a16="http://schemas.microsoft.com/office/drawing/2014/main" id="{1AD5E60B-1579-464F-B759-AE2C398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1" name="SE-056-path-691">
            <a:extLst xmlns:a="http://schemas.openxmlformats.org/drawingml/2006/main">
              <a:ext uri="{FF2B5EF4-FFF2-40B4-BE49-F238E27FC236}">
                <a16:creationId xmlns:a16="http://schemas.microsoft.com/office/drawing/2014/main" id="{FFD9AF8E-3105-4E19-8998-A45AF56E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2" name="SE-056-path-692">
            <a:extLst xmlns:a="http://schemas.openxmlformats.org/drawingml/2006/main">
              <a:ext uri="{FF2B5EF4-FFF2-40B4-BE49-F238E27FC236}">
                <a16:creationId xmlns:a16="http://schemas.microsoft.com/office/drawing/2014/main" id="{71E7E6BB-2E95-4928-8BEB-68D66E56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3" name="SE-056-path-693">
            <a:extLst xmlns:a="http://schemas.openxmlformats.org/drawingml/2006/main">
              <a:ext uri="{FF2B5EF4-FFF2-40B4-BE49-F238E27FC236}">
                <a16:creationId xmlns:a16="http://schemas.microsoft.com/office/drawing/2014/main" id="{6C1A27FD-D104-440B-BA48-DF90FA68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4" name="SE-056-path-694">
            <a:extLst xmlns:a="http://schemas.openxmlformats.org/drawingml/2006/main">
              <a:ext uri="{FF2B5EF4-FFF2-40B4-BE49-F238E27FC236}">
                <a16:creationId xmlns:a16="http://schemas.microsoft.com/office/drawing/2014/main" id="{F8116CF6-B3C4-46F1-836B-BEA80BB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5" name="SE-056-path-695">
            <a:extLst xmlns:a="http://schemas.openxmlformats.org/drawingml/2006/main">
              <a:ext uri="{FF2B5EF4-FFF2-40B4-BE49-F238E27FC236}">
                <a16:creationId xmlns:a16="http://schemas.microsoft.com/office/drawing/2014/main" id="{55CEAE52-6DB1-40E4-BB0F-E6D9B82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6" name="SE-056-path-696">
            <a:extLst xmlns:a="http://schemas.openxmlformats.org/drawingml/2006/main">
              <a:ext uri="{FF2B5EF4-FFF2-40B4-BE49-F238E27FC236}">
                <a16:creationId xmlns:a16="http://schemas.microsoft.com/office/drawing/2014/main" id="{C9A80FFF-5AED-41DF-8581-793B603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7" name="SE-056-path-697">
            <a:extLst xmlns:a="http://schemas.openxmlformats.org/drawingml/2006/main">
              <a:ext uri="{FF2B5EF4-FFF2-40B4-BE49-F238E27FC236}">
                <a16:creationId xmlns:a16="http://schemas.microsoft.com/office/drawing/2014/main" id="{AC832C38-4427-4A08-A8FA-C6C21126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8" name="SE-056-path-698">
            <a:extLst xmlns:a="http://schemas.openxmlformats.org/drawingml/2006/main">
              <a:ext uri="{FF2B5EF4-FFF2-40B4-BE49-F238E27FC236}">
                <a16:creationId xmlns:a16="http://schemas.microsoft.com/office/drawing/2014/main" id="{7B400B69-1AEE-4C1D-B4B0-913A63CD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699" name="SE-056-path-699">
            <a:extLst xmlns:a="http://schemas.openxmlformats.org/drawingml/2006/main">
              <a:ext uri="{FF2B5EF4-FFF2-40B4-BE49-F238E27FC236}">
                <a16:creationId xmlns:a16="http://schemas.microsoft.com/office/drawing/2014/main" id="{578676A1-4CD1-4561-8A32-50E53604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0" name="SE-056-path-700">
            <a:extLst xmlns:a="http://schemas.openxmlformats.org/drawingml/2006/main">
              <a:ext uri="{FF2B5EF4-FFF2-40B4-BE49-F238E27FC236}">
                <a16:creationId xmlns:a16="http://schemas.microsoft.com/office/drawing/2014/main" id="{E4556BF7-14FA-4834-AF04-0D6718C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1" name="SE-056-path-701">
            <a:extLst xmlns:a="http://schemas.openxmlformats.org/drawingml/2006/main">
              <a:ext uri="{FF2B5EF4-FFF2-40B4-BE49-F238E27FC236}">
                <a16:creationId xmlns:a16="http://schemas.microsoft.com/office/drawing/2014/main" id="{ED15AB7B-C8E4-492F-97FA-598EF4A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2" name="SE-056-path-702">
            <a:extLst xmlns:a="http://schemas.openxmlformats.org/drawingml/2006/main">
              <a:ext uri="{FF2B5EF4-FFF2-40B4-BE49-F238E27FC236}">
                <a16:creationId xmlns:a16="http://schemas.microsoft.com/office/drawing/2014/main" id="{14873015-DC99-4EE3-9A22-7D4A947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3" name="SE-056-path-703">
            <a:extLst xmlns:a="http://schemas.openxmlformats.org/drawingml/2006/main">
              <a:ext uri="{FF2B5EF4-FFF2-40B4-BE49-F238E27FC236}">
                <a16:creationId xmlns:a16="http://schemas.microsoft.com/office/drawing/2014/main" id="{A0888571-19C7-4724-A8EB-4F936858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4" name="SE-056-path-704">
            <a:extLst xmlns:a="http://schemas.openxmlformats.org/drawingml/2006/main">
              <a:ext uri="{FF2B5EF4-FFF2-40B4-BE49-F238E27FC236}">
                <a16:creationId xmlns:a16="http://schemas.microsoft.com/office/drawing/2014/main" id="{0B5B6816-E740-43BF-8E6B-BCD5245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5" name="SE-056-path-705">
            <a:extLst xmlns:a="http://schemas.openxmlformats.org/drawingml/2006/main">
              <a:ext uri="{FF2B5EF4-FFF2-40B4-BE49-F238E27FC236}">
                <a16:creationId xmlns:a16="http://schemas.microsoft.com/office/drawing/2014/main" id="{92F04E8F-0E63-48B8-9273-0FA78CF3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6" name="SE-056-path-706">
            <a:extLst xmlns:a="http://schemas.openxmlformats.org/drawingml/2006/main">
              <a:ext uri="{FF2B5EF4-FFF2-40B4-BE49-F238E27FC236}">
                <a16:creationId xmlns:a16="http://schemas.microsoft.com/office/drawing/2014/main" id="{81F27B14-18BA-4DA6-AE67-35B42431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7" name="SE-056-path-707">
            <a:extLst xmlns:a="http://schemas.openxmlformats.org/drawingml/2006/main">
              <a:ext uri="{FF2B5EF4-FFF2-40B4-BE49-F238E27FC236}">
                <a16:creationId xmlns:a16="http://schemas.microsoft.com/office/drawing/2014/main" id="{C2C1B651-591E-49D1-AD09-43D44F9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8" name="SE-056-path-708">
            <a:extLst xmlns:a="http://schemas.openxmlformats.org/drawingml/2006/main">
              <a:ext uri="{FF2B5EF4-FFF2-40B4-BE49-F238E27FC236}">
                <a16:creationId xmlns:a16="http://schemas.microsoft.com/office/drawing/2014/main" id="{6A9E8B28-F6AC-42DB-9147-E9272E00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09" name="SE-056-path-709">
            <a:extLst xmlns:a="http://schemas.openxmlformats.org/drawingml/2006/main">
              <a:ext uri="{FF2B5EF4-FFF2-40B4-BE49-F238E27FC236}">
                <a16:creationId xmlns:a16="http://schemas.microsoft.com/office/drawing/2014/main" id="{16D96CAA-86A3-47FB-88D5-1727825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0" name="SE-056-path-710">
            <a:extLst xmlns:a="http://schemas.openxmlformats.org/drawingml/2006/main">
              <a:ext uri="{FF2B5EF4-FFF2-40B4-BE49-F238E27FC236}">
                <a16:creationId xmlns:a16="http://schemas.microsoft.com/office/drawing/2014/main" id="{97CD0C66-0FC6-4B29-89E8-634EFB4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1" name="SE-056-path-711">
            <a:extLst xmlns:a="http://schemas.openxmlformats.org/drawingml/2006/main">
              <a:ext uri="{FF2B5EF4-FFF2-40B4-BE49-F238E27FC236}">
                <a16:creationId xmlns:a16="http://schemas.microsoft.com/office/drawing/2014/main" id="{82E453F9-BE90-4B45-8F29-86A761C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2" name="SE-056-path-712">
            <a:extLst xmlns:a="http://schemas.openxmlformats.org/drawingml/2006/main">
              <a:ext uri="{FF2B5EF4-FFF2-40B4-BE49-F238E27FC236}">
                <a16:creationId xmlns:a16="http://schemas.microsoft.com/office/drawing/2014/main" id="{DAB6C6C0-E25F-49BC-8CE0-320071B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3" name="SE-056-path-713">
            <a:extLst xmlns:a="http://schemas.openxmlformats.org/drawingml/2006/main">
              <a:ext uri="{FF2B5EF4-FFF2-40B4-BE49-F238E27FC236}">
                <a16:creationId xmlns:a16="http://schemas.microsoft.com/office/drawing/2014/main" id="{8ED82E8B-3468-4B75-8AC3-E0CAA41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4" name="SE-056-path-714">
            <a:extLst xmlns:a="http://schemas.openxmlformats.org/drawingml/2006/main">
              <a:ext uri="{FF2B5EF4-FFF2-40B4-BE49-F238E27FC236}">
                <a16:creationId xmlns:a16="http://schemas.microsoft.com/office/drawing/2014/main" id="{168092A1-1F2E-4151-A47C-093BFD0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5" name="SE-056-path-715">
            <a:extLst xmlns:a="http://schemas.openxmlformats.org/drawingml/2006/main">
              <a:ext uri="{FF2B5EF4-FFF2-40B4-BE49-F238E27FC236}">
                <a16:creationId xmlns:a16="http://schemas.microsoft.com/office/drawing/2014/main" id="{A2C86DEC-F760-420F-AA55-5AB7038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6" name="SE-056-path-716">
            <a:extLst xmlns:a="http://schemas.openxmlformats.org/drawingml/2006/main">
              <a:ext uri="{FF2B5EF4-FFF2-40B4-BE49-F238E27FC236}">
                <a16:creationId xmlns:a16="http://schemas.microsoft.com/office/drawing/2014/main" id="{B683A4E4-1ECC-4DC3-8546-ECF0450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7" name="SE-056-path-717">
            <a:extLst xmlns:a="http://schemas.openxmlformats.org/drawingml/2006/main">
              <a:ext uri="{FF2B5EF4-FFF2-40B4-BE49-F238E27FC236}">
                <a16:creationId xmlns:a16="http://schemas.microsoft.com/office/drawing/2014/main" id="{87715B6E-178D-4D3D-AB68-C2690F29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8" name="SE-056-path-718">
            <a:extLst xmlns:a="http://schemas.openxmlformats.org/drawingml/2006/main">
              <a:ext uri="{FF2B5EF4-FFF2-40B4-BE49-F238E27FC236}">
                <a16:creationId xmlns:a16="http://schemas.microsoft.com/office/drawing/2014/main" id="{DE2F0D9E-E2FB-4338-B7F7-4FAF1EE9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19" name="SE-056-path-719">
            <a:extLst xmlns:a="http://schemas.openxmlformats.org/drawingml/2006/main">
              <a:ext uri="{FF2B5EF4-FFF2-40B4-BE49-F238E27FC236}">
                <a16:creationId xmlns:a16="http://schemas.microsoft.com/office/drawing/2014/main" id="{ADDB23C4-5E9D-4804-A3D7-66F17CA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0" name="SE-056-path-720">
            <a:extLst xmlns:a="http://schemas.openxmlformats.org/drawingml/2006/main">
              <a:ext uri="{FF2B5EF4-FFF2-40B4-BE49-F238E27FC236}">
                <a16:creationId xmlns:a16="http://schemas.microsoft.com/office/drawing/2014/main" id="{1F4B4578-47F4-4969-ADE1-0ACF3D09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1" name="SE-056-path-721">
            <a:extLst xmlns:a="http://schemas.openxmlformats.org/drawingml/2006/main">
              <a:ext uri="{FF2B5EF4-FFF2-40B4-BE49-F238E27FC236}">
                <a16:creationId xmlns:a16="http://schemas.microsoft.com/office/drawing/2014/main" id="{A9815ABB-F1AE-47F2-A054-AF345DA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2" name="SE-056-path-722">
            <a:extLst xmlns:a="http://schemas.openxmlformats.org/drawingml/2006/main">
              <a:ext uri="{FF2B5EF4-FFF2-40B4-BE49-F238E27FC236}">
                <a16:creationId xmlns:a16="http://schemas.microsoft.com/office/drawing/2014/main" id="{AFF2619E-6ECB-4622-8493-7CC34BC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3" name="SE-056-path-723">
            <a:extLst xmlns:a="http://schemas.openxmlformats.org/drawingml/2006/main">
              <a:ext uri="{FF2B5EF4-FFF2-40B4-BE49-F238E27FC236}">
                <a16:creationId xmlns:a16="http://schemas.microsoft.com/office/drawing/2014/main" id="{5CDDB9B4-B16B-495A-966E-6FABFD7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4" name="SE-056-path-724">
            <a:extLst xmlns:a="http://schemas.openxmlformats.org/drawingml/2006/main">
              <a:ext uri="{FF2B5EF4-FFF2-40B4-BE49-F238E27FC236}">
                <a16:creationId xmlns:a16="http://schemas.microsoft.com/office/drawing/2014/main" id="{923858D7-D823-47DF-B58A-B7E16B4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5" name="SE-056-path-725">
            <a:extLst xmlns:a="http://schemas.openxmlformats.org/drawingml/2006/main">
              <a:ext uri="{FF2B5EF4-FFF2-40B4-BE49-F238E27FC236}">
                <a16:creationId xmlns:a16="http://schemas.microsoft.com/office/drawing/2014/main" id="{C611EF7C-5485-4A38-93EB-6887865A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6" name="SE-056-path-726">
            <a:extLst xmlns:a="http://schemas.openxmlformats.org/drawingml/2006/main">
              <a:ext uri="{FF2B5EF4-FFF2-40B4-BE49-F238E27FC236}">
                <a16:creationId xmlns:a16="http://schemas.microsoft.com/office/drawing/2014/main" id="{927E3A6D-BDC4-465F-A23F-ED1C856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7" name="SE-056-path-727">
            <a:extLst xmlns:a="http://schemas.openxmlformats.org/drawingml/2006/main">
              <a:ext uri="{FF2B5EF4-FFF2-40B4-BE49-F238E27FC236}">
                <a16:creationId xmlns:a16="http://schemas.microsoft.com/office/drawing/2014/main" id="{1B61B40B-655A-4BC0-8466-5801782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8" name="SE-056-path-728">
            <a:extLst xmlns:a="http://schemas.openxmlformats.org/drawingml/2006/main">
              <a:ext uri="{FF2B5EF4-FFF2-40B4-BE49-F238E27FC236}">
                <a16:creationId xmlns:a16="http://schemas.microsoft.com/office/drawing/2014/main" id="{FC6947E6-569F-4FE0-AEE9-F8211F8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29" name="SE-056-path-729">
            <a:extLst xmlns:a="http://schemas.openxmlformats.org/drawingml/2006/main">
              <a:ext uri="{FF2B5EF4-FFF2-40B4-BE49-F238E27FC236}">
                <a16:creationId xmlns:a16="http://schemas.microsoft.com/office/drawing/2014/main" id="{0A16B7D7-1CA1-47FD-AE2B-72A84FED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0" name="SE-056-path-730">
            <a:extLst xmlns:a="http://schemas.openxmlformats.org/drawingml/2006/main">
              <a:ext uri="{FF2B5EF4-FFF2-40B4-BE49-F238E27FC236}">
                <a16:creationId xmlns:a16="http://schemas.microsoft.com/office/drawing/2014/main" id="{0F41A1C6-571A-488A-BE5B-45FF88B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1" name="SE-056-path-731">
            <a:extLst xmlns:a="http://schemas.openxmlformats.org/drawingml/2006/main">
              <a:ext uri="{FF2B5EF4-FFF2-40B4-BE49-F238E27FC236}">
                <a16:creationId xmlns:a16="http://schemas.microsoft.com/office/drawing/2014/main" id="{65478D40-3C60-4D8F-85D6-43ED26CD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2" name="SE-056-path-732">
            <a:extLst xmlns:a="http://schemas.openxmlformats.org/drawingml/2006/main">
              <a:ext uri="{FF2B5EF4-FFF2-40B4-BE49-F238E27FC236}">
                <a16:creationId xmlns:a16="http://schemas.microsoft.com/office/drawing/2014/main" id="{EA5312F9-ACF2-40F6-AB86-CB36D3A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3" name="SE-056-path-733">
            <a:extLst xmlns:a="http://schemas.openxmlformats.org/drawingml/2006/main">
              <a:ext uri="{FF2B5EF4-FFF2-40B4-BE49-F238E27FC236}">
                <a16:creationId xmlns:a16="http://schemas.microsoft.com/office/drawing/2014/main" id="{DE0C97DB-F0F0-4D53-B4EE-4502D0F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4" name="SE-056-path-734">
            <a:extLst xmlns:a="http://schemas.openxmlformats.org/drawingml/2006/main">
              <a:ext uri="{FF2B5EF4-FFF2-40B4-BE49-F238E27FC236}">
                <a16:creationId xmlns:a16="http://schemas.microsoft.com/office/drawing/2014/main" id="{D917BD67-C52C-41F8-865F-0779BF1A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5" name="SE-056-path-735">
            <a:extLst xmlns:a="http://schemas.openxmlformats.org/drawingml/2006/main">
              <a:ext uri="{FF2B5EF4-FFF2-40B4-BE49-F238E27FC236}">
                <a16:creationId xmlns:a16="http://schemas.microsoft.com/office/drawing/2014/main" id="{2CCC65F7-7DE4-413A-9C68-E1D7378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6" name="SE-056-path-736">
            <a:extLst xmlns:a="http://schemas.openxmlformats.org/drawingml/2006/main">
              <a:ext uri="{FF2B5EF4-FFF2-40B4-BE49-F238E27FC236}">
                <a16:creationId xmlns:a16="http://schemas.microsoft.com/office/drawing/2014/main" id="{DCA08347-3A03-46E2-B7CD-1F8428E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7" name="SE-056-path-737">
            <a:extLst xmlns:a="http://schemas.openxmlformats.org/drawingml/2006/main">
              <a:ext uri="{FF2B5EF4-FFF2-40B4-BE49-F238E27FC236}">
                <a16:creationId xmlns:a16="http://schemas.microsoft.com/office/drawing/2014/main" id="{480936B9-EAF4-477E-B6FD-01CB08FA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8" name="SE-056-path-738">
            <a:extLst xmlns:a="http://schemas.openxmlformats.org/drawingml/2006/main">
              <a:ext uri="{FF2B5EF4-FFF2-40B4-BE49-F238E27FC236}">
                <a16:creationId xmlns:a16="http://schemas.microsoft.com/office/drawing/2014/main" id="{3C9B9B38-10A7-46E0-AAAF-9655810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38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39" name="SE-056-739">
            <a:extLst xmlns:a="http://schemas.openxmlformats.org/drawingml/2006/main">
              <a:ext uri="{FF2B5EF4-FFF2-40B4-BE49-F238E27FC236}">
                <a16:creationId xmlns:a16="http://schemas.microsoft.com/office/drawing/2014/main" id="{81775498-4758-4F32-9FA9-E992E5E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53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400K</a:t>
            </a:r>
          </a:p>
        </p:txBody>
      </p:sp>
      <p:sp>
        <p:nvSpPr>
          <p:cNvPr id="740" name="SE-056-740">
            <a:extLst xmlns:a="http://schemas.openxmlformats.org/drawingml/2006/main">
              <a:ext uri="{FF2B5EF4-FFF2-40B4-BE49-F238E27FC236}">
                <a16:creationId xmlns:a16="http://schemas.microsoft.com/office/drawing/2014/main" id="{38F7C0EC-B0F6-4DBA-B20F-227BFA9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3375"/>
            <a:ext cx="3857625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</a:ln>
        </p:spPr>
      </p:sp>
      <p:sp>
        <p:nvSpPr>
          <p:cNvPr id="741" name="SE-056-label-741">
            <a:extLst xmlns:a="http://schemas.openxmlformats.org/drawingml/2006/main">
              <a:ext uri="{FF2B5EF4-FFF2-40B4-BE49-F238E27FC236}">
                <a16:creationId xmlns:a16="http://schemas.microsoft.com/office/drawing/2014/main" id="{55BA3C92-9653-4BD9-845E-50641D2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57250" y="20955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 Count</a:t>
            </a:r>
          </a:p>
        </p:txBody>
      </p:sp>
      <p:sp>
        <p:nvSpPr>
          <p:cNvPr id="742" name="SE-056-path-742">
            <a:extLst xmlns:a="http://schemas.openxmlformats.org/drawingml/2006/main">
              <a:ext uri="{FF2B5EF4-FFF2-40B4-BE49-F238E27FC236}">
                <a16:creationId xmlns:a16="http://schemas.microsoft.com/office/drawing/2014/main" id="{8ABF74B3-F8D5-4D66-8A74-B2D7C94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1571625"/>
            <a:ext cx="314325" cy="2352675"/>
          </a:xfrm>
          <a:custGeom xmlns:a="http://schemas.openxmlformats.org/drawingml/2006/main">
            <a:pathLst>
              <a:path w="314325" h="2352675">
                <a:moveTo>
                  <a:pt x="123825" y="0"/>
                </a:moveTo>
                <a:lnTo>
                  <a:pt x="123825" y="19050"/>
                </a:lnTo>
                <a:lnTo>
                  <a:pt x="123825" y="38100"/>
                </a:lnTo>
                <a:lnTo>
                  <a:pt x="123825" y="57150"/>
                </a:lnTo>
                <a:lnTo>
                  <a:pt x="123825" y="76200"/>
                </a:lnTo>
                <a:lnTo>
                  <a:pt x="123825" y="95250"/>
                </a:lnTo>
                <a:lnTo>
                  <a:pt x="123825" y="114300"/>
                </a:lnTo>
                <a:lnTo>
                  <a:pt x="123825" y="133350"/>
                </a:lnTo>
                <a:lnTo>
                  <a:pt x="123825" y="152400"/>
                </a:lnTo>
                <a:lnTo>
                  <a:pt x="123444" y="171450"/>
                </a:lnTo>
                <a:lnTo>
                  <a:pt x="122682" y="190500"/>
                </a:lnTo>
                <a:lnTo>
                  <a:pt x="121539" y="209550"/>
                </a:lnTo>
                <a:lnTo>
                  <a:pt x="120015" y="228600"/>
                </a:lnTo>
                <a:lnTo>
                  <a:pt x="118110" y="247650"/>
                </a:lnTo>
                <a:lnTo>
                  <a:pt x="116586" y="266700"/>
                </a:lnTo>
                <a:lnTo>
                  <a:pt x="115443" y="285750"/>
                </a:lnTo>
                <a:lnTo>
                  <a:pt x="114681" y="304800"/>
                </a:lnTo>
                <a:lnTo>
                  <a:pt x="114300" y="323850"/>
                </a:lnTo>
                <a:lnTo>
                  <a:pt x="114300" y="342900"/>
                </a:lnTo>
                <a:lnTo>
                  <a:pt x="114300" y="361950"/>
                </a:lnTo>
                <a:lnTo>
                  <a:pt x="114300" y="381000"/>
                </a:lnTo>
                <a:lnTo>
                  <a:pt x="114300" y="400050"/>
                </a:lnTo>
                <a:lnTo>
                  <a:pt x="114300" y="419100"/>
                </a:lnTo>
                <a:lnTo>
                  <a:pt x="114300" y="438150"/>
                </a:lnTo>
                <a:lnTo>
                  <a:pt x="114300" y="457200"/>
                </a:lnTo>
                <a:lnTo>
                  <a:pt x="114300" y="476250"/>
                </a:lnTo>
                <a:lnTo>
                  <a:pt x="114300" y="495300"/>
                </a:lnTo>
                <a:lnTo>
                  <a:pt x="113919" y="514350"/>
                </a:lnTo>
                <a:lnTo>
                  <a:pt x="113157" y="533400"/>
                </a:lnTo>
                <a:lnTo>
                  <a:pt x="112014" y="552450"/>
                </a:lnTo>
                <a:lnTo>
                  <a:pt x="110490" y="571500"/>
                </a:lnTo>
                <a:lnTo>
                  <a:pt x="108585" y="590550"/>
                </a:lnTo>
                <a:lnTo>
                  <a:pt x="107061" y="609600"/>
                </a:lnTo>
                <a:lnTo>
                  <a:pt x="105918" y="628650"/>
                </a:lnTo>
                <a:lnTo>
                  <a:pt x="105156" y="647700"/>
                </a:lnTo>
                <a:lnTo>
                  <a:pt x="104775" y="666750"/>
                </a:lnTo>
                <a:lnTo>
                  <a:pt x="104775" y="685800"/>
                </a:lnTo>
                <a:lnTo>
                  <a:pt x="104394" y="704850"/>
                </a:lnTo>
                <a:lnTo>
                  <a:pt x="103632" y="723900"/>
                </a:lnTo>
                <a:lnTo>
                  <a:pt x="102489" y="742950"/>
                </a:lnTo>
                <a:lnTo>
                  <a:pt x="100965" y="762000"/>
                </a:lnTo>
                <a:lnTo>
                  <a:pt x="99060" y="781050"/>
                </a:lnTo>
                <a:lnTo>
                  <a:pt x="97536" y="800100"/>
                </a:lnTo>
                <a:lnTo>
                  <a:pt x="96393" y="819150"/>
                </a:lnTo>
                <a:lnTo>
                  <a:pt x="95631" y="838200"/>
                </a:lnTo>
                <a:lnTo>
                  <a:pt x="94869" y="857250"/>
                </a:lnTo>
                <a:lnTo>
                  <a:pt x="94107" y="876300"/>
                </a:lnTo>
                <a:lnTo>
                  <a:pt x="92964" y="895350"/>
                </a:lnTo>
                <a:lnTo>
                  <a:pt x="91440" y="914400"/>
                </a:lnTo>
                <a:lnTo>
                  <a:pt x="89535" y="933450"/>
                </a:lnTo>
                <a:lnTo>
                  <a:pt x="88011" y="952500"/>
                </a:lnTo>
                <a:lnTo>
                  <a:pt x="86868" y="971550"/>
                </a:lnTo>
                <a:lnTo>
                  <a:pt x="85725" y="990600"/>
                </a:lnTo>
                <a:lnTo>
                  <a:pt x="84582" y="1009650"/>
                </a:lnTo>
                <a:lnTo>
                  <a:pt x="83439" y="1028700"/>
                </a:lnTo>
                <a:lnTo>
                  <a:pt x="81915" y="1047750"/>
                </a:lnTo>
                <a:lnTo>
                  <a:pt x="80010" y="1066800"/>
                </a:lnTo>
                <a:lnTo>
                  <a:pt x="78486" y="1085850"/>
                </a:lnTo>
                <a:lnTo>
                  <a:pt x="77343" y="1104900"/>
                </a:lnTo>
                <a:lnTo>
                  <a:pt x="76200" y="1123950"/>
                </a:lnTo>
                <a:lnTo>
                  <a:pt x="75057" y="1143000"/>
                </a:lnTo>
                <a:lnTo>
                  <a:pt x="73914" y="1162050"/>
                </a:lnTo>
                <a:lnTo>
                  <a:pt x="72390" y="1181100"/>
                </a:lnTo>
                <a:lnTo>
                  <a:pt x="70485" y="1200150"/>
                </a:lnTo>
                <a:lnTo>
                  <a:pt x="68580" y="1219200"/>
                </a:lnTo>
                <a:lnTo>
                  <a:pt x="66675" y="1238250"/>
                </a:lnTo>
                <a:lnTo>
                  <a:pt x="64770" y="1257300"/>
                </a:lnTo>
                <a:lnTo>
                  <a:pt x="62865" y="1276350"/>
                </a:lnTo>
                <a:lnTo>
                  <a:pt x="60960" y="1295400"/>
                </a:lnTo>
                <a:lnTo>
                  <a:pt x="59055" y="1314450"/>
                </a:lnTo>
                <a:lnTo>
                  <a:pt x="57150" y="1333500"/>
                </a:lnTo>
                <a:lnTo>
                  <a:pt x="55245" y="1352550"/>
                </a:lnTo>
                <a:lnTo>
                  <a:pt x="53340" y="1371600"/>
                </a:lnTo>
                <a:lnTo>
                  <a:pt x="51435" y="1390650"/>
                </a:lnTo>
                <a:lnTo>
                  <a:pt x="49911" y="1409700"/>
                </a:lnTo>
                <a:lnTo>
                  <a:pt x="48387" y="1428750"/>
                </a:lnTo>
                <a:lnTo>
                  <a:pt x="46863" y="1447800"/>
                </a:lnTo>
                <a:lnTo>
                  <a:pt x="45339" y="1466850"/>
                </a:lnTo>
                <a:lnTo>
                  <a:pt x="43815" y="1485900"/>
                </a:lnTo>
                <a:lnTo>
                  <a:pt x="41910" y="1504950"/>
                </a:lnTo>
                <a:lnTo>
                  <a:pt x="40005" y="1524000"/>
                </a:lnTo>
                <a:lnTo>
                  <a:pt x="38100" y="1543050"/>
                </a:lnTo>
                <a:lnTo>
                  <a:pt x="36195" y="1562100"/>
                </a:lnTo>
                <a:lnTo>
                  <a:pt x="34290" y="1581150"/>
                </a:lnTo>
                <a:lnTo>
                  <a:pt x="32385" y="1600200"/>
                </a:lnTo>
                <a:lnTo>
                  <a:pt x="30480" y="1619250"/>
                </a:lnTo>
                <a:lnTo>
                  <a:pt x="28575" y="1638300"/>
                </a:lnTo>
                <a:lnTo>
                  <a:pt x="26670" y="1657350"/>
                </a:lnTo>
                <a:lnTo>
                  <a:pt x="24765" y="1676400"/>
                </a:lnTo>
                <a:lnTo>
                  <a:pt x="22479" y="1695450"/>
                </a:lnTo>
                <a:lnTo>
                  <a:pt x="20193" y="1714500"/>
                </a:lnTo>
                <a:lnTo>
                  <a:pt x="17907" y="1733550"/>
                </a:lnTo>
                <a:lnTo>
                  <a:pt x="15621" y="1752600"/>
                </a:lnTo>
                <a:lnTo>
                  <a:pt x="13335" y="1771650"/>
                </a:lnTo>
                <a:lnTo>
                  <a:pt x="11811" y="1790700"/>
                </a:lnTo>
                <a:lnTo>
                  <a:pt x="10287" y="1809750"/>
                </a:lnTo>
                <a:lnTo>
                  <a:pt x="8763" y="1828800"/>
                </a:lnTo>
                <a:lnTo>
                  <a:pt x="7239" y="1847850"/>
                </a:lnTo>
                <a:lnTo>
                  <a:pt x="5715" y="1866900"/>
                </a:lnTo>
                <a:lnTo>
                  <a:pt x="3810" y="1885950"/>
                </a:lnTo>
                <a:lnTo>
                  <a:pt x="2286" y="1905000"/>
                </a:lnTo>
                <a:lnTo>
                  <a:pt x="1143" y="1924050"/>
                </a:lnTo>
                <a:lnTo>
                  <a:pt x="381" y="1943100"/>
                </a:lnTo>
                <a:lnTo>
                  <a:pt x="0" y="1962150"/>
                </a:lnTo>
                <a:lnTo>
                  <a:pt x="0" y="1981200"/>
                </a:lnTo>
                <a:lnTo>
                  <a:pt x="0" y="2000250"/>
                </a:lnTo>
                <a:lnTo>
                  <a:pt x="0" y="2019300"/>
                </a:lnTo>
                <a:lnTo>
                  <a:pt x="0" y="2038350"/>
                </a:lnTo>
                <a:lnTo>
                  <a:pt x="0" y="2057400"/>
                </a:lnTo>
                <a:lnTo>
                  <a:pt x="0" y="2076450"/>
                </a:lnTo>
                <a:lnTo>
                  <a:pt x="0" y="2095500"/>
                </a:lnTo>
                <a:lnTo>
                  <a:pt x="0" y="2114550"/>
                </a:lnTo>
                <a:lnTo>
                  <a:pt x="0" y="2133600"/>
                </a:lnTo>
                <a:lnTo>
                  <a:pt x="0" y="2152650"/>
                </a:lnTo>
                <a:lnTo>
                  <a:pt x="0" y="2171700"/>
                </a:lnTo>
                <a:lnTo>
                  <a:pt x="0" y="2190750"/>
                </a:lnTo>
                <a:lnTo>
                  <a:pt x="0" y="2209800"/>
                </a:lnTo>
                <a:lnTo>
                  <a:pt x="381" y="2228850"/>
                </a:lnTo>
                <a:lnTo>
                  <a:pt x="1143" y="2247900"/>
                </a:lnTo>
                <a:lnTo>
                  <a:pt x="2286" y="2266950"/>
                </a:lnTo>
                <a:lnTo>
                  <a:pt x="3810" y="2286000"/>
                </a:lnTo>
                <a:lnTo>
                  <a:pt x="5715" y="2305050"/>
                </a:lnTo>
                <a:lnTo>
                  <a:pt x="7239" y="2324100"/>
                </a:lnTo>
                <a:lnTo>
                  <a:pt x="8382" y="2343150"/>
                </a:lnTo>
                <a:lnTo>
                  <a:pt x="304800" y="2352675"/>
                </a:lnTo>
                <a:lnTo>
                  <a:pt x="305181" y="2333625"/>
                </a:lnTo>
                <a:lnTo>
                  <a:pt x="305943" y="2314575"/>
                </a:lnTo>
                <a:lnTo>
                  <a:pt x="307086" y="2295525"/>
                </a:lnTo>
                <a:lnTo>
                  <a:pt x="308610" y="2276475"/>
                </a:lnTo>
                <a:lnTo>
                  <a:pt x="310515" y="2257425"/>
                </a:lnTo>
                <a:lnTo>
                  <a:pt x="312039" y="2238375"/>
                </a:lnTo>
                <a:lnTo>
                  <a:pt x="313182" y="2219325"/>
                </a:lnTo>
                <a:lnTo>
                  <a:pt x="313944" y="2200275"/>
                </a:lnTo>
                <a:lnTo>
                  <a:pt x="314325" y="2181225"/>
                </a:lnTo>
                <a:lnTo>
                  <a:pt x="314325" y="2162175"/>
                </a:lnTo>
                <a:lnTo>
                  <a:pt x="314325" y="2143125"/>
                </a:lnTo>
                <a:lnTo>
                  <a:pt x="314325" y="2124075"/>
                </a:lnTo>
                <a:lnTo>
                  <a:pt x="314325" y="2105025"/>
                </a:lnTo>
                <a:lnTo>
                  <a:pt x="314325" y="2085975"/>
                </a:lnTo>
                <a:lnTo>
                  <a:pt x="314325" y="2066925"/>
                </a:lnTo>
                <a:lnTo>
                  <a:pt x="314325" y="2047875"/>
                </a:lnTo>
                <a:lnTo>
                  <a:pt x="314325" y="2028825"/>
                </a:lnTo>
                <a:lnTo>
                  <a:pt x="314325" y="2009775"/>
                </a:lnTo>
                <a:lnTo>
                  <a:pt x="314325" y="1990725"/>
                </a:lnTo>
                <a:lnTo>
                  <a:pt x="313944" y="1971675"/>
                </a:lnTo>
                <a:lnTo>
                  <a:pt x="313182" y="1952625"/>
                </a:lnTo>
                <a:lnTo>
                  <a:pt x="312039" y="1933575"/>
                </a:lnTo>
                <a:lnTo>
                  <a:pt x="310515" y="1914525"/>
                </a:lnTo>
                <a:lnTo>
                  <a:pt x="308610" y="1895475"/>
                </a:lnTo>
                <a:lnTo>
                  <a:pt x="307086" y="1876425"/>
                </a:lnTo>
                <a:lnTo>
                  <a:pt x="305562" y="1857375"/>
                </a:lnTo>
                <a:lnTo>
                  <a:pt x="304038" y="1838325"/>
                </a:lnTo>
                <a:lnTo>
                  <a:pt x="302514" y="1819275"/>
                </a:lnTo>
                <a:lnTo>
                  <a:pt x="300990" y="1800225"/>
                </a:lnTo>
                <a:lnTo>
                  <a:pt x="299085" y="1781175"/>
                </a:lnTo>
                <a:lnTo>
                  <a:pt x="296799" y="1762125"/>
                </a:lnTo>
                <a:lnTo>
                  <a:pt x="294513" y="1743075"/>
                </a:lnTo>
                <a:lnTo>
                  <a:pt x="292227" y="1724025"/>
                </a:lnTo>
                <a:lnTo>
                  <a:pt x="289941" y="1704975"/>
                </a:lnTo>
                <a:lnTo>
                  <a:pt x="287655" y="1685925"/>
                </a:lnTo>
                <a:lnTo>
                  <a:pt x="286131" y="1666875"/>
                </a:lnTo>
                <a:lnTo>
                  <a:pt x="284607" y="1647825"/>
                </a:lnTo>
                <a:lnTo>
                  <a:pt x="283083" y="1628775"/>
                </a:lnTo>
                <a:lnTo>
                  <a:pt x="281559" y="1609725"/>
                </a:lnTo>
                <a:lnTo>
                  <a:pt x="280035" y="1590675"/>
                </a:lnTo>
                <a:lnTo>
                  <a:pt x="278130" y="1571625"/>
                </a:lnTo>
                <a:lnTo>
                  <a:pt x="276225" y="1552575"/>
                </a:lnTo>
                <a:lnTo>
                  <a:pt x="274320" y="1533525"/>
                </a:lnTo>
                <a:lnTo>
                  <a:pt x="272415" y="1514475"/>
                </a:lnTo>
                <a:lnTo>
                  <a:pt x="270510" y="1495425"/>
                </a:lnTo>
                <a:lnTo>
                  <a:pt x="268605" y="1476375"/>
                </a:lnTo>
                <a:lnTo>
                  <a:pt x="266700" y="1457325"/>
                </a:lnTo>
                <a:lnTo>
                  <a:pt x="264795" y="1438275"/>
                </a:lnTo>
                <a:lnTo>
                  <a:pt x="262890" y="1419225"/>
                </a:lnTo>
                <a:lnTo>
                  <a:pt x="260985" y="1400175"/>
                </a:lnTo>
                <a:lnTo>
                  <a:pt x="259080" y="1381125"/>
                </a:lnTo>
                <a:lnTo>
                  <a:pt x="257175" y="1362075"/>
                </a:lnTo>
                <a:lnTo>
                  <a:pt x="255270" y="1343025"/>
                </a:lnTo>
                <a:lnTo>
                  <a:pt x="253365" y="1323975"/>
                </a:lnTo>
                <a:lnTo>
                  <a:pt x="251460" y="1304925"/>
                </a:lnTo>
                <a:lnTo>
                  <a:pt x="249555" y="1285875"/>
                </a:lnTo>
                <a:lnTo>
                  <a:pt x="247650" y="1266825"/>
                </a:lnTo>
                <a:lnTo>
                  <a:pt x="245745" y="1247775"/>
                </a:lnTo>
                <a:lnTo>
                  <a:pt x="243840" y="1228725"/>
                </a:lnTo>
                <a:lnTo>
                  <a:pt x="241935" y="1209675"/>
                </a:lnTo>
                <a:lnTo>
                  <a:pt x="240411" y="1190625"/>
                </a:lnTo>
                <a:lnTo>
                  <a:pt x="239268" y="1171575"/>
                </a:lnTo>
                <a:lnTo>
                  <a:pt x="238125" y="1152525"/>
                </a:lnTo>
                <a:lnTo>
                  <a:pt x="236982" y="1133475"/>
                </a:lnTo>
                <a:lnTo>
                  <a:pt x="235839" y="1114425"/>
                </a:lnTo>
                <a:lnTo>
                  <a:pt x="234315" y="1095375"/>
                </a:lnTo>
                <a:lnTo>
                  <a:pt x="232410" y="1076325"/>
                </a:lnTo>
                <a:lnTo>
                  <a:pt x="230886" y="1057275"/>
                </a:lnTo>
                <a:lnTo>
                  <a:pt x="229743" y="1038225"/>
                </a:lnTo>
                <a:lnTo>
                  <a:pt x="228600" y="1019175"/>
                </a:lnTo>
                <a:lnTo>
                  <a:pt x="227457" y="1000125"/>
                </a:lnTo>
                <a:lnTo>
                  <a:pt x="226314" y="981075"/>
                </a:lnTo>
                <a:lnTo>
                  <a:pt x="224790" y="962025"/>
                </a:lnTo>
                <a:lnTo>
                  <a:pt x="222885" y="942975"/>
                </a:lnTo>
                <a:lnTo>
                  <a:pt x="221361" y="923925"/>
                </a:lnTo>
                <a:lnTo>
                  <a:pt x="220218" y="904875"/>
                </a:lnTo>
                <a:lnTo>
                  <a:pt x="219075" y="885825"/>
                </a:lnTo>
                <a:lnTo>
                  <a:pt x="217932" y="866775"/>
                </a:lnTo>
                <a:lnTo>
                  <a:pt x="216789" y="847725"/>
                </a:lnTo>
                <a:lnTo>
                  <a:pt x="215265" y="828675"/>
                </a:lnTo>
                <a:lnTo>
                  <a:pt x="213360" y="809625"/>
                </a:lnTo>
                <a:lnTo>
                  <a:pt x="211836" y="790575"/>
                </a:lnTo>
                <a:lnTo>
                  <a:pt x="210693" y="771525"/>
                </a:lnTo>
                <a:lnTo>
                  <a:pt x="209931" y="752475"/>
                </a:lnTo>
                <a:lnTo>
                  <a:pt x="209550" y="733425"/>
                </a:lnTo>
                <a:lnTo>
                  <a:pt x="209550" y="714375"/>
                </a:lnTo>
                <a:lnTo>
                  <a:pt x="209550" y="695325"/>
                </a:lnTo>
                <a:lnTo>
                  <a:pt x="209169" y="676275"/>
                </a:lnTo>
                <a:lnTo>
                  <a:pt x="208407" y="657225"/>
                </a:lnTo>
                <a:lnTo>
                  <a:pt x="207264" y="638175"/>
                </a:lnTo>
                <a:lnTo>
                  <a:pt x="205740" y="619125"/>
                </a:lnTo>
                <a:lnTo>
                  <a:pt x="203835" y="600075"/>
                </a:lnTo>
                <a:lnTo>
                  <a:pt x="202311" y="581025"/>
                </a:lnTo>
                <a:lnTo>
                  <a:pt x="201168" y="561975"/>
                </a:lnTo>
                <a:lnTo>
                  <a:pt x="200406" y="542925"/>
                </a:lnTo>
                <a:lnTo>
                  <a:pt x="200025" y="523875"/>
                </a:lnTo>
                <a:lnTo>
                  <a:pt x="200025" y="504825"/>
                </a:lnTo>
                <a:lnTo>
                  <a:pt x="200025" y="485775"/>
                </a:lnTo>
                <a:lnTo>
                  <a:pt x="200025" y="466725"/>
                </a:lnTo>
                <a:lnTo>
                  <a:pt x="200025" y="447675"/>
                </a:lnTo>
                <a:lnTo>
                  <a:pt x="199644" y="428625"/>
                </a:lnTo>
                <a:lnTo>
                  <a:pt x="199263" y="409575"/>
                </a:lnTo>
                <a:lnTo>
                  <a:pt x="198882" y="390525"/>
                </a:lnTo>
                <a:lnTo>
                  <a:pt x="198501" y="371475"/>
                </a:lnTo>
                <a:lnTo>
                  <a:pt x="197739" y="352425"/>
                </a:lnTo>
                <a:lnTo>
                  <a:pt x="197358" y="333375"/>
                </a:lnTo>
                <a:lnTo>
                  <a:pt x="196596" y="314325"/>
                </a:lnTo>
                <a:lnTo>
                  <a:pt x="195453" y="295275"/>
                </a:lnTo>
                <a:lnTo>
                  <a:pt x="193929" y="276225"/>
                </a:lnTo>
                <a:lnTo>
                  <a:pt x="192786" y="257175"/>
                </a:lnTo>
                <a:lnTo>
                  <a:pt x="191643" y="238125"/>
                </a:lnTo>
                <a:lnTo>
                  <a:pt x="190881" y="219075"/>
                </a:lnTo>
                <a:lnTo>
                  <a:pt x="190500" y="200025"/>
                </a:lnTo>
                <a:lnTo>
                  <a:pt x="190500" y="180975"/>
                </a:lnTo>
                <a:lnTo>
                  <a:pt x="190500" y="161925"/>
                </a:lnTo>
                <a:lnTo>
                  <a:pt x="190500" y="142875"/>
                </a:lnTo>
                <a:lnTo>
                  <a:pt x="190500" y="123825"/>
                </a:lnTo>
                <a:lnTo>
                  <a:pt x="190500" y="104775"/>
                </a:lnTo>
                <a:lnTo>
                  <a:pt x="190500" y="85725"/>
                </a:lnTo>
                <a:lnTo>
                  <a:pt x="190500" y="66675"/>
                </a:lnTo>
                <a:lnTo>
                  <a:pt x="190500" y="47625"/>
                </a:lnTo>
                <a:lnTo>
                  <a:pt x="190500" y="28575"/>
                </a:lnTo>
                <a:lnTo>
                  <a:pt x="190500" y="9525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43" name="SE-056-path-743">
            <a:extLst xmlns:a="http://schemas.openxmlformats.org/drawingml/2006/main">
              <a:ext uri="{FF2B5EF4-FFF2-40B4-BE49-F238E27FC236}">
                <a16:creationId xmlns:a16="http://schemas.microsoft.com/office/drawing/2014/main" id="{A28BAF8D-EC4E-4AEC-BC55-9652891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3252788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44" name="SE-056-path-744">
            <a:extLst xmlns:a="http://schemas.openxmlformats.org/drawingml/2006/main">
              <a:ext uri="{FF2B5EF4-FFF2-40B4-BE49-F238E27FC236}">
                <a16:creationId xmlns:a16="http://schemas.microsoft.com/office/drawing/2014/main" id="{1278192E-1C83-45A8-9442-F2FB0878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3252788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45" name="SE-056-path-745">
            <a:extLst xmlns:a="http://schemas.openxmlformats.org/drawingml/2006/main">
              <a:ext uri="{FF2B5EF4-FFF2-40B4-BE49-F238E27FC236}">
                <a16:creationId xmlns:a16="http://schemas.microsoft.com/office/drawing/2014/main" id="{CAA5563F-8560-4A05-8AAF-16F0C72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3252788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46" name="SE-056-path-746">
            <a:extLst xmlns:a="http://schemas.openxmlformats.org/drawingml/2006/main">
              <a:ext uri="{FF2B5EF4-FFF2-40B4-BE49-F238E27FC236}">
                <a16:creationId xmlns:a16="http://schemas.microsoft.com/office/drawing/2014/main" id="{7612F387-1903-40B9-94B2-496A1A8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360521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747" name="SE-056-747">
            <a:extLst xmlns:a="http://schemas.openxmlformats.org/drawingml/2006/main">
              <a:ext uri="{FF2B5EF4-FFF2-40B4-BE49-F238E27FC236}">
                <a16:creationId xmlns:a16="http://schemas.microsoft.com/office/drawing/2014/main" id="{05608B6B-14A3-404D-879A-DF88EC24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335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748" name="SE-056-path-748">
            <a:extLst xmlns:a="http://schemas.openxmlformats.org/drawingml/2006/main">
              <a:ext uri="{FF2B5EF4-FFF2-40B4-BE49-F238E27FC236}">
                <a16:creationId xmlns:a16="http://schemas.microsoft.com/office/drawing/2014/main" id="{CD974714-DCF5-4739-AC2C-733D29B6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64" y="4010025"/>
            <a:ext cx="164973" cy="38100"/>
          </a:xfrm>
          <a:custGeom xmlns:a="http://schemas.openxmlformats.org/drawingml/2006/main">
            <a:pathLst>
              <a:path w="164973" h="38100">
                <a:moveTo>
                  <a:pt x="17145" y="0"/>
                </a:moveTo>
                <a:lnTo>
                  <a:pt x="9144" y="19050"/>
                </a:lnTo>
                <a:lnTo>
                  <a:pt x="0" y="38100"/>
                </a:lnTo>
                <a:lnTo>
                  <a:pt x="164973" y="38100"/>
                </a:lnTo>
                <a:lnTo>
                  <a:pt x="155829" y="19050"/>
                </a:lnTo>
                <a:lnTo>
                  <a:pt x="147828" y="0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49" name="SE-056-749">
            <a:extLst xmlns:a="http://schemas.openxmlformats.org/drawingml/2006/main">
              <a:ext uri="{FF2B5EF4-FFF2-40B4-BE49-F238E27FC236}">
                <a16:creationId xmlns:a16="http://schemas.microsoft.com/office/drawing/2014/main" id="{101C7582-F66D-41BE-A79C-1A66B1D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719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750" name="SE-056-path-750">
            <a:extLst xmlns:a="http://schemas.openxmlformats.org/drawingml/2006/main">
              <a:ext uri="{FF2B5EF4-FFF2-40B4-BE49-F238E27FC236}">
                <a16:creationId xmlns:a16="http://schemas.microsoft.com/office/drawing/2014/main" id="{E120B297-CB05-412C-ACA6-A3D1B834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758" y="1495425"/>
            <a:ext cx="323755" cy="2419350"/>
          </a:xfrm>
          <a:custGeom xmlns:a="http://schemas.openxmlformats.org/drawingml/2006/main">
            <a:pathLst>
              <a:path w="323755" h="2419350">
                <a:moveTo>
                  <a:pt x="132112" y="0"/>
                </a:moveTo>
                <a:lnTo>
                  <a:pt x="130969" y="19050"/>
                </a:lnTo>
                <a:lnTo>
                  <a:pt x="129445" y="38100"/>
                </a:lnTo>
                <a:lnTo>
                  <a:pt x="127540" y="57150"/>
                </a:lnTo>
                <a:lnTo>
                  <a:pt x="126016" y="76200"/>
                </a:lnTo>
                <a:lnTo>
                  <a:pt x="124873" y="95250"/>
                </a:lnTo>
                <a:lnTo>
                  <a:pt x="124111" y="114300"/>
                </a:lnTo>
                <a:lnTo>
                  <a:pt x="123730" y="133350"/>
                </a:lnTo>
                <a:lnTo>
                  <a:pt x="123730" y="152400"/>
                </a:lnTo>
                <a:lnTo>
                  <a:pt x="123730" y="171450"/>
                </a:lnTo>
                <a:lnTo>
                  <a:pt x="123730" y="190500"/>
                </a:lnTo>
                <a:lnTo>
                  <a:pt x="123730" y="209550"/>
                </a:lnTo>
                <a:lnTo>
                  <a:pt x="123730" y="228600"/>
                </a:lnTo>
                <a:lnTo>
                  <a:pt x="123730" y="247650"/>
                </a:lnTo>
                <a:lnTo>
                  <a:pt x="123730" y="266700"/>
                </a:lnTo>
                <a:lnTo>
                  <a:pt x="123730" y="285750"/>
                </a:lnTo>
                <a:lnTo>
                  <a:pt x="123730" y="304800"/>
                </a:lnTo>
                <a:lnTo>
                  <a:pt x="123730" y="323850"/>
                </a:lnTo>
                <a:lnTo>
                  <a:pt x="123730" y="342900"/>
                </a:lnTo>
                <a:lnTo>
                  <a:pt x="123730" y="361950"/>
                </a:lnTo>
                <a:lnTo>
                  <a:pt x="123730" y="381000"/>
                </a:lnTo>
                <a:lnTo>
                  <a:pt x="123349" y="400050"/>
                </a:lnTo>
                <a:lnTo>
                  <a:pt x="122587" y="419100"/>
                </a:lnTo>
                <a:lnTo>
                  <a:pt x="121444" y="438150"/>
                </a:lnTo>
                <a:lnTo>
                  <a:pt x="119920" y="457200"/>
                </a:lnTo>
                <a:lnTo>
                  <a:pt x="118015" y="476250"/>
                </a:lnTo>
                <a:lnTo>
                  <a:pt x="116491" y="495300"/>
                </a:lnTo>
                <a:lnTo>
                  <a:pt x="115348" y="514350"/>
                </a:lnTo>
                <a:lnTo>
                  <a:pt x="114586" y="533400"/>
                </a:lnTo>
                <a:lnTo>
                  <a:pt x="114205" y="552450"/>
                </a:lnTo>
                <a:lnTo>
                  <a:pt x="114205" y="571500"/>
                </a:lnTo>
                <a:lnTo>
                  <a:pt x="114205" y="590550"/>
                </a:lnTo>
                <a:lnTo>
                  <a:pt x="114205" y="609600"/>
                </a:lnTo>
                <a:lnTo>
                  <a:pt x="114205" y="628650"/>
                </a:lnTo>
                <a:lnTo>
                  <a:pt x="114205" y="647700"/>
                </a:lnTo>
                <a:lnTo>
                  <a:pt x="113824" y="666750"/>
                </a:lnTo>
                <a:lnTo>
                  <a:pt x="113062" y="685800"/>
                </a:lnTo>
                <a:lnTo>
                  <a:pt x="111919" y="704850"/>
                </a:lnTo>
                <a:lnTo>
                  <a:pt x="110395" y="723900"/>
                </a:lnTo>
                <a:lnTo>
                  <a:pt x="108490" y="742950"/>
                </a:lnTo>
                <a:lnTo>
                  <a:pt x="106966" y="762000"/>
                </a:lnTo>
                <a:lnTo>
                  <a:pt x="105823" y="781050"/>
                </a:lnTo>
                <a:lnTo>
                  <a:pt x="105061" y="800100"/>
                </a:lnTo>
                <a:lnTo>
                  <a:pt x="104299" y="819150"/>
                </a:lnTo>
                <a:lnTo>
                  <a:pt x="103537" y="838200"/>
                </a:lnTo>
                <a:lnTo>
                  <a:pt x="102394" y="857250"/>
                </a:lnTo>
                <a:lnTo>
                  <a:pt x="100870" y="876300"/>
                </a:lnTo>
                <a:lnTo>
                  <a:pt x="98965" y="895350"/>
                </a:lnTo>
                <a:lnTo>
                  <a:pt x="97441" y="914400"/>
                </a:lnTo>
                <a:lnTo>
                  <a:pt x="96298" y="933450"/>
                </a:lnTo>
                <a:lnTo>
                  <a:pt x="95536" y="952500"/>
                </a:lnTo>
                <a:lnTo>
                  <a:pt x="94774" y="971550"/>
                </a:lnTo>
                <a:lnTo>
                  <a:pt x="94012" y="990600"/>
                </a:lnTo>
                <a:lnTo>
                  <a:pt x="92869" y="1009650"/>
                </a:lnTo>
                <a:lnTo>
                  <a:pt x="91345" y="1028700"/>
                </a:lnTo>
                <a:lnTo>
                  <a:pt x="89440" y="1047750"/>
                </a:lnTo>
                <a:lnTo>
                  <a:pt x="87916" y="1066800"/>
                </a:lnTo>
                <a:lnTo>
                  <a:pt x="86773" y="1085850"/>
                </a:lnTo>
                <a:lnTo>
                  <a:pt x="86011" y="1104900"/>
                </a:lnTo>
                <a:lnTo>
                  <a:pt x="85249" y="1123950"/>
                </a:lnTo>
                <a:lnTo>
                  <a:pt x="84487" y="1143000"/>
                </a:lnTo>
                <a:lnTo>
                  <a:pt x="83344" y="1162050"/>
                </a:lnTo>
                <a:lnTo>
                  <a:pt x="81820" y="1181100"/>
                </a:lnTo>
                <a:lnTo>
                  <a:pt x="79915" y="1200150"/>
                </a:lnTo>
                <a:lnTo>
                  <a:pt x="78391" y="1219200"/>
                </a:lnTo>
                <a:lnTo>
                  <a:pt x="76867" y="1238250"/>
                </a:lnTo>
                <a:lnTo>
                  <a:pt x="75343" y="1257300"/>
                </a:lnTo>
                <a:lnTo>
                  <a:pt x="73819" y="1276350"/>
                </a:lnTo>
                <a:lnTo>
                  <a:pt x="72295" y="1295400"/>
                </a:lnTo>
                <a:lnTo>
                  <a:pt x="70390" y="1314450"/>
                </a:lnTo>
                <a:lnTo>
                  <a:pt x="68485" y="1333500"/>
                </a:lnTo>
                <a:lnTo>
                  <a:pt x="66580" y="1352550"/>
                </a:lnTo>
                <a:lnTo>
                  <a:pt x="64675" y="1371600"/>
                </a:lnTo>
                <a:lnTo>
                  <a:pt x="62770" y="1390650"/>
                </a:lnTo>
                <a:lnTo>
                  <a:pt x="60865" y="1409700"/>
                </a:lnTo>
                <a:lnTo>
                  <a:pt x="58960" y="1428750"/>
                </a:lnTo>
                <a:lnTo>
                  <a:pt x="57055" y="1447800"/>
                </a:lnTo>
                <a:lnTo>
                  <a:pt x="55150" y="1466850"/>
                </a:lnTo>
                <a:lnTo>
                  <a:pt x="53245" y="1485900"/>
                </a:lnTo>
                <a:lnTo>
                  <a:pt x="51340" y="1504950"/>
                </a:lnTo>
                <a:lnTo>
                  <a:pt x="49435" y="1524000"/>
                </a:lnTo>
                <a:lnTo>
                  <a:pt x="47530" y="1543050"/>
                </a:lnTo>
                <a:lnTo>
                  <a:pt x="45625" y="1562100"/>
                </a:lnTo>
                <a:lnTo>
                  <a:pt x="43720" y="1581150"/>
                </a:lnTo>
                <a:lnTo>
                  <a:pt x="41815" y="1600200"/>
                </a:lnTo>
                <a:lnTo>
                  <a:pt x="39910" y="1619250"/>
                </a:lnTo>
                <a:lnTo>
                  <a:pt x="38005" y="1638300"/>
                </a:lnTo>
                <a:lnTo>
                  <a:pt x="36481" y="1657350"/>
                </a:lnTo>
                <a:lnTo>
                  <a:pt x="34957" y="1676400"/>
                </a:lnTo>
                <a:lnTo>
                  <a:pt x="33433" y="1695450"/>
                </a:lnTo>
                <a:lnTo>
                  <a:pt x="31909" y="1714500"/>
                </a:lnTo>
                <a:lnTo>
                  <a:pt x="30385" y="1733550"/>
                </a:lnTo>
                <a:lnTo>
                  <a:pt x="28099" y="1752600"/>
                </a:lnTo>
                <a:lnTo>
                  <a:pt x="25813" y="1771650"/>
                </a:lnTo>
                <a:lnTo>
                  <a:pt x="23527" y="1790700"/>
                </a:lnTo>
                <a:lnTo>
                  <a:pt x="21622" y="1809750"/>
                </a:lnTo>
                <a:lnTo>
                  <a:pt x="19717" y="1828800"/>
                </a:lnTo>
                <a:lnTo>
                  <a:pt x="18193" y="1847850"/>
                </a:lnTo>
                <a:lnTo>
                  <a:pt x="16669" y="1866900"/>
                </a:lnTo>
                <a:lnTo>
                  <a:pt x="15145" y="1885950"/>
                </a:lnTo>
                <a:lnTo>
                  <a:pt x="13240" y="1905000"/>
                </a:lnTo>
                <a:lnTo>
                  <a:pt x="11716" y="1924050"/>
                </a:lnTo>
                <a:lnTo>
                  <a:pt x="10573" y="1943100"/>
                </a:lnTo>
                <a:lnTo>
                  <a:pt x="9811" y="1962150"/>
                </a:lnTo>
                <a:lnTo>
                  <a:pt x="9430" y="1981200"/>
                </a:lnTo>
                <a:lnTo>
                  <a:pt x="9430" y="2000250"/>
                </a:lnTo>
                <a:lnTo>
                  <a:pt x="9144" y="2019300"/>
                </a:lnTo>
                <a:lnTo>
                  <a:pt x="8573" y="2038350"/>
                </a:lnTo>
                <a:lnTo>
                  <a:pt x="7525" y="2057400"/>
                </a:lnTo>
                <a:lnTo>
                  <a:pt x="6096" y="2076450"/>
                </a:lnTo>
                <a:lnTo>
                  <a:pt x="4382" y="2095500"/>
                </a:lnTo>
                <a:lnTo>
                  <a:pt x="2667" y="2114550"/>
                </a:lnTo>
                <a:lnTo>
                  <a:pt x="1429" y="2133600"/>
                </a:lnTo>
                <a:lnTo>
                  <a:pt x="572" y="2152650"/>
                </a:lnTo>
                <a:lnTo>
                  <a:pt x="0" y="2171700"/>
                </a:lnTo>
                <a:lnTo>
                  <a:pt x="286" y="2190750"/>
                </a:lnTo>
                <a:lnTo>
                  <a:pt x="1048" y="2209800"/>
                </a:lnTo>
                <a:lnTo>
                  <a:pt x="2191" y="2228850"/>
                </a:lnTo>
                <a:lnTo>
                  <a:pt x="3715" y="2247900"/>
                </a:lnTo>
                <a:lnTo>
                  <a:pt x="5620" y="2266950"/>
                </a:lnTo>
                <a:lnTo>
                  <a:pt x="7144" y="2286000"/>
                </a:lnTo>
                <a:lnTo>
                  <a:pt x="8287" y="2305050"/>
                </a:lnTo>
                <a:lnTo>
                  <a:pt x="9430" y="2324100"/>
                </a:lnTo>
                <a:lnTo>
                  <a:pt x="10573" y="2343150"/>
                </a:lnTo>
                <a:lnTo>
                  <a:pt x="11716" y="2362200"/>
                </a:lnTo>
                <a:lnTo>
                  <a:pt x="13240" y="2381250"/>
                </a:lnTo>
                <a:lnTo>
                  <a:pt x="15145" y="2400300"/>
                </a:lnTo>
                <a:lnTo>
                  <a:pt x="16669" y="2419350"/>
                </a:lnTo>
                <a:lnTo>
                  <a:pt x="308515" y="2419350"/>
                </a:lnTo>
                <a:lnTo>
                  <a:pt x="310420" y="2400300"/>
                </a:lnTo>
                <a:lnTo>
                  <a:pt x="311944" y="2381250"/>
                </a:lnTo>
                <a:lnTo>
                  <a:pt x="313468" y="2362200"/>
                </a:lnTo>
                <a:lnTo>
                  <a:pt x="314992" y="2343150"/>
                </a:lnTo>
                <a:lnTo>
                  <a:pt x="316516" y="2324100"/>
                </a:lnTo>
                <a:lnTo>
                  <a:pt x="318040" y="2305050"/>
                </a:lnTo>
                <a:lnTo>
                  <a:pt x="319945" y="2286000"/>
                </a:lnTo>
                <a:lnTo>
                  <a:pt x="321469" y="2266950"/>
                </a:lnTo>
                <a:lnTo>
                  <a:pt x="322612" y="2247900"/>
                </a:lnTo>
                <a:lnTo>
                  <a:pt x="323374" y="2228850"/>
                </a:lnTo>
                <a:lnTo>
                  <a:pt x="323755" y="2209800"/>
                </a:lnTo>
                <a:lnTo>
                  <a:pt x="323755" y="2190750"/>
                </a:lnTo>
                <a:lnTo>
                  <a:pt x="323660" y="2171700"/>
                </a:lnTo>
                <a:lnTo>
                  <a:pt x="323088" y="2152650"/>
                </a:lnTo>
                <a:lnTo>
                  <a:pt x="322612" y="2133600"/>
                </a:lnTo>
                <a:lnTo>
                  <a:pt x="322135" y="2114550"/>
                </a:lnTo>
                <a:lnTo>
                  <a:pt x="321564" y="2095500"/>
                </a:lnTo>
                <a:lnTo>
                  <a:pt x="320992" y="2076450"/>
                </a:lnTo>
                <a:lnTo>
                  <a:pt x="320707" y="2057400"/>
                </a:lnTo>
                <a:lnTo>
                  <a:pt x="320040" y="2038350"/>
                </a:lnTo>
                <a:lnTo>
                  <a:pt x="319088" y="2019300"/>
                </a:lnTo>
                <a:lnTo>
                  <a:pt x="317659" y="2000250"/>
                </a:lnTo>
                <a:lnTo>
                  <a:pt x="316516" y="1981200"/>
                </a:lnTo>
                <a:lnTo>
                  <a:pt x="315373" y="1962150"/>
                </a:lnTo>
                <a:lnTo>
                  <a:pt x="314230" y="1943100"/>
                </a:lnTo>
                <a:lnTo>
                  <a:pt x="313087" y="1924050"/>
                </a:lnTo>
                <a:lnTo>
                  <a:pt x="311944" y="1905000"/>
                </a:lnTo>
                <a:lnTo>
                  <a:pt x="310420" y="1885950"/>
                </a:lnTo>
                <a:lnTo>
                  <a:pt x="308515" y="1866900"/>
                </a:lnTo>
                <a:lnTo>
                  <a:pt x="306610" y="1847850"/>
                </a:lnTo>
                <a:lnTo>
                  <a:pt x="304705" y="1828800"/>
                </a:lnTo>
                <a:lnTo>
                  <a:pt x="302419" y="1809750"/>
                </a:lnTo>
                <a:lnTo>
                  <a:pt x="300133" y="1790700"/>
                </a:lnTo>
                <a:lnTo>
                  <a:pt x="297847" y="1771650"/>
                </a:lnTo>
                <a:lnTo>
                  <a:pt x="295942" y="1752600"/>
                </a:lnTo>
                <a:lnTo>
                  <a:pt x="294037" y="1733550"/>
                </a:lnTo>
                <a:lnTo>
                  <a:pt x="292894" y="1714500"/>
                </a:lnTo>
                <a:lnTo>
                  <a:pt x="291751" y="1695450"/>
                </a:lnTo>
                <a:lnTo>
                  <a:pt x="290608" y="1676400"/>
                </a:lnTo>
                <a:lnTo>
                  <a:pt x="289084" y="1657350"/>
                </a:lnTo>
                <a:lnTo>
                  <a:pt x="287560" y="1638300"/>
                </a:lnTo>
                <a:lnTo>
                  <a:pt x="285655" y="1619250"/>
                </a:lnTo>
                <a:lnTo>
                  <a:pt x="283750" y="1600200"/>
                </a:lnTo>
                <a:lnTo>
                  <a:pt x="281845" y="1581150"/>
                </a:lnTo>
                <a:lnTo>
                  <a:pt x="279940" y="1562100"/>
                </a:lnTo>
                <a:lnTo>
                  <a:pt x="278035" y="1543050"/>
                </a:lnTo>
                <a:lnTo>
                  <a:pt x="276130" y="1524000"/>
                </a:lnTo>
                <a:lnTo>
                  <a:pt x="274225" y="1504950"/>
                </a:lnTo>
                <a:lnTo>
                  <a:pt x="272320" y="1485900"/>
                </a:lnTo>
                <a:lnTo>
                  <a:pt x="270034" y="1466850"/>
                </a:lnTo>
                <a:lnTo>
                  <a:pt x="267748" y="1447800"/>
                </a:lnTo>
                <a:lnTo>
                  <a:pt x="265462" y="1428750"/>
                </a:lnTo>
                <a:lnTo>
                  <a:pt x="263176" y="1409700"/>
                </a:lnTo>
                <a:lnTo>
                  <a:pt x="260890" y="1390650"/>
                </a:lnTo>
                <a:lnTo>
                  <a:pt x="259366" y="1371600"/>
                </a:lnTo>
                <a:lnTo>
                  <a:pt x="257842" y="1352550"/>
                </a:lnTo>
                <a:lnTo>
                  <a:pt x="256318" y="1333500"/>
                </a:lnTo>
                <a:lnTo>
                  <a:pt x="254794" y="1314450"/>
                </a:lnTo>
                <a:lnTo>
                  <a:pt x="253270" y="1295400"/>
                </a:lnTo>
                <a:lnTo>
                  <a:pt x="251365" y="1276350"/>
                </a:lnTo>
                <a:lnTo>
                  <a:pt x="249841" y="1257300"/>
                </a:lnTo>
                <a:lnTo>
                  <a:pt x="248698" y="1238250"/>
                </a:lnTo>
                <a:lnTo>
                  <a:pt x="247555" y="1219200"/>
                </a:lnTo>
                <a:lnTo>
                  <a:pt x="246412" y="1200150"/>
                </a:lnTo>
                <a:lnTo>
                  <a:pt x="245269" y="1181100"/>
                </a:lnTo>
                <a:lnTo>
                  <a:pt x="243745" y="1162050"/>
                </a:lnTo>
                <a:lnTo>
                  <a:pt x="241840" y="1143000"/>
                </a:lnTo>
                <a:lnTo>
                  <a:pt x="240316" y="1123950"/>
                </a:lnTo>
                <a:lnTo>
                  <a:pt x="238792" y="1104900"/>
                </a:lnTo>
                <a:lnTo>
                  <a:pt x="237268" y="1085850"/>
                </a:lnTo>
                <a:lnTo>
                  <a:pt x="235744" y="1066800"/>
                </a:lnTo>
                <a:lnTo>
                  <a:pt x="234220" y="1047750"/>
                </a:lnTo>
                <a:lnTo>
                  <a:pt x="232315" y="1028700"/>
                </a:lnTo>
                <a:lnTo>
                  <a:pt x="230791" y="1009650"/>
                </a:lnTo>
                <a:lnTo>
                  <a:pt x="229648" y="990600"/>
                </a:lnTo>
                <a:lnTo>
                  <a:pt x="228886" y="971550"/>
                </a:lnTo>
                <a:lnTo>
                  <a:pt x="228124" y="952500"/>
                </a:lnTo>
                <a:lnTo>
                  <a:pt x="227362" y="933450"/>
                </a:lnTo>
                <a:lnTo>
                  <a:pt x="226219" y="914400"/>
                </a:lnTo>
                <a:lnTo>
                  <a:pt x="224695" y="895350"/>
                </a:lnTo>
                <a:lnTo>
                  <a:pt x="222790" y="876300"/>
                </a:lnTo>
                <a:lnTo>
                  <a:pt x="221266" y="857250"/>
                </a:lnTo>
                <a:lnTo>
                  <a:pt x="220123" y="838200"/>
                </a:lnTo>
                <a:lnTo>
                  <a:pt x="219361" y="819150"/>
                </a:lnTo>
                <a:lnTo>
                  <a:pt x="218980" y="800100"/>
                </a:lnTo>
                <a:lnTo>
                  <a:pt x="218980" y="781050"/>
                </a:lnTo>
                <a:lnTo>
                  <a:pt x="218599" y="762000"/>
                </a:lnTo>
                <a:lnTo>
                  <a:pt x="217837" y="742950"/>
                </a:lnTo>
                <a:lnTo>
                  <a:pt x="216694" y="723900"/>
                </a:lnTo>
                <a:lnTo>
                  <a:pt x="215170" y="704850"/>
                </a:lnTo>
                <a:lnTo>
                  <a:pt x="213265" y="685800"/>
                </a:lnTo>
                <a:lnTo>
                  <a:pt x="211741" y="666750"/>
                </a:lnTo>
                <a:lnTo>
                  <a:pt x="210598" y="647700"/>
                </a:lnTo>
                <a:lnTo>
                  <a:pt x="209836" y="628650"/>
                </a:lnTo>
                <a:lnTo>
                  <a:pt x="209455" y="609600"/>
                </a:lnTo>
                <a:lnTo>
                  <a:pt x="209455" y="590550"/>
                </a:lnTo>
                <a:lnTo>
                  <a:pt x="209455" y="571500"/>
                </a:lnTo>
                <a:lnTo>
                  <a:pt x="209455" y="552450"/>
                </a:lnTo>
                <a:lnTo>
                  <a:pt x="209455" y="533400"/>
                </a:lnTo>
                <a:lnTo>
                  <a:pt x="209455" y="514350"/>
                </a:lnTo>
                <a:lnTo>
                  <a:pt x="209455" y="495300"/>
                </a:lnTo>
                <a:lnTo>
                  <a:pt x="209074" y="476250"/>
                </a:lnTo>
                <a:lnTo>
                  <a:pt x="208312" y="457200"/>
                </a:lnTo>
                <a:lnTo>
                  <a:pt x="207169" y="438150"/>
                </a:lnTo>
                <a:lnTo>
                  <a:pt x="205645" y="419100"/>
                </a:lnTo>
                <a:lnTo>
                  <a:pt x="203740" y="400050"/>
                </a:lnTo>
                <a:lnTo>
                  <a:pt x="202216" y="381000"/>
                </a:lnTo>
                <a:lnTo>
                  <a:pt x="201073" y="361950"/>
                </a:lnTo>
                <a:lnTo>
                  <a:pt x="200311" y="342900"/>
                </a:lnTo>
                <a:lnTo>
                  <a:pt x="199930" y="323850"/>
                </a:lnTo>
                <a:lnTo>
                  <a:pt x="199930" y="304800"/>
                </a:lnTo>
                <a:lnTo>
                  <a:pt x="199930" y="285750"/>
                </a:lnTo>
                <a:lnTo>
                  <a:pt x="199930" y="266700"/>
                </a:lnTo>
                <a:lnTo>
                  <a:pt x="199930" y="247650"/>
                </a:lnTo>
                <a:lnTo>
                  <a:pt x="199930" y="228600"/>
                </a:lnTo>
                <a:lnTo>
                  <a:pt x="199930" y="209550"/>
                </a:lnTo>
                <a:lnTo>
                  <a:pt x="199930" y="190500"/>
                </a:lnTo>
                <a:lnTo>
                  <a:pt x="199930" y="171450"/>
                </a:lnTo>
                <a:lnTo>
                  <a:pt x="199930" y="152400"/>
                </a:lnTo>
                <a:lnTo>
                  <a:pt x="199930" y="133350"/>
                </a:lnTo>
                <a:lnTo>
                  <a:pt x="199930" y="114300"/>
                </a:lnTo>
                <a:lnTo>
                  <a:pt x="199930" y="95250"/>
                </a:lnTo>
                <a:lnTo>
                  <a:pt x="199549" y="76200"/>
                </a:lnTo>
                <a:lnTo>
                  <a:pt x="198787" y="57150"/>
                </a:lnTo>
                <a:lnTo>
                  <a:pt x="197644" y="38100"/>
                </a:lnTo>
                <a:lnTo>
                  <a:pt x="196120" y="19050"/>
                </a:lnTo>
                <a:lnTo>
                  <a:pt x="194215" y="0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51" name="SE-056-path-751">
            <a:extLst xmlns:a="http://schemas.openxmlformats.org/drawingml/2006/main">
              <a:ext uri="{FF2B5EF4-FFF2-40B4-BE49-F238E27FC236}">
                <a16:creationId xmlns:a16="http://schemas.microsoft.com/office/drawing/2014/main" id="{4E39169C-AD30-4E41-9F66-3B97FE5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3224213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2" name="SE-056-path-752">
            <a:extLst xmlns:a="http://schemas.openxmlformats.org/drawingml/2006/main">
              <a:ext uri="{FF2B5EF4-FFF2-40B4-BE49-F238E27FC236}">
                <a16:creationId xmlns:a16="http://schemas.microsoft.com/office/drawing/2014/main" id="{648C6DC7-FE74-4EAB-92C5-BF8A4F0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8" y="3224213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3" name="SE-056-path-753">
            <a:extLst xmlns:a="http://schemas.openxmlformats.org/drawingml/2006/main">
              <a:ext uri="{FF2B5EF4-FFF2-40B4-BE49-F238E27FC236}">
                <a16:creationId xmlns:a16="http://schemas.microsoft.com/office/drawing/2014/main" id="{4A328AD5-419D-44CA-AB23-37743B9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3224213"/>
            <a:ext cx="42863" cy="95"/>
          </a:xfrm>
          <a:custGeom xmlns:a="http://schemas.openxmlformats.org/drawingml/2006/main">
            <a:pathLst>
              <a:path w="42863" h="95">
                <a:moveTo>
                  <a:pt x="0" y="0"/>
                </a:moveTo>
                <a:lnTo>
                  <a:pt x="42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4" name="SE-056-path-754">
            <a:extLst xmlns:a="http://schemas.openxmlformats.org/drawingml/2006/main">
              <a:ext uri="{FF2B5EF4-FFF2-40B4-BE49-F238E27FC236}">
                <a16:creationId xmlns:a16="http://schemas.microsoft.com/office/drawing/2014/main" id="{B21B81DC-0B64-4F87-BA68-D0003F9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861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755" name="SE-056-755">
            <a:extLst xmlns:a="http://schemas.openxmlformats.org/drawingml/2006/main">
              <a:ext uri="{FF2B5EF4-FFF2-40B4-BE49-F238E27FC236}">
                <a16:creationId xmlns:a16="http://schemas.microsoft.com/office/drawing/2014/main" id="{E92927C1-A327-4B45-8FC8-A1384CA2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573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756" name="SE-056-path-756">
            <a:extLst xmlns:a="http://schemas.openxmlformats.org/drawingml/2006/main">
              <a:ext uri="{FF2B5EF4-FFF2-40B4-BE49-F238E27FC236}">
                <a16:creationId xmlns:a16="http://schemas.microsoft.com/office/drawing/2014/main" id="{A0F65073-E488-4AC5-B694-A15BFA9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600075"/>
            <a:ext cx="321564" cy="2533650"/>
          </a:xfrm>
          <a:custGeom xmlns:a="http://schemas.openxmlformats.org/drawingml/2006/main">
            <a:pathLst>
              <a:path w="321564" h="2533650">
                <a:moveTo>
                  <a:pt x="129540" y="0"/>
                </a:moveTo>
                <a:lnTo>
                  <a:pt x="127635" y="19050"/>
                </a:lnTo>
                <a:lnTo>
                  <a:pt x="126111" y="38100"/>
                </a:lnTo>
                <a:lnTo>
                  <a:pt x="124968" y="57150"/>
                </a:lnTo>
                <a:lnTo>
                  <a:pt x="124206" y="76200"/>
                </a:lnTo>
                <a:lnTo>
                  <a:pt x="123825" y="95250"/>
                </a:lnTo>
                <a:lnTo>
                  <a:pt x="123825" y="114300"/>
                </a:lnTo>
                <a:lnTo>
                  <a:pt x="123444" y="133350"/>
                </a:lnTo>
                <a:lnTo>
                  <a:pt x="122682" y="152400"/>
                </a:lnTo>
                <a:lnTo>
                  <a:pt x="121539" y="171450"/>
                </a:lnTo>
                <a:lnTo>
                  <a:pt x="120015" y="190500"/>
                </a:lnTo>
                <a:lnTo>
                  <a:pt x="118110" y="209550"/>
                </a:lnTo>
                <a:lnTo>
                  <a:pt x="116586" y="228600"/>
                </a:lnTo>
                <a:lnTo>
                  <a:pt x="115443" y="247650"/>
                </a:lnTo>
                <a:lnTo>
                  <a:pt x="114681" y="266700"/>
                </a:lnTo>
                <a:lnTo>
                  <a:pt x="114300" y="285750"/>
                </a:lnTo>
                <a:lnTo>
                  <a:pt x="114300" y="304800"/>
                </a:lnTo>
                <a:lnTo>
                  <a:pt x="114300" y="323850"/>
                </a:lnTo>
                <a:lnTo>
                  <a:pt x="114300" y="342900"/>
                </a:lnTo>
                <a:lnTo>
                  <a:pt x="114300" y="361950"/>
                </a:lnTo>
                <a:lnTo>
                  <a:pt x="114300" y="381000"/>
                </a:lnTo>
                <a:lnTo>
                  <a:pt x="114300" y="400050"/>
                </a:lnTo>
                <a:lnTo>
                  <a:pt x="114300" y="419100"/>
                </a:lnTo>
                <a:lnTo>
                  <a:pt x="114300" y="438150"/>
                </a:lnTo>
                <a:lnTo>
                  <a:pt x="114300" y="457200"/>
                </a:lnTo>
                <a:lnTo>
                  <a:pt x="113919" y="476250"/>
                </a:lnTo>
                <a:lnTo>
                  <a:pt x="113157" y="495300"/>
                </a:lnTo>
                <a:lnTo>
                  <a:pt x="112014" y="514350"/>
                </a:lnTo>
                <a:lnTo>
                  <a:pt x="110490" y="533400"/>
                </a:lnTo>
                <a:lnTo>
                  <a:pt x="108585" y="552450"/>
                </a:lnTo>
                <a:lnTo>
                  <a:pt x="107061" y="571500"/>
                </a:lnTo>
                <a:lnTo>
                  <a:pt x="105918" y="590550"/>
                </a:lnTo>
                <a:lnTo>
                  <a:pt x="105156" y="609600"/>
                </a:lnTo>
                <a:lnTo>
                  <a:pt x="104775" y="628650"/>
                </a:lnTo>
                <a:lnTo>
                  <a:pt x="104775" y="647700"/>
                </a:lnTo>
                <a:lnTo>
                  <a:pt x="104775" y="666750"/>
                </a:lnTo>
                <a:lnTo>
                  <a:pt x="104775" y="685800"/>
                </a:lnTo>
                <a:lnTo>
                  <a:pt x="104775" y="704850"/>
                </a:lnTo>
                <a:lnTo>
                  <a:pt x="104775" y="723900"/>
                </a:lnTo>
                <a:lnTo>
                  <a:pt x="104775" y="742950"/>
                </a:lnTo>
                <a:lnTo>
                  <a:pt x="104775" y="762000"/>
                </a:lnTo>
                <a:lnTo>
                  <a:pt x="104775" y="781050"/>
                </a:lnTo>
                <a:lnTo>
                  <a:pt x="104775" y="800100"/>
                </a:lnTo>
                <a:lnTo>
                  <a:pt x="104775" y="819150"/>
                </a:lnTo>
                <a:lnTo>
                  <a:pt x="104775" y="838200"/>
                </a:lnTo>
                <a:lnTo>
                  <a:pt x="104394" y="857250"/>
                </a:lnTo>
                <a:lnTo>
                  <a:pt x="103632" y="876300"/>
                </a:lnTo>
                <a:lnTo>
                  <a:pt x="102489" y="895350"/>
                </a:lnTo>
                <a:lnTo>
                  <a:pt x="100965" y="914400"/>
                </a:lnTo>
                <a:lnTo>
                  <a:pt x="99060" y="933450"/>
                </a:lnTo>
                <a:lnTo>
                  <a:pt x="97536" y="952500"/>
                </a:lnTo>
                <a:lnTo>
                  <a:pt x="96393" y="971550"/>
                </a:lnTo>
                <a:lnTo>
                  <a:pt x="95631" y="990600"/>
                </a:lnTo>
                <a:lnTo>
                  <a:pt x="95250" y="1009650"/>
                </a:lnTo>
                <a:lnTo>
                  <a:pt x="95250" y="1028700"/>
                </a:lnTo>
                <a:lnTo>
                  <a:pt x="95250" y="1047750"/>
                </a:lnTo>
                <a:lnTo>
                  <a:pt x="95250" y="1066800"/>
                </a:lnTo>
                <a:lnTo>
                  <a:pt x="95250" y="1085850"/>
                </a:lnTo>
                <a:lnTo>
                  <a:pt x="95250" y="1104900"/>
                </a:lnTo>
                <a:lnTo>
                  <a:pt x="95250" y="1123950"/>
                </a:lnTo>
                <a:lnTo>
                  <a:pt x="94869" y="1143000"/>
                </a:lnTo>
                <a:lnTo>
                  <a:pt x="94107" y="1162050"/>
                </a:lnTo>
                <a:lnTo>
                  <a:pt x="92964" y="1181100"/>
                </a:lnTo>
                <a:lnTo>
                  <a:pt x="91440" y="1200150"/>
                </a:lnTo>
                <a:lnTo>
                  <a:pt x="89535" y="1219200"/>
                </a:lnTo>
                <a:lnTo>
                  <a:pt x="88011" y="1238250"/>
                </a:lnTo>
                <a:lnTo>
                  <a:pt x="86487" y="1257300"/>
                </a:lnTo>
                <a:lnTo>
                  <a:pt x="84963" y="1276350"/>
                </a:lnTo>
                <a:lnTo>
                  <a:pt x="83439" y="1295400"/>
                </a:lnTo>
                <a:lnTo>
                  <a:pt x="81915" y="1314450"/>
                </a:lnTo>
                <a:lnTo>
                  <a:pt x="79629" y="1333500"/>
                </a:lnTo>
                <a:lnTo>
                  <a:pt x="77343" y="1352550"/>
                </a:lnTo>
                <a:lnTo>
                  <a:pt x="75057" y="1371600"/>
                </a:lnTo>
                <a:lnTo>
                  <a:pt x="72390" y="1390650"/>
                </a:lnTo>
                <a:lnTo>
                  <a:pt x="69342" y="1409700"/>
                </a:lnTo>
                <a:lnTo>
                  <a:pt x="66675" y="1428750"/>
                </a:lnTo>
                <a:lnTo>
                  <a:pt x="63627" y="1447800"/>
                </a:lnTo>
                <a:lnTo>
                  <a:pt x="60579" y="1466850"/>
                </a:lnTo>
                <a:lnTo>
                  <a:pt x="57912" y="1485900"/>
                </a:lnTo>
                <a:lnTo>
                  <a:pt x="55245" y="1504950"/>
                </a:lnTo>
                <a:lnTo>
                  <a:pt x="52197" y="1524000"/>
                </a:lnTo>
                <a:lnTo>
                  <a:pt x="49530" y="1543050"/>
                </a:lnTo>
                <a:lnTo>
                  <a:pt x="46101" y="1562100"/>
                </a:lnTo>
                <a:lnTo>
                  <a:pt x="42291" y="1581150"/>
                </a:lnTo>
                <a:lnTo>
                  <a:pt x="38862" y="1600200"/>
                </a:lnTo>
                <a:lnTo>
                  <a:pt x="35433" y="1619250"/>
                </a:lnTo>
                <a:lnTo>
                  <a:pt x="31623" y="1638300"/>
                </a:lnTo>
                <a:lnTo>
                  <a:pt x="28575" y="1657350"/>
                </a:lnTo>
                <a:lnTo>
                  <a:pt x="25908" y="1676400"/>
                </a:lnTo>
                <a:lnTo>
                  <a:pt x="22860" y="1695450"/>
                </a:lnTo>
                <a:lnTo>
                  <a:pt x="20193" y="1714500"/>
                </a:lnTo>
                <a:lnTo>
                  <a:pt x="17907" y="1733550"/>
                </a:lnTo>
                <a:lnTo>
                  <a:pt x="15621" y="1752600"/>
                </a:lnTo>
                <a:lnTo>
                  <a:pt x="12954" y="1771650"/>
                </a:lnTo>
                <a:lnTo>
                  <a:pt x="10668" y="1790700"/>
                </a:lnTo>
                <a:lnTo>
                  <a:pt x="8382" y="1809750"/>
                </a:lnTo>
                <a:lnTo>
                  <a:pt x="6096" y="1828800"/>
                </a:lnTo>
                <a:lnTo>
                  <a:pt x="3810" y="1847850"/>
                </a:lnTo>
                <a:lnTo>
                  <a:pt x="2286" y="1866900"/>
                </a:lnTo>
                <a:lnTo>
                  <a:pt x="1143" y="1885950"/>
                </a:lnTo>
                <a:lnTo>
                  <a:pt x="381" y="1905000"/>
                </a:lnTo>
                <a:lnTo>
                  <a:pt x="0" y="1924050"/>
                </a:lnTo>
                <a:lnTo>
                  <a:pt x="0" y="1943100"/>
                </a:lnTo>
                <a:lnTo>
                  <a:pt x="0" y="1962150"/>
                </a:lnTo>
                <a:lnTo>
                  <a:pt x="0" y="1981200"/>
                </a:lnTo>
                <a:lnTo>
                  <a:pt x="0" y="2000250"/>
                </a:lnTo>
                <a:lnTo>
                  <a:pt x="381" y="2019300"/>
                </a:lnTo>
                <a:lnTo>
                  <a:pt x="1143" y="2038350"/>
                </a:lnTo>
                <a:lnTo>
                  <a:pt x="2286" y="2057400"/>
                </a:lnTo>
                <a:lnTo>
                  <a:pt x="3810" y="2076450"/>
                </a:lnTo>
                <a:lnTo>
                  <a:pt x="6096" y="2095500"/>
                </a:lnTo>
                <a:lnTo>
                  <a:pt x="8382" y="2114550"/>
                </a:lnTo>
                <a:lnTo>
                  <a:pt x="10668" y="2133600"/>
                </a:lnTo>
                <a:lnTo>
                  <a:pt x="13335" y="2152650"/>
                </a:lnTo>
                <a:lnTo>
                  <a:pt x="16383" y="2171700"/>
                </a:lnTo>
                <a:lnTo>
                  <a:pt x="19050" y="2190750"/>
                </a:lnTo>
                <a:lnTo>
                  <a:pt x="22098" y="2209800"/>
                </a:lnTo>
                <a:lnTo>
                  <a:pt x="25527" y="2228850"/>
                </a:lnTo>
                <a:lnTo>
                  <a:pt x="28956" y="2247900"/>
                </a:lnTo>
                <a:lnTo>
                  <a:pt x="32385" y="2266950"/>
                </a:lnTo>
                <a:lnTo>
                  <a:pt x="36576" y="2286000"/>
                </a:lnTo>
                <a:lnTo>
                  <a:pt x="40767" y="2305050"/>
                </a:lnTo>
                <a:lnTo>
                  <a:pt x="44958" y="2324100"/>
                </a:lnTo>
                <a:lnTo>
                  <a:pt x="49149" y="2343150"/>
                </a:lnTo>
                <a:lnTo>
                  <a:pt x="53340" y="2362200"/>
                </a:lnTo>
                <a:lnTo>
                  <a:pt x="57150" y="2381250"/>
                </a:lnTo>
                <a:lnTo>
                  <a:pt x="60960" y="2400300"/>
                </a:lnTo>
                <a:lnTo>
                  <a:pt x="65151" y="2419350"/>
                </a:lnTo>
                <a:lnTo>
                  <a:pt x="69342" y="2438400"/>
                </a:lnTo>
                <a:lnTo>
                  <a:pt x="73533" y="2457450"/>
                </a:lnTo>
                <a:lnTo>
                  <a:pt x="77343" y="2476500"/>
                </a:lnTo>
                <a:lnTo>
                  <a:pt x="80772" y="2495550"/>
                </a:lnTo>
                <a:lnTo>
                  <a:pt x="83058" y="2514600"/>
                </a:lnTo>
                <a:lnTo>
                  <a:pt x="84582" y="2533650"/>
                </a:lnTo>
                <a:lnTo>
                  <a:pt x="231267" y="2533650"/>
                </a:lnTo>
                <a:lnTo>
                  <a:pt x="233553" y="2514600"/>
                </a:lnTo>
                <a:lnTo>
                  <a:pt x="236982" y="2495550"/>
                </a:lnTo>
                <a:lnTo>
                  <a:pt x="240792" y="2476500"/>
                </a:lnTo>
                <a:lnTo>
                  <a:pt x="244983" y="2457450"/>
                </a:lnTo>
                <a:lnTo>
                  <a:pt x="249174" y="2438400"/>
                </a:lnTo>
                <a:lnTo>
                  <a:pt x="253365" y="2419350"/>
                </a:lnTo>
                <a:lnTo>
                  <a:pt x="257175" y="2400300"/>
                </a:lnTo>
                <a:lnTo>
                  <a:pt x="260985" y="2381250"/>
                </a:lnTo>
                <a:lnTo>
                  <a:pt x="265176" y="2362200"/>
                </a:lnTo>
                <a:lnTo>
                  <a:pt x="269367" y="2343150"/>
                </a:lnTo>
                <a:lnTo>
                  <a:pt x="273558" y="2324100"/>
                </a:lnTo>
                <a:lnTo>
                  <a:pt x="277749" y="2305050"/>
                </a:lnTo>
                <a:lnTo>
                  <a:pt x="281940" y="2286000"/>
                </a:lnTo>
                <a:lnTo>
                  <a:pt x="285369" y="2266950"/>
                </a:lnTo>
                <a:lnTo>
                  <a:pt x="288798" y="2247900"/>
                </a:lnTo>
                <a:lnTo>
                  <a:pt x="292227" y="2228850"/>
                </a:lnTo>
                <a:lnTo>
                  <a:pt x="295275" y="2209800"/>
                </a:lnTo>
                <a:lnTo>
                  <a:pt x="298323" y="2190750"/>
                </a:lnTo>
                <a:lnTo>
                  <a:pt x="301752" y="2171700"/>
                </a:lnTo>
                <a:lnTo>
                  <a:pt x="304800" y="2152650"/>
                </a:lnTo>
                <a:lnTo>
                  <a:pt x="307467" y="2133600"/>
                </a:lnTo>
                <a:lnTo>
                  <a:pt x="310134" y="2114550"/>
                </a:lnTo>
                <a:lnTo>
                  <a:pt x="312039" y="2095500"/>
                </a:lnTo>
                <a:lnTo>
                  <a:pt x="313563" y="2076450"/>
                </a:lnTo>
                <a:lnTo>
                  <a:pt x="315087" y="2057400"/>
                </a:lnTo>
                <a:lnTo>
                  <a:pt x="316611" y="2038350"/>
                </a:lnTo>
                <a:lnTo>
                  <a:pt x="318135" y="2019300"/>
                </a:lnTo>
                <a:lnTo>
                  <a:pt x="320040" y="2000250"/>
                </a:lnTo>
                <a:lnTo>
                  <a:pt x="321183" y="1981200"/>
                </a:lnTo>
                <a:lnTo>
                  <a:pt x="321564" y="1962150"/>
                </a:lnTo>
                <a:lnTo>
                  <a:pt x="321183" y="1943100"/>
                </a:lnTo>
                <a:lnTo>
                  <a:pt x="320040" y="1924050"/>
                </a:lnTo>
                <a:lnTo>
                  <a:pt x="318135" y="1905000"/>
                </a:lnTo>
                <a:lnTo>
                  <a:pt x="316611" y="1885950"/>
                </a:lnTo>
                <a:lnTo>
                  <a:pt x="315468" y="1866900"/>
                </a:lnTo>
                <a:lnTo>
                  <a:pt x="314325" y="1847850"/>
                </a:lnTo>
                <a:lnTo>
                  <a:pt x="313182" y="1828800"/>
                </a:lnTo>
                <a:lnTo>
                  <a:pt x="312039" y="1809750"/>
                </a:lnTo>
                <a:lnTo>
                  <a:pt x="310134" y="1790700"/>
                </a:lnTo>
                <a:lnTo>
                  <a:pt x="307467" y="1771650"/>
                </a:lnTo>
                <a:lnTo>
                  <a:pt x="304800" y="1752600"/>
                </a:lnTo>
                <a:lnTo>
                  <a:pt x="301752" y="1733550"/>
                </a:lnTo>
                <a:lnTo>
                  <a:pt x="298323" y="1714500"/>
                </a:lnTo>
                <a:lnTo>
                  <a:pt x="295275" y="1695450"/>
                </a:lnTo>
                <a:lnTo>
                  <a:pt x="292227" y="1676400"/>
                </a:lnTo>
                <a:lnTo>
                  <a:pt x="288798" y="1657350"/>
                </a:lnTo>
                <a:lnTo>
                  <a:pt x="285750" y="1638300"/>
                </a:lnTo>
                <a:lnTo>
                  <a:pt x="282702" y="1619250"/>
                </a:lnTo>
                <a:lnTo>
                  <a:pt x="279273" y="1600200"/>
                </a:lnTo>
                <a:lnTo>
                  <a:pt x="276225" y="1581150"/>
                </a:lnTo>
                <a:lnTo>
                  <a:pt x="273177" y="1562100"/>
                </a:lnTo>
                <a:lnTo>
                  <a:pt x="269748" y="1543050"/>
                </a:lnTo>
                <a:lnTo>
                  <a:pt x="266700" y="1524000"/>
                </a:lnTo>
                <a:lnTo>
                  <a:pt x="263652" y="1504950"/>
                </a:lnTo>
                <a:lnTo>
                  <a:pt x="260223" y="1485900"/>
                </a:lnTo>
                <a:lnTo>
                  <a:pt x="257175" y="1466850"/>
                </a:lnTo>
                <a:lnTo>
                  <a:pt x="254127" y="1447800"/>
                </a:lnTo>
                <a:lnTo>
                  <a:pt x="250698" y="1428750"/>
                </a:lnTo>
                <a:lnTo>
                  <a:pt x="247650" y="1409700"/>
                </a:lnTo>
                <a:lnTo>
                  <a:pt x="244983" y="1390650"/>
                </a:lnTo>
                <a:lnTo>
                  <a:pt x="242316" y="1371600"/>
                </a:lnTo>
                <a:lnTo>
                  <a:pt x="240030" y="1352550"/>
                </a:lnTo>
                <a:lnTo>
                  <a:pt x="238125" y="1333500"/>
                </a:lnTo>
                <a:lnTo>
                  <a:pt x="236220" y="1314450"/>
                </a:lnTo>
                <a:lnTo>
                  <a:pt x="234315" y="1295400"/>
                </a:lnTo>
                <a:lnTo>
                  <a:pt x="232410" y="1276350"/>
                </a:lnTo>
                <a:lnTo>
                  <a:pt x="230886" y="1257300"/>
                </a:lnTo>
                <a:lnTo>
                  <a:pt x="229743" y="1238250"/>
                </a:lnTo>
                <a:lnTo>
                  <a:pt x="228600" y="1219200"/>
                </a:lnTo>
                <a:lnTo>
                  <a:pt x="227457" y="1200150"/>
                </a:lnTo>
                <a:lnTo>
                  <a:pt x="226314" y="1181100"/>
                </a:lnTo>
                <a:lnTo>
                  <a:pt x="224790" y="1162050"/>
                </a:lnTo>
                <a:lnTo>
                  <a:pt x="222885" y="1143000"/>
                </a:lnTo>
                <a:lnTo>
                  <a:pt x="221361" y="1123950"/>
                </a:lnTo>
                <a:lnTo>
                  <a:pt x="220218" y="1104900"/>
                </a:lnTo>
                <a:lnTo>
                  <a:pt x="219456" y="1085850"/>
                </a:lnTo>
                <a:lnTo>
                  <a:pt x="219075" y="1066800"/>
                </a:lnTo>
                <a:lnTo>
                  <a:pt x="219075" y="1047750"/>
                </a:lnTo>
                <a:lnTo>
                  <a:pt x="219075" y="1028700"/>
                </a:lnTo>
                <a:lnTo>
                  <a:pt x="219075" y="1009650"/>
                </a:lnTo>
                <a:lnTo>
                  <a:pt x="219075" y="990600"/>
                </a:lnTo>
                <a:lnTo>
                  <a:pt x="219075" y="971550"/>
                </a:lnTo>
                <a:lnTo>
                  <a:pt x="219075" y="952500"/>
                </a:lnTo>
                <a:lnTo>
                  <a:pt x="219075" y="933450"/>
                </a:lnTo>
                <a:lnTo>
                  <a:pt x="219075" y="914400"/>
                </a:lnTo>
                <a:lnTo>
                  <a:pt x="219075" y="895350"/>
                </a:lnTo>
                <a:lnTo>
                  <a:pt x="219075" y="876300"/>
                </a:lnTo>
                <a:lnTo>
                  <a:pt x="219075" y="857250"/>
                </a:lnTo>
                <a:lnTo>
                  <a:pt x="218694" y="838200"/>
                </a:lnTo>
                <a:lnTo>
                  <a:pt x="217932" y="819150"/>
                </a:lnTo>
                <a:lnTo>
                  <a:pt x="216789" y="800100"/>
                </a:lnTo>
                <a:lnTo>
                  <a:pt x="215265" y="781050"/>
                </a:lnTo>
                <a:lnTo>
                  <a:pt x="213360" y="762000"/>
                </a:lnTo>
                <a:lnTo>
                  <a:pt x="211836" y="742950"/>
                </a:lnTo>
                <a:lnTo>
                  <a:pt x="210693" y="723900"/>
                </a:lnTo>
                <a:lnTo>
                  <a:pt x="209931" y="704850"/>
                </a:lnTo>
                <a:lnTo>
                  <a:pt x="209550" y="685800"/>
                </a:lnTo>
                <a:lnTo>
                  <a:pt x="209550" y="666750"/>
                </a:lnTo>
                <a:lnTo>
                  <a:pt x="209550" y="647700"/>
                </a:lnTo>
                <a:lnTo>
                  <a:pt x="209550" y="628650"/>
                </a:lnTo>
                <a:lnTo>
                  <a:pt x="209550" y="609600"/>
                </a:lnTo>
                <a:lnTo>
                  <a:pt x="209550" y="590550"/>
                </a:lnTo>
                <a:lnTo>
                  <a:pt x="209550" y="571500"/>
                </a:lnTo>
                <a:lnTo>
                  <a:pt x="209550" y="552450"/>
                </a:lnTo>
                <a:lnTo>
                  <a:pt x="209550" y="533400"/>
                </a:lnTo>
                <a:lnTo>
                  <a:pt x="209550" y="514350"/>
                </a:lnTo>
                <a:lnTo>
                  <a:pt x="209550" y="495300"/>
                </a:lnTo>
                <a:lnTo>
                  <a:pt x="209169" y="476250"/>
                </a:lnTo>
                <a:lnTo>
                  <a:pt x="208407" y="457200"/>
                </a:lnTo>
                <a:lnTo>
                  <a:pt x="207264" y="438150"/>
                </a:lnTo>
                <a:lnTo>
                  <a:pt x="205740" y="419100"/>
                </a:lnTo>
                <a:lnTo>
                  <a:pt x="203835" y="400050"/>
                </a:lnTo>
                <a:lnTo>
                  <a:pt x="202311" y="381000"/>
                </a:lnTo>
                <a:lnTo>
                  <a:pt x="201168" y="361950"/>
                </a:lnTo>
                <a:lnTo>
                  <a:pt x="200406" y="342900"/>
                </a:lnTo>
                <a:lnTo>
                  <a:pt x="200025" y="323850"/>
                </a:lnTo>
                <a:lnTo>
                  <a:pt x="200025" y="304800"/>
                </a:lnTo>
                <a:lnTo>
                  <a:pt x="200025" y="285750"/>
                </a:lnTo>
                <a:lnTo>
                  <a:pt x="200025" y="266700"/>
                </a:lnTo>
                <a:lnTo>
                  <a:pt x="200025" y="247650"/>
                </a:lnTo>
                <a:lnTo>
                  <a:pt x="200025" y="228600"/>
                </a:lnTo>
                <a:lnTo>
                  <a:pt x="200025" y="209550"/>
                </a:lnTo>
                <a:lnTo>
                  <a:pt x="200025" y="190500"/>
                </a:lnTo>
                <a:lnTo>
                  <a:pt x="200025" y="171450"/>
                </a:lnTo>
                <a:lnTo>
                  <a:pt x="200025" y="152400"/>
                </a:lnTo>
                <a:lnTo>
                  <a:pt x="200025" y="133350"/>
                </a:lnTo>
                <a:lnTo>
                  <a:pt x="200025" y="114300"/>
                </a:lnTo>
                <a:lnTo>
                  <a:pt x="199644" y="95250"/>
                </a:lnTo>
                <a:lnTo>
                  <a:pt x="198882" y="76200"/>
                </a:lnTo>
                <a:lnTo>
                  <a:pt x="197739" y="57150"/>
                </a:lnTo>
                <a:lnTo>
                  <a:pt x="196215" y="38100"/>
                </a:lnTo>
                <a:lnTo>
                  <a:pt x="194310" y="19050"/>
                </a:lnTo>
                <a:lnTo>
                  <a:pt x="192786" y="0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57" name="SE-056-path-757">
            <a:extLst xmlns:a="http://schemas.openxmlformats.org/drawingml/2006/main">
              <a:ext uri="{FF2B5EF4-FFF2-40B4-BE49-F238E27FC236}">
                <a16:creationId xmlns:a16="http://schemas.microsoft.com/office/drawing/2014/main" id="{CC6E4F68-852A-4470-8DCE-9C1BD0B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14312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8" name="SE-056-path-758">
            <a:extLst xmlns:a="http://schemas.openxmlformats.org/drawingml/2006/main">
              <a:ext uri="{FF2B5EF4-FFF2-40B4-BE49-F238E27FC236}">
                <a16:creationId xmlns:a16="http://schemas.microsoft.com/office/drawing/2014/main" id="{23B0A7A9-8DB0-4586-889A-557936B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14312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59" name="SE-056-path-759">
            <a:extLst xmlns:a="http://schemas.openxmlformats.org/drawingml/2006/main">
              <a:ext uri="{FF2B5EF4-FFF2-40B4-BE49-F238E27FC236}">
                <a16:creationId xmlns:a16="http://schemas.microsoft.com/office/drawing/2014/main" id="{012F376A-56A1-43A4-9DEA-062E6C8F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1431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60" name="SE-056-path-760">
            <a:extLst xmlns:a="http://schemas.openxmlformats.org/drawingml/2006/main">
              <a:ext uri="{FF2B5EF4-FFF2-40B4-BE49-F238E27FC236}">
                <a16:creationId xmlns:a16="http://schemas.microsoft.com/office/drawing/2014/main" id="{3EA092C0-6E9D-4214-A7E5-F6CC6A9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71738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761" name="SE-056-761">
            <a:extLst xmlns:a="http://schemas.openxmlformats.org/drawingml/2006/main">
              <a:ext uri="{FF2B5EF4-FFF2-40B4-BE49-F238E27FC236}">
                <a16:creationId xmlns:a16="http://schemas.microsoft.com/office/drawing/2014/main" id="{BE30FEEF-F0E3-40F1-A7F8-C64BCF1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762" name="SE-056-path-762">
            <a:extLst xmlns:a="http://schemas.openxmlformats.org/drawingml/2006/main">
              <a:ext uri="{FF2B5EF4-FFF2-40B4-BE49-F238E27FC236}">
                <a16:creationId xmlns:a16="http://schemas.microsoft.com/office/drawing/2014/main" id="{2A16B69E-1D45-4BC0-9B7E-70DFEAF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37" y="3981450"/>
            <a:ext cx="44577" cy="38100"/>
          </a:xfrm>
          <a:custGeom xmlns:a="http://schemas.openxmlformats.org/drawingml/2006/main">
            <a:pathLst>
              <a:path w="44577" h="38100">
                <a:moveTo>
                  <a:pt x="0" y="0"/>
                </a:moveTo>
                <a:lnTo>
                  <a:pt x="381" y="19050"/>
                </a:lnTo>
                <a:lnTo>
                  <a:pt x="0" y="38100"/>
                </a:lnTo>
                <a:lnTo>
                  <a:pt x="44577" y="38100"/>
                </a:lnTo>
                <a:lnTo>
                  <a:pt x="44196" y="19050"/>
                </a:lnTo>
                <a:lnTo>
                  <a:pt x="44577" y="0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63" name="SE-056-763">
            <a:extLst xmlns:a="http://schemas.openxmlformats.org/drawingml/2006/main">
              <a:ext uri="{FF2B5EF4-FFF2-40B4-BE49-F238E27FC236}">
                <a16:creationId xmlns:a16="http://schemas.microsoft.com/office/drawing/2014/main" id="{236D2861-82B2-40A7-B832-4CCE33EE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433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764" name="SE-056-path-764">
            <a:extLst xmlns:a="http://schemas.openxmlformats.org/drawingml/2006/main">
              <a:ext uri="{FF2B5EF4-FFF2-40B4-BE49-F238E27FC236}">
                <a16:creationId xmlns:a16="http://schemas.microsoft.com/office/drawing/2014/main" id="{4E958071-A822-4467-9441-E7C9C26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263" y="514350"/>
            <a:ext cx="314325" cy="2590800"/>
          </a:xfrm>
          <a:custGeom xmlns:a="http://schemas.openxmlformats.org/drawingml/2006/main">
            <a:pathLst>
              <a:path w="314325" h="2590800">
                <a:moveTo>
                  <a:pt x="123825" y="0"/>
                </a:moveTo>
                <a:lnTo>
                  <a:pt x="123444" y="19050"/>
                </a:lnTo>
                <a:lnTo>
                  <a:pt x="123063" y="38100"/>
                </a:lnTo>
                <a:lnTo>
                  <a:pt x="122301" y="57150"/>
                </a:lnTo>
                <a:lnTo>
                  <a:pt x="121158" y="76200"/>
                </a:lnTo>
                <a:lnTo>
                  <a:pt x="119634" y="95250"/>
                </a:lnTo>
                <a:lnTo>
                  <a:pt x="118491" y="114300"/>
                </a:lnTo>
                <a:lnTo>
                  <a:pt x="116967" y="133350"/>
                </a:lnTo>
                <a:lnTo>
                  <a:pt x="115824" y="152400"/>
                </a:lnTo>
                <a:lnTo>
                  <a:pt x="115062" y="171450"/>
                </a:lnTo>
                <a:lnTo>
                  <a:pt x="114681" y="190500"/>
                </a:lnTo>
                <a:lnTo>
                  <a:pt x="114300" y="209550"/>
                </a:lnTo>
                <a:lnTo>
                  <a:pt x="114300" y="228600"/>
                </a:lnTo>
                <a:lnTo>
                  <a:pt x="114300" y="247650"/>
                </a:lnTo>
                <a:lnTo>
                  <a:pt x="114300" y="266700"/>
                </a:lnTo>
                <a:lnTo>
                  <a:pt x="114300" y="285750"/>
                </a:lnTo>
                <a:lnTo>
                  <a:pt x="114300" y="304800"/>
                </a:lnTo>
                <a:lnTo>
                  <a:pt x="114300" y="323850"/>
                </a:lnTo>
                <a:lnTo>
                  <a:pt x="114300" y="342900"/>
                </a:lnTo>
                <a:lnTo>
                  <a:pt x="114300" y="361950"/>
                </a:lnTo>
                <a:lnTo>
                  <a:pt x="114300" y="381000"/>
                </a:lnTo>
                <a:lnTo>
                  <a:pt x="114300" y="400050"/>
                </a:lnTo>
                <a:lnTo>
                  <a:pt x="113919" y="419100"/>
                </a:lnTo>
                <a:lnTo>
                  <a:pt x="113157" y="438150"/>
                </a:lnTo>
                <a:lnTo>
                  <a:pt x="112014" y="457200"/>
                </a:lnTo>
                <a:lnTo>
                  <a:pt x="110490" y="476250"/>
                </a:lnTo>
                <a:lnTo>
                  <a:pt x="108585" y="495300"/>
                </a:lnTo>
                <a:lnTo>
                  <a:pt x="107061" y="514350"/>
                </a:lnTo>
                <a:lnTo>
                  <a:pt x="105918" y="533400"/>
                </a:lnTo>
                <a:lnTo>
                  <a:pt x="105156" y="552450"/>
                </a:lnTo>
                <a:lnTo>
                  <a:pt x="104775" y="571500"/>
                </a:lnTo>
                <a:lnTo>
                  <a:pt x="104775" y="590550"/>
                </a:lnTo>
                <a:lnTo>
                  <a:pt x="104775" y="609600"/>
                </a:lnTo>
                <a:lnTo>
                  <a:pt x="104775" y="628650"/>
                </a:lnTo>
                <a:lnTo>
                  <a:pt x="104775" y="647700"/>
                </a:lnTo>
                <a:lnTo>
                  <a:pt x="104775" y="666750"/>
                </a:lnTo>
                <a:lnTo>
                  <a:pt x="104394" y="685800"/>
                </a:lnTo>
                <a:lnTo>
                  <a:pt x="103632" y="704850"/>
                </a:lnTo>
                <a:lnTo>
                  <a:pt x="102489" y="723900"/>
                </a:lnTo>
                <a:lnTo>
                  <a:pt x="100965" y="742950"/>
                </a:lnTo>
                <a:lnTo>
                  <a:pt x="99060" y="762000"/>
                </a:lnTo>
                <a:lnTo>
                  <a:pt x="97536" y="781050"/>
                </a:lnTo>
                <a:lnTo>
                  <a:pt x="96393" y="800100"/>
                </a:lnTo>
                <a:lnTo>
                  <a:pt x="95631" y="819150"/>
                </a:lnTo>
                <a:lnTo>
                  <a:pt x="95250" y="838200"/>
                </a:lnTo>
                <a:lnTo>
                  <a:pt x="95250" y="857250"/>
                </a:lnTo>
                <a:lnTo>
                  <a:pt x="95250" y="876300"/>
                </a:lnTo>
                <a:lnTo>
                  <a:pt x="95250" y="895350"/>
                </a:lnTo>
                <a:lnTo>
                  <a:pt x="95250" y="914400"/>
                </a:lnTo>
                <a:lnTo>
                  <a:pt x="95250" y="933450"/>
                </a:lnTo>
                <a:lnTo>
                  <a:pt x="95250" y="952500"/>
                </a:lnTo>
                <a:lnTo>
                  <a:pt x="95250" y="971550"/>
                </a:lnTo>
                <a:lnTo>
                  <a:pt x="95250" y="990600"/>
                </a:lnTo>
                <a:lnTo>
                  <a:pt x="95250" y="1009650"/>
                </a:lnTo>
                <a:lnTo>
                  <a:pt x="95250" y="1028700"/>
                </a:lnTo>
                <a:lnTo>
                  <a:pt x="95250" y="1047750"/>
                </a:lnTo>
                <a:lnTo>
                  <a:pt x="95250" y="1066800"/>
                </a:lnTo>
                <a:lnTo>
                  <a:pt x="95250" y="1085850"/>
                </a:lnTo>
                <a:lnTo>
                  <a:pt x="94869" y="1104900"/>
                </a:lnTo>
                <a:lnTo>
                  <a:pt x="94107" y="1123950"/>
                </a:lnTo>
                <a:lnTo>
                  <a:pt x="92964" y="1143000"/>
                </a:lnTo>
                <a:lnTo>
                  <a:pt x="91440" y="1162050"/>
                </a:lnTo>
                <a:lnTo>
                  <a:pt x="89535" y="1181100"/>
                </a:lnTo>
                <a:lnTo>
                  <a:pt x="88011" y="1200150"/>
                </a:lnTo>
                <a:lnTo>
                  <a:pt x="86868" y="1219200"/>
                </a:lnTo>
                <a:lnTo>
                  <a:pt x="86106" y="1238250"/>
                </a:lnTo>
                <a:lnTo>
                  <a:pt x="85344" y="1257300"/>
                </a:lnTo>
                <a:lnTo>
                  <a:pt x="84582" y="1276350"/>
                </a:lnTo>
                <a:lnTo>
                  <a:pt x="83439" y="1295400"/>
                </a:lnTo>
                <a:lnTo>
                  <a:pt x="81915" y="1314450"/>
                </a:lnTo>
                <a:lnTo>
                  <a:pt x="80010" y="1333500"/>
                </a:lnTo>
                <a:lnTo>
                  <a:pt x="78105" y="1352550"/>
                </a:lnTo>
                <a:lnTo>
                  <a:pt x="76200" y="1371600"/>
                </a:lnTo>
                <a:lnTo>
                  <a:pt x="74295" y="1390650"/>
                </a:lnTo>
                <a:lnTo>
                  <a:pt x="72009" y="1409700"/>
                </a:lnTo>
                <a:lnTo>
                  <a:pt x="69342" y="1428750"/>
                </a:lnTo>
                <a:lnTo>
                  <a:pt x="66675" y="1447800"/>
                </a:lnTo>
                <a:lnTo>
                  <a:pt x="63627" y="1466850"/>
                </a:lnTo>
                <a:lnTo>
                  <a:pt x="60198" y="1485900"/>
                </a:lnTo>
                <a:lnTo>
                  <a:pt x="57150" y="1504950"/>
                </a:lnTo>
                <a:lnTo>
                  <a:pt x="54102" y="1524000"/>
                </a:lnTo>
                <a:lnTo>
                  <a:pt x="50673" y="1543050"/>
                </a:lnTo>
                <a:lnTo>
                  <a:pt x="47625" y="1562100"/>
                </a:lnTo>
                <a:lnTo>
                  <a:pt x="44577" y="1581150"/>
                </a:lnTo>
                <a:lnTo>
                  <a:pt x="41148" y="1600200"/>
                </a:lnTo>
                <a:lnTo>
                  <a:pt x="38100" y="1619250"/>
                </a:lnTo>
                <a:lnTo>
                  <a:pt x="35052" y="1638300"/>
                </a:lnTo>
                <a:lnTo>
                  <a:pt x="31623" y="1657350"/>
                </a:lnTo>
                <a:lnTo>
                  <a:pt x="28575" y="1676400"/>
                </a:lnTo>
                <a:lnTo>
                  <a:pt x="25527" y="1695450"/>
                </a:lnTo>
                <a:lnTo>
                  <a:pt x="22098" y="1714500"/>
                </a:lnTo>
                <a:lnTo>
                  <a:pt x="19050" y="1733550"/>
                </a:lnTo>
                <a:lnTo>
                  <a:pt x="16383" y="1752600"/>
                </a:lnTo>
                <a:lnTo>
                  <a:pt x="13335" y="1771650"/>
                </a:lnTo>
                <a:lnTo>
                  <a:pt x="10668" y="1790700"/>
                </a:lnTo>
                <a:lnTo>
                  <a:pt x="8382" y="1809750"/>
                </a:lnTo>
                <a:lnTo>
                  <a:pt x="6477" y="1828800"/>
                </a:lnTo>
                <a:lnTo>
                  <a:pt x="4572" y="1847850"/>
                </a:lnTo>
                <a:lnTo>
                  <a:pt x="3429" y="1866900"/>
                </a:lnTo>
                <a:lnTo>
                  <a:pt x="2667" y="1885950"/>
                </a:lnTo>
                <a:lnTo>
                  <a:pt x="2286" y="1905000"/>
                </a:lnTo>
                <a:lnTo>
                  <a:pt x="1524" y="1924050"/>
                </a:lnTo>
                <a:lnTo>
                  <a:pt x="1143" y="1943100"/>
                </a:lnTo>
                <a:lnTo>
                  <a:pt x="762" y="1962150"/>
                </a:lnTo>
                <a:lnTo>
                  <a:pt x="381" y="1981200"/>
                </a:lnTo>
                <a:lnTo>
                  <a:pt x="0" y="2000250"/>
                </a:lnTo>
                <a:lnTo>
                  <a:pt x="0" y="2019300"/>
                </a:lnTo>
                <a:lnTo>
                  <a:pt x="0" y="2038350"/>
                </a:lnTo>
                <a:lnTo>
                  <a:pt x="0" y="2057400"/>
                </a:lnTo>
                <a:lnTo>
                  <a:pt x="0" y="2076450"/>
                </a:lnTo>
                <a:lnTo>
                  <a:pt x="381" y="2095500"/>
                </a:lnTo>
                <a:lnTo>
                  <a:pt x="1143" y="2114550"/>
                </a:lnTo>
                <a:lnTo>
                  <a:pt x="2286" y="2133600"/>
                </a:lnTo>
                <a:lnTo>
                  <a:pt x="3810" y="2152650"/>
                </a:lnTo>
                <a:lnTo>
                  <a:pt x="6096" y="2171700"/>
                </a:lnTo>
                <a:lnTo>
                  <a:pt x="8382" y="2190750"/>
                </a:lnTo>
                <a:lnTo>
                  <a:pt x="10668" y="2209800"/>
                </a:lnTo>
                <a:lnTo>
                  <a:pt x="13335" y="2228850"/>
                </a:lnTo>
                <a:lnTo>
                  <a:pt x="16383" y="2247900"/>
                </a:lnTo>
                <a:lnTo>
                  <a:pt x="19431" y="2266950"/>
                </a:lnTo>
                <a:lnTo>
                  <a:pt x="22860" y="2286000"/>
                </a:lnTo>
                <a:lnTo>
                  <a:pt x="27051" y="2305050"/>
                </a:lnTo>
                <a:lnTo>
                  <a:pt x="31242" y="2324100"/>
                </a:lnTo>
                <a:lnTo>
                  <a:pt x="35433" y="2343150"/>
                </a:lnTo>
                <a:lnTo>
                  <a:pt x="39624" y="2362200"/>
                </a:lnTo>
                <a:lnTo>
                  <a:pt x="43815" y="2381250"/>
                </a:lnTo>
                <a:lnTo>
                  <a:pt x="47625" y="2400300"/>
                </a:lnTo>
                <a:lnTo>
                  <a:pt x="51435" y="2419350"/>
                </a:lnTo>
                <a:lnTo>
                  <a:pt x="55626" y="2438400"/>
                </a:lnTo>
                <a:lnTo>
                  <a:pt x="59817" y="2457450"/>
                </a:lnTo>
                <a:lnTo>
                  <a:pt x="64008" y="2476500"/>
                </a:lnTo>
                <a:lnTo>
                  <a:pt x="68199" y="2495550"/>
                </a:lnTo>
                <a:lnTo>
                  <a:pt x="72390" y="2514600"/>
                </a:lnTo>
                <a:lnTo>
                  <a:pt x="75819" y="2533650"/>
                </a:lnTo>
                <a:lnTo>
                  <a:pt x="78867" y="2552700"/>
                </a:lnTo>
                <a:lnTo>
                  <a:pt x="81534" y="2571750"/>
                </a:lnTo>
                <a:lnTo>
                  <a:pt x="83439" y="2590800"/>
                </a:lnTo>
                <a:lnTo>
                  <a:pt x="224028" y="2590800"/>
                </a:lnTo>
                <a:lnTo>
                  <a:pt x="227457" y="2571750"/>
                </a:lnTo>
                <a:lnTo>
                  <a:pt x="231267" y="2552700"/>
                </a:lnTo>
                <a:lnTo>
                  <a:pt x="235458" y="2533650"/>
                </a:lnTo>
                <a:lnTo>
                  <a:pt x="239649" y="2514600"/>
                </a:lnTo>
                <a:lnTo>
                  <a:pt x="243840" y="2495550"/>
                </a:lnTo>
                <a:lnTo>
                  <a:pt x="247650" y="2476500"/>
                </a:lnTo>
                <a:lnTo>
                  <a:pt x="251460" y="2457450"/>
                </a:lnTo>
                <a:lnTo>
                  <a:pt x="255651" y="2438400"/>
                </a:lnTo>
                <a:lnTo>
                  <a:pt x="259842" y="2419350"/>
                </a:lnTo>
                <a:lnTo>
                  <a:pt x="264033" y="2400300"/>
                </a:lnTo>
                <a:lnTo>
                  <a:pt x="268224" y="2381250"/>
                </a:lnTo>
                <a:lnTo>
                  <a:pt x="272415" y="2362200"/>
                </a:lnTo>
                <a:lnTo>
                  <a:pt x="276225" y="2343150"/>
                </a:lnTo>
                <a:lnTo>
                  <a:pt x="280035" y="2324100"/>
                </a:lnTo>
                <a:lnTo>
                  <a:pt x="283845" y="2305050"/>
                </a:lnTo>
                <a:lnTo>
                  <a:pt x="287655" y="2286000"/>
                </a:lnTo>
                <a:lnTo>
                  <a:pt x="291465" y="2266950"/>
                </a:lnTo>
                <a:lnTo>
                  <a:pt x="294894" y="2247900"/>
                </a:lnTo>
                <a:lnTo>
                  <a:pt x="297942" y="2228850"/>
                </a:lnTo>
                <a:lnTo>
                  <a:pt x="300990" y="2209800"/>
                </a:lnTo>
                <a:lnTo>
                  <a:pt x="303657" y="2190750"/>
                </a:lnTo>
                <a:lnTo>
                  <a:pt x="305943" y="2171700"/>
                </a:lnTo>
                <a:lnTo>
                  <a:pt x="308229" y="2152650"/>
                </a:lnTo>
                <a:lnTo>
                  <a:pt x="310515" y="2133600"/>
                </a:lnTo>
                <a:lnTo>
                  <a:pt x="312039" y="2114550"/>
                </a:lnTo>
                <a:lnTo>
                  <a:pt x="313182" y="2095500"/>
                </a:lnTo>
                <a:lnTo>
                  <a:pt x="313944" y="2076450"/>
                </a:lnTo>
                <a:lnTo>
                  <a:pt x="314325" y="2057400"/>
                </a:lnTo>
                <a:lnTo>
                  <a:pt x="314325" y="2038350"/>
                </a:lnTo>
                <a:lnTo>
                  <a:pt x="314325" y="2019300"/>
                </a:lnTo>
                <a:lnTo>
                  <a:pt x="314325" y="2000250"/>
                </a:lnTo>
                <a:lnTo>
                  <a:pt x="313944" y="1981200"/>
                </a:lnTo>
                <a:lnTo>
                  <a:pt x="313563" y="1962150"/>
                </a:lnTo>
                <a:lnTo>
                  <a:pt x="313182" y="1943100"/>
                </a:lnTo>
                <a:lnTo>
                  <a:pt x="312420" y="1924050"/>
                </a:lnTo>
                <a:lnTo>
                  <a:pt x="311277" y="1905000"/>
                </a:lnTo>
                <a:lnTo>
                  <a:pt x="310515" y="1885950"/>
                </a:lnTo>
                <a:lnTo>
                  <a:pt x="309372" y="1866900"/>
                </a:lnTo>
                <a:lnTo>
                  <a:pt x="307467" y="1847850"/>
                </a:lnTo>
                <a:lnTo>
                  <a:pt x="305562" y="1828800"/>
                </a:lnTo>
                <a:lnTo>
                  <a:pt x="303657" y="1809750"/>
                </a:lnTo>
                <a:lnTo>
                  <a:pt x="300990" y="1790700"/>
                </a:lnTo>
                <a:lnTo>
                  <a:pt x="297942" y="1771650"/>
                </a:lnTo>
                <a:lnTo>
                  <a:pt x="295275" y="1752600"/>
                </a:lnTo>
                <a:lnTo>
                  <a:pt x="292227" y="1733550"/>
                </a:lnTo>
                <a:lnTo>
                  <a:pt x="288798" y="1714500"/>
                </a:lnTo>
                <a:lnTo>
                  <a:pt x="285750" y="1695450"/>
                </a:lnTo>
                <a:lnTo>
                  <a:pt x="282702" y="1676400"/>
                </a:lnTo>
                <a:lnTo>
                  <a:pt x="279273" y="1657350"/>
                </a:lnTo>
                <a:lnTo>
                  <a:pt x="276225" y="1638300"/>
                </a:lnTo>
                <a:lnTo>
                  <a:pt x="273177" y="1619250"/>
                </a:lnTo>
                <a:lnTo>
                  <a:pt x="269748" y="1600200"/>
                </a:lnTo>
                <a:lnTo>
                  <a:pt x="266700" y="1581150"/>
                </a:lnTo>
                <a:lnTo>
                  <a:pt x="263652" y="1562100"/>
                </a:lnTo>
                <a:lnTo>
                  <a:pt x="260223" y="1543050"/>
                </a:lnTo>
                <a:lnTo>
                  <a:pt x="257175" y="1524000"/>
                </a:lnTo>
                <a:lnTo>
                  <a:pt x="254127" y="1504950"/>
                </a:lnTo>
                <a:lnTo>
                  <a:pt x="250698" y="1485900"/>
                </a:lnTo>
                <a:lnTo>
                  <a:pt x="247650" y="1466850"/>
                </a:lnTo>
                <a:lnTo>
                  <a:pt x="244983" y="1447800"/>
                </a:lnTo>
                <a:lnTo>
                  <a:pt x="241935" y="1428750"/>
                </a:lnTo>
                <a:lnTo>
                  <a:pt x="239268" y="1409700"/>
                </a:lnTo>
                <a:lnTo>
                  <a:pt x="236982" y="1390650"/>
                </a:lnTo>
                <a:lnTo>
                  <a:pt x="234696" y="1371600"/>
                </a:lnTo>
                <a:lnTo>
                  <a:pt x="232410" y="1352550"/>
                </a:lnTo>
                <a:lnTo>
                  <a:pt x="230886" y="1333500"/>
                </a:lnTo>
                <a:lnTo>
                  <a:pt x="229743" y="1314450"/>
                </a:lnTo>
                <a:lnTo>
                  <a:pt x="228600" y="1295400"/>
                </a:lnTo>
                <a:lnTo>
                  <a:pt x="227457" y="1276350"/>
                </a:lnTo>
                <a:lnTo>
                  <a:pt x="226314" y="1257300"/>
                </a:lnTo>
                <a:lnTo>
                  <a:pt x="224790" y="1238250"/>
                </a:lnTo>
                <a:lnTo>
                  <a:pt x="222885" y="1219200"/>
                </a:lnTo>
                <a:lnTo>
                  <a:pt x="221361" y="1200150"/>
                </a:lnTo>
                <a:lnTo>
                  <a:pt x="220218" y="1181100"/>
                </a:lnTo>
                <a:lnTo>
                  <a:pt x="219456" y="1162050"/>
                </a:lnTo>
                <a:lnTo>
                  <a:pt x="219075" y="1143000"/>
                </a:lnTo>
                <a:lnTo>
                  <a:pt x="219075" y="1123950"/>
                </a:lnTo>
                <a:lnTo>
                  <a:pt x="219075" y="1104900"/>
                </a:lnTo>
                <a:lnTo>
                  <a:pt x="219075" y="1085850"/>
                </a:lnTo>
                <a:lnTo>
                  <a:pt x="219075" y="1066800"/>
                </a:lnTo>
                <a:lnTo>
                  <a:pt x="219075" y="1047750"/>
                </a:lnTo>
                <a:lnTo>
                  <a:pt x="219075" y="1028700"/>
                </a:lnTo>
                <a:lnTo>
                  <a:pt x="219075" y="1009650"/>
                </a:lnTo>
                <a:lnTo>
                  <a:pt x="219075" y="990600"/>
                </a:lnTo>
                <a:lnTo>
                  <a:pt x="218694" y="971550"/>
                </a:lnTo>
                <a:lnTo>
                  <a:pt x="217932" y="952500"/>
                </a:lnTo>
                <a:lnTo>
                  <a:pt x="216789" y="933450"/>
                </a:lnTo>
                <a:lnTo>
                  <a:pt x="215265" y="914400"/>
                </a:lnTo>
                <a:lnTo>
                  <a:pt x="213360" y="895350"/>
                </a:lnTo>
                <a:lnTo>
                  <a:pt x="211836" y="876300"/>
                </a:lnTo>
                <a:lnTo>
                  <a:pt x="210693" y="857250"/>
                </a:lnTo>
                <a:lnTo>
                  <a:pt x="209931" y="838200"/>
                </a:lnTo>
                <a:lnTo>
                  <a:pt x="209550" y="819150"/>
                </a:lnTo>
                <a:lnTo>
                  <a:pt x="209550" y="800100"/>
                </a:lnTo>
                <a:lnTo>
                  <a:pt x="209550" y="781050"/>
                </a:lnTo>
                <a:lnTo>
                  <a:pt x="209550" y="762000"/>
                </a:lnTo>
                <a:lnTo>
                  <a:pt x="209550" y="742950"/>
                </a:lnTo>
                <a:lnTo>
                  <a:pt x="209550" y="723900"/>
                </a:lnTo>
                <a:lnTo>
                  <a:pt x="209550" y="704850"/>
                </a:lnTo>
                <a:lnTo>
                  <a:pt x="209550" y="685800"/>
                </a:lnTo>
                <a:lnTo>
                  <a:pt x="209550" y="666750"/>
                </a:lnTo>
                <a:lnTo>
                  <a:pt x="209550" y="647700"/>
                </a:lnTo>
                <a:lnTo>
                  <a:pt x="209169" y="628650"/>
                </a:lnTo>
                <a:lnTo>
                  <a:pt x="208407" y="609600"/>
                </a:lnTo>
                <a:lnTo>
                  <a:pt x="207264" y="590550"/>
                </a:lnTo>
                <a:lnTo>
                  <a:pt x="205740" y="571500"/>
                </a:lnTo>
                <a:lnTo>
                  <a:pt x="203835" y="552450"/>
                </a:lnTo>
                <a:lnTo>
                  <a:pt x="202311" y="533400"/>
                </a:lnTo>
                <a:lnTo>
                  <a:pt x="201168" y="514350"/>
                </a:lnTo>
                <a:lnTo>
                  <a:pt x="200406" y="495300"/>
                </a:lnTo>
                <a:lnTo>
                  <a:pt x="200025" y="476250"/>
                </a:lnTo>
                <a:lnTo>
                  <a:pt x="200025" y="457200"/>
                </a:lnTo>
                <a:lnTo>
                  <a:pt x="200025" y="438150"/>
                </a:lnTo>
                <a:lnTo>
                  <a:pt x="200025" y="419100"/>
                </a:lnTo>
                <a:lnTo>
                  <a:pt x="200025" y="400050"/>
                </a:lnTo>
                <a:lnTo>
                  <a:pt x="200025" y="381000"/>
                </a:lnTo>
                <a:lnTo>
                  <a:pt x="200025" y="361950"/>
                </a:lnTo>
                <a:lnTo>
                  <a:pt x="200025" y="342900"/>
                </a:lnTo>
                <a:lnTo>
                  <a:pt x="200025" y="323850"/>
                </a:lnTo>
                <a:lnTo>
                  <a:pt x="200025" y="304800"/>
                </a:lnTo>
                <a:lnTo>
                  <a:pt x="200025" y="285750"/>
                </a:lnTo>
                <a:lnTo>
                  <a:pt x="199644" y="266700"/>
                </a:lnTo>
                <a:lnTo>
                  <a:pt x="198882" y="247650"/>
                </a:lnTo>
                <a:lnTo>
                  <a:pt x="197739" y="228600"/>
                </a:lnTo>
                <a:lnTo>
                  <a:pt x="196215" y="209550"/>
                </a:lnTo>
                <a:lnTo>
                  <a:pt x="194310" y="190500"/>
                </a:lnTo>
                <a:lnTo>
                  <a:pt x="192786" y="171450"/>
                </a:lnTo>
                <a:lnTo>
                  <a:pt x="191643" y="152400"/>
                </a:lnTo>
                <a:lnTo>
                  <a:pt x="190881" y="133350"/>
                </a:lnTo>
                <a:lnTo>
                  <a:pt x="190500" y="114300"/>
                </a:lnTo>
                <a:lnTo>
                  <a:pt x="190500" y="95250"/>
                </a:lnTo>
                <a:lnTo>
                  <a:pt x="190119" y="76200"/>
                </a:lnTo>
                <a:lnTo>
                  <a:pt x="189357" y="57150"/>
                </a:lnTo>
                <a:lnTo>
                  <a:pt x="188214" y="38100"/>
                </a:lnTo>
                <a:lnTo>
                  <a:pt x="186690" y="19050"/>
                </a:lnTo>
                <a:lnTo>
                  <a:pt x="184785" y="0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765" name="SE-056-path-765">
            <a:extLst xmlns:a="http://schemas.openxmlformats.org/drawingml/2006/main">
              <a:ext uri="{FF2B5EF4-FFF2-40B4-BE49-F238E27FC236}">
                <a16:creationId xmlns:a16="http://schemas.microsoft.com/office/drawing/2014/main" id="{B9C21D1F-2225-41D2-8225-E9BF4EA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8" y="20955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66" name="SE-056-path-766">
            <a:extLst xmlns:a="http://schemas.openxmlformats.org/drawingml/2006/main">
              <a:ext uri="{FF2B5EF4-FFF2-40B4-BE49-F238E27FC236}">
                <a16:creationId xmlns:a16="http://schemas.microsoft.com/office/drawing/2014/main" id="{73B16CA3-6305-4316-A786-C1135022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38" y="20955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67" name="SE-056-path-767">
            <a:extLst xmlns:a="http://schemas.openxmlformats.org/drawingml/2006/main">
              <a:ext uri="{FF2B5EF4-FFF2-40B4-BE49-F238E27FC236}">
                <a16:creationId xmlns:a16="http://schemas.microsoft.com/office/drawing/2014/main" id="{A9EBF615-5CC2-4529-AF64-6469879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20955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768" name="SE-056-path-768">
            <a:extLst xmlns:a="http://schemas.openxmlformats.org/drawingml/2006/main">
              <a:ext uri="{FF2B5EF4-FFF2-40B4-BE49-F238E27FC236}">
                <a16:creationId xmlns:a16="http://schemas.microsoft.com/office/drawing/2014/main" id="{7070AC2B-F092-4942-8C7E-DFBD6B8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2424113"/>
            <a:ext cx="300038" cy="95"/>
          </a:xfrm>
          <a:custGeom xmlns:a="http://schemas.openxmlformats.org/drawingml/2006/main">
            <a:pathLst>
              <a:path w="300038" h="95">
                <a:moveTo>
                  <a:pt x="0" y="0"/>
                </a:moveTo>
                <a:lnTo>
                  <a:pt x="300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769" name="SE-056-769">
            <a:extLst xmlns:a="http://schemas.openxmlformats.org/drawingml/2006/main">
              <a:ext uri="{FF2B5EF4-FFF2-40B4-BE49-F238E27FC236}">
                <a16:creationId xmlns:a16="http://schemas.microsoft.com/office/drawing/2014/main" id="{650BBADB-0493-46AB-837A-F2BA700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770" name="SE-056-770">
            <a:extLst xmlns:a="http://schemas.openxmlformats.org/drawingml/2006/main">
              <a:ext uri="{FF2B5EF4-FFF2-40B4-BE49-F238E27FC236}">
                <a16:creationId xmlns:a16="http://schemas.microsoft.com/office/drawing/2014/main" id="{CCD41866-ABAA-458C-8637-6BFE7628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771" name="SE-056-771">
            <a:extLst xmlns:a="http://schemas.openxmlformats.org/drawingml/2006/main">
              <a:ext uri="{FF2B5EF4-FFF2-40B4-BE49-F238E27FC236}">
                <a16:creationId xmlns:a16="http://schemas.microsoft.com/office/drawing/2014/main" id="{C84DA27C-A7FE-47EB-9791-D44C7BC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772" name="SE-056-772">
            <a:extLst xmlns:a="http://schemas.openxmlformats.org/drawingml/2006/main">
              <a:ext uri="{FF2B5EF4-FFF2-40B4-BE49-F238E27FC236}">
                <a16:creationId xmlns:a16="http://schemas.microsoft.com/office/drawing/2014/main" id="{A4A8923E-AAEF-4C3D-8E42-701952A5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OpenHands</a:t>
            </a:r>
          </a:p>
        </p:txBody>
      </p:sp>
      <p:sp>
        <p:nvSpPr>
          <p:cNvPr id="773" name="SE-056-path-773">
            <a:extLst xmlns:a="http://schemas.openxmlformats.org/drawingml/2006/main">
              <a:ext uri="{FF2B5EF4-FFF2-40B4-BE49-F238E27FC236}">
                <a16:creationId xmlns:a16="http://schemas.microsoft.com/office/drawing/2014/main" id="{F59CF413-7E65-42E9-82E4-DC9BB60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4" name="SE-056-path-774">
            <a:extLst xmlns:a="http://schemas.openxmlformats.org/drawingml/2006/main">
              <a:ext uri="{FF2B5EF4-FFF2-40B4-BE49-F238E27FC236}">
                <a16:creationId xmlns:a16="http://schemas.microsoft.com/office/drawing/2014/main" id="{709DE700-57FA-4CE3-A474-BCFB316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5" name="SE-056-path-775">
            <a:extLst xmlns:a="http://schemas.openxmlformats.org/drawingml/2006/main">
              <a:ext uri="{FF2B5EF4-FFF2-40B4-BE49-F238E27FC236}">
                <a16:creationId xmlns:a16="http://schemas.microsoft.com/office/drawing/2014/main" id="{EEF304BF-0859-47BB-AF75-D207C6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6" name="SE-056-path-776">
            <a:extLst xmlns:a="http://schemas.openxmlformats.org/drawingml/2006/main">
              <a:ext uri="{FF2B5EF4-FFF2-40B4-BE49-F238E27FC236}">
                <a16:creationId xmlns:a16="http://schemas.microsoft.com/office/drawing/2014/main" id="{3720A72A-49E5-4090-9BFA-40C71444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7" name="SE-056-path-777">
            <a:extLst xmlns:a="http://schemas.openxmlformats.org/drawingml/2006/main">
              <a:ext uri="{FF2B5EF4-FFF2-40B4-BE49-F238E27FC236}">
                <a16:creationId xmlns:a16="http://schemas.microsoft.com/office/drawing/2014/main" id="{97BD8606-D24E-499D-BE2E-B6743F79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8" name="SE-056-path-778">
            <a:extLst xmlns:a="http://schemas.openxmlformats.org/drawingml/2006/main">
              <a:ext uri="{FF2B5EF4-FFF2-40B4-BE49-F238E27FC236}">
                <a16:creationId xmlns:a16="http://schemas.microsoft.com/office/drawing/2014/main" id="{208FBDD4-394C-428E-B056-6071C48E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79" name="SE-056-path-779">
            <a:extLst xmlns:a="http://schemas.openxmlformats.org/drawingml/2006/main">
              <a:ext uri="{FF2B5EF4-FFF2-40B4-BE49-F238E27FC236}">
                <a16:creationId xmlns:a16="http://schemas.microsoft.com/office/drawing/2014/main" id="{8011F86C-39FD-440B-9302-AD6F026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0" name="SE-056-path-780">
            <a:extLst xmlns:a="http://schemas.openxmlformats.org/drawingml/2006/main">
              <a:ext uri="{FF2B5EF4-FFF2-40B4-BE49-F238E27FC236}">
                <a16:creationId xmlns:a16="http://schemas.microsoft.com/office/drawing/2014/main" id="{CD42114B-9083-43F4-8E3E-0C886BE4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1" name="SE-056-path-781">
            <a:extLst xmlns:a="http://schemas.openxmlformats.org/drawingml/2006/main">
              <a:ext uri="{FF2B5EF4-FFF2-40B4-BE49-F238E27FC236}">
                <a16:creationId xmlns:a16="http://schemas.microsoft.com/office/drawing/2014/main" id="{CEF77FFF-DAAF-4A2E-83A8-EF60CD7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2" name="SE-056-path-782">
            <a:extLst xmlns:a="http://schemas.openxmlformats.org/drawingml/2006/main">
              <a:ext uri="{FF2B5EF4-FFF2-40B4-BE49-F238E27FC236}">
                <a16:creationId xmlns:a16="http://schemas.microsoft.com/office/drawing/2014/main" id="{05340AF7-6780-46ED-A58E-DD4D7B21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3" name="SE-056-path-783">
            <a:extLst xmlns:a="http://schemas.openxmlformats.org/drawingml/2006/main">
              <a:ext uri="{FF2B5EF4-FFF2-40B4-BE49-F238E27FC236}">
                <a16:creationId xmlns:a16="http://schemas.microsoft.com/office/drawing/2014/main" id="{6B486DA4-4843-47CE-9758-F0D3CFF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4" name="SE-056-path-784">
            <a:extLst xmlns:a="http://schemas.openxmlformats.org/drawingml/2006/main">
              <a:ext uri="{FF2B5EF4-FFF2-40B4-BE49-F238E27FC236}">
                <a16:creationId xmlns:a16="http://schemas.microsoft.com/office/drawing/2014/main" id="{92F22205-46B4-4867-97CA-01034AC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5" name="SE-056-path-785">
            <a:extLst xmlns:a="http://schemas.openxmlformats.org/drawingml/2006/main">
              <a:ext uri="{FF2B5EF4-FFF2-40B4-BE49-F238E27FC236}">
                <a16:creationId xmlns:a16="http://schemas.microsoft.com/office/drawing/2014/main" id="{682C955F-512F-4D2D-84E1-13D7A60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6" name="SE-056-path-786">
            <a:extLst xmlns:a="http://schemas.openxmlformats.org/drawingml/2006/main">
              <a:ext uri="{FF2B5EF4-FFF2-40B4-BE49-F238E27FC236}">
                <a16:creationId xmlns:a16="http://schemas.microsoft.com/office/drawing/2014/main" id="{65F8D282-FD80-4AA1-9780-66AEE84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7" name="SE-056-path-787">
            <a:extLst xmlns:a="http://schemas.openxmlformats.org/drawingml/2006/main">
              <a:ext uri="{FF2B5EF4-FFF2-40B4-BE49-F238E27FC236}">
                <a16:creationId xmlns:a16="http://schemas.microsoft.com/office/drawing/2014/main" id="{F9B336CE-68F9-4F7A-A7E3-63B1A7D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8" name="SE-056-path-788">
            <a:extLst xmlns:a="http://schemas.openxmlformats.org/drawingml/2006/main">
              <a:ext uri="{FF2B5EF4-FFF2-40B4-BE49-F238E27FC236}">
                <a16:creationId xmlns:a16="http://schemas.microsoft.com/office/drawing/2014/main" id="{2B497EAB-40AC-4ABA-B620-B97703F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89" name="SE-056-path-789">
            <a:extLst xmlns:a="http://schemas.openxmlformats.org/drawingml/2006/main">
              <a:ext uri="{FF2B5EF4-FFF2-40B4-BE49-F238E27FC236}">
                <a16:creationId xmlns:a16="http://schemas.microsoft.com/office/drawing/2014/main" id="{7631FA4E-8948-4CDD-9893-1E6FC4EA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0" name="SE-056-path-790">
            <a:extLst xmlns:a="http://schemas.openxmlformats.org/drawingml/2006/main">
              <a:ext uri="{FF2B5EF4-FFF2-40B4-BE49-F238E27FC236}">
                <a16:creationId xmlns:a16="http://schemas.microsoft.com/office/drawing/2014/main" id="{ECDC45B4-D03E-4CFA-A862-3C668C1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1" name="SE-056-path-791">
            <a:extLst xmlns:a="http://schemas.openxmlformats.org/drawingml/2006/main">
              <a:ext uri="{FF2B5EF4-FFF2-40B4-BE49-F238E27FC236}">
                <a16:creationId xmlns:a16="http://schemas.microsoft.com/office/drawing/2014/main" id="{4D60B266-9AF9-438A-B0FF-9F351CE7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2" name="SE-056-path-792">
            <a:extLst xmlns:a="http://schemas.openxmlformats.org/drawingml/2006/main">
              <a:ext uri="{FF2B5EF4-FFF2-40B4-BE49-F238E27FC236}">
                <a16:creationId xmlns:a16="http://schemas.microsoft.com/office/drawing/2014/main" id="{1F96BB48-C29F-41EC-BF37-4D16D23F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3" name="SE-056-path-793">
            <a:extLst xmlns:a="http://schemas.openxmlformats.org/drawingml/2006/main">
              <a:ext uri="{FF2B5EF4-FFF2-40B4-BE49-F238E27FC236}">
                <a16:creationId xmlns:a16="http://schemas.microsoft.com/office/drawing/2014/main" id="{360D2E34-650C-49AF-9D6A-3C3DB49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4" name="SE-056-path-794">
            <a:extLst xmlns:a="http://schemas.openxmlformats.org/drawingml/2006/main">
              <a:ext uri="{FF2B5EF4-FFF2-40B4-BE49-F238E27FC236}">
                <a16:creationId xmlns:a16="http://schemas.microsoft.com/office/drawing/2014/main" id="{53FFE8B7-FB28-4D81-8D7F-6B4C50D8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5" name="SE-056-path-795">
            <a:extLst xmlns:a="http://schemas.openxmlformats.org/drawingml/2006/main">
              <a:ext uri="{FF2B5EF4-FFF2-40B4-BE49-F238E27FC236}">
                <a16:creationId xmlns:a16="http://schemas.microsoft.com/office/drawing/2014/main" id="{6540FE1D-A60C-4568-97CD-0A505D3C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6" name="SE-056-path-796">
            <a:extLst xmlns:a="http://schemas.openxmlformats.org/drawingml/2006/main">
              <a:ext uri="{FF2B5EF4-FFF2-40B4-BE49-F238E27FC236}">
                <a16:creationId xmlns:a16="http://schemas.microsoft.com/office/drawing/2014/main" id="{74F08C72-3D4C-483C-AF04-558392B6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7" name="SE-056-path-797">
            <a:extLst xmlns:a="http://schemas.openxmlformats.org/drawingml/2006/main">
              <a:ext uri="{FF2B5EF4-FFF2-40B4-BE49-F238E27FC236}">
                <a16:creationId xmlns:a16="http://schemas.microsoft.com/office/drawing/2014/main" id="{03AC8E42-D1F8-4CC2-B335-5517CB5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8" name="SE-056-path-798">
            <a:extLst xmlns:a="http://schemas.openxmlformats.org/drawingml/2006/main">
              <a:ext uri="{FF2B5EF4-FFF2-40B4-BE49-F238E27FC236}">
                <a16:creationId xmlns:a16="http://schemas.microsoft.com/office/drawing/2014/main" id="{7BDE06F3-E09C-4263-A469-F663FB4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799" name="SE-056-path-799">
            <a:extLst xmlns:a="http://schemas.openxmlformats.org/drawingml/2006/main">
              <a:ext uri="{FF2B5EF4-FFF2-40B4-BE49-F238E27FC236}">
                <a16:creationId xmlns:a16="http://schemas.microsoft.com/office/drawing/2014/main" id="{9CE03FA1-73F1-4BFE-83BF-0D491DBF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0" name="SE-056-path-800">
            <a:extLst xmlns:a="http://schemas.openxmlformats.org/drawingml/2006/main">
              <a:ext uri="{FF2B5EF4-FFF2-40B4-BE49-F238E27FC236}">
                <a16:creationId xmlns:a16="http://schemas.microsoft.com/office/drawing/2014/main" id="{24EDEF96-F7FF-4700-BEFA-70B157FA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1" name="SE-056-path-801">
            <a:extLst xmlns:a="http://schemas.openxmlformats.org/drawingml/2006/main">
              <a:ext uri="{FF2B5EF4-FFF2-40B4-BE49-F238E27FC236}">
                <a16:creationId xmlns:a16="http://schemas.microsoft.com/office/drawing/2014/main" id="{00D82445-464F-42D6-B079-E80ED3A9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2" name="SE-056-path-802">
            <a:extLst xmlns:a="http://schemas.openxmlformats.org/drawingml/2006/main">
              <a:ext uri="{FF2B5EF4-FFF2-40B4-BE49-F238E27FC236}">
                <a16:creationId xmlns:a16="http://schemas.microsoft.com/office/drawing/2014/main" id="{EFE1D573-0C81-4E42-9F8E-5CD7DCF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3" name="SE-056-path-803">
            <a:extLst xmlns:a="http://schemas.openxmlformats.org/drawingml/2006/main">
              <a:ext uri="{FF2B5EF4-FFF2-40B4-BE49-F238E27FC236}">
                <a16:creationId xmlns:a16="http://schemas.microsoft.com/office/drawing/2014/main" id="{22216AF0-9B5C-46D5-914D-5384DCBC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4" name="SE-056-path-804">
            <a:extLst xmlns:a="http://schemas.openxmlformats.org/drawingml/2006/main">
              <a:ext uri="{FF2B5EF4-FFF2-40B4-BE49-F238E27FC236}">
                <a16:creationId xmlns:a16="http://schemas.microsoft.com/office/drawing/2014/main" id="{516F0FEE-6374-4690-9AAA-53FAC20B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5" name="SE-056-path-805">
            <a:extLst xmlns:a="http://schemas.openxmlformats.org/drawingml/2006/main">
              <a:ext uri="{FF2B5EF4-FFF2-40B4-BE49-F238E27FC236}">
                <a16:creationId xmlns:a16="http://schemas.microsoft.com/office/drawing/2014/main" id="{EF3E9813-3DE5-4177-848C-67EBC326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6" name="SE-056-path-806">
            <a:extLst xmlns:a="http://schemas.openxmlformats.org/drawingml/2006/main">
              <a:ext uri="{FF2B5EF4-FFF2-40B4-BE49-F238E27FC236}">
                <a16:creationId xmlns:a16="http://schemas.microsoft.com/office/drawing/2014/main" id="{5D50B1C1-4768-4FA5-9BCB-E20B758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7" name="SE-056-path-807">
            <a:extLst xmlns:a="http://schemas.openxmlformats.org/drawingml/2006/main">
              <a:ext uri="{FF2B5EF4-FFF2-40B4-BE49-F238E27FC236}">
                <a16:creationId xmlns:a16="http://schemas.microsoft.com/office/drawing/2014/main" id="{48B2F8D5-410B-401D-825A-1224513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8" name="SE-056-path-808">
            <a:extLst xmlns:a="http://schemas.openxmlformats.org/drawingml/2006/main">
              <a:ext uri="{FF2B5EF4-FFF2-40B4-BE49-F238E27FC236}">
                <a16:creationId xmlns:a16="http://schemas.microsoft.com/office/drawing/2014/main" id="{33DD4CF6-2EB3-4581-8445-8BB95E1D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09" name="SE-056-path-809">
            <a:extLst xmlns:a="http://schemas.openxmlformats.org/drawingml/2006/main">
              <a:ext uri="{FF2B5EF4-FFF2-40B4-BE49-F238E27FC236}">
                <a16:creationId xmlns:a16="http://schemas.microsoft.com/office/drawing/2014/main" id="{3DD868D6-31E4-4B7D-A003-97DE4F0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0" name="SE-056-path-810">
            <a:extLst xmlns:a="http://schemas.openxmlformats.org/drawingml/2006/main">
              <a:ext uri="{FF2B5EF4-FFF2-40B4-BE49-F238E27FC236}">
                <a16:creationId xmlns:a16="http://schemas.microsoft.com/office/drawing/2014/main" id="{7BB0D76B-D9DE-4D11-995F-78C8E3E9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1" name="SE-056-path-811">
            <a:extLst xmlns:a="http://schemas.openxmlformats.org/drawingml/2006/main">
              <a:ext uri="{FF2B5EF4-FFF2-40B4-BE49-F238E27FC236}">
                <a16:creationId xmlns:a16="http://schemas.microsoft.com/office/drawing/2014/main" id="{AE7A489E-2B44-4736-928F-314B914A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2" name="SE-056-path-812">
            <a:extLst xmlns:a="http://schemas.openxmlformats.org/drawingml/2006/main">
              <a:ext uri="{FF2B5EF4-FFF2-40B4-BE49-F238E27FC236}">
                <a16:creationId xmlns:a16="http://schemas.microsoft.com/office/drawing/2014/main" id="{AB028D09-B762-4E94-9B47-584A49D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3" name="SE-056-path-813">
            <a:extLst xmlns:a="http://schemas.openxmlformats.org/drawingml/2006/main">
              <a:ext uri="{FF2B5EF4-FFF2-40B4-BE49-F238E27FC236}">
                <a16:creationId xmlns:a16="http://schemas.microsoft.com/office/drawing/2014/main" id="{537367B6-CDD8-470D-8AC3-E69B599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4" name="SE-056-path-814">
            <a:extLst xmlns:a="http://schemas.openxmlformats.org/drawingml/2006/main">
              <a:ext uri="{FF2B5EF4-FFF2-40B4-BE49-F238E27FC236}">
                <a16:creationId xmlns:a16="http://schemas.microsoft.com/office/drawing/2014/main" id="{B2D2741A-F5FB-40A5-A5AE-18E38E1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5" name="SE-056-path-815">
            <a:extLst xmlns:a="http://schemas.openxmlformats.org/drawingml/2006/main">
              <a:ext uri="{FF2B5EF4-FFF2-40B4-BE49-F238E27FC236}">
                <a16:creationId xmlns:a16="http://schemas.microsoft.com/office/drawing/2014/main" id="{A97D7F21-0ACD-4D25-809C-CB04A3AF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6" name="SE-056-path-816">
            <a:extLst xmlns:a="http://schemas.openxmlformats.org/drawingml/2006/main">
              <a:ext uri="{FF2B5EF4-FFF2-40B4-BE49-F238E27FC236}">
                <a16:creationId xmlns:a16="http://schemas.microsoft.com/office/drawing/2014/main" id="{83A44F76-C13E-4E62-AD38-F8CDB969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7" name="SE-056-path-817">
            <a:extLst xmlns:a="http://schemas.openxmlformats.org/drawingml/2006/main">
              <a:ext uri="{FF2B5EF4-FFF2-40B4-BE49-F238E27FC236}">
                <a16:creationId xmlns:a16="http://schemas.microsoft.com/office/drawing/2014/main" id="{8AE12AF2-DD5B-4675-A734-1CE565A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8" name="SE-056-path-818">
            <a:extLst xmlns:a="http://schemas.openxmlformats.org/drawingml/2006/main">
              <a:ext uri="{FF2B5EF4-FFF2-40B4-BE49-F238E27FC236}">
                <a16:creationId xmlns:a16="http://schemas.microsoft.com/office/drawing/2014/main" id="{6F087DBC-B977-4C60-9B03-3C849AF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19" name="SE-056-path-819">
            <a:extLst xmlns:a="http://schemas.openxmlformats.org/drawingml/2006/main">
              <a:ext uri="{FF2B5EF4-FFF2-40B4-BE49-F238E27FC236}">
                <a16:creationId xmlns:a16="http://schemas.microsoft.com/office/drawing/2014/main" id="{085E6236-3231-4663-A169-243DC8D4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0" name="SE-056-path-820">
            <a:extLst xmlns:a="http://schemas.openxmlformats.org/drawingml/2006/main">
              <a:ext uri="{FF2B5EF4-FFF2-40B4-BE49-F238E27FC236}">
                <a16:creationId xmlns:a16="http://schemas.microsoft.com/office/drawing/2014/main" id="{CC734246-7E32-4541-91F9-A0FB0C0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1" name="SE-056-path-821">
            <a:extLst xmlns:a="http://schemas.openxmlformats.org/drawingml/2006/main">
              <a:ext uri="{FF2B5EF4-FFF2-40B4-BE49-F238E27FC236}">
                <a16:creationId xmlns:a16="http://schemas.microsoft.com/office/drawing/2014/main" id="{3D755500-39BD-435F-B2FA-4EB1D5D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2" name="SE-056-path-822">
            <a:extLst xmlns:a="http://schemas.openxmlformats.org/drawingml/2006/main">
              <a:ext uri="{FF2B5EF4-FFF2-40B4-BE49-F238E27FC236}">
                <a16:creationId xmlns:a16="http://schemas.microsoft.com/office/drawing/2014/main" id="{A8AA0E1A-1647-4996-8645-7580ACF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3" name="SE-056-path-823">
            <a:extLst xmlns:a="http://schemas.openxmlformats.org/drawingml/2006/main">
              <a:ext uri="{FF2B5EF4-FFF2-40B4-BE49-F238E27FC236}">
                <a16:creationId xmlns:a16="http://schemas.microsoft.com/office/drawing/2014/main" id="{A3941583-DD43-4015-A93A-10BD7932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4" name="SE-056-path-824">
            <a:extLst xmlns:a="http://schemas.openxmlformats.org/drawingml/2006/main">
              <a:ext uri="{FF2B5EF4-FFF2-40B4-BE49-F238E27FC236}">
                <a16:creationId xmlns:a16="http://schemas.microsoft.com/office/drawing/2014/main" id="{E093C122-6E72-4050-9828-67FC1E4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5" name="SE-056-path-825">
            <a:extLst xmlns:a="http://schemas.openxmlformats.org/drawingml/2006/main">
              <a:ext uri="{FF2B5EF4-FFF2-40B4-BE49-F238E27FC236}">
                <a16:creationId xmlns:a16="http://schemas.microsoft.com/office/drawing/2014/main" id="{2BBE2900-FC51-40B2-97C5-5D7D3B9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6" name="SE-056-path-826">
            <a:extLst xmlns:a="http://schemas.openxmlformats.org/drawingml/2006/main">
              <a:ext uri="{FF2B5EF4-FFF2-40B4-BE49-F238E27FC236}">
                <a16:creationId xmlns:a16="http://schemas.microsoft.com/office/drawing/2014/main" id="{42E9AF37-D818-43B3-829A-F842A38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7" name="SE-056-path-827">
            <a:extLst xmlns:a="http://schemas.openxmlformats.org/drawingml/2006/main">
              <a:ext uri="{FF2B5EF4-FFF2-40B4-BE49-F238E27FC236}">
                <a16:creationId xmlns:a16="http://schemas.microsoft.com/office/drawing/2014/main" id="{60A096DE-0BFE-4813-986E-EA2917A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8" name="SE-056-path-828">
            <a:extLst xmlns:a="http://schemas.openxmlformats.org/drawingml/2006/main">
              <a:ext uri="{FF2B5EF4-FFF2-40B4-BE49-F238E27FC236}">
                <a16:creationId xmlns:a16="http://schemas.microsoft.com/office/drawing/2014/main" id="{93C2686D-ECD5-4D97-9400-A544D13C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29" name="SE-056-path-829">
            <a:extLst xmlns:a="http://schemas.openxmlformats.org/drawingml/2006/main">
              <a:ext uri="{FF2B5EF4-FFF2-40B4-BE49-F238E27FC236}">
                <a16:creationId xmlns:a16="http://schemas.microsoft.com/office/drawing/2014/main" id="{02BA322F-B9BB-47D3-B6D7-53899F9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0" name="SE-056-path-830">
            <a:extLst xmlns:a="http://schemas.openxmlformats.org/drawingml/2006/main">
              <a:ext uri="{FF2B5EF4-FFF2-40B4-BE49-F238E27FC236}">
                <a16:creationId xmlns:a16="http://schemas.microsoft.com/office/drawing/2014/main" id="{EE687BB4-82A8-4026-8E74-1CBB251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1" name="SE-056-path-831">
            <a:extLst xmlns:a="http://schemas.openxmlformats.org/drawingml/2006/main">
              <a:ext uri="{FF2B5EF4-FFF2-40B4-BE49-F238E27FC236}">
                <a16:creationId xmlns:a16="http://schemas.microsoft.com/office/drawing/2014/main" id="{0AFEFB23-6BC8-4432-B47F-52D89592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2" name="SE-056-path-832">
            <a:extLst xmlns:a="http://schemas.openxmlformats.org/drawingml/2006/main">
              <a:ext uri="{FF2B5EF4-FFF2-40B4-BE49-F238E27FC236}">
                <a16:creationId xmlns:a16="http://schemas.microsoft.com/office/drawing/2014/main" id="{F55885BE-6863-452F-B79F-D1D98EA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3" name="SE-056-path-833">
            <a:extLst xmlns:a="http://schemas.openxmlformats.org/drawingml/2006/main">
              <a:ext uri="{FF2B5EF4-FFF2-40B4-BE49-F238E27FC236}">
                <a16:creationId xmlns:a16="http://schemas.microsoft.com/office/drawing/2014/main" id="{0AE74C31-97AC-4F64-BC08-9F32A60E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4" name="SE-056-path-834">
            <a:extLst xmlns:a="http://schemas.openxmlformats.org/drawingml/2006/main">
              <a:ext uri="{FF2B5EF4-FFF2-40B4-BE49-F238E27FC236}">
                <a16:creationId xmlns:a16="http://schemas.microsoft.com/office/drawing/2014/main" id="{2B89A32E-AAB2-4FF3-A518-E00176A6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5" name="SE-056-path-835">
            <a:extLst xmlns:a="http://schemas.openxmlformats.org/drawingml/2006/main">
              <a:ext uri="{FF2B5EF4-FFF2-40B4-BE49-F238E27FC236}">
                <a16:creationId xmlns:a16="http://schemas.microsoft.com/office/drawing/2014/main" id="{F8844E98-8F12-4901-8B53-EAF8C0B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6" name="SE-056-path-836">
            <a:extLst xmlns:a="http://schemas.openxmlformats.org/drawingml/2006/main">
              <a:ext uri="{FF2B5EF4-FFF2-40B4-BE49-F238E27FC236}">
                <a16:creationId xmlns:a16="http://schemas.microsoft.com/office/drawing/2014/main" id="{07ED291E-7CF3-4791-BB06-F0C62711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7" name="SE-056-path-837">
            <a:extLst xmlns:a="http://schemas.openxmlformats.org/drawingml/2006/main">
              <a:ext uri="{FF2B5EF4-FFF2-40B4-BE49-F238E27FC236}">
                <a16:creationId xmlns:a16="http://schemas.microsoft.com/office/drawing/2014/main" id="{9D642F1C-4F6D-419F-97E9-295B3138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8" name="SE-056-path-838">
            <a:extLst xmlns:a="http://schemas.openxmlformats.org/drawingml/2006/main">
              <a:ext uri="{FF2B5EF4-FFF2-40B4-BE49-F238E27FC236}">
                <a16:creationId xmlns:a16="http://schemas.microsoft.com/office/drawing/2014/main" id="{75DE96D7-CD5A-458D-98B9-9D47C6B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39" name="SE-056-path-839">
            <a:extLst xmlns:a="http://schemas.openxmlformats.org/drawingml/2006/main">
              <a:ext uri="{FF2B5EF4-FFF2-40B4-BE49-F238E27FC236}">
                <a16:creationId xmlns:a16="http://schemas.microsoft.com/office/drawing/2014/main" id="{727AB1FC-A742-4EE2-8067-5CC69CE5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0" name="SE-056-path-840">
            <a:extLst xmlns:a="http://schemas.openxmlformats.org/drawingml/2006/main">
              <a:ext uri="{FF2B5EF4-FFF2-40B4-BE49-F238E27FC236}">
                <a16:creationId xmlns:a16="http://schemas.microsoft.com/office/drawing/2014/main" id="{3149131D-1E74-41A5-844F-EAB00FD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1" name="SE-056-path-841">
            <a:extLst xmlns:a="http://schemas.openxmlformats.org/drawingml/2006/main">
              <a:ext uri="{FF2B5EF4-FFF2-40B4-BE49-F238E27FC236}">
                <a16:creationId xmlns:a16="http://schemas.microsoft.com/office/drawing/2014/main" id="{9870BD66-F2BD-44B3-9E3C-8B3CDA9D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2" name="SE-056-path-842">
            <a:extLst xmlns:a="http://schemas.openxmlformats.org/drawingml/2006/main">
              <a:ext uri="{FF2B5EF4-FFF2-40B4-BE49-F238E27FC236}">
                <a16:creationId xmlns:a16="http://schemas.microsoft.com/office/drawing/2014/main" id="{575FE2C4-2BC8-45D2-A198-23D6B44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3" name="SE-056-path-843">
            <a:extLst xmlns:a="http://schemas.openxmlformats.org/drawingml/2006/main">
              <a:ext uri="{FF2B5EF4-FFF2-40B4-BE49-F238E27FC236}">
                <a16:creationId xmlns:a16="http://schemas.microsoft.com/office/drawing/2014/main" id="{6E88203F-74D7-47A7-9E8F-3D37836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4" name="SE-056-path-844">
            <a:extLst xmlns:a="http://schemas.openxmlformats.org/drawingml/2006/main">
              <a:ext uri="{FF2B5EF4-FFF2-40B4-BE49-F238E27FC236}">
                <a16:creationId xmlns:a16="http://schemas.microsoft.com/office/drawing/2014/main" id="{129222ED-7EE5-423F-83D1-BB4856BC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5" name="SE-056-path-845">
            <a:extLst xmlns:a="http://schemas.openxmlformats.org/drawingml/2006/main">
              <a:ext uri="{FF2B5EF4-FFF2-40B4-BE49-F238E27FC236}">
                <a16:creationId xmlns:a16="http://schemas.microsoft.com/office/drawing/2014/main" id="{98963802-35C5-4430-9DA4-9DD76E7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6" name="SE-056-path-846">
            <a:extLst xmlns:a="http://schemas.openxmlformats.org/drawingml/2006/main">
              <a:ext uri="{FF2B5EF4-FFF2-40B4-BE49-F238E27FC236}">
                <a16:creationId xmlns:a16="http://schemas.microsoft.com/office/drawing/2014/main" id="{151F00DB-DB5B-4219-A1AC-24BAA4FC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7" name="SE-056-path-847">
            <a:extLst xmlns:a="http://schemas.openxmlformats.org/drawingml/2006/main">
              <a:ext uri="{FF2B5EF4-FFF2-40B4-BE49-F238E27FC236}">
                <a16:creationId xmlns:a16="http://schemas.microsoft.com/office/drawing/2014/main" id="{B96EC02D-2177-4CC7-8DD7-0E79527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8" name="SE-056-path-848">
            <a:extLst xmlns:a="http://schemas.openxmlformats.org/drawingml/2006/main">
              <a:ext uri="{FF2B5EF4-FFF2-40B4-BE49-F238E27FC236}">
                <a16:creationId xmlns:a16="http://schemas.microsoft.com/office/drawing/2014/main" id="{47534EEC-639B-4A7D-9AD3-D4F4B73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49" name="SE-056-path-849">
            <a:extLst xmlns:a="http://schemas.openxmlformats.org/drawingml/2006/main">
              <a:ext uri="{FF2B5EF4-FFF2-40B4-BE49-F238E27FC236}">
                <a16:creationId xmlns:a16="http://schemas.microsoft.com/office/drawing/2014/main" id="{530F8A98-0FBE-4C40-BD8E-9D74ED3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0" name="SE-056-path-850">
            <a:extLst xmlns:a="http://schemas.openxmlformats.org/drawingml/2006/main">
              <a:ext uri="{FF2B5EF4-FFF2-40B4-BE49-F238E27FC236}">
                <a16:creationId xmlns:a16="http://schemas.microsoft.com/office/drawing/2014/main" id="{B6F729D2-6F54-4F82-A97C-B142C28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1" name="SE-056-path-851">
            <a:extLst xmlns:a="http://schemas.openxmlformats.org/drawingml/2006/main">
              <a:ext uri="{FF2B5EF4-FFF2-40B4-BE49-F238E27FC236}">
                <a16:creationId xmlns:a16="http://schemas.microsoft.com/office/drawing/2014/main" id="{2A18DF3E-CFB3-427E-8AF1-902DFE2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2" name="SE-056-path-852">
            <a:extLst xmlns:a="http://schemas.openxmlformats.org/drawingml/2006/main">
              <a:ext uri="{FF2B5EF4-FFF2-40B4-BE49-F238E27FC236}">
                <a16:creationId xmlns:a16="http://schemas.microsoft.com/office/drawing/2014/main" id="{BA07D983-457E-4179-9095-DC2C27B2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3" name="SE-056-path-853">
            <a:extLst xmlns:a="http://schemas.openxmlformats.org/drawingml/2006/main">
              <a:ext uri="{FF2B5EF4-FFF2-40B4-BE49-F238E27FC236}">
                <a16:creationId xmlns:a16="http://schemas.microsoft.com/office/drawing/2014/main" id="{082A1362-4999-4311-A73C-8BFA0317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4" name="SE-056-854">
            <a:extLst xmlns:a="http://schemas.openxmlformats.org/drawingml/2006/main">
              <a:ext uri="{FF2B5EF4-FFF2-40B4-BE49-F238E27FC236}">
                <a16:creationId xmlns:a16="http://schemas.microsoft.com/office/drawing/2014/main" id="{439C2734-B05F-4780-86BC-576039A6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43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5" name="SE-056-path-855">
            <a:extLst xmlns:a="http://schemas.openxmlformats.org/drawingml/2006/main">
              <a:ext uri="{FF2B5EF4-FFF2-40B4-BE49-F238E27FC236}">
                <a16:creationId xmlns:a16="http://schemas.microsoft.com/office/drawing/2014/main" id="{DE844119-D0D6-4CB9-A7A5-362D047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6" name="SE-056-path-856">
            <a:extLst xmlns:a="http://schemas.openxmlformats.org/drawingml/2006/main">
              <a:ext uri="{FF2B5EF4-FFF2-40B4-BE49-F238E27FC236}">
                <a16:creationId xmlns:a16="http://schemas.microsoft.com/office/drawing/2014/main" id="{A4BCE60F-89A5-40BE-8CF1-904D9D5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7" name="SE-056-path-857">
            <a:extLst xmlns:a="http://schemas.openxmlformats.org/drawingml/2006/main">
              <a:ext uri="{FF2B5EF4-FFF2-40B4-BE49-F238E27FC236}">
                <a16:creationId xmlns:a16="http://schemas.microsoft.com/office/drawing/2014/main" id="{BAB60260-22D5-4EC8-9B31-4E23E5B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8" name="SE-056-path-858">
            <a:extLst xmlns:a="http://schemas.openxmlformats.org/drawingml/2006/main">
              <a:ext uri="{FF2B5EF4-FFF2-40B4-BE49-F238E27FC236}">
                <a16:creationId xmlns:a16="http://schemas.microsoft.com/office/drawing/2014/main" id="{D3CEED10-D775-4EB8-AE6B-37807CF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59" name="SE-056-path-859">
            <a:extLst xmlns:a="http://schemas.openxmlformats.org/drawingml/2006/main">
              <a:ext uri="{FF2B5EF4-FFF2-40B4-BE49-F238E27FC236}">
                <a16:creationId xmlns:a16="http://schemas.microsoft.com/office/drawing/2014/main" id="{490605B8-C5C8-44D1-BF10-A767E4A3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0" name="SE-056-path-860">
            <a:extLst xmlns:a="http://schemas.openxmlformats.org/drawingml/2006/main">
              <a:ext uri="{FF2B5EF4-FFF2-40B4-BE49-F238E27FC236}">
                <a16:creationId xmlns:a16="http://schemas.microsoft.com/office/drawing/2014/main" id="{56DCCC48-41A4-41B6-B910-7D2E09C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1" name="SE-056-path-861">
            <a:extLst xmlns:a="http://schemas.openxmlformats.org/drawingml/2006/main">
              <a:ext uri="{FF2B5EF4-FFF2-40B4-BE49-F238E27FC236}">
                <a16:creationId xmlns:a16="http://schemas.microsoft.com/office/drawing/2014/main" id="{F37A2A2A-4CEC-4E6C-80D7-681366F1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2" name="SE-056-path-862">
            <a:extLst xmlns:a="http://schemas.openxmlformats.org/drawingml/2006/main">
              <a:ext uri="{FF2B5EF4-FFF2-40B4-BE49-F238E27FC236}">
                <a16:creationId xmlns:a16="http://schemas.microsoft.com/office/drawing/2014/main" id="{F722B357-BD55-4CBC-8C59-1B9AB06D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3" name="SE-056-path-863">
            <a:extLst xmlns:a="http://schemas.openxmlformats.org/drawingml/2006/main">
              <a:ext uri="{FF2B5EF4-FFF2-40B4-BE49-F238E27FC236}">
                <a16:creationId xmlns:a16="http://schemas.microsoft.com/office/drawing/2014/main" id="{0C6CA0CA-943D-4D4D-84B1-9792EC72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4" name="SE-056-path-864">
            <a:extLst xmlns:a="http://schemas.openxmlformats.org/drawingml/2006/main">
              <a:ext uri="{FF2B5EF4-FFF2-40B4-BE49-F238E27FC236}">
                <a16:creationId xmlns:a16="http://schemas.microsoft.com/office/drawing/2014/main" id="{457C7663-84FF-4B42-BAF9-ADCD208A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5" name="SE-056-path-865">
            <a:extLst xmlns:a="http://schemas.openxmlformats.org/drawingml/2006/main">
              <a:ext uri="{FF2B5EF4-FFF2-40B4-BE49-F238E27FC236}">
                <a16:creationId xmlns:a16="http://schemas.microsoft.com/office/drawing/2014/main" id="{82A383A3-A28A-4071-8C43-8CC14CC6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6" name="SE-056-path-866">
            <a:extLst xmlns:a="http://schemas.openxmlformats.org/drawingml/2006/main">
              <a:ext uri="{FF2B5EF4-FFF2-40B4-BE49-F238E27FC236}">
                <a16:creationId xmlns:a16="http://schemas.microsoft.com/office/drawing/2014/main" id="{014EB370-370C-4F5E-9460-11C5988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7" name="SE-056-path-867">
            <a:extLst xmlns:a="http://schemas.openxmlformats.org/drawingml/2006/main">
              <a:ext uri="{FF2B5EF4-FFF2-40B4-BE49-F238E27FC236}">
                <a16:creationId xmlns:a16="http://schemas.microsoft.com/office/drawing/2014/main" id="{DEFA99B3-8916-4252-A58A-77BD19DD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8" name="SE-056-path-868">
            <a:extLst xmlns:a="http://schemas.openxmlformats.org/drawingml/2006/main">
              <a:ext uri="{FF2B5EF4-FFF2-40B4-BE49-F238E27FC236}">
                <a16:creationId xmlns:a16="http://schemas.microsoft.com/office/drawing/2014/main" id="{52DC47DF-4024-4FCB-AD8E-9FCD6AE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69" name="SE-056-path-869">
            <a:extLst xmlns:a="http://schemas.openxmlformats.org/drawingml/2006/main">
              <a:ext uri="{FF2B5EF4-FFF2-40B4-BE49-F238E27FC236}">
                <a16:creationId xmlns:a16="http://schemas.microsoft.com/office/drawing/2014/main" id="{33F4D095-89DE-4BC9-8469-387E3BE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0" name="SE-056-path-870">
            <a:extLst xmlns:a="http://schemas.openxmlformats.org/drawingml/2006/main">
              <a:ext uri="{FF2B5EF4-FFF2-40B4-BE49-F238E27FC236}">
                <a16:creationId xmlns:a16="http://schemas.microsoft.com/office/drawing/2014/main" id="{918FEDBA-9DD7-4C26-B7AF-17B5BA0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1" name="SE-056-path-871">
            <a:extLst xmlns:a="http://schemas.openxmlformats.org/drawingml/2006/main">
              <a:ext uri="{FF2B5EF4-FFF2-40B4-BE49-F238E27FC236}">
                <a16:creationId xmlns:a16="http://schemas.microsoft.com/office/drawing/2014/main" id="{9F128D35-BC15-461A-8C17-79C8DF8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2" name="SE-056-path-872">
            <a:extLst xmlns:a="http://schemas.openxmlformats.org/drawingml/2006/main">
              <a:ext uri="{FF2B5EF4-FFF2-40B4-BE49-F238E27FC236}">
                <a16:creationId xmlns:a16="http://schemas.microsoft.com/office/drawing/2014/main" id="{878D580B-654A-4FD7-853B-530363E0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3" name="SE-056-path-873">
            <a:extLst xmlns:a="http://schemas.openxmlformats.org/drawingml/2006/main">
              <a:ext uri="{FF2B5EF4-FFF2-40B4-BE49-F238E27FC236}">
                <a16:creationId xmlns:a16="http://schemas.microsoft.com/office/drawing/2014/main" id="{15F54809-D217-43AB-92EA-A9A5447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4" name="SE-056-path-874">
            <a:extLst xmlns:a="http://schemas.openxmlformats.org/drawingml/2006/main">
              <a:ext uri="{FF2B5EF4-FFF2-40B4-BE49-F238E27FC236}">
                <a16:creationId xmlns:a16="http://schemas.microsoft.com/office/drawing/2014/main" id="{DF35E912-169E-4B11-93FB-4CB2322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5" name="SE-056-path-875">
            <a:extLst xmlns:a="http://schemas.openxmlformats.org/drawingml/2006/main">
              <a:ext uri="{FF2B5EF4-FFF2-40B4-BE49-F238E27FC236}">
                <a16:creationId xmlns:a16="http://schemas.microsoft.com/office/drawing/2014/main" id="{6DC5FE70-5577-404D-B0A6-D3A0D94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6" name="SE-056-path-876">
            <a:extLst xmlns:a="http://schemas.openxmlformats.org/drawingml/2006/main">
              <a:ext uri="{FF2B5EF4-FFF2-40B4-BE49-F238E27FC236}">
                <a16:creationId xmlns:a16="http://schemas.microsoft.com/office/drawing/2014/main" id="{E6408005-411A-4EFE-8C0F-BC85DD0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7" name="SE-056-path-877">
            <a:extLst xmlns:a="http://schemas.openxmlformats.org/drawingml/2006/main">
              <a:ext uri="{FF2B5EF4-FFF2-40B4-BE49-F238E27FC236}">
                <a16:creationId xmlns:a16="http://schemas.microsoft.com/office/drawing/2014/main" id="{AD00FB86-17FF-4C8F-A356-AED77D1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8" name="SE-056-path-878">
            <a:extLst xmlns:a="http://schemas.openxmlformats.org/drawingml/2006/main">
              <a:ext uri="{FF2B5EF4-FFF2-40B4-BE49-F238E27FC236}">
                <a16:creationId xmlns:a16="http://schemas.microsoft.com/office/drawing/2014/main" id="{55C86282-4E7D-4366-808A-4923A2A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79" name="SE-056-path-879">
            <a:extLst xmlns:a="http://schemas.openxmlformats.org/drawingml/2006/main">
              <a:ext uri="{FF2B5EF4-FFF2-40B4-BE49-F238E27FC236}">
                <a16:creationId xmlns:a16="http://schemas.microsoft.com/office/drawing/2014/main" id="{64DDC266-3D75-41B6-89DD-DC75194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0" name="SE-056-path-880">
            <a:extLst xmlns:a="http://schemas.openxmlformats.org/drawingml/2006/main">
              <a:ext uri="{FF2B5EF4-FFF2-40B4-BE49-F238E27FC236}">
                <a16:creationId xmlns:a16="http://schemas.microsoft.com/office/drawing/2014/main" id="{14D6F489-D661-4C7C-954B-972077F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1" name="SE-056-path-881">
            <a:extLst xmlns:a="http://schemas.openxmlformats.org/drawingml/2006/main">
              <a:ext uri="{FF2B5EF4-FFF2-40B4-BE49-F238E27FC236}">
                <a16:creationId xmlns:a16="http://schemas.microsoft.com/office/drawing/2014/main" id="{5BB7AF7B-3954-4DAB-A9AC-180C505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2" name="SE-056-path-882">
            <a:extLst xmlns:a="http://schemas.openxmlformats.org/drawingml/2006/main">
              <a:ext uri="{FF2B5EF4-FFF2-40B4-BE49-F238E27FC236}">
                <a16:creationId xmlns:a16="http://schemas.microsoft.com/office/drawing/2014/main" id="{5F715270-B6C6-4427-9994-6C7B7A4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3" name="SE-056-path-883">
            <a:extLst xmlns:a="http://schemas.openxmlformats.org/drawingml/2006/main">
              <a:ext uri="{FF2B5EF4-FFF2-40B4-BE49-F238E27FC236}">
                <a16:creationId xmlns:a16="http://schemas.microsoft.com/office/drawing/2014/main" id="{1D098E5F-8106-4A23-A893-87AD8D1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4" name="SE-056-path-884">
            <a:extLst xmlns:a="http://schemas.openxmlformats.org/drawingml/2006/main">
              <a:ext uri="{FF2B5EF4-FFF2-40B4-BE49-F238E27FC236}">
                <a16:creationId xmlns:a16="http://schemas.microsoft.com/office/drawing/2014/main" id="{D9FFC110-8A6C-4590-B038-2B2C771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5" name="SE-056-path-885">
            <a:extLst xmlns:a="http://schemas.openxmlformats.org/drawingml/2006/main">
              <a:ext uri="{FF2B5EF4-FFF2-40B4-BE49-F238E27FC236}">
                <a16:creationId xmlns:a16="http://schemas.microsoft.com/office/drawing/2014/main" id="{9C675274-827B-4598-82E5-3B1C606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6" name="SE-056-path-886">
            <a:extLst xmlns:a="http://schemas.openxmlformats.org/drawingml/2006/main">
              <a:ext uri="{FF2B5EF4-FFF2-40B4-BE49-F238E27FC236}">
                <a16:creationId xmlns:a16="http://schemas.microsoft.com/office/drawing/2014/main" id="{CBA08568-D743-4338-B391-5A6546E8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7" name="SE-056-path-887">
            <a:extLst xmlns:a="http://schemas.openxmlformats.org/drawingml/2006/main">
              <a:ext uri="{FF2B5EF4-FFF2-40B4-BE49-F238E27FC236}">
                <a16:creationId xmlns:a16="http://schemas.microsoft.com/office/drawing/2014/main" id="{1DE687B4-E6A5-40A6-A15F-38B3AE61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8" name="SE-056-path-888">
            <a:extLst xmlns:a="http://schemas.openxmlformats.org/drawingml/2006/main">
              <a:ext uri="{FF2B5EF4-FFF2-40B4-BE49-F238E27FC236}">
                <a16:creationId xmlns:a16="http://schemas.microsoft.com/office/drawing/2014/main" id="{08157965-47C3-41DD-9A5D-0E79BCE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89" name="SE-056-path-889">
            <a:extLst xmlns:a="http://schemas.openxmlformats.org/drawingml/2006/main">
              <a:ext uri="{FF2B5EF4-FFF2-40B4-BE49-F238E27FC236}">
                <a16:creationId xmlns:a16="http://schemas.microsoft.com/office/drawing/2014/main" id="{F19ECF81-0B1A-4D6B-9CD2-BBC7C623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0" name="SE-056-path-890">
            <a:extLst xmlns:a="http://schemas.openxmlformats.org/drawingml/2006/main">
              <a:ext uri="{FF2B5EF4-FFF2-40B4-BE49-F238E27FC236}">
                <a16:creationId xmlns:a16="http://schemas.microsoft.com/office/drawing/2014/main" id="{3DCD6884-CE03-4596-8A15-6F156747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1" name="SE-056-path-891">
            <a:extLst xmlns:a="http://schemas.openxmlformats.org/drawingml/2006/main">
              <a:ext uri="{FF2B5EF4-FFF2-40B4-BE49-F238E27FC236}">
                <a16:creationId xmlns:a16="http://schemas.microsoft.com/office/drawing/2014/main" id="{6FF91208-81E0-43B0-BEB7-EFD5CE3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2" name="SE-056-path-892">
            <a:extLst xmlns:a="http://schemas.openxmlformats.org/drawingml/2006/main">
              <a:ext uri="{FF2B5EF4-FFF2-40B4-BE49-F238E27FC236}">
                <a16:creationId xmlns:a16="http://schemas.microsoft.com/office/drawing/2014/main" id="{F7F3B5EC-D00C-46E8-A2E1-CC9BF8F8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3" name="SE-056-path-893">
            <a:extLst xmlns:a="http://schemas.openxmlformats.org/drawingml/2006/main">
              <a:ext uri="{FF2B5EF4-FFF2-40B4-BE49-F238E27FC236}">
                <a16:creationId xmlns:a16="http://schemas.microsoft.com/office/drawing/2014/main" id="{00344562-501C-454D-9E7B-27B512FC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4" name="SE-056-path-894">
            <a:extLst xmlns:a="http://schemas.openxmlformats.org/drawingml/2006/main">
              <a:ext uri="{FF2B5EF4-FFF2-40B4-BE49-F238E27FC236}">
                <a16:creationId xmlns:a16="http://schemas.microsoft.com/office/drawing/2014/main" id="{C6541F7C-C6A0-4E4B-8594-7A798E7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5" name="SE-056-path-895">
            <a:extLst xmlns:a="http://schemas.openxmlformats.org/drawingml/2006/main">
              <a:ext uri="{FF2B5EF4-FFF2-40B4-BE49-F238E27FC236}">
                <a16:creationId xmlns:a16="http://schemas.microsoft.com/office/drawing/2014/main" id="{F0515502-7850-4534-ABA2-16F4DA4A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6" name="SE-056-path-896">
            <a:extLst xmlns:a="http://schemas.openxmlformats.org/drawingml/2006/main">
              <a:ext uri="{FF2B5EF4-FFF2-40B4-BE49-F238E27FC236}">
                <a16:creationId xmlns:a16="http://schemas.microsoft.com/office/drawing/2014/main" id="{5A043D23-01F3-420F-99FB-904BDB7E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7" name="SE-056-path-897">
            <a:extLst xmlns:a="http://schemas.openxmlformats.org/drawingml/2006/main">
              <a:ext uri="{FF2B5EF4-FFF2-40B4-BE49-F238E27FC236}">
                <a16:creationId xmlns:a16="http://schemas.microsoft.com/office/drawing/2014/main" id="{94EE0CFB-09A4-45DA-84B0-BDA120B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8" name="SE-056-path-898">
            <a:extLst xmlns:a="http://schemas.openxmlformats.org/drawingml/2006/main">
              <a:ext uri="{FF2B5EF4-FFF2-40B4-BE49-F238E27FC236}">
                <a16:creationId xmlns:a16="http://schemas.microsoft.com/office/drawing/2014/main" id="{4AE4E4B5-928E-49EC-B0FB-F75DBDFF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899" name="SE-056-path-899">
            <a:extLst xmlns:a="http://schemas.openxmlformats.org/drawingml/2006/main">
              <a:ext uri="{FF2B5EF4-FFF2-40B4-BE49-F238E27FC236}">
                <a16:creationId xmlns:a16="http://schemas.microsoft.com/office/drawing/2014/main" id="{AB112F5C-C9CD-4742-8D04-95E42FD4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0" name="SE-056-path-900">
            <a:extLst xmlns:a="http://schemas.openxmlformats.org/drawingml/2006/main">
              <a:ext uri="{FF2B5EF4-FFF2-40B4-BE49-F238E27FC236}">
                <a16:creationId xmlns:a16="http://schemas.microsoft.com/office/drawing/2014/main" id="{00D6AE89-ABF4-4361-B0E0-39FB14F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1" name="SE-056-path-901">
            <a:extLst xmlns:a="http://schemas.openxmlformats.org/drawingml/2006/main">
              <a:ext uri="{FF2B5EF4-FFF2-40B4-BE49-F238E27FC236}">
                <a16:creationId xmlns:a16="http://schemas.microsoft.com/office/drawing/2014/main" id="{7747C5B0-378B-4AB5-8493-1E509C0C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2" name="SE-056-path-902">
            <a:extLst xmlns:a="http://schemas.openxmlformats.org/drawingml/2006/main">
              <a:ext uri="{FF2B5EF4-FFF2-40B4-BE49-F238E27FC236}">
                <a16:creationId xmlns:a16="http://schemas.microsoft.com/office/drawing/2014/main" id="{2CA206CC-47E3-407C-8944-8B10CBE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3" name="SE-056-path-903">
            <a:extLst xmlns:a="http://schemas.openxmlformats.org/drawingml/2006/main">
              <a:ext uri="{FF2B5EF4-FFF2-40B4-BE49-F238E27FC236}">
                <a16:creationId xmlns:a16="http://schemas.microsoft.com/office/drawing/2014/main" id="{8D5D9667-B24D-4B3B-8B27-B7EA984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4" name="SE-056-path-904">
            <a:extLst xmlns:a="http://schemas.openxmlformats.org/drawingml/2006/main">
              <a:ext uri="{FF2B5EF4-FFF2-40B4-BE49-F238E27FC236}">
                <a16:creationId xmlns:a16="http://schemas.microsoft.com/office/drawing/2014/main" id="{B0795004-4E07-43F7-B6EE-DE63DAD0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5" name="SE-056-path-905">
            <a:extLst xmlns:a="http://schemas.openxmlformats.org/drawingml/2006/main">
              <a:ext uri="{FF2B5EF4-FFF2-40B4-BE49-F238E27FC236}">
                <a16:creationId xmlns:a16="http://schemas.microsoft.com/office/drawing/2014/main" id="{24E7E48D-512C-41E7-92B6-C98D138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6" name="SE-056-path-906">
            <a:extLst xmlns:a="http://schemas.openxmlformats.org/drawingml/2006/main">
              <a:ext uri="{FF2B5EF4-FFF2-40B4-BE49-F238E27FC236}">
                <a16:creationId xmlns:a16="http://schemas.microsoft.com/office/drawing/2014/main" id="{19FA8B6C-A110-4845-90F9-A43AAB4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7" name="SE-056-path-907">
            <a:extLst xmlns:a="http://schemas.openxmlformats.org/drawingml/2006/main">
              <a:ext uri="{FF2B5EF4-FFF2-40B4-BE49-F238E27FC236}">
                <a16:creationId xmlns:a16="http://schemas.microsoft.com/office/drawing/2014/main" id="{E20E320F-44C9-415A-88E7-DCACB00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8" name="SE-056-path-908">
            <a:extLst xmlns:a="http://schemas.openxmlformats.org/drawingml/2006/main">
              <a:ext uri="{FF2B5EF4-FFF2-40B4-BE49-F238E27FC236}">
                <a16:creationId xmlns:a16="http://schemas.microsoft.com/office/drawing/2014/main" id="{2F6FD093-2946-4EE0-BDAF-05E832C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09" name="SE-056-path-909">
            <a:extLst xmlns:a="http://schemas.openxmlformats.org/drawingml/2006/main">
              <a:ext uri="{FF2B5EF4-FFF2-40B4-BE49-F238E27FC236}">
                <a16:creationId xmlns:a16="http://schemas.microsoft.com/office/drawing/2014/main" id="{05D6586A-B841-4D69-84A1-9DFCB20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0" name="SE-056-path-910">
            <a:extLst xmlns:a="http://schemas.openxmlformats.org/drawingml/2006/main">
              <a:ext uri="{FF2B5EF4-FFF2-40B4-BE49-F238E27FC236}">
                <a16:creationId xmlns:a16="http://schemas.microsoft.com/office/drawing/2014/main" id="{10833D16-8ED5-4CEC-B1A2-0BFA7C3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1" name="SE-056-path-911">
            <a:extLst xmlns:a="http://schemas.openxmlformats.org/drawingml/2006/main">
              <a:ext uri="{FF2B5EF4-FFF2-40B4-BE49-F238E27FC236}">
                <a16:creationId xmlns:a16="http://schemas.microsoft.com/office/drawing/2014/main" id="{7A42B96F-2AFA-42AC-9698-33ECC966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2" name="SE-056-path-912">
            <a:extLst xmlns:a="http://schemas.openxmlformats.org/drawingml/2006/main">
              <a:ext uri="{FF2B5EF4-FFF2-40B4-BE49-F238E27FC236}">
                <a16:creationId xmlns:a16="http://schemas.microsoft.com/office/drawing/2014/main" id="{4F9E9C65-4892-4F8E-B1CE-57F7EA5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3" name="SE-056-path-913">
            <a:extLst xmlns:a="http://schemas.openxmlformats.org/drawingml/2006/main">
              <a:ext uri="{FF2B5EF4-FFF2-40B4-BE49-F238E27FC236}">
                <a16:creationId xmlns:a16="http://schemas.microsoft.com/office/drawing/2014/main" id="{01D64FDE-86E0-400B-B9D3-0D6DE54F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4" name="SE-056-path-914">
            <a:extLst xmlns:a="http://schemas.openxmlformats.org/drawingml/2006/main">
              <a:ext uri="{FF2B5EF4-FFF2-40B4-BE49-F238E27FC236}">
                <a16:creationId xmlns:a16="http://schemas.microsoft.com/office/drawing/2014/main" id="{81293239-8D60-4955-8B17-5D8F779E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5" name="SE-056-path-915">
            <a:extLst xmlns:a="http://schemas.openxmlformats.org/drawingml/2006/main">
              <a:ext uri="{FF2B5EF4-FFF2-40B4-BE49-F238E27FC236}">
                <a16:creationId xmlns:a16="http://schemas.microsoft.com/office/drawing/2014/main" id="{046EB197-71F3-4AAB-B3D1-E11E0F0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6" name="SE-056-path-916">
            <a:extLst xmlns:a="http://schemas.openxmlformats.org/drawingml/2006/main">
              <a:ext uri="{FF2B5EF4-FFF2-40B4-BE49-F238E27FC236}">
                <a16:creationId xmlns:a16="http://schemas.microsoft.com/office/drawing/2014/main" id="{6C18E0F6-7919-4FF1-AB5F-C6252B37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7" name="SE-056-path-917">
            <a:extLst xmlns:a="http://schemas.openxmlformats.org/drawingml/2006/main">
              <a:ext uri="{FF2B5EF4-FFF2-40B4-BE49-F238E27FC236}">
                <a16:creationId xmlns:a16="http://schemas.microsoft.com/office/drawing/2014/main" id="{3A9245E4-CE6E-4DF1-812B-053C06FD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8" name="SE-056-path-918">
            <a:extLst xmlns:a="http://schemas.openxmlformats.org/drawingml/2006/main">
              <a:ext uri="{FF2B5EF4-FFF2-40B4-BE49-F238E27FC236}">
                <a16:creationId xmlns:a16="http://schemas.microsoft.com/office/drawing/2014/main" id="{FC93B357-D972-450C-8784-38E8F53F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19" name="SE-056-path-919">
            <a:extLst xmlns:a="http://schemas.openxmlformats.org/drawingml/2006/main">
              <a:ext uri="{FF2B5EF4-FFF2-40B4-BE49-F238E27FC236}">
                <a16:creationId xmlns:a16="http://schemas.microsoft.com/office/drawing/2014/main" id="{1F460E94-BC79-4DDE-8869-BEE3B8DE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0" name="SE-056-path-920">
            <a:extLst xmlns:a="http://schemas.openxmlformats.org/drawingml/2006/main">
              <a:ext uri="{FF2B5EF4-FFF2-40B4-BE49-F238E27FC236}">
                <a16:creationId xmlns:a16="http://schemas.microsoft.com/office/drawing/2014/main" id="{715B40C6-3586-4274-B1FF-2F10D3E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1" name="SE-056-path-921">
            <a:extLst xmlns:a="http://schemas.openxmlformats.org/drawingml/2006/main">
              <a:ext uri="{FF2B5EF4-FFF2-40B4-BE49-F238E27FC236}">
                <a16:creationId xmlns:a16="http://schemas.microsoft.com/office/drawing/2014/main" id="{E938A19F-5E61-4B62-A4FD-575B2128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2" name="SE-056-path-922">
            <a:extLst xmlns:a="http://schemas.openxmlformats.org/drawingml/2006/main">
              <a:ext uri="{FF2B5EF4-FFF2-40B4-BE49-F238E27FC236}">
                <a16:creationId xmlns:a16="http://schemas.microsoft.com/office/drawing/2014/main" id="{1D48AC90-3904-4290-8C0B-462B0ECE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3" name="SE-056-path-923">
            <a:extLst xmlns:a="http://schemas.openxmlformats.org/drawingml/2006/main">
              <a:ext uri="{FF2B5EF4-FFF2-40B4-BE49-F238E27FC236}">
                <a16:creationId xmlns:a16="http://schemas.microsoft.com/office/drawing/2014/main" id="{57F0A356-FE4F-401D-ACCE-204F7FD6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4" name="SE-056-path-924">
            <a:extLst xmlns:a="http://schemas.openxmlformats.org/drawingml/2006/main">
              <a:ext uri="{FF2B5EF4-FFF2-40B4-BE49-F238E27FC236}">
                <a16:creationId xmlns:a16="http://schemas.microsoft.com/office/drawing/2014/main" id="{E4131AEA-66D4-44EE-8909-31C2C2E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5" name="SE-056-path-925">
            <a:extLst xmlns:a="http://schemas.openxmlformats.org/drawingml/2006/main">
              <a:ext uri="{FF2B5EF4-FFF2-40B4-BE49-F238E27FC236}">
                <a16:creationId xmlns:a16="http://schemas.microsoft.com/office/drawing/2014/main" id="{6BCCC824-E2BF-457E-B21E-9D2B9DD4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6" name="SE-056-path-926">
            <a:extLst xmlns:a="http://schemas.openxmlformats.org/drawingml/2006/main">
              <a:ext uri="{FF2B5EF4-FFF2-40B4-BE49-F238E27FC236}">
                <a16:creationId xmlns:a16="http://schemas.microsoft.com/office/drawing/2014/main" id="{826ADFBC-5099-4C56-ABCC-04AA6BE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7" name="SE-056-path-927">
            <a:extLst xmlns:a="http://schemas.openxmlformats.org/drawingml/2006/main">
              <a:ext uri="{FF2B5EF4-FFF2-40B4-BE49-F238E27FC236}">
                <a16:creationId xmlns:a16="http://schemas.microsoft.com/office/drawing/2014/main" id="{21946242-20E5-4472-9B42-01BB652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8" name="SE-056-path-928">
            <a:extLst xmlns:a="http://schemas.openxmlformats.org/drawingml/2006/main">
              <a:ext uri="{FF2B5EF4-FFF2-40B4-BE49-F238E27FC236}">
                <a16:creationId xmlns:a16="http://schemas.microsoft.com/office/drawing/2014/main" id="{0A568504-98DD-4F4D-9AF9-48930A2A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29" name="SE-056-path-929">
            <a:extLst xmlns:a="http://schemas.openxmlformats.org/drawingml/2006/main">
              <a:ext uri="{FF2B5EF4-FFF2-40B4-BE49-F238E27FC236}">
                <a16:creationId xmlns:a16="http://schemas.microsoft.com/office/drawing/2014/main" id="{1A634A80-2634-4C71-8732-62832B56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0" name="SE-056-path-930">
            <a:extLst xmlns:a="http://schemas.openxmlformats.org/drawingml/2006/main">
              <a:ext uri="{FF2B5EF4-FFF2-40B4-BE49-F238E27FC236}">
                <a16:creationId xmlns:a16="http://schemas.microsoft.com/office/drawing/2014/main" id="{5839E319-5B1D-4AC1-B1F7-D4259B14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1" name="SE-056-path-931">
            <a:extLst xmlns:a="http://schemas.openxmlformats.org/drawingml/2006/main">
              <a:ext uri="{FF2B5EF4-FFF2-40B4-BE49-F238E27FC236}">
                <a16:creationId xmlns:a16="http://schemas.microsoft.com/office/drawing/2014/main" id="{2080D660-544C-4748-9BA6-92773C2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2" name="SE-056-path-932">
            <a:extLst xmlns:a="http://schemas.openxmlformats.org/drawingml/2006/main">
              <a:ext uri="{FF2B5EF4-FFF2-40B4-BE49-F238E27FC236}">
                <a16:creationId xmlns:a16="http://schemas.microsoft.com/office/drawing/2014/main" id="{9695ECAC-61C1-49C4-9B89-3ACF14A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3" name="SE-056-path-933">
            <a:extLst xmlns:a="http://schemas.openxmlformats.org/drawingml/2006/main">
              <a:ext uri="{FF2B5EF4-FFF2-40B4-BE49-F238E27FC236}">
                <a16:creationId xmlns:a16="http://schemas.microsoft.com/office/drawing/2014/main" id="{BA5CAE5E-F753-4C8B-9DFC-97C2835D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4" name="SE-056-path-934">
            <a:extLst xmlns:a="http://schemas.openxmlformats.org/drawingml/2006/main">
              <a:ext uri="{FF2B5EF4-FFF2-40B4-BE49-F238E27FC236}">
                <a16:creationId xmlns:a16="http://schemas.microsoft.com/office/drawing/2014/main" id="{93E5D9A4-B81D-45AA-9629-D572E69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5" name="SE-056-path-935">
            <a:extLst xmlns:a="http://schemas.openxmlformats.org/drawingml/2006/main">
              <a:ext uri="{FF2B5EF4-FFF2-40B4-BE49-F238E27FC236}">
                <a16:creationId xmlns:a16="http://schemas.microsoft.com/office/drawing/2014/main" id="{1ACD8F72-FDF5-40A0-8668-0854F6ED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6" name="SE-056-936">
            <a:extLst xmlns:a="http://schemas.openxmlformats.org/drawingml/2006/main">
              <a:ext uri="{FF2B5EF4-FFF2-40B4-BE49-F238E27FC236}">
                <a16:creationId xmlns:a16="http://schemas.microsoft.com/office/drawing/2014/main" id="{F3D7BAFA-9B5D-4D18-8AEF-F5D60F6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051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500K</a:t>
            </a:r>
          </a:p>
        </p:txBody>
      </p:sp>
      <p:sp>
        <p:nvSpPr>
          <p:cNvPr id="937" name="SE-056-path-937">
            <a:extLst xmlns:a="http://schemas.openxmlformats.org/drawingml/2006/main">
              <a:ext uri="{FF2B5EF4-FFF2-40B4-BE49-F238E27FC236}">
                <a16:creationId xmlns:a16="http://schemas.microsoft.com/office/drawing/2014/main" id="{DFE60E01-AFD3-453E-9B45-06CCC21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8" name="SE-056-path-938">
            <a:extLst xmlns:a="http://schemas.openxmlformats.org/drawingml/2006/main">
              <a:ext uri="{FF2B5EF4-FFF2-40B4-BE49-F238E27FC236}">
                <a16:creationId xmlns:a16="http://schemas.microsoft.com/office/drawing/2014/main" id="{03C7F7EC-1F69-453C-964A-C80B7F0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39" name="SE-056-path-939">
            <a:extLst xmlns:a="http://schemas.openxmlformats.org/drawingml/2006/main">
              <a:ext uri="{FF2B5EF4-FFF2-40B4-BE49-F238E27FC236}">
                <a16:creationId xmlns:a16="http://schemas.microsoft.com/office/drawing/2014/main" id="{DDD6028C-F273-442B-ABDB-573C5B8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0" name="SE-056-path-940">
            <a:extLst xmlns:a="http://schemas.openxmlformats.org/drawingml/2006/main">
              <a:ext uri="{FF2B5EF4-FFF2-40B4-BE49-F238E27FC236}">
                <a16:creationId xmlns:a16="http://schemas.microsoft.com/office/drawing/2014/main" id="{250664EC-62B9-4687-A541-6E6B469C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1" name="SE-056-path-941">
            <a:extLst xmlns:a="http://schemas.openxmlformats.org/drawingml/2006/main">
              <a:ext uri="{FF2B5EF4-FFF2-40B4-BE49-F238E27FC236}">
                <a16:creationId xmlns:a16="http://schemas.microsoft.com/office/drawing/2014/main" id="{62B56BCC-2EB3-4E50-B4D1-7B8EEAF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2" name="SE-056-path-942">
            <a:extLst xmlns:a="http://schemas.openxmlformats.org/drawingml/2006/main">
              <a:ext uri="{FF2B5EF4-FFF2-40B4-BE49-F238E27FC236}">
                <a16:creationId xmlns:a16="http://schemas.microsoft.com/office/drawing/2014/main" id="{E4065F64-42A5-4AD0-B210-8E0A4CC7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3" name="SE-056-path-943">
            <a:extLst xmlns:a="http://schemas.openxmlformats.org/drawingml/2006/main">
              <a:ext uri="{FF2B5EF4-FFF2-40B4-BE49-F238E27FC236}">
                <a16:creationId xmlns:a16="http://schemas.microsoft.com/office/drawing/2014/main" id="{AA676435-9D1D-450D-B4CF-B1684F0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4" name="SE-056-path-944">
            <a:extLst xmlns:a="http://schemas.openxmlformats.org/drawingml/2006/main">
              <a:ext uri="{FF2B5EF4-FFF2-40B4-BE49-F238E27FC236}">
                <a16:creationId xmlns:a16="http://schemas.microsoft.com/office/drawing/2014/main" id="{114BCEDB-E57A-4941-A8A2-245DB12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5" name="SE-056-path-945">
            <a:extLst xmlns:a="http://schemas.openxmlformats.org/drawingml/2006/main">
              <a:ext uri="{FF2B5EF4-FFF2-40B4-BE49-F238E27FC236}">
                <a16:creationId xmlns:a16="http://schemas.microsoft.com/office/drawing/2014/main" id="{10FADD39-BB24-4C67-9B8B-28449F6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6" name="SE-056-path-946">
            <a:extLst xmlns:a="http://schemas.openxmlformats.org/drawingml/2006/main">
              <a:ext uri="{FF2B5EF4-FFF2-40B4-BE49-F238E27FC236}">
                <a16:creationId xmlns:a16="http://schemas.microsoft.com/office/drawing/2014/main" id="{AFFFF22B-E308-4A21-8A5F-0BC7A73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7" name="SE-056-path-947">
            <a:extLst xmlns:a="http://schemas.openxmlformats.org/drawingml/2006/main">
              <a:ext uri="{FF2B5EF4-FFF2-40B4-BE49-F238E27FC236}">
                <a16:creationId xmlns:a16="http://schemas.microsoft.com/office/drawing/2014/main" id="{CB07A21D-1FE2-4F32-96C6-ACF0506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8" name="SE-056-path-948">
            <a:extLst xmlns:a="http://schemas.openxmlformats.org/drawingml/2006/main">
              <a:ext uri="{FF2B5EF4-FFF2-40B4-BE49-F238E27FC236}">
                <a16:creationId xmlns:a16="http://schemas.microsoft.com/office/drawing/2014/main" id="{A92DD991-8504-426B-9EE8-22D4C55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49" name="SE-056-path-949">
            <a:extLst xmlns:a="http://schemas.openxmlformats.org/drawingml/2006/main">
              <a:ext uri="{FF2B5EF4-FFF2-40B4-BE49-F238E27FC236}">
                <a16:creationId xmlns:a16="http://schemas.microsoft.com/office/drawing/2014/main" id="{CD407CEC-F782-44A6-A1DF-6DA729CD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0" name="SE-056-path-950">
            <a:extLst xmlns:a="http://schemas.openxmlformats.org/drawingml/2006/main">
              <a:ext uri="{FF2B5EF4-FFF2-40B4-BE49-F238E27FC236}">
                <a16:creationId xmlns:a16="http://schemas.microsoft.com/office/drawing/2014/main" id="{50F15387-AE3C-4CD6-96FD-E6937EE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1" name="SE-056-path-951">
            <a:extLst xmlns:a="http://schemas.openxmlformats.org/drawingml/2006/main">
              <a:ext uri="{FF2B5EF4-FFF2-40B4-BE49-F238E27FC236}">
                <a16:creationId xmlns:a16="http://schemas.microsoft.com/office/drawing/2014/main" id="{3BE355D0-E581-4230-AA5C-F9A0234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2" name="SE-056-path-952">
            <a:extLst xmlns:a="http://schemas.openxmlformats.org/drawingml/2006/main">
              <a:ext uri="{FF2B5EF4-FFF2-40B4-BE49-F238E27FC236}">
                <a16:creationId xmlns:a16="http://schemas.microsoft.com/office/drawing/2014/main" id="{AF816D14-EF9C-4FA0-A039-A18A776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3" name="SE-056-path-953">
            <a:extLst xmlns:a="http://schemas.openxmlformats.org/drawingml/2006/main">
              <a:ext uri="{FF2B5EF4-FFF2-40B4-BE49-F238E27FC236}">
                <a16:creationId xmlns:a16="http://schemas.microsoft.com/office/drawing/2014/main" id="{BBCF0EDC-A909-47AB-806F-7E9002F7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4" name="SE-056-path-954">
            <a:extLst xmlns:a="http://schemas.openxmlformats.org/drawingml/2006/main">
              <a:ext uri="{FF2B5EF4-FFF2-40B4-BE49-F238E27FC236}">
                <a16:creationId xmlns:a16="http://schemas.microsoft.com/office/drawing/2014/main" id="{67A00DB7-06CD-410B-B110-A11721B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5" name="SE-056-path-955">
            <a:extLst xmlns:a="http://schemas.openxmlformats.org/drawingml/2006/main">
              <a:ext uri="{FF2B5EF4-FFF2-40B4-BE49-F238E27FC236}">
                <a16:creationId xmlns:a16="http://schemas.microsoft.com/office/drawing/2014/main" id="{A530E211-C115-40B3-BD6F-F5BDAEE8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6" name="SE-056-path-956">
            <a:extLst xmlns:a="http://schemas.openxmlformats.org/drawingml/2006/main">
              <a:ext uri="{FF2B5EF4-FFF2-40B4-BE49-F238E27FC236}">
                <a16:creationId xmlns:a16="http://schemas.microsoft.com/office/drawing/2014/main" id="{970F8D63-C7BB-4E7E-8A3B-651D6F5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7" name="SE-056-path-957">
            <a:extLst xmlns:a="http://schemas.openxmlformats.org/drawingml/2006/main">
              <a:ext uri="{FF2B5EF4-FFF2-40B4-BE49-F238E27FC236}">
                <a16:creationId xmlns:a16="http://schemas.microsoft.com/office/drawing/2014/main" id="{319E5CD3-BA45-4260-B346-EF233647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8" name="SE-056-path-958">
            <a:extLst xmlns:a="http://schemas.openxmlformats.org/drawingml/2006/main">
              <a:ext uri="{FF2B5EF4-FFF2-40B4-BE49-F238E27FC236}">
                <a16:creationId xmlns:a16="http://schemas.microsoft.com/office/drawing/2014/main" id="{FE5BF23E-DEEC-4251-91C6-E8F5F48F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59" name="SE-056-path-959">
            <a:extLst xmlns:a="http://schemas.openxmlformats.org/drawingml/2006/main">
              <a:ext uri="{FF2B5EF4-FFF2-40B4-BE49-F238E27FC236}">
                <a16:creationId xmlns:a16="http://schemas.microsoft.com/office/drawing/2014/main" id="{44C1F8EC-2267-40BE-9FEC-70DF1CA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0" name="SE-056-path-960">
            <a:extLst xmlns:a="http://schemas.openxmlformats.org/drawingml/2006/main">
              <a:ext uri="{FF2B5EF4-FFF2-40B4-BE49-F238E27FC236}">
                <a16:creationId xmlns:a16="http://schemas.microsoft.com/office/drawing/2014/main" id="{3F5CA4E3-98D4-4FB7-8BC3-0E227791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1" name="SE-056-path-961">
            <a:extLst xmlns:a="http://schemas.openxmlformats.org/drawingml/2006/main">
              <a:ext uri="{FF2B5EF4-FFF2-40B4-BE49-F238E27FC236}">
                <a16:creationId xmlns:a16="http://schemas.microsoft.com/office/drawing/2014/main" id="{756BD1E1-EA33-466F-B545-62C713F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2" name="SE-056-path-962">
            <a:extLst xmlns:a="http://schemas.openxmlformats.org/drawingml/2006/main">
              <a:ext uri="{FF2B5EF4-FFF2-40B4-BE49-F238E27FC236}">
                <a16:creationId xmlns:a16="http://schemas.microsoft.com/office/drawing/2014/main" id="{81F92443-563E-4D74-8266-2265F66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3" name="SE-056-path-963">
            <a:extLst xmlns:a="http://schemas.openxmlformats.org/drawingml/2006/main">
              <a:ext uri="{FF2B5EF4-FFF2-40B4-BE49-F238E27FC236}">
                <a16:creationId xmlns:a16="http://schemas.microsoft.com/office/drawing/2014/main" id="{F21D1E4C-86F0-435F-BCAE-A392729D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4" name="SE-056-path-964">
            <a:extLst xmlns:a="http://schemas.openxmlformats.org/drawingml/2006/main">
              <a:ext uri="{FF2B5EF4-FFF2-40B4-BE49-F238E27FC236}">
                <a16:creationId xmlns:a16="http://schemas.microsoft.com/office/drawing/2014/main" id="{9ADB9FF8-4BE7-4A68-86A3-BE378566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5" name="SE-056-path-965">
            <a:extLst xmlns:a="http://schemas.openxmlformats.org/drawingml/2006/main">
              <a:ext uri="{FF2B5EF4-FFF2-40B4-BE49-F238E27FC236}">
                <a16:creationId xmlns:a16="http://schemas.microsoft.com/office/drawing/2014/main" id="{E61EA77B-F821-49FB-8252-88E4CC8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6" name="SE-056-path-966">
            <a:extLst xmlns:a="http://schemas.openxmlformats.org/drawingml/2006/main">
              <a:ext uri="{FF2B5EF4-FFF2-40B4-BE49-F238E27FC236}">
                <a16:creationId xmlns:a16="http://schemas.microsoft.com/office/drawing/2014/main" id="{F0BC4223-3CCD-45A0-B3C7-252A2155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7" name="SE-056-path-967">
            <a:extLst xmlns:a="http://schemas.openxmlformats.org/drawingml/2006/main">
              <a:ext uri="{FF2B5EF4-FFF2-40B4-BE49-F238E27FC236}">
                <a16:creationId xmlns:a16="http://schemas.microsoft.com/office/drawing/2014/main" id="{9AEC2F2D-D776-4118-A02F-F4EA6C36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8" name="SE-056-path-968">
            <a:extLst xmlns:a="http://schemas.openxmlformats.org/drawingml/2006/main">
              <a:ext uri="{FF2B5EF4-FFF2-40B4-BE49-F238E27FC236}">
                <a16:creationId xmlns:a16="http://schemas.microsoft.com/office/drawing/2014/main" id="{9A8847AD-018D-431A-8EC9-21AD292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69" name="SE-056-path-969">
            <a:extLst xmlns:a="http://schemas.openxmlformats.org/drawingml/2006/main">
              <a:ext uri="{FF2B5EF4-FFF2-40B4-BE49-F238E27FC236}">
                <a16:creationId xmlns:a16="http://schemas.microsoft.com/office/drawing/2014/main" id="{AE059A9B-538C-4B33-92B1-936888C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0" name="SE-056-path-970">
            <a:extLst xmlns:a="http://schemas.openxmlformats.org/drawingml/2006/main">
              <a:ext uri="{FF2B5EF4-FFF2-40B4-BE49-F238E27FC236}">
                <a16:creationId xmlns:a16="http://schemas.microsoft.com/office/drawing/2014/main" id="{1F4C3AFA-B835-40F0-80FA-E70EAC8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1" name="SE-056-path-971">
            <a:extLst xmlns:a="http://schemas.openxmlformats.org/drawingml/2006/main">
              <a:ext uri="{FF2B5EF4-FFF2-40B4-BE49-F238E27FC236}">
                <a16:creationId xmlns:a16="http://schemas.microsoft.com/office/drawing/2014/main" id="{C88E0FEB-79C0-4BA7-8C7D-3E500D7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2" name="SE-056-path-972">
            <a:extLst xmlns:a="http://schemas.openxmlformats.org/drawingml/2006/main">
              <a:ext uri="{FF2B5EF4-FFF2-40B4-BE49-F238E27FC236}">
                <a16:creationId xmlns:a16="http://schemas.microsoft.com/office/drawing/2014/main" id="{D2992757-5BD7-4E6D-BBDA-2BF5F926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3" name="SE-056-path-973">
            <a:extLst xmlns:a="http://schemas.openxmlformats.org/drawingml/2006/main">
              <a:ext uri="{FF2B5EF4-FFF2-40B4-BE49-F238E27FC236}">
                <a16:creationId xmlns:a16="http://schemas.microsoft.com/office/drawing/2014/main" id="{57139E91-0F6D-429C-8DE4-AC51AFD8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4" name="SE-056-path-974">
            <a:extLst xmlns:a="http://schemas.openxmlformats.org/drawingml/2006/main">
              <a:ext uri="{FF2B5EF4-FFF2-40B4-BE49-F238E27FC236}">
                <a16:creationId xmlns:a16="http://schemas.microsoft.com/office/drawing/2014/main" id="{74153DEB-4036-45A0-924C-2E5BA0F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5" name="SE-056-path-975">
            <a:extLst xmlns:a="http://schemas.openxmlformats.org/drawingml/2006/main">
              <a:ext uri="{FF2B5EF4-FFF2-40B4-BE49-F238E27FC236}">
                <a16:creationId xmlns:a16="http://schemas.microsoft.com/office/drawing/2014/main" id="{47F4C062-FC60-4740-ABF9-B45DFB3A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6" name="SE-056-path-976">
            <a:extLst xmlns:a="http://schemas.openxmlformats.org/drawingml/2006/main">
              <a:ext uri="{FF2B5EF4-FFF2-40B4-BE49-F238E27FC236}">
                <a16:creationId xmlns:a16="http://schemas.microsoft.com/office/drawing/2014/main" id="{F494DE4E-E08B-4790-8846-62FDFD9B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7" name="SE-056-path-977">
            <a:extLst xmlns:a="http://schemas.openxmlformats.org/drawingml/2006/main">
              <a:ext uri="{FF2B5EF4-FFF2-40B4-BE49-F238E27FC236}">
                <a16:creationId xmlns:a16="http://schemas.microsoft.com/office/drawing/2014/main" id="{51E9779F-0757-41B8-BB3F-713D34B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8" name="SE-056-path-978">
            <a:extLst xmlns:a="http://schemas.openxmlformats.org/drawingml/2006/main">
              <a:ext uri="{FF2B5EF4-FFF2-40B4-BE49-F238E27FC236}">
                <a16:creationId xmlns:a16="http://schemas.microsoft.com/office/drawing/2014/main" id="{51208EF8-AA5F-413B-8576-E6004E59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79" name="SE-056-path-979">
            <a:extLst xmlns:a="http://schemas.openxmlformats.org/drawingml/2006/main">
              <a:ext uri="{FF2B5EF4-FFF2-40B4-BE49-F238E27FC236}">
                <a16:creationId xmlns:a16="http://schemas.microsoft.com/office/drawing/2014/main" id="{812ACE14-AC49-4FC1-82B6-C38DFA63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0" name="SE-056-path-980">
            <a:extLst xmlns:a="http://schemas.openxmlformats.org/drawingml/2006/main">
              <a:ext uri="{FF2B5EF4-FFF2-40B4-BE49-F238E27FC236}">
                <a16:creationId xmlns:a16="http://schemas.microsoft.com/office/drawing/2014/main" id="{3CCB232B-F79A-48E0-B776-589EC5F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1" name="SE-056-path-981">
            <a:extLst xmlns:a="http://schemas.openxmlformats.org/drawingml/2006/main">
              <a:ext uri="{FF2B5EF4-FFF2-40B4-BE49-F238E27FC236}">
                <a16:creationId xmlns:a16="http://schemas.microsoft.com/office/drawing/2014/main" id="{9FBC71C1-DCA5-4FBC-BCCC-53EFDD4D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2" name="SE-056-path-982">
            <a:extLst xmlns:a="http://schemas.openxmlformats.org/drawingml/2006/main">
              <a:ext uri="{FF2B5EF4-FFF2-40B4-BE49-F238E27FC236}">
                <a16:creationId xmlns:a16="http://schemas.microsoft.com/office/drawing/2014/main" id="{E0179774-501B-4425-A1B6-EE0618D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3" name="SE-056-path-983">
            <a:extLst xmlns:a="http://schemas.openxmlformats.org/drawingml/2006/main">
              <a:ext uri="{FF2B5EF4-FFF2-40B4-BE49-F238E27FC236}">
                <a16:creationId xmlns:a16="http://schemas.microsoft.com/office/drawing/2014/main" id="{58E5637F-322E-4213-99E6-C4F3DD12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4" name="SE-056-path-984">
            <a:extLst xmlns:a="http://schemas.openxmlformats.org/drawingml/2006/main">
              <a:ext uri="{FF2B5EF4-FFF2-40B4-BE49-F238E27FC236}">
                <a16:creationId xmlns:a16="http://schemas.microsoft.com/office/drawing/2014/main" id="{EE3281CF-1064-4226-8382-08D4012B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5" name="SE-056-path-985">
            <a:extLst xmlns:a="http://schemas.openxmlformats.org/drawingml/2006/main">
              <a:ext uri="{FF2B5EF4-FFF2-40B4-BE49-F238E27FC236}">
                <a16:creationId xmlns:a16="http://schemas.microsoft.com/office/drawing/2014/main" id="{3BF6E977-CCBD-4F1F-BBA1-EBB3DCA1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6" name="SE-056-path-986">
            <a:extLst xmlns:a="http://schemas.openxmlformats.org/drawingml/2006/main">
              <a:ext uri="{FF2B5EF4-FFF2-40B4-BE49-F238E27FC236}">
                <a16:creationId xmlns:a16="http://schemas.microsoft.com/office/drawing/2014/main" id="{8EAB7C8A-5FB8-4A2B-A409-CC06993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7" name="SE-056-path-987">
            <a:extLst xmlns:a="http://schemas.openxmlformats.org/drawingml/2006/main">
              <a:ext uri="{FF2B5EF4-FFF2-40B4-BE49-F238E27FC236}">
                <a16:creationId xmlns:a16="http://schemas.microsoft.com/office/drawing/2014/main" id="{5660E6D1-1643-4924-B9CA-9C09B07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8" name="SE-056-path-988">
            <a:extLst xmlns:a="http://schemas.openxmlformats.org/drawingml/2006/main">
              <a:ext uri="{FF2B5EF4-FFF2-40B4-BE49-F238E27FC236}">
                <a16:creationId xmlns:a16="http://schemas.microsoft.com/office/drawing/2014/main" id="{8352FC08-6D11-4BA7-9689-3EE2104C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89" name="SE-056-path-989">
            <a:extLst xmlns:a="http://schemas.openxmlformats.org/drawingml/2006/main">
              <a:ext uri="{FF2B5EF4-FFF2-40B4-BE49-F238E27FC236}">
                <a16:creationId xmlns:a16="http://schemas.microsoft.com/office/drawing/2014/main" id="{38A17FDA-23BF-4786-B869-DE4EF712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0" name="SE-056-path-990">
            <a:extLst xmlns:a="http://schemas.openxmlformats.org/drawingml/2006/main">
              <a:ext uri="{FF2B5EF4-FFF2-40B4-BE49-F238E27FC236}">
                <a16:creationId xmlns:a16="http://schemas.microsoft.com/office/drawing/2014/main" id="{D53673DD-E809-454B-819B-7ACE51E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1" name="SE-056-path-991">
            <a:extLst xmlns:a="http://schemas.openxmlformats.org/drawingml/2006/main">
              <a:ext uri="{FF2B5EF4-FFF2-40B4-BE49-F238E27FC236}">
                <a16:creationId xmlns:a16="http://schemas.microsoft.com/office/drawing/2014/main" id="{ABBD3A58-EDB8-40D0-A9B0-0A4E226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2" name="SE-056-path-992">
            <a:extLst xmlns:a="http://schemas.openxmlformats.org/drawingml/2006/main">
              <a:ext uri="{FF2B5EF4-FFF2-40B4-BE49-F238E27FC236}">
                <a16:creationId xmlns:a16="http://schemas.microsoft.com/office/drawing/2014/main" id="{48350801-37FA-4FC8-A115-2249466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3" name="SE-056-path-993">
            <a:extLst xmlns:a="http://schemas.openxmlformats.org/drawingml/2006/main">
              <a:ext uri="{FF2B5EF4-FFF2-40B4-BE49-F238E27FC236}">
                <a16:creationId xmlns:a16="http://schemas.microsoft.com/office/drawing/2014/main" id="{A3935A5A-2008-476F-8D60-A70C564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4" name="SE-056-path-994">
            <a:extLst xmlns:a="http://schemas.openxmlformats.org/drawingml/2006/main">
              <a:ext uri="{FF2B5EF4-FFF2-40B4-BE49-F238E27FC236}">
                <a16:creationId xmlns:a16="http://schemas.microsoft.com/office/drawing/2014/main" id="{7620201D-75C1-4568-937D-29C0532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5" name="SE-056-path-995">
            <a:extLst xmlns:a="http://schemas.openxmlformats.org/drawingml/2006/main">
              <a:ext uri="{FF2B5EF4-FFF2-40B4-BE49-F238E27FC236}">
                <a16:creationId xmlns:a16="http://schemas.microsoft.com/office/drawing/2014/main" id="{C4820D23-60D5-4A28-9C20-F3EC49F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6" name="SE-056-path-996">
            <a:extLst xmlns:a="http://schemas.openxmlformats.org/drawingml/2006/main">
              <a:ext uri="{FF2B5EF4-FFF2-40B4-BE49-F238E27FC236}">
                <a16:creationId xmlns:a16="http://schemas.microsoft.com/office/drawing/2014/main" id="{61655240-C610-49FB-84C4-9EDACC12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7" name="SE-056-path-997">
            <a:extLst xmlns:a="http://schemas.openxmlformats.org/drawingml/2006/main">
              <a:ext uri="{FF2B5EF4-FFF2-40B4-BE49-F238E27FC236}">
                <a16:creationId xmlns:a16="http://schemas.microsoft.com/office/drawing/2014/main" id="{4360A196-3831-4E70-901D-62BA024D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8" name="SE-056-path-998">
            <a:extLst xmlns:a="http://schemas.openxmlformats.org/drawingml/2006/main">
              <a:ext uri="{FF2B5EF4-FFF2-40B4-BE49-F238E27FC236}">
                <a16:creationId xmlns:a16="http://schemas.microsoft.com/office/drawing/2014/main" id="{71586353-EADD-463B-8711-B14A4B4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999" name="SE-056-path-999">
            <a:extLst xmlns:a="http://schemas.openxmlformats.org/drawingml/2006/main">
              <a:ext uri="{FF2B5EF4-FFF2-40B4-BE49-F238E27FC236}">
                <a16:creationId xmlns:a16="http://schemas.microsoft.com/office/drawing/2014/main" id="{D408887F-05F6-4253-82A1-FBF3C9E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0" name="SE-056-path-1000">
            <a:extLst xmlns:a="http://schemas.openxmlformats.org/drawingml/2006/main">
              <a:ext uri="{FF2B5EF4-FFF2-40B4-BE49-F238E27FC236}">
                <a16:creationId xmlns:a16="http://schemas.microsoft.com/office/drawing/2014/main" id="{C6091298-5113-4ED1-AF76-E080ECF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1" name="SE-056-path-1001">
            <a:extLst xmlns:a="http://schemas.openxmlformats.org/drawingml/2006/main">
              <a:ext uri="{FF2B5EF4-FFF2-40B4-BE49-F238E27FC236}">
                <a16:creationId xmlns:a16="http://schemas.microsoft.com/office/drawing/2014/main" id="{AE263578-0B1D-44A9-9335-345FEB50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2" name="SE-056-path-1002">
            <a:extLst xmlns:a="http://schemas.openxmlformats.org/drawingml/2006/main">
              <a:ext uri="{FF2B5EF4-FFF2-40B4-BE49-F238E27FC236}">
                <a16:creationId xmlns:a16="http://schemas.microsoft.com/office/drawing/2014/main" id="{E875AE0C-8C97-45B8-95DA-783C0C4F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3" name="SE-056-path-1003">
            <a:extLst xmlns:a="http://schemas.openxmlformats.org/drawingml/2006/main">
              <a:ext uri="{FF2B5EF4-FFF2-40B4-BE49-F238E27FC236}">
                <a16:creationId xmlns:a16="http://schemas.microsoft.com/office/drawing/2014/main" id="{BFBCC148-6D26-41F3-B0FA-9F4DACE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4" name="SE-056-path-1004">
            <a:extLst xmlns:a="http://schemas.openxmlformats.org/drawingml/2006/main">
              <a:ext uri="{FF2B5EF4-FFF2-40B4-BE49-F238E27FC236}">
                <a16:creationId xmlns:a16="http://schemas.microsoft.com/office/drawing/2014/main" id="{E8120896-8D5D-456D-BCE1-7189AE5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5" name="SE-056-path-1005">
            <a:extLst xmlns:a="http://schemas.openxmlformats.org/drawingml/2006/main">
              <a:ext uri="{FF2B5EF4-FFF2-40B4-BE49-F238E27FC236}">
                <a16:creationId xmlns:a16="http://schemas.microsoft.com/office/drawing/2014/main" id="{782DD33E-2BBF-4BF6-9D50-DE52D17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6" name="SE-056-path-1006">
            <a:extLst xmlns:a="http://schemas.openxmlformats.org/drawingml/2006/main">
              <a:ext uri="{FF2B5EF4-FFF2-40B4-BE49-F238E27FC236}">
                <a16:creationId xmlns:a16="http://schemas.microsoft.com/office/drawing/2014/main" id="{B5D9BBC3-D6D3-40CB-84C6-5FBD2869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7" name="SE-056-path-1007">
            <a:extLst xmlns:a="http://schemas.openxmlformats.org/drawingml/2006/main">
              <a:ext uri="{FF2B5EF4-FFF2-40B4-BE49-F238E27FC236}">
                <a16:creationId xmlns:a16="http://schemas.microsoft.com/office/drawing/2014/main" id="{8FD1A0D8-1DAC-4155-8A85-BEEB98C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8" name="SE-056-path-1008">
            <a:extLst xmlns:a="http://schemas.openxmlformats.org/drawingml/2006/main">
              <a:ext uri="{FF2B5EF4-FFF2-40B4-BE49-F238E27FC236}">
                <a16:creationId xmlns:a16="http://schemas.microsoft.com/office/drawing/2014/main" id="{69D3E9E8-2E5E-4CD6-BB67-0DBDD9B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09" name="SE-056-path-1009">
            <a:extLst xmlns:a="http://schemas.openxmlformats.org/drawingml/2006/main">
              <a:ext uri="{FF2B5EF4-FFF2-40B4-BE49-F238E27FC236}">
                <a16:creationId xmlns:a16="http://schemas.microsoft.com/office/drawing/2014/main" id="{2A1ACE73-2B05-4AAD-ACC5-5497AF83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0" name="SE-056-path-1010">
            <a:extLst xmlns:a="http://schemas.openxmlformats.org/drawingml/2006/main">
              <a:ext uri="{FF2B5EF4-FFF2-40B4-BE49-F238E27FC236}">
                <a16:creationId xmlns:a16="http://schemas.microsoft.com/office/drawing/2014/main" id="{6BF6DFE6-2E4F-4DF6-A21B-1152554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1" name="SE-056-path-1011">
            <a:extLst xmlns:a="http://schemas.openxmlformats.org/drawingml/2006/main">
              <a:ext uri="{FF2B5EF4-FFF2-40B4-BE49-F238E27FC236}">
                <a16:creationId xmlns:a16="http://schemas.microsoft.com/office/drawing/2014/main" id="{FE18931A-B2F7-4E33-912C-EC4E53A2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2" name="SE-056-path-1012">
            <a:extLst xmlns:a="http://schemas.openxmlformats.org/drawingml/2006/main">
              <a:ext uri="{FF2B5EF4-FFF2-40B4-BE49-F238E27FC236}">
                <a16:creationId xmlns:a16="http://schemas.microsoft.com/office/drawing/2014/main" id="{A732E4E6-CB32-4C91-9B80-2A3480FC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3" name="SE-056-path-1013">
            <a:extLst xmlns:a="http://schemas.openxmlformats.org/drawingml/2006/main">
              <a:ext uri="{FF2B5EF4-FFF2-40B4-BE49-F238E27FC236}">
                <a16:creationId xmlns:a16="http://schemas.microsoft.com/office/drawing/2014/main" id="{394F88CC-A35A-4233-8024-FC7C96AF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4" name="SE-056-path-1014">
            <a:extLst xmlns:a="http://schemas.openxmlformats.org/drawingml/2006/main">
              <a:ext uri="{FF2B5EF4-FFF2-40B4-BE49-F238E27FC236}">
                <a16:creationId xmlns:a16="http://schemas.microsoft.com/office/drawing/2014/main" id="{8AA85823-0B62-4504-9191-9914626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5" name="SE-056-path-1015">
            <a:extLst xmlns:a="http://schemas.openxmlformats.org/drawingml/2006/main">
              <a:ext uri="{FF2B5EF4-FFF2-40B4-BE49-F238E27FC236}">
                <a16:creationId xmlns:a16="http://schemas.microsoft.com/office/drawing/2014/main" id="{6267C62A-9B10-4093-BF64-8DB5B8C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6" name="SE-056-path-1016">
            <a:extLst xmlns:a="http://schemas.openxmlformats.org/drawingml/2006/main">
              <a:ext uri="{FF2B5EF4-FFF2-40B4-BE49-F238E27FC236}">
                <a16:creationId xmlns:a16="http://schemas.microsoft.com/office/drawing/2014/main" id="{3FEFB5D6-D349-4DEB-B954-E54BF93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7" name="SE-056-path-1017">
            <a:extLst xmlns:a="http://schemas.openxmlformats.org/drawingml/2006/main">
              <a:ext uri="{FF2B5EF4-FFF2-40B4-BE49-F238E27FC236}">
                <a16:creationId xmlns:a16="http://schemas.microsoft.com/office/drawing/2014/main" id="{B947B289-EB87-4B6B-A46C-1FD61B1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98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18" name="SE-056-1018">
            <a:extLst xmlns:a="http://schemas.openxmlformats.org/drawingml/2006/main">
              <a:ext uri="{FF2B5EF4-FFF2-40B4-BE49-F238E27FC236}">
                <a16:creationId xmlns:a16="http://schemas.microsoft.com/office/drawing/2014/main" id="{B4C1A879-5279-4261-A3CD-A3D9158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67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1M</a:t>
            </a:r>
          </a:p>
        </p:txBody>
      </p:sp>
      <p:sp>
        <p:nvSpPr>
          <p:cNvPr id="1019" name="SE-056-path-1019">
            <a:extLst xmlns:a="http://schemas.openxmlformats.org/drawingml/2006/main">
              <a:ext uri="{FF2B5EF4-FFF2-40B4-BE49-F238E27FC236}">
                <a16:creationId xmlns:a16="http://schemas.microsoft.com/office/drawing/2014/main" id="{93C11DB6-0D6E-496E-AA5C-ECA902C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0" name="SE-056-path-1020">
            <a:extLst xmlns:a="http://schemas.openxmlformats.org/drawingml/2006/main">
              <a:ext uri="{FF2B5EF4-FFF2-40B4-BE49-F238E27FC236}">
                <a16:creationId xmlns:a16="http://schemas.microsoft.com/office/drawing/2014/main" id="{90CE5012-C539-4F2C-B832-C235DF1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1" name="SE-056-path-1021">
            <a:extLst xmlns:a="http://schemas.openxmlformats.org/drawingml/2006/main">
              <a:ext uri="{FF2B5EF4-FFF2-40B4-BE49-F238E27FC236}">
                <a16:creationId xmlns:a16="http://schemas.microsoft.com/office/drawing/2014/main" id="{BF6828C9-5B83-4B42-9B3E-26A907C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2" name="SE-056-path-1022">
            <a:extLst xmlns:a="http://schemas.openxmlformats.org/drawingml/2006/main">
              <a:ext uri="{FF2B5EF4-FFF2-40B4-BE49-F238E27FC236}">
                <a16:creationId xmlns:a16="http://schemas.microsoft.com/office/drawing/2014/main" id="{05107ED1-BF06-4ABC-9CC5-5998117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3" name="SE-056-path-1023">
            <a:extLst xmlns:a="http://schemas.openxmlformats.org/drawingml/2006/main">
              <a:ext uri="{FF2B5EF4-FFF2-40B4-BE49-F238E27FC236}">
                <a16:creationId xmlns:a16="http://schemas.microsoft.com/office/drawing/2014/main" id="{071AFD37-FBD3-4A1A-AF77-E6D955F5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4" name="SE-056-path-1024">
            <a:extLst xmlns:a="http://schemas.openxmlformats.org/drawingml/2006/main">
              <a:ext uri="{FF2B5EF4-FFF2-40B4-BE49-F238E27FC236}">
                <a16:creationId xmlns:a16="http://schemas.microsoft.com/office/drawing/2014/main" id="{7C94107F-BCDF-4664-89CA-F13CDF9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5" name="SE-056-path-1025">
            <a:extLst xmlns:a="http://schemas.openxmlformats.org/drawingml/2006/main">
              <a:ext uri="{FF2B5EF4-FFF2-40B4-BE49-F238E27FC236}">
                <a16:creationId xmlns:a16="http://schemas.microsoft.com/office/drawing/2014/main" id="{33EBAC78-F2E2-426E-877B-E8A13E6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6" name="SE-056-path-1026">
            <a:extLst xmlns:a="http://schemas.openxmlformats.org/drawingml/2006/main">
              <a:ext uri="{FF2B5EF4-FFF2-40B4-BE49-F238E27FC236}">
                <a16:creationId xmlns:a16="http://schemas.microsoft.com/office/drawing/2014/main" id="{B4AD860F-9E74-4F90-BBDC-7D6672B1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7" name="SE-056-path-1027">
            <a:extLst xmlns:a="http://schemas.openxmlformats.org/drawingml/2006/main">
              <a:ext uri="{FF2B5EF4-FFF2-40B4-BE49-F238E27FC236}">
                <a16:creationId xmlns:a16="http://schemas.microsoft.com/office/drawing/2014/main" id="{293F61DE-4422-47C3-B515-BC8B4927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8" name="SE-056-path-1028">
            <a:extLst xmlns:a="http://schemas.openxmlformats.org/drawingml/2006/main">
              <a:ext uri="{FF2B5EF4-FFF2-40B4-BE49-F238E27FC236}">
                <a16:creationId xmlns:a16="http://schemas.microsoft.com/office/drawing/2014/main" id="{8C12446E-F8F8-4DD3-A4E7-3FCDD188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29" name="SE-056-path-1029">
            <a:extLst xmlns:a="http://schemas.openxmlformats.org/drawingml/2006/main">
              <a:ext uri="{FF2B5EF4-FFF2-40B4-BE49-F238E27FC236}">
                <a16:creationId xmlns:a16="http://schemas.microsoft.com/office/drawing/2014/main" id="{1F54E36E-4AF4-44CA-9D8E-85CA9FC4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0" name="SE-056-path-1030">
            <a:extLst xmlns:a="http://schemas.openxmlformats.org/drawingml/2006/main">
              <a:ext uri="{FF2B5EF4-FFF2-40B4-BE49-F238E27FC236}">
                <a16:creationId xmlns:a16="http://schemas.microsoft.com/office/drawing/2014/main" id="{9FDD457B-DEFA-4590-8D64-8763AC2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1" name="SE-056-path-1031">
            <a:extLst xmlns:a="http://schemas.openxmlformats.org/drawingml/2006/main">
              <a:ext uri="{FF2B5EF4-FFF2-40B4-BE49-F238E27FC236}">
                <a16:creationId xmlns:a16="http://schemas.microsoft.com/office/drawing/2014/main" id="{D0553412-B357-4C14-94D5-4147B1DF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2" name="SE-056-path-1032">
            <a:extLst xmlns:a="http://schemas.openxmlformats.org/drawingml/2006/main">
              <a:ext uri="{FF2B5EF4-FFF2-40B4-BE49-F238E27FC236}">
                <a16:creationId xmlns:a16="http://schemas.microsoft.com/office/drawing/2014/main" id="{B19E9547-0B04-4E64-8C73-82B922EC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3" name="SE-056-path-1033">
            <a:extLst xmlns:a="http://schemas.openxmlformats.org/drawingml/2006/main">
              <a:ext uri="{FF2B5EF4-FFF2-40B4-BE49-F238E27FC236}">
                <a16:creationId xmlns:a16="http://schemas.microsoft.com/office/drawing/2014/main" id="{67C35B32-E4D2-4A0A-982B-40689BF3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4" name="SE-056-path-1034">
            <a:extLst xmlns:a="http://schemas.openxmlformats.org/drawingml/2006/main">
              <a:ext uri="{FF2B5EF4-FFF2-40B4-BE49-F238E27FC236}">
                <a16:creationId xmlns:a16="http://schemas.microsoft.com/office/drawing/2014/main" id="{30302B06-A7E6-498D-A062-8B2EECB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5" name="SE-056-path-1035">
            <a:extLst xmlns:a="http://schemas.openxmlformats.org/drawingml/2006/main">
              <a:ext uri="{FF2B5EF4-FFF2-40B4-BE49-F238E27FC236}">
                <a16:creationId xmlns:a16="http://schemas.microsoft.com/office/drawing/2014/main" id="{8BD9D239-2B05-4C28-930B-77969CD4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6" name="SE-056-path-1036">
            <a:extLst xmlns:a="http://schemas.openxmlformats.org/drawingml/2006/main">
              <a:ext uri="{FF2B5EF4-FFF2-40B4-BE49-F238E27FC236}">
                <a16:creationId xmlns:a16="http://schemas.microsoft.com/office/drawing/2014/main" id="{5D3743AD-6B7A-4074-B9D5-8837798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7" name="SE-056-path-1037">
            <a:extLst xmlns:a="http://schemas.openxmlformats.org/drawingml/2006/main">
              <a:ext uri="{FF2B5EF4-FFF2-40B4-BE49-F238E27FC236}">
                <a16:creationId xmlns:a16="http://schemas.microsoft.com/office/drawing/2014/main" id="{34B555A9-F8DC-41D5-890F-8617B49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8" name="SE-056-path-1038">
            <a:extLst xmlns:a="http://schemas.openxmlformats.org/drawingml/2006/main">
              <a:ext uri="{FF2B5EF4-FFF2-40B4-BE49-F238E27FC236}">
                <a16:creationId xmlns:a16="http://schemas.microsoft.com/office/drawing/2014/main" id="{62570982-EB76-4027-BA4B-A2AD2D8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39" name="SE-056-path-1039">
            <a:extLst xmlns:a="http://schemas.openxmlformats.org/drawingml/2006/main">
              <a:ext uri="{FF2B5EF4-FFF2-40B4-BE49-F238E27FC236}">
                <a16:creationId xmlns:a16="http://schemas.microsoft.com/office/drawing/2014/main" id="{D5CDEDF3-0337-43DF-A16F-A06A2BE3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0" name="SE-056-path-1040">
            <a:extLst xmlns:a="http://schemas.openxmlformats.org/drawingml/2006/main">
              <a:ext uri="{FF2B5EF4-FFF2-40B4-BE49-F238E27FC236}">
                <a16:creationId xmlns:a16="http://schemas.microsoft.com/office/drawing/2014/main" id="{9BECCEC9-6E90-4DAB-A79A-9FD32934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1" name="SE-056-path-1041">
            <a:extLst xmlns:a="http://schemas.openxmlformats.org/drawingml/2006/main">
              <a:ext uri="{FF2B5EF4-FFF2-40B4-BE49-F238E27FC236}">
                <a16:creationId xmlns:a16="http://schemas.microsoft.com/office/drawing/2014/main" id="{E999782C-C154-4579-AFF5-FB77FB5C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2" name="SE-056-path-1042">
            <a:extLst xmlns:a="http://schemas.openxmlformats.org/drawingml/2006/main">
              <a:ext uri="{FF2B5EF4-FFF2-40B4-BE49-F238E27FC236}">
                <a16:creationId xmlns:a16="http://schemas.microsoft.com/office/drawing/2014/main" id="{68192C02-433B-43D2-81F1-6BBED3B3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3" name="SE-056-path-1043">
            <a:extLst xmlns:a="http://schemas.openxmlformats.org/drawingml/2006/main">
              <a:ext uri="{FF2B5EF4-FFF2-40B4-BE49-F238E27FC236}">
                <a16:creationId xmlns:a16="http://schemas.microsoft.com/office/drawing/2014/main" id="{D61FB0A7-27BB-40AA-BD0F-549CFA58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4" name="SE-056-path-1044">
            <a:extLst xmlns:a="http://schemas.openxmlformats.org/drawingml/2006/main">
              <a:ext uri="{FF2B5EF4-FFF2-40B4-BE49-F238E27FC236}">
                <a16:creationId xmlns:a16="http://schemas.microsoft.com/office/drawing/2014/main" id="{E6103F20-3E97-45EC-A598-D95D312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5" name="SE-056-path-1045">
            <a:extLst xmlns:a="http://schemas.openxmlformats.org/drawingml/2006/main">
              <a:ext uri="{FF2B5EF4-FFF2-40B4-BE49-F238E27FC236}">
                <a16:creationId xmlns:a16="http://schemas.microsoft.com/office/drawing/2014/main" id="{18316155-2435-4A2C-8662-21C2070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6" name="SE-056-path-1046">
            <a:extLst xmlns:a="http://schemas.openxmlformats.org/drawingml/2006/main">
              <a:ext uri="{FF2B5EF4-FFF2-40B4-BE49-F238E27FC236}">
                <a16:creationId xmlns:a16="http://schemas.microsoft.com/office/drawing/2014/main" id="{71867627-3235-42B8-A823-EC622A8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7" name="SE-056-path-1047">
            <a:extLst xmlns:a="http://schemas.openxmlformats.org/drawingml/2006/main">
              <a:ext uri="{FF2B5EF4-FFF2-40B4-BE49-F238E27FC236}">
                <a16:creationId xmlns:a16="http://schemas.microsoft.com/office/drawing/2014/main" id="{710B80D3-618A-4BBD-8EE0-81CFFBB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8" name="SE-056-path-1048">
            <a:extLst xmlns:a="http://schemas.openxmlformats.org/drawingml/2006/main">
              <a:ext uri="{FF2B5EF4-FFF2-40B4-BE49-F238E27FC236}">
                <a16:creationId xmlns:a16="http://schemas.microsoft.com/office/drawing/2014/main" id="{7DDAD480-C6E2-41B4-82D9-38BB4E58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49" name="SE-056-path-1049">
            <a:extLst xmlns:a="http://schemas.openxmlformats.org/drawingml/2006/main">
              <a:ext uri="{FF2B5EF4-FFF2-40B4-BE49-F238E27FC236}">
                <a16:creationId xmlns:a16="http://schemas.microsoft.com/office/drawing/2014/main" id="{DE08B77A-43ED-450A-882F-D8612B9B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0" name="SE-056-path-1050">
            <a:extLst xmlns:a="http://schemas.openxmlformats.org/drawingml/2006/main">
              <a:ext uri="{FF2B5EF4-FFF2-40B4-BE49-F238E27FC236}">
                <a16:creationId xmlns:a16="http://schemas.microsoft.com/office/drawing/2014/main" id="{E5CE05BA-285D-4BFC-B8A2-19D96A1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1" name="SE-056-path-1051">
            <a:extLst xmlns:a="http://schemas.openxmlformats.org/drawingml/2006/main">
              <a:ext uri="{FF2B5EF4-FFF2-40B4-BE49-F238E27FC236}">
                <a16:creationId xmlns:a16="http://schemas.microsoft.com/office/drawing/2014/main" id="{B59357ED-9857-440A-93A5-029DD1B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2" name="SE-056-path-1052">
            <a:extLst xmlns:a="http://schemas.openxmlformats.org/drawingml/2006/main">
              <a:ext uri="{FF2B5EF4-FFF2-40B4-BE49-F238E27FC236}">
                <a16:creationId xmlns:a16="http://schemas.microsoft.com/office/drawing/2014/main" id="{6AC183E9-96F0-46A9-8DD1-DDFA0B7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3" name="SE-056-path-1053">
            <a:extLst xmlns:a="http://schemas.openxmlformats.org/drawingml/2006/main">
              <a:ext uri="{FF2B5EF4-FFF2-40B4-BE49-F238E27FC236}">
                <a16:creationId xmlns:a16="http://schemas.microsoft.com/office/drawing/2014/main" id="{7C2DCA79-9D08-4379-B091-1E16C70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4" name="SE-056-path-1054">
            <a:extLst xmlns:a="http://schemas.openxmlformats.org/drawingml/2006/main">
              <a:ext uri="{FF2B5EF4-FFF2-40B4-BE49-F238E27FC236}">
                <a16:creationId xmlns:a16="http://schemas.microsoft.com/office/drawing/2014/main" id="{1E8DB8EE-5FDA-4D2A-88AD-B597911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5" name="SE-056-path-1055">
            <a:extLst xmlns:a="http://schemas.openxmlformats.org/drawingml/2006/main">
              <a:ext uri="{FF2B5EF4-FFF2-40B4-BE49-F238E27FC236}">
                <a16:creationId xmlns:a16="http://schemas.microsoft.com/office/drawing/2014/main" id="{66C98BE6-8BE5-49D9-BD90-9016BD66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6" name="SE-056-path-1056">
            <a:extLst xmlns:a="http://schemas.openxmlformats.org/drawingml/2006/main">
              <a:ext uri="{FF2B5EF4-FFF2-40B4-BE49-F238E27FC236}">
                <a16:creationId xmlns:a16="http://schemas.microsoft.com/office/drawing/2014/main" id="{CF277655-3BF4-4035-82E0-EDFB8D4C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7" name="SE-056-path-1057">
            <a:extLst xmlns:a="http://schemas.openxmlformats.org/drawingml/2006/main">
              <a:ext uri="{FF2B5EF4-FFF2-40B4-BE49-F238E27FC236}">
                <a16:creationId xmlns:a16="http://schemas.microsoft.com/office/drawing/2014/main" id="{3F9ED6BA-618D-4AC2-86E7-D51557C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8" name="SE-056-path-1058">
            <a:extLst xmlns:a="http://schemas.openxmlformats.org/drawingml/2006/main">
              <a:ext uri="{FF2B5EF4-FFF2-40B4-BE49-F238E27FC236}">
                <a16:creationId xmlns:a16="http://schemas.microsoft.com/office/drawing/2014/main" id="{41F9E2B2-7448-42BE-A744-A6D1963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59" name="SE-056-path-1059">
            <a:extLst xmlns:a="http://schemas.openxmlformats.org/drawingml/2006/main">
              <a:ext uri="{FF2B5EF4-FFF2-40B4-BE49-F238E27FC236}">
                <a16:creationId xmlns:a16="http://schemas.microsoft.com/office/drawing/2014/main" id="{FAEC22EC-3E61-4D65-A9A9-2662B9E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0" name="SE-056-path-1060">
            <a:extLst xmlns:a="http://schemas.openxmlformats.org/drawingml/2006/main">
              <a:ext uri="{FF2B5EF4-FFF2-40B4-BE49-F238E27FC236}">
                <a16:creationId xmlns:a16="http://schemas.microsoft.com/office/drawing/2014/main" id="{31795993-17C9-41E2-A916-1149CC9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1" name="SE-056-path-1061">
            <a:extLst xmlns:a="http://schemas.openxmlformats.org/drawingml/2006/main">
              <a:ext uri="{FF2B5EF4-FFF2-40B4-BE49-F238E27FC236}">
                <a16:creationId xmlns:a16="http://schemas.microsoft.com/office/drawing/2014/main" id="{CBF208BB-8C54-4551-BC07-2290847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2" name="SE-056-path-1062">
            <a:extLst xmlns:a="http://schemas.openxmlformats.org/drawingml/2006/main">
              <a:ext uri="{FF2B5EF4-FFF2-40B4-BE49-F238E27FC236}">
                <a16:creationId xmlns:a16="http://schemas.microsoft.com/office/drawing/2014/main" id="{8DB5A728-3CC2-434E-95B3-07A4E84A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3" name="SE-056-path-1063">
            <a:extLst xmlns:a="http://schemas.openxmlformats.org/drawingml/2006/main">
              <a:ext uri="{FF2B5EF4-FFF2-40B4-BE49-F238E27FC236}">
                <a16:creationId xmlns:a16="http://schemas.microsoft.com/office/drawing/2014/main" id="{EEC893E0-24F6-4086-B397-8DA3EF6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4" name="SE-056-path-1064">
            <a:extLst xmlns:a="http://schemas.openxmlformats.org/drawingml/2006/main">
              <a:ext uri="{FF2B5EF4-FFF2-40B4-BE49-F238E27FC236}">
                <a16:creationId xmlns:a16="http://schemas.microsoft.com/office/drawing/2014/main" id="{D8C6437F-2437-4451-981A-6122139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5" name="SE-056-path-1065">
            <a:extLst xmlns:a="http://schemas.openxmlformats.org/drawingml/2006/main">
              <a:ext uri="{FF2B5EF4-FFF2-40B4-BE49-F238E27FC236}">
                <a16:creationId xmlns:a16="http://schemas.microsoft.com/office/drawing/2014/main" id="{73B43FAE-D99F-468C-B89D-C2AA2D2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6" name="SE-056-path-1066">
            <a:extLst xmlns:a="http://schemas.openxmlformats.org/drawingml/2006/main">
              <a:ext uri="{FF2B5EF4-FFF2-40B4-BE49-F238E27FC236}">
                <a16:creationId xmlns:a16="http://schemas.microsoft.com/office/drawing/2014/main" id="{D66CAC60-E99D-4F99-B725-0C36D68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7" name="SE-056-path-1067">
            <a:extLst xmlns:a="http://schemas.openxmlformats.org/drawingml/2006/main">
              <a:ext uri="{FF2B5EF4-FFF2-40B4-BE49-F238E27FC236}">
                <a16:creationId xmlns:a16="http://schemas.microsoft.com/office/drawing/2014/main" id="{ADDF4AB8-9F93-486A-B80B-45D0627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8" name="SE-056-path-1068">
            <a:extLst xmlns:a="http://schemas.openxmlformats.org/drawingml/2006/main">
              <a:ext uri="{FF2B5EF4-FFF2-40B4-BE49-F238E27FC236}">
                <a16:creationId xmlns:a16="http://schemas.microsoft.com/office/drawing/2014/main" id="{E38F1E56-369D-4FCE-8F26-E96A7D6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69" name="SE-056-path-1069">
            <a:extLst xmlns:a="http://schemas.openxmlformats.org/drawingml/2006/main">
              <a:ext uri="{FF2B5EF4-FFF2-40B4-BE49-F238E27FC236}">
                <a16:creationId xmlns:a16="http://schemas.microsoft.com/office/drawing/2014/main" id="{4294E1BA-762F-4AC2-8F69-13449A2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0" name="SE-056-path-1070">
            <a:extLst xmlns:a="http://schemas.openxmlformats.org/drawingml/2006/main">
              <a:ext uri="{FF2B5EF4-FFF2-40B4-BE49-F238E27FC236}">
                <a16:creationId xmlns:a16="http://schemas.microsoft.com/office/drawing/2014/main" id="{941B4DCE-4E5B-4D7D-BE85-1816E46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1" name="SE-056-path-1071">
            <a:extLst xmlns:a="http://schemas.openxmlformats.org/drawingml/2006/main">
              <a:ext uri="{FF2B5EF4-FFF2-40B4-BE49-F238E27FC236}">
                <a16:creationId xmlns:a16="http://schemas.microsoft.com/office/drawing/2014/main" id="{6A954F3F-1C08-4C24-B40D-A91DC7C7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2" name="SE-056-path-1072">
            <a:extLst xmlns:a="http://schemas.openxmlformats.org/drawingml/2006/main">
              <a:ext uri="{FF2B5EF4-FFF2-40B4-BE49-F238E27FC236}">
                <a16:creationId xmlns:a16="http://schemas.microsoft.com/office/drawing/2014/main" id="{F9B4B605-D1F8-47E7-BB47-92E31F9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3" name="SE-056-path-1073">
            <a:extLst xmlns:a="http://schemas.openxmlformats.org/drawingml/2006/main">
              <a:ext uri="{FF2B5EF4-FFF2-40B4-BE49-F238E27FC236}">
                <a16:creationId xmlns:a16="http://schemas.microsoft.com/office/drawing/2014/main" id="{762272C4-07C3-4E38-A006-C39765A7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4" name="SE-056-path-1074">
            <a:extLst xmlns:a="http://schemas.openxmlformats.org/drawingml/2006/main">
              <a:ext uri="{FF2B5EF4-FFF2-40B4-BE49-F238E27FC236}">
                <a16:creationId xmlns:a16="http://schemas.microsoft.com/office/drawing/2014/main" id="{7B818671-3FF7-4B64-B30E-95919798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5" name="SE-056-path-1075">
            <a:extLst xmlns:a="http://schemas.openxmlformats.org/drawingml/2006/main">
              <a:ext uri="{FF2B5EF4-FFF2-40B4-BE49-F238E27FC236}">
                <a16:creationId xmlns:a16="http://schemas.microsoft.com/office/drawing/2014/main" id="{6FD74789-BD55-4E3F-BA46-4B7EE5ED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6" name="SE-056-path-1076">
            <a:extLst xmlns:a="http://schemas.openxmlformats.org/drawingml/2006/main">
              <a:ext uri="{FF2B5EF4-FFF2-40B4-BE49-F238E27FC236}">
                <a16:creationId xmlns:a16="http://schemas.microsoft.com/office/drawing/2014/main" id="{EDA67680-F429-4A27-9832-A46880BF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7" name="SE-056-path-1077">
            <a:extLst xmlns:a="http://schemas.openxmlformats.org/drawingml/2006/main">
              <a:ext uri="{FF2B5EF4-FFF2-40B4-BE49-F238E27FC236}">
                <a16:creationId xmlns:a16="http://schemas.microsoft.com/office/drawing/2014/main" id="{CF4F6F05-22B8-4596-B664-54EA835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8" name="SE-056-path-1078">
            <a:extLst xmlns:a="http://schemas.openxmlformats.org/drawingml/2006/main">
              <a:ext uri="{FF2B5EF4-FFF2-40B4-BE49-F238E27FC236}">
                <a16:creationId xmlns:a16="http://schemas.microsoft.com/office/drawing/2014/main" id="{10FC8AB1-3620-44A0-9E12-C6D8EC6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79" name="SE-056-path-1079">
            <a:extLst xmlns:a="http://schemas.openxmlformats.org/drawingml/2006/main">
              <a:ext uri="{FF2B5EF4-FFF2-40B4-BE49-F238E27FC236}">
                <a16:creationId xmlns:a16="http://schemas.microsoft.com/office/drawing/2014/main" id="{750B0B04-7046-4E12-BC2C-28972D6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0" name="SE-056-path-1080">
            <a:extLst xmlns:a="http://schemas.openxmlformats.org/drawingml/2006/main">
              <a:ext uri="{FF2B5EF4-FFF2-40B4-BE49-F238E27FC236}">
                <a16:creationId xmlns:a16="http://schemas.microsoft.com/office/drawing/2014/main" id="{01D52A3B-75D4-44D8-99FA-F40E0ED0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1" name="SE-056-path-1081">
            <a:extLst xmlns:a="http://schemas.openxmlformats.org/drawingml/2006/main">
              <a:ext uri="{FF2B5EF4-FFF2-40B4-BE49-F238E27FC236}">
                <a16:creationId xmlns:a16="http://schemas.microsoft.com/office/drawing/2014/main" id="{8E152ADD-009E-4A3F-80E7-206CC96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2" name="SE-056-path-1082">
            <a:extLst xmlns:a="http://schemas.openxmlformats.org/drawingml/2006/main">
              <a:ext uri="{FF2B5EF4-FFF2-40B4-BE49-F238E27FC236}">
                <a16:creationId xmlns:a16="http://schemas.microsoft.com/office/drawing/2014/main" id="{9B52F23B-C650-4293-8FE0-A5960D3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3" name="SE-056-path-1083">
            <a:extLst xmlns:a="http://schemas.openxmlformats.org/drawingml/2006/main">
              <a:ext uri="{FF2B5EF4-FFF2-40B4-BE49-F238E27FC236}">
                <a16:creationId xmlns:a16="http://schemas.microsoft.com/office/drawing/2014/main" id="{7A89555C-9BA3-48E5-9726-8969688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4" name="SE-056-path-1084">
            <a:extLst xmlns:a="http://schemas.openxmlformats.org/drawingml/2006/main">
              <a:ext uri="{FF2B5EF4-FFF2-40B4-BE49-F238E27FC236}">
                <a16:creationId xmlns:a16="http://schemas.microsoft.com/office/drawing/2014/main" id="{CD6ED98D-D2F1-450F-A528-F719D3A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5" name="SE-056-path-1085">
            <a:extLst xmlns:a="http://schemas.openxmlformats.org/drawingml/2006/main">
              <a:ext uri="{FF2B5EF4-FFF2-40B4-BE49-F238E27FC236}">
                <a16:creationId xmlns:a16="http://schemas.microsoft.com/office/drawing/2014/main" id="{D7C97001-8B98-4AA0-B1F0-E080B01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6" name="SE-056-path-1086">
            <a:extLst xmlns:a="http://schemas.openxmlformats.org/drawingml/2006/main">
              <a:ext uri="{FF2B5EF4-FFF2-40B4-BE49-F238E27FC236}">
                <a16:creationId xmlns:a16="http://schemas.microsoft.com/office/drawing/2014/main" id="{A7B30FB6-86BD-4936-8961-E273EDFD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7" name="SE-056-path-1087">
            <a:extLst xmlns:a="http://schemas.openxmlformats.org/drawingml/2006/main">
              <a:ext uri="{FF2B5EF4-FFF2-40B4-BE49-F238E27FC236}">
                <a16:creationId xmlns:a16="http://schemas.microsoft.com/office/drawing/2014/main" id="{6CF91351-3E23-44AE-9E65-32ABA3E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8" name="SE-056-path-1088">
            <a:extLst xmlns:a="http://schemas.openxmlformats.org/drawingml/2006/main">
              <a:ext uri="{FF2B5EF4-FFF2-40B4-BE49-F238E27FC236}">
                <a16:creationId xmlns:a16="http://schemas.microsoft.com/office/drawing/2014/main" id="{7515575C-EFAE-4732-B23B-6771DEE5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89" name="SE-056-path-1089">
            <a:extLst xmlns:a="http://schemas.openxmlformats.org/drawingml/2006/main">
              <a:ext uri="{FF2B5EF4-FFF2-40B4-BE49-F238E27FC236}">
                <a16:creationId xmlns:a16="http://schemas.microsoft.com/office/drawing/2014/main" id="{34F5A449-D1E3-463F-9CD8-C218124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0" name="SE-056-path-1090">
            <a:extLst xmlns:a="http://schemas.openxmlformats.org/drawingml/2006/main">
              <a:ext uri="{FF2B5EF4-FFF2-40B4-BE49-F238E27FC236}">
                <a16:creationId xmlns:a16="http://schemas.microsoft.com/office/drawing/2014/main" id="{EFD6A34F-7750-4A6C-90C6-C1F3D61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1" name="SE-056-path-1091">
            <a:extLst xmlns:a="http://schemas.openxmlformats.org/drawingml/2006/main">
              <a:ext uri="{FF2B5EF4-FFF2-40B4-BE49-F238E27FC236}">
                <a16:creationId xmlns:a16="http://schemas.microsoft.com/office/drawing/2014/main" id="{7585AE60-A5DC-4BE6-8343-3622234F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2" name="SE-056-path-1092">
            <a:extLst xmlns:a="http://schemas.openxmlformats.org/drawingml/2006/main">
              <a:ext uri="{FF2B5EF4-FFF2-40B4-BE49-F238E27FC236}">
                <a16:creationId xmlns:a16="http://schemas.microsoft.com/office/drawing/2014/main" id="{C264928B-09C6-4987-A87F-4398527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3" name="SE-056-path-1093">
            <a:extLst xmlns:a="http://schemas.openxmlformats.org/drawingml/2006/main">
              <a:ext uri="{FF2B5EF4-FFF2-40B4-BE49-F238E27FC236}">
                <a16:creationId xmlns:a16="http://schemas.microsoft.com/office/drawing/2014/main" id="{DF3A0E08-7E7A-4FDE-9542-65663DF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4" name="SE-056-path-1094">
            <a:extLst xmlns:a="http://schemas.openxmlformats.org/drawingml/2006/main">
              <a:ext uri="{FF2B5EF4-FFF2-40B4-BE49-F238E27FC236}">
                <a16:creationId xmlns:a16="http://schemas.microsoft.com/office/drawing/2014/main" id="{EB73B4DA-E726-4258-91CE-F92D5B3D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5" name="SE-056-path-1095">
            <a:extLst xmlns:a="http://schemas.openxmlformats.org/drawingml/2006/main">
              <a:ext uri="{FF2B5EF4-FFF2-40B4-BE49-F238E27FC236}">
                <a16:creationId xmlns:a16="http://schemas.microsoft.com/office/drawing/2014/main" id="{B3BE62B0-81D2-4592-AD2A-4129757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6" name="SE-056-path-1096">
            <a:extLst xmlns:a="http://schemas.openxmlformats.org/drawingml/2006/main">
              <a:ext uri="{FF2B5EF4-FFF2-40B4-BE49-F238E27FC236}">
                <a16:creationId xmlns:a16="http://schemas.microsoft.com/office/drawing/2014/main" id="{DA6B6E7E-2E37-4150-8CDD-7CC0809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7" name="SE-056-path-1097">
            <a:extLst xmlns:a="http://schemas.openxmlformats.org/drawingml/2006/main">
              <a:ext uri="{FF2B5EF4-FFF2-40B4-BE49-F238E27FC236}">
                <a16:creationId xmlns:a16="http://schemas.microsoft.com/office/drawing/2014/main" id="{DDC3A8F8-A7E1-411B-8AC1-E391C40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8" name="SE-056-path-1098">
            <a:extLst xmlns:a="http://schemas.openxmlformats.org/drawingml/2006/main">
              <a:ext uri="{FF2B5EF4-FFF2-40B4-BE49-F238E27FC236}">
                <a16:creationId xmlns:a16="http://schemas.microsoft.com/office/drawing/2014/main" id="{04A28EA2-6827-4D66-BEF8-9423298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099" name="SE-056-path-1099">
            <a:extLst xmlns:a="http://schemas.openxmlformats.org/drawingml/2006/main">
              <a:ext uri="{FF2B5EF4-FFF2-40B4-BE49-F238E27FC236}">
                <a16:creationId xmlns:a16="http://schemas.microsoft.com/office/drawing/2014/main" id="{C763CA01-4C7E-43BA-AAE2-D82E24B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621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0" name="SE-056-1100">
            <a:extLst xmlns:a="http://schemas.openxmlformats.org/drawingml/2006/main">
              <a:ext uri="{FF2B5EF4-FFF2-40B4-BE49-F238E27FC236}">
                <a16:creationId xmlns:a16="http://schemas.microsoft.com/office/drawing/2014/main" id="{FA35CD8D-74C2-4831-8737-DA2505C1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193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2M</a:t>
            </a:r>
          </a:p>
        </p:txBody>
      </p:sp>
      <p:sp>
        <p:nvSpPr>
          <p:cNvPr id="1101" name="SE-056-path-1101">
            <a:extLst xmlns:a="http://schemas.openxmlformats.org/drawingml/2006/main">
              <a:ext uri="{FF2B5EF4-FFF2-40B4-BE49-F238E27FC236}">
                <a16:creationId xmlns:a16="http://schemas.microsoft.com/office/drawing/2014/main" id="{4D223967-BF48-4590-9ABB-1C9218D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2" name="SE-056-path-1102">
            <a:extLst xmlns:a="http://schemas.openxmlformats.org/drawingml/2006/main">
              <a:ext uri="{FF2B5EF4-FFF2-40B4-BE49-F238E27FC236}">
                <a16:creationId xmlns:a16="http://schemas.microsoft.com/office/drawing/2014/main" id="{2ABE149A-1AAE-4C74-922B-EF4819C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3" name="SE-056-path-1103">
            <a:extLst xmlns:a="http://schemas.openxmlformats.org/drawingml/2006/main">
              <a:ext uri="{FF2B5EF4-FFF2-40B4-BE49-F238E27FC236}">
                <a16:creationId xmlns:a16="http://schemas.microsoft.com/office/drawing/2014/main" id="{9CFB4592-A2A1-4C28-8E14-9EDFDFD5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4" name="SE-056-path-1104">
            <a:extLst xmlns:a="http://schemas.openxmlformats.org/drawingml/2006/main">
              <a:ext uri="{FF2B5EF4-FFF2-40B4-BE49-F238E27FC236}">
                <a16:creationId xmlns:a16="http://schemas.microsoft.com/office/drawing/2014/main" id="{9CA19279-035E-414A-90BD-8B2D2E36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5" name="SE-056-path-1105">
            <a:extLst xmlns:a="http://schemas.openxmlformats.org/drawingml/2006/main">
              <a:ext uri="{FF2B5EF4-FFF2-40B4-BE49-F238E27FC236}">
                <a16:creationId xmlns:a16="http://schemas.microsoft.com/office/drawing/2014/main" id="{4793B3F8-DB6A-4986-985B-59B41B22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6" name="SE-056-path-1106">
            <a:extLst xmlns:a="http://schemas.openxmlformats.org/drawingml/2006/main">
              <a:ext uri="{FF2B5EF4-FFF2-40B4-BE49-F238E27FC236}">
                <a16:creationId xmlns:a16="http://schemas.microsoft.com/office/drawing/2014/main" id="{1AAD8B10-18D0-404D-9145-7A22DFC8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7" name="SE-056-path-1107">
            <a:extLst xmlns:a="http://schemas.openxmlformats.org/drawingml/2006/main">
              <a:ext uri="{FF2B5EF4-FFF2-40B4-BE49-F238E27FC236}">
                <a16:creationId xmlns:a16="http://schemas.microsoft.com/office/drawing/2014/main" id="{B4524927-97FF-435E-9D63-BA5A50A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8" name="SE-056-path-1108">
            <a:extLst xmlns:a="http://schemas.openxmlformats.org/drawingml/2006/main">
              <a:ext uri="{FF2B5EF4-FFF2-40B4-BE49-F238E27FC236}">
                <a16:creationId xmlns:a16="http://schemas.microsoft.com/office/drawing/2014/main" id="{F0B31EAE-B768-4F47-8454-A39D9F6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09" name="SE-056-path-1109">
            <a:extLst xmlns:a="http://schemas.openxmlformats.org/drawingml/2006/main">
              <a:ext uri="{FF2B5EF4-FFF2-40B4-BE49-F238E27FC236}">
                <a16:creationId xmlns:a16="http://schemas.microsoft.com/office/drawing/2014/main" id="{E0A01ED5-6364-4593-ADB5-EA8D31C0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0" name="SE-056-path-1110">
            <a:extLst xmlns:a="http://schemas.openxmlformats.org/drawingml/2006/main">
              <a:ext uri="{FF2B5EF4-FFF2-40B4-BE49-F238E27FC236}">
                <a16:creationId xmlns:a16="http://schemas.microsoft.com/office/drawing/2014/main" id="{B512C36F-EF1D-4C94-89B5-CD7CE6C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1" name="SE-056-path-1111">
            <a:extLst xmlns:a="http://schemas.openxmlformats.org/drawingml/2006/main">
              <a:ext uri="{FF2B5EF4-FFF2-40B4-BE49-F238E27FC236}">
                <a16:creationId xmlns:a16="http://schemas.microsoft.com/office/drawing/2014/main" id="{E2C862B1-5D2F-4828-A778-9A9B5B14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2" name="SE-056-path-1112">
            <a:extLst xmlns:a="http://schemas.openxmlformats.org/drawingml/2006/main">
              <a:ext uri="{FF2B5EF4-FFF2-40B4-BE49-F238E27FC236}">
                <a16:creationId xmlns:a16="http://schemas.microsoft.com/office/drawing/2014/main" id="{FB4C7970-B362-475C-8D22-D43169B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3" name="SE-056-path-1113">
            <a:extLst xmlns:a="http://schemas.openxmlformats.org/drawingml/2006/main">
              <a:ext uri="{FF2B5EF4-FFF2-40B4-BE49-F238E27FC236}">
                <a16:creationId xmlns:a16="http://schemas.microsoft.com/office/drawing/2014/main" id="{0C8AB78D-E335-404B-8BBB-746F4DE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4" name="SE-056-path-1114">
            <a:extLst xmlns:a="http://schemas.openxmlformats.org/drawingml/2006/main">
              <a:ext uri="{FF2B5EF4-FFF2-40B4-BE49-F238E27FC236}">
                <a16:creationId xmlns:a16="http://schemas.microsoft.com/office/drawing/2014/main" id="{F31EDC11-DC42-4767-B8C5-617CC71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5" name="SE-056-path-1115">
            <a:extLst xmlns:a="http://schemas.openxmlformats.org/drawingml/2006/main">
              <a:ext uri="{FF2B5EF4-FFF2-40B4-BE49-F238E27FC236}">
                <a16:creationId xmlns:a16="http://schemas.microsoft.com/office/drawing/2014/main" id="{E974726F-DA7F-4EFD-941E-7225626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6" name="SE-056-path-1116">
            <a:extLst xmlns:a="http://schemas.openxmlformats.org/drawingml/2006/main">
              <a:ext uri="{FF2B5EF4-FFF2-40B4-BE49-F238E27FC236}">
                <a16:creationId xmlns:a16="http://schemas.microsoft.com/office/drawing/2014/main" id="{F38E1D48-67AC-4931-B37E-C0297F5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7" name="SE-056-path-1117">
            <a:extLst xmlns:a="http://schemas.openxmlformats.org/drawingml/2006/main">
              <a:ext uri="{FF2B5EF4-FFF2-40B4-BE49-F238E27FC236}">
                <a16:creationId xmlns:a16="http://schemas.microsoft.com/office/drawing/2014/main" id="{8C1C9470-F9FA-40F6-A839-2156370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8" name="SE-056-path-1118">
            <a:extLst xmlns:a="http://schemas.openxmlformats.org/drawingml/2006/main">
              <a:ext uri="{FF2B5EF4-FFF2-40B4-BE49-F238E27FC236}">
                <a16:creationId xmlns:a16="http://schemas.microsoft.com/office/drawing/2014/main" id="{30FE755B-CEC9-4E4C-A723-ADCF683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19" name="SE-056-path-1119">
            <a:extLst xmlns:a="http://schemas.openxmlformats.org/drawingml/2006/main">
              <a:ext uri="{FF2B5EF4-FFF2-40B4-BE49-F238E27FC236}">
                <a16:creationId xmlns:a16="http://schemas.microsoft.com/office/drawing/2014/main" id="{285E1BF3-392F-49CB-9380-99C6C3D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0" name="SE-056-path-1120">
            <a:extLst xmlns:a="http://schemas.openxmlformats.org/drawingml/2006/main">
              <a:ext uri="{FF2B5EF4-FFF2-40B4-BE49-F238E27FC236}">
                <a16:creationId xmlns:a16="http://schemas.microsoft.com/office/drawing/2014/main" id="{0582880E-4408-4BE6-B14E-A290CE2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1" name="SE-056-path-1121">
            <a:extLst xmlns:a="http://schemas.openxmlformats.org/drawingml/2006/main">
              <a:ext uri="{FF2B5EF4-FFF2-40B4-BE49-F238E27FC236}">
                <a16:creationId xmlns:a16="http://schemas.microsoft.com/office/drawing/2014/main" id="{FB81BD96-AC6B-49AC-B8A9-7864A7DB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2" name="SE-056-path-1122">
            <a:extLst xmlns:a="http://schemas.openxmlformats.org/drawingml/2006/main">
              <a:ext uri="{FF2B5EF4-FFF2-40B4-BE49-F238E27FC236}">
                <a16:creationId xmlns:a16="http://schemas.microsoft.com/office/drawing/2014/main" id="{3AEC9FB4-4CA8-4E45-B389-DA64ACB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3" name="SE-056-path-1123">
            <a:extLst xmlns:a="http://schemas.openxmlformats.org/drawingml/2006/main">
              <a:ext uri="{FF2B5EF4-FFF2-40B4-BE49-F238E27FC236}">
                <a16:creationId xmlns:a16="http://schemas.microsoft.com/office/drawing/2014/main" id="{EE59F641-D4D9-4A6C-914B-4DD83E01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4" name="SE-056-path-1124">
            <a:extLst xmlns:a="http://schemas.openxmlformats.org/drawingml/2006/main">
              <a:ext uri="{FF2B5EF4-FFF2-40B4-BE49-F238E27FC236}">
                <a16:creationId xmlns:a16="http://schemas.microsoft.com/office/drawing/2014/main" id="{011E9F37-B730-47FD-BD22-B77C75F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5" name="SE-056-path-1125">
            <a:extLst xmlns:a="http://schemas.openxmlformats.org/drawingml/2006/main">
              <a:ext uri="{FF2B5EF4-FFF2-40B4-BE49-F238E27FC236}">
                <a16:creationId xmlns:a16="http://schemas.microsoft.com/office/drawing/2014/main" id="{D47E2309-3041-45E0-9871-F496715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6" name="SE-056-path-1126">
            <a:extLst xmlns:a="http://schemas.openxmlformats.org/drawingml/2006/main">
              <a:ext uri="{FF2B5EF4-FFF2-40B4-BE49-F238E27FC236}">
                <a16:creationId xmlns:a16="http://schemas.microsoft.com/office/drawing/2014/main" id="{DAF3D9A8-7EC1-4A69-9D8C-CB92B55F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7" name="SE-056-path-1127">
            <a:extLst xmlns:a="http://schemas.openxmlformats.org/drawingml/2006/main">
              <a:ext uri="{FF2B5EF4-FFF2-40B4-BE49-F238E27FC236}">
                <a16:creationId xmlns:a16="http://schemas.microsoft.com/office/drawing/2014/main" id="{E7DDB977-E928-4326-8F05-350666B8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8" name="SE-056-path-1128">
            <a:extLst xmlns:a="http://schemas.openxmlformats.org/drawingml/2006/main">
              <a:ext uri="{FF2B5EF4-FFF2-40B4-BE49-F238E27FC236}">
                <a16:creationId xmlns:a16="http://schemas.microsoft.com/office/drawing/2014/main" id="{53C13F46-8FD9-4D25-8B77-FEC43232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29" name="SE-056-path-1129">
            <a:extLst xmlns:a="http://schemas.openxmlformats.org/drawingml/2006/main">
              <a:ext uri="{FF2B5EF4-FFF2-40B4-BE49-F238E27FC236}">
                <a16:creationId xmlns:a16="http://schemas.microsoft.com/office/drawing/2014/main" id="{DC50586F-25B9-4215-AE69-94698D5E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0" name="SE-056-path-1130">
            <a:extLst xmlns:a="http://schemas.openxmlformats.org/drawingml/2006/main">
              <a:ext uri="{FF2B5EF4-FFF2-40B4-BE49-F238E27FC236}">
                <a16:creationId xmlns:a16="http://schemas.microsoft.com/office/drawing/2014/main" id="{F8B0BEE3-4EF7-48ED-B229-9308D8A1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1" name="SE-056-path-1131">
            <a:extLst xmlns:a="http://schemas.openxmlformats.org/drawingml/2006/main">
              <a:ext uri="{FF2B5EF4-FFF2-40B4-BE49-F238E27FC236}">
                <a16:creationId xmlns:a16="http://schemas.microsoft.com/office/drawing/2014/main" id="{4808E828-562D-4528-980B-1446D22E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2" name="SE-056-path-1132">
            <a:extLst xmlns:a="http://schemas.openxmlformats.org/drawingml/2006/main">
              <a:ext uri="{FF2B5EF4-FFF2-40B4-BE49-F238E27FC236}">
                <a16:creationId xmlns:a16="http://schemas.microsoft.com/office/drawing/2014/main" id="{14676752-1079-4E93-A30A-1AE96C4B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3" name="SE-056-path-1133">
            <a:extLst xmlns:a="http://schemas.openxmlformats.org/drawingml/2006/main">
              <a:ext uri="{FF2B5EF4-FFF2-40B4-BE49-F238E27FC236}">
                <a16:creationId xmlns:a16="http://schemas.microsoft.com/office/drawing/2014/main" id="{4C530C1D-1C6D-49A6-B31B-15D07FC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4" name="SE-056-path-1134">
            <a:extLst xmlns:a="http://schemas.openxmlformats.org/drawingml/2006/main">
              <a:ext uri="{FF2B5EF4-FFF2-40B4-BE49-F238E27FC236}">
                <a16:creationId xmlns:a16="http://schemas.microsoft.com/office/drawing/2014/main" id="{0474B500-C50E-40AE-85A6-869A72C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5" name="SE-056-path-1135">
            <a:extLst xmlns:a="http://schemas.openxmlformats.org/drawingml/2006/main">
              <a:ext uri="{FF2B5EF4-FFF2-40B4-BE49-F238E27FC236}">
                <a16:creationId xmlns:a16="http://schemas.microsoft.com/office/drawing/2014/main" id="{F9548270-E48B-4103-9520-286F134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6" name="SE-056-path-1136">
            <a:extLst xmlns:a="http://schemas.openxmlformats.org/drawingml/2006/main">
              <a:ext uri="{FF2B5EF4-FFF2-40B4-BE49-F238E27FC236}">
                <a16:creationId xmlns:a16="http://schemas.microsoft.com/office/drawing/2014/main" id="{DBF0A246-06D6-4B01-9C8B-FD4C78AB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7" name="SE-056-path-1137">
            <a:extLst xmlns:a="http://schemas.openxmlformats.org/drawingml/2006/main">
              <a:ext uri="{FF2B5EF4-FFF2-40B4-BE49-F238E27FC236}">
                <a16:creationId xmlns:a16="http://schemas.microsoft.com/office/drawing/2014/main" id="{1498C4CF-3193-4E0F-AD5C-8B559BC8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8" name="SE-056-path-1138">
            <a:extLst xmlns:a="http://schemas.openxmlformats.org/drawingml/2006/main">
              <a:ext uri="{FF2B5EF4-FFF2-40B4-BE49-F238E27FC236}">
                <a16:creationId xmlns:a16="http://schemas.microsoft.com/office/drawing/2014/main" id="{0CC156F6-EF2C-49CE-BCB9-F5EA011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39" name="SE-056-path-1139">
            <a:extLst xmlns:a="http://schemas.openxmlformats.org/drawingml/2006/main">
              <a:ext uri="{FF2B5EF4-FFF2-40B4-BE49-F238E27FC236}">
                <a16:creationId xmlns:a16="http://schemas.microsoft.com/office/drawing/2014/main" id="{80D3EA92-B14C-43BE-AC33-DA16113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0" name="SE-056-path-1140">
            <a:extLst xmlns:a="http://schemas.openxmlformats.org/drawingml/2006/main">
              <a:ext uri="{FF2B5EF4-FFF2-40B4-BE49-F238E27FC236}">
                <a16:creationId xmlns:a16="http://schemas.microsoft.com/office/drawing/2014/main" id="{30DD6502-DF02-4F58-B575-98F820E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1" name="SE-056-path-1141">
            <a:extLst xmlns:a="http://schemas.openxmlformats.org/drawingml/2006/main">
              <a:ext uri="{FF2B5EF4-FFF2-40B4-BE49-F238E27FC236}">
                <a16:creationId xmlns:a16="http://schemas.microsoft.com/office/drawing/2014/main" id="{896ADB3A-C623-444A-A23D-046A456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2" name="SE-056-path-1142">
            <a:extLst xmlns:a="http://schemas.openxmlformats.org/drawingml/2006/main">
              <a:ext uri="{FF2B5EF4-FFF2-40B4-BE49-F238E27FC236}">
                <a16:creationId xmlns:a16="http://schemas.microsoft.com/office/drawing/2014/main" id="{5D2B472E-1057-44B5-A529-5FBE03B9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3" name="SE-056-path-1143">
            <a:extLst xmlns:a="http://schemas.openxmlformats.org/drawingml/2006/main">
              <a:ext uri="{FF2B5EF4-FFF2-40B4-BE49-F238E27FC236}">
                <a16:creationId xmlns:a16="http://schemas.microsoft.com/office/drawing/2014/main" id="{A054B9A8-4AB1-4406-B5F5-B2793D4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4" name="SE-056-path-1144">
            <a:extLst xmlns:a="http://schemas.openxmlformats.org/drawingml/2006/main">
              <a:ext uri="{FF2B5EF4-FFF2-40B4-BE49-F238E27FC236}">
                <a16:creationId xmlns:a16="http://schemas.microsoft.com/office/drawing/2014/main" id="{0EC8F677-B889-4C35-A5E8-4CE53984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5" name="SE-056-path-1145">
            <a:extLst xmlns:a="http://schemas.openxmlformats.org/drawingml/2006/main">
              <a:ext uri="{FF2B5EF4-FFF2-40B4-BE49-F238E27FC236}">
                <a16:creationId xmlns:a16="http://schemas.microsoft.com/office/drawing/2014/main" id="{48B19EC7-A0C1-435F-BB6A-C7407EF9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6" name="SE-056-path-1146">
            <a:extLst xmlns:a="http://schemas.openxmlformats.org/drawingml/2006/main">
              <a:ext uri="{FF2B5EF4-FFF2-40B4-BE49-F238E27FC236}">
                <a16:creationId xmlns:a16="http://schemas.microsoft.com/office/drawing/2014/main" id="{7209A3D6-996C-449D-921F-45FB060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7" name="SE-056-path-1147">
            <a:extLst xmlns:a="http://schemas.openxmlformats.org/drawingml/2006/main">
              <a:ext uri="{FF2B5EF4-FFF2-40B4-BE49-F238E27FC236}">
                <a16:creationId xmlns:a16="http://schemas.microsoft.com/office/drawing/2014/main" id="{6CFABA2A-3B73-4BA8-AC63-293A8BB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8" name="SE-056-path-1148">
            <a:extLst xmlns:a="http://schemas.openxmlformats.org/drawingml/2006/main">
              <a:ext uri="{FF2B5EF4-FFF2-40B4-BE49-F238E27FC236}">
                <a16:creationId xmlns:a16="http://schemas.microsoft.com/office/drawing/2014/main" id="{844CE202-5EF7-4321-8B7A-A27D0C1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49" name="SE-056-path-1149">
            <a:extLst xmlns:a="http://schemas.openxmlformats.org/drawingml/2006/main">
              <a:ext uri="{FF2B5EF4-FFF2-40B4-BE49-F238E27FC236}">
                <a16:creationId xmlns:a16="http://schemas.microsoft.com/office/drawing/2014/main" id="{7DCC54CB-A6DE-4E27-98EE-5E52FDDE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0" name="SE-056-path-1150">
            <a:extLst xmlns:a="http://schemas.openxmlformats.org/drawingml/2006/main">
              <a:ext uri="{FF2B5EF4-FFF2-40B4-BE49-F238E27FC236}">
                <a16:creationId xmlns:a16="http://schemas.microsoft.com/office/drawing/2014/main" id="{6F18702F-1E40-4379-8777-D55D482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1" name="SE-056-path-1151">
            <a:extLst xmlns:a="http://schemas.openxmlformats.org/drawingml/2006/main">
              <a:ext uri="{FF2B5EF4-FFF2-40B4-BE49-F238E27FC236}">
                <a16:creationId xmlns:a16="http://schemas.microsoft.com/office/drawing/2014/main" id="{0D70077F-65E4-4A7F-9D27-504D777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2" name="SE-056-path-1152">
            <a:extLst xmlns:a="http://schemas.openxmlformats.org/drawingml/2006/main">
              <a:ext uri="{FF2B5EF4-FFF2-40B4-BE49-F238E27FC236}">
                <a16:creationId xmlns:a16="http://schemas.microsoft.com/office/drawing/2014/main" id="{130ED22A-F8F4-43A5-AA8F-B044543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3" name="SE-056-path-1153">
            <a:extLst xmlns:a="http://schemas.openxmlformats.org/drawingml/2006/main">
              <a:ext uri="{FF2B5EF4-FFF2-40B4-BE49-F238E27FC236}">
                <a16:creationId xmlns:a16="http://schemas.microsoft.com/office/drawing/2014/main" id="{614CAEBF-D1AF-4D49-94C6-1DD817D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4" name="SE-056-path-1154">
            <a:extLst xmlns:a="http://schemas.openxmlformats.org/drawingml/2006/main">
              <a:ext uri="{FF2B5EF4-FFF2-40B4-BE49-F238E27FC236}">
                <a16:creationId xmlns:a16="http://schemas.microsoft.com/office/drawing/2014/main" id="{389E6C24-5466-442D-BCD4-AB711F1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5" name="SE-056-path-1155">
            <a:extLst xmlns:a="http://schemas.openxmlformats.org/drawingml/2006/main">
              <a:ext uri="{FF2B5EF4-FFF2-40B4-BE49-F238E27FC236}">
                <a16:creationId xmlns:a16="http://schemas.microsoft.com/office/drawing/2014/main" id="{FCADD4E6-66F7-46CB-885C-38487C5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6" name="SE-056-path-1156">
            <a:extLst xmlns:a="http://schemas.openxmlformats.org/drawingml/2006/main">
              <a:ext uri="{FF2B5EF4-FFF2-40B4-BE49-F238E27FC236}">
                <a16:creationId xmlns:a16="http://schemas.microsoft.com/office/drawing/2014/main" id="{EE75770E-4BA3-436C-A7FB-C75DE7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7" name="SE-056-path-1157">
            <a:extLst xmlns:a="http://schemas.openxmlformats.org/drawingml/2006/main">
              <a:ext uri="{FF2B5EF4-FFF2-40B4-BE49-F238E27FC236}">
                <a16:creationId xmlns:a16="http://schemas.microsoft.com/office/drawing/2014/main" id="{E5D40905-DC95-4CB9-9313-A167DB1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8" name="SE-056-path-1158">
            <a:extLst xmlns:a="http://schemas.openxmlformats.org/drawingml/2006/main">
              <a:ext uri="{FF2B5EF4-FFF2-40B4-BE49-F238E27FC236}">
                <a16:creationId xmlns:a16="http://schemas.microsoft.com/office/drawing/2014/main" id="{9A35DDBA-C565-4BC2-BB25-B7FEFA2C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59" name="SE-056-path-1159">
            <a:extLst xmlns:a="http://schemas.openxmlformats.org/drawingml/2006/main">
              <a:ext uri="{FF2B5EF4-FFF2-40B4-BE49-F238E27FC236}">
                <a16:creationId xmlns:a16="http://schemas.microsoft.com/office/drawing/2014/main" id="{07EC0874-F1BB-49E7-B921-EB26F7C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0" name="SE-056-path-1160">
            <a:extLst xmlns:a="http://schemas.openxmlformats.org/drawingml/2006/main">
              <a:ext uri="{FF2B5EF4-FFF2-40B4-BE49-F238E27FC236}">
                <a16:creationId xmlns:a16="http://schemas.microsoft.com/office/drawing/2014/main" id="{8536739E-7FB2-449D-B875-B3876977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1" name="SE-056-path-1161">
            <a:extLst xmlns:a="http://schemas.openxmlformats.org/drawingml/2006/main">
              <a:ext uri="{FF2B5EF4-FFF2-40B4-BE49-F238E27FC236}">
                <a16:creationId xmlns:a16="http://schemas.microsoft.com/office/drawing/2014/main" id="{56F9DABF-F6CB-4D86-B949-16C1464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2" name="SE-056-path-1162">
            <a:extLst xmlns:a="http://schemas.openxmlformats.org/drawingml/2006/main">
              <a:ext uri="{FF2B5EF4-FFF2-40B4-BE49-F238E27FC236}">
                <a16:creationId xmlns:a16="http://schemas.microsoft.com/office/drawing/2014/main" id="{6522DA55-C96A-4075-ABE5-01CFC7BC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3" name="SE-056-path-1163">
            <a:extLst xmlns:a="http://schemas.openxmlformats.org/drawingml/2006/main">
              <a:ext uri="{FF2B5EF4-FFF2-40B4-BE49-F238E27FC236}">
                <a16:creationId xmlns:a16="http://schemas.microsoft.com/office/drawing/2014/main" id="{9D8A56FC-55CE-4E1B-B81B-A628637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4" name="SE-056-path-1164">
            <a:extLst xmlns:a="http://schemas.openxmlformats.org/drawingml/2006/main">
              <a:ext uri="{FF2B5EF4-FFF2-40B4-BE49-F238E27FC236}">
                <a16:creationId xmlns:a16="http://schemas.microsoft.com/office/drawing/2014/main" id="{A4C9DF4A-A7E8-438F-B636-E9C2D02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5" name="SE-056-path-1165">
            <a:extLst xmlns:a="http://schemas.openxmlformats.org/drawingml/2006/main">
              <a:ext uri="{FF2B5EF4-FFF2-40B4-BE49-F238E27FC236}">
                <a16:creationId xmlns:a16="http://schemas.microsoft.com/office/drawing/2014/main" id="{66907076-AE26-4534-A26F-214D1B0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6" name="SE-056-path-1166">
            <a:extLst xmlns:a="http://schemas.openxmlformats.org/drawingml/2006/main">
              <a:ext uri="{FF2B5EF4-FFF2-40B4-BE49-F238E27FC236}">
                <a16:creationId xmlns:a16="http://schemas.microsoft.com/office/drawing/2014/main" id="{827F1EF1-DFD6-4B16-A136-085ED6D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7" name="SE-056-path-1167">
            <a:extLst xmlns:a="http://schemas.openxmlformats.org/drawingml/2006/main">
              <a:ext uri="{FF2B5EF4-FFF2-40B4-BE49-F238E27FC236}">
                <a16:creationId xmlns:a16="http://schemas.microsoft.com/office/drawing/2014/main" id="{29EEF5EB-E13E-488D-8FB1-1672A92E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8" name="SE-056-path-1168">
            <a:extLst xmlns:a="http://schemas.openxmlformats.org/drawingml/2006/main">
              <a:ext uri="{FF2B5EF4-FFF2-40B4-BE49-F238E27FC236}">
                <a16:creationId xmlns:a16="http://schemas.microsoft.com/office/drawing/2014/main" id="{351EC524-9A1F-4D6F-9F6F-A657FB6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69" name="SE-056-path-1169">
            <a:extLst xmlns:a="http://schemas.openxmlformats.org/drawingml/2006/main">
              <a:ext uri="{FF2B5EF4-FFF2-40B4-BE49-F238E27FC236}">
                <a16:creationId xmlns:a16="http://schemas.microsoft.com/office/drawing/2014/main" id="{0FFA1000-AB31-44D5-80D1-087853A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0" name="SE-056-path-1170">
            <a:extLst xmlns:a="http://schemas.openxmlformats.org/drawingml/2006/main">
              <a:ext uri="{FF2B5EF4-FFF2-40B4-BE49-F238E27FC236}">
                <a16:creationId xmlns:a16="http://schemas.microsoft.com/office/drawing/2014/main" id="{49F37F0A-EC36-463B-8078-A695466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1" name="SE-056-path-1171">
            <a:extLst xmlns:a="http://schemas.openxmlformats.org/drawingml/2006/main">
              <a:ext uri="{FF2B5EF4-FFF2-40B4-BE49-F238E27FC236}">
                <a16:creationId xmlns:a16="http://schemas.microsoft.com/office/drawing/2014/main" id="{69C58C36-C0EB-42DF-B88D-34C2ED14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2" name="SE-056-path-1172">
            <a:extLst xmlns:a="http://schemas.openxmlformats.org/drawingml/2006/main">
              <a:ext uri="{FF2B5EF4-FFF2-40B4-BE49-F238E27FC236}">
                <a16:creationId xmlns:a16="http://schemas.microsoft.com/office/drawing/2014/main" id="{EC5128E5-8578-4169-9B16-2A17070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3" name="SE-056-path-1173">
            <a:extLst xmlns:a="http://schemas.openxmlformats.org/drawingml/2006/main">
              <a:ext uri="{FF2B5EF4-FFF2-40B4-BE49-F238E27FC236}">
                <a16:creationId xmlns:a16="http://schemas.microsoft.com/office/drawing/2014/main" id="{2EE64EFE-945D-4AA9-B37B-C36A4A7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4" name="SE-056-path-1174">
            <a:extLst xmlns:a="http://schemas.openxmlformats.org/drawingml/2006/main">
              <a:ext uri="{FF2B5EF4-FFF2-40B4-BE49-F238E27FC236}">
                <a16:creationId xmlns:a16="http://schemas.microsoft.com/office/drawing/2014/main" id="{BA17D205-2741-4FBF-9C2A-49547850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5" name="SE-056-path-1175">
            <a:extLst xmlns:a="http://schemas.openxmlformats.org/drawingml/2006/main">
              <a:ext uri="{FF2B5EF4-FFF2-40B4-BE49-F238E27FC236}">
                <a16:creationId xmlns:a16="http://schemas.microsoft.com/office/drawing/2014/main" id="{10137825-F12F-49B0-A54A-32E3475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6" name="SE-056-path-1176">
            <a:extLst xmlns:a="http://schemas.openxmlformats.org/drawingml/2006/main">
              <a:ext uri="{FF2B5EF4-FFF2-40B4-BE49-F238E27FC236}">
                <a16:creationId xmlns:a16="http://schemas.microsoft.com/office/drawing/2014/main" id="{8E998778-1EFD-490F-AA6D-368C5DF1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7" name="SE-056-path-1177">
            <a:extLst xmlns:a="http://schemas.openxmlformats.org/drawingml/2006/main">
              <a:ext uri="{FF2B5EF4-FFF2-40B4-BE49-F238E27FC236}">
                <a16:creationId xmlns:a16="http://schemas.microsoft.com/office/drawing/2014/main" id="{BDC4FF0C-58E4-4889-8F22-12C04CA5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8" name="SE-056-path-1178">
            <a:extLst xmlns:a="http://schemas.openxmlformats.org/drawingml/2006/main">
              <a:ext uri="{FF2B5EF4-FFF2-40B4-BE49-F238E27FC236}">
                <a16:creationId xmlns:a16="http://schemas.microsoft.com/office/drawing/2014/main" id="{DF868531-EE84-4674-8EB3-1564D87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79" name="SE-056-path-1179">
            <a:extLst xmlns:a="http://schemas.openxmlformats.org/drawingml/2006/main">
              <a:ext uri="{FF2B5EF4-FFF2-40B4-BE49-F238E27FC236}">
                <a16:creationId xmlns:a16="http://schemas.microsoft.com/office/drawing/2014/main" id="{5CF6BBD9-9733-447E-BC24-A029A0F8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0" name="SE-056-path-1180">
            <a:extLst xmlns:a="http://schemas.openxmlformats.org/drawingml/2006/main">
              <a:ext uri="{FF2B5EF4-FFF2-40B4-BE49-F238E27FC236}">
                <a16:creationId xmlns:a16="http://schemas.microsoft.com/office/drawing/2014/main" id="{1B8D0E69-1F0B-495B-A011-0C76014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1" name="SE-056-path-1181">
            <a:extLst xmlns:a="http://schemas.openxmlformats.org/drawingml/2006/main">
              <a:ext uri="{FF2B5EF4-FFF2-40B4-BE49-F238E27FC236}">
                <a16:creationId xmlns:a16="http://schemas.microsoft.com/office/drawing/2014/main" id="{B90208EA-D52F-48A8-9C8A-1764F6A9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144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2" name="SE-056-1182">
            <a:extLst xmlns:a="http://schemas.openxmlformats.org/drawingml/2006/main">
              <a:ext uri="{FF2B5EF4-FFF2-40B4-BE49-F238E27FC236}">
                <a16:creationId xmlns:a16="http://schemas.microsoft.com/office/drawing/2014/main" id="{C4F3D161-7500-4F1A-9576-4F491F1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3716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2M</a:t>
            </a:r>
          </a:p>
        </p:txBody>
      </p:sp>
      <p:sp>
        <p:nvSpPr>
          <p:cNvPr id="1183" name="SE-056-path-1183">
            <a:extLst xmlns:a="http://schemas.openxmlformats.org/drawingml/2006/main">
              <a:ext uri="{FF2B5EF4-FFF2-40B4-BE49-F238E27FC236}">
                <a16:creationId xmlns:a16="http://schemas.microsoft.com/office/drawing/2014/main" id="{479BA341-908A-4AAF-A766-76FF100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4" name="SE-056-path-1184">
            <a:extLst xmlns:a="http://schemas.openxmlformats.org/drawingml/2006/main">
              <a:ext uri="{FF2B5EF4-FFF2-40B4-BE49-F238E27FC236}">
                <a16:creationId xmlns:a16="http://schemas.microsoft.com/office/drawing/2014/main" id="{35585383-9E11-448A-A49A-19DF370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5" name="SE-056-path-1185">
            <a:extLst xmlns:a="http://schemas.openxmlformats.org/drawingml/2006/main">
              <a:ext uri="{FF2B5EF4-FFF2-40B4-BE49-F238E27FC236}">
                <a16:creationId xmlns:a16="http://schemas.microsoft.com/office/drawing/2014/main" id="{D0886853-C83F-429D-B27C-A39511DC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6" name="SE-056-path-1186">
            <a:extLst xmlns:a="http://schemas.openxmlformats.org/drawingml/2006/main">
              <a:ext uri="{FF2B5EF4-FFF2-40B4-BE49-F238E27FC236}">
                <a16:creationId xmlns:a16="http://schemas.microsoft.com/office/drawing/2014/main" id="{0A8F3FAE-8D1A-43CC-B23B-7E8264C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7" name="SE-056-path-1187">
            <a:extLst xmlns:a="http://schemas.openxmlformats.org/drawingml/2006/main">
              <a:ext uri="{FF2B5EF4-FFF2-40B4-BE49-F238E27FC236}">
                <a16:creationId xmlns:a16="http://schemas.microsoft.com/office/drawing/2014/main" id="{CF5E213C-6510-41D2-B477-1B43663E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8" name="SE-056-path-1188">
            <a:extLst xmlns:a="http://schemas.openxmlformats.org/drawingml/2006/main">
              <a:ext uri="{FF2B5EF4-FFF2-40B4-BE49-F238E27FC236}">
                <a16:creationId xmlns:a16="http://schemas.microsoft.com/office/drawing/2014/main" id="{D210101D-26D6-4A24-B815-D161C52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89" name="SE-056-path-1189">
            <a:extLst xmlns:a="http://schemas.openxmlformats.org/drawingml/2006/main">
              <a:ext uri="{FF2B5EF4-FFF2-40B4-BE49-F238E27FC236}">
                <a16:creationId xmlns:a16="http://schemas.microsoft.com/office/drawing/2014/main" id="{0AAF9AB2-9528-4D57-B126-2C661B9A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0" name="SE-056-path-1190">
            <a:extLst xmlns:a="http://schemas.openxmlformats.org/drawingml/2006/main">
              <a:ext uri="{FF2B5EF4-FFF2-40B4-BE49-F238E27FC236}">
                <a16:creationId xmlns:a16="http://schemas.microsoft.com/office/drawing/2014/main" id="{92D7A0F2-9C6C-4E70-8EB8-37A7F0D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1" name="SE-056-path-1191">
            <a:extLst xmlns:a="http://schemas.openxmlformats.org/drawingml/2006/main">
              <a:ext uri="{FF2B5EF4-FFF2-40B4-BE49-F238E27FC236}">
                <a16:creationId xmlns:a16="http://schemas.microsoft.com/office/drawing/2014/main" id="{C5EE109C-094C-4BA9-B450-FEBA2072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2" name="SE-056-path-1192">
            <a:extLst xmlns:a="http://schemas.openxmlformats.org/drawingml/2006/main">
              <a:ext uri="{FF2B5EF4-FFF2-40B4-BE49-F238E27FC236}">
                <a16:creationId xmlns:a16="http://schemas.microsoft.com/office/drawing/2014/main" id="{4B9A89F8-7A8E-4BFD-8F7D-DF535AC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3" name="SE-056-path-1193">
            <a:extLst xmlns:a="http://schemas.openxmlformats.org/drawingml/2006/main">
              <a:ext uri="{FF2B5EF4-FFF2-40B4-BE49-F238E27FC236}">
                <a16:creationId xmlns:a16="http://schemas.microsoft.com/office/drawing/2014/main" id="{A200B3E4-054C-4862-8E5C-2E5DB9F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4" name="SE-056-path-1194">
            <a:extLst xmlns:a="http://schemas.openxmlformats.org/drawingml/2006/main">
              <a:ext uri="{FF2B5EF4-FFF2-40B4-BE49-F238E27FC236}">
                <a16:creationId xmlns:a16="http://schemas.microsoft.com/office/drawing/2014/main" id="{41F8EF64-36E3-4117-8283-E9768D5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5" name="SE-056-path-1195">
            <a:extLst xmlns:a="http://schemas.openxmlformats.org/drawingml/2006/main">
              <a:ext uri="{FF2B5EF4-FFF2-40B4-BE49-F238E27FC236}">
                <a16:creationId xmlns:a16="http://schemas.microsoft.com/office/drawing/2014/main" id="{FF645F42-D4D2-476F-9501-02090318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6" name="SE-056-path-1196">
            <a:extLst xmlns:a="http://schemas.openxmlformats.org/drawingml/2006/main">
              <a:ext uri="{FF2B5EF4-FFF2-40B4-BE49-F238E27FC236}">
                <a16:creationId xmlns:a16="http://schemas.microsoft.com/office/drawing/2014/main" id="{D604B8FA-E429-4F0A-99E9-A3A31DC9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7" name="SE-056-path-1197">
            <a:extLst xmlns:a="http://schemas.openxmlformats.org/drawingml/2006/main">
              <a:ext uri="{FF2B5EF4-FFF2-40B4-BE49-F238E27FC236}">
                <a16:creationId xmlns:a16="http://schemas.microsoft.com/office/drawing/2014/main" id="{8882DBD4-3315-4456-A281-4196BCF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8" name="SE-056-path-1198">
            <a:extLst xmlns:a="http://schemas.openxmlformats.org/drawingml/2006/main">
              <a:ext uri="{FF2B5EF4-FFF2-40B4-BE49-F238E27FC236}">
                <a16:creationId xmlns:a16="http://schemas.microsoft.com/office/drawing/2014/main" id="{E55EBEB7-4390-48BE-8F26-42D85B02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199" name="SE-056-path-1199">
            <a:extLst xmlns:a="http://schemas.openxmlformats.org/drawingml/2006/main">
              <a:ext uri="{FF2B5EF4-FFF2-40B4-BE49-F238E27FC236}">
                <a16:creationId xmlns:a16="http://schemas.microsoft.com/office/drawing/2014/main" id="{DB20811A-2C7B-4F98-9268-9884AFDB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0" name="SE-056-path-1200">
            <a:extLst xmlns:a="http://schemas.openxmlformats.org/drawingml/2006/main">
              <a:ext uri="{FF2B5EF4-FFF2-40B4-BE49-F238E27FC236}">
                <a16:creationId xmlns:a16="http://schemas.microsoft.com/office/drawing/2014/main" id="{E4E35E2F-50B3-48B1-9960-68BFA8E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1" name="SE-056-path-1201">
            <a:extLst xmlns:a="http://schemas.openxmlformats.org/drawingml/2006/main">
              <a:ext uri="{FF2B5EF4-FFF2-40B4-BE49-F238E27FC236}">
                <a16:creationId xmlns:a16="http://schemas.microsoft.com/office/drawing/2014/main" id="{49622139-E279-47D8-B161-56DC184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2" name="SE-056-path-1202">
            <a:extLst xmlns:a="http://schemas.openxmlformats.org/drawingml/2006/main">
              <a:ext uri="{FF2B5EF4-FFF2-40B4-BE49-F238E27FC236}">
                <a16:creationId xmlns:a16="http://schemas.microsoft.com/office/drawing/2014/main" id="{C55D85E5-0EDB-47E4-AAAF-7495383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3" name="SE-056-path-1203">
            <a:extLst xmlns:a="http://schemas.openxmlformats.org/drawingml/2006/main">
              <a:ext uri="{FF2B5EF4-FFF2-40B4-BE49-F238E27FC236}">
                <a16:creationId xmlns:a16="http://schemas.microsoft.com/office/drawing/2014/main" id="{008F387F-53A6-4281-8FBB-BBC7EEC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4" name="SE-056-path-1204">
            <a:extLst xmlns:a="http://schemas.openxmlformats.org/drawingml/2006/main">
              <a:ext uri="{FF2B5EF4-FFF2-40B4-BE49-F238E27FC236}">
                <a16:creationId xmlns:a16="http://schemas.microsoft.com/office/drawing/2014/main" id="{2582A729-0875-43B7-866D-C177926D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5" name="SE-056-path-1205">
            <a:extLst xmlns:a="http://schemas.openxmlformats.org/drawingml/2006/main">
              <a:ext uri="{FF2B5EF4-FFF2-40B4-BE49-F238E27FC236}">
                <a16:creationId xmlns:a16="http://schemas.microsoft.com/office/drawing/2014/main" id="{C736B953-5A16-4236-AB9C-84E24F3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6" name="SE-056-path-1206">
            <a:extLst xmlns:a="http://schemas.openxmlformats.org/drawingml/2006/main">
              <a:ext uri="{FF2B5EF4-FFF2-40B4-BE49-F238E27FC236}">
                <a16:creationId xmlns:a16="http://schemas.microsoft.com/office/drawing/2014/main" id="{7246A0AF-9A8E-48A9-A92B-BF25981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7" name="SE-056-path-1207">
            <a:extLst xmlns:a="http://schemas.openxmlformats.org/drawingml/2006/main">
              <a:ext uri="{FF2B5EF4-FFF2-40B4-BE49-F238E27FC236}">
                <a16:creationId xmlns:a16="http://schemas.microsoft.com/office/drawing/2014/main" id="{1C59FF0A-D715-447E-BFC0-52E710A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8" name="SE-056-path-1208">
            <a:extLst xmlns:a="http://schemas.openxmlformats.org/drawingml/2006/main">
              <a:ext uri="{FF2B5EF4-FFF2-40B4-BE49-F238E27FC236}">
                <a16:creationId xmlns:a16="http://schemas.microsoft.com/office/drawing/2014/main" id="{FB21B79B-CD03-4E3F-878B-C8CFDE4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09" name="SE-056-path-1209">
            <a:extLst xmlns:a="http://schemas.openxmlformats.org/drawingml/2006/main">
              <a:ext uri="{FF2B5EF4-FFF2-40B4-BE49-F238E27FC236}">
                <a16:creationId xmlns:a16="http://schemas.microsoft.com/office/drawing/2014/main" id="{437E1832-B0FE-4057-934C-EC54F7E6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0" name="SE-056-path-1210">
            <a:extLst xmlns:a="http://schemas.openxmlformats.org/drawingml/2006/main">
              <a:ext uri="{FF2B5EF4-FFF2-40B4-BE49-F238E27FC236}">
                <a16:creationId xmlns:a16="http://schemas.microsoft.com/office/drawing/2014/main" id="{3F456AE4-BE19-4C4C-8C63-ACBDF4D6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1" name="SE-056-path-1211">
            <a:extLst xmlns:a="http://schemas.openxmlformats.org/drawingml/2006/main">
              <a:ext uri="{FF2B5EF4-FFF2-40B4-BE49-F238E27FC236}">
                <a16:creationId xmlns:a16="http://schemas.microsoft.com/office/drawing/2014/main" id="{C8A930FE-4187-4EEF-AB67-464B4992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2" name="SE-056-path-1212">
            <a:extLst xmlns:a="http://schemas.openxmlformats.org/drawingml/2006/main">
              <a:ext uri="{FF2B5EF4-FFF2-40B4-BE49-F238E27FC236}">
                <a16:creationId xmlns:a16="http://schemas.microsoft.com/office/drawing/2014/main" id="{2131387D-A604-460B-A7B0-BC38C7DE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3" name="SE-056-path-1213">
            <a:extLst xmlns:a="http://schemas.openxmlformats.org/drawingml/2006/main">
              <a:ext uri="{FF2B5EF4-FFF2-40B4-BE49-F238E27FC236}">
                <a16:creationId xmlns:a16="http://schemas.microsoft.com/office/drawing/2014/main" id="{10D60A71-4170-4E74-8075-7C9D5F23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4" name="SE-056-path-1214">
            <a:extLst xmlns:a="http://schemas.openxmlformats.org/drawingml/2006/main">
              <a:ext uri="{FF2B5EF4-FFF2-40B4-BE49-F238E27FC236}">
                <a16:creationId xmlns:a16="http://schemas.microsoft.com/office/drawing/2014/main" id="{91910AED-ABBD-4E8A-94DF-366E8E5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5" name="SE-056-path-1215">
            <a:extLst xmlns:a="http://schemas.openxmlformats.org/drawingml/2006/main">
              <a:ext uri="{FF2B5EF4-FFF2-40B4-BE49-F238E27FC236}">
                <a16:creationId xmlns:a16="http://schemas.microsoft.com/office/drawing/2014/main" id="{BD796925-6F1E-43BE-8F78-0632D54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6" name="SE-056-path-1216">
            <a:extLst xmlns:a="http://schemas.openxmlformats.org/drawingml/2006/main">
              <a:ext uri="{FF2B5EF4-FFF2-40B4-BE49-F238E27FC236}">
                <a16:creationId xmlns:a16="http://schemas.microsoft.com/office/drawing/2014/main" id="{25D4CE2C-D01B-44EC-B3D8-6A10370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7" name="SE-056-path-1217">
            <a:extLst xmlns:a="http://schemas.openxmlformats.org/drawingml/2006/main">
              <a:ext uri="{FF2B5EF4-FFF2-40B4-BE49-F238E27FC236}">
                <a16:creationId xmlns:a16="http://schemas.microsoft.com/office/drawing/2014/main" id="{9530B814-47AC-4188-A332-FF6EFB83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8" name="SE-056-path-1218">
            <a:extLst xmlns:a="http://schemas.openxmlformats.org/drawingml/2006/main">
              <a:ext uri="{FF2B5EF4-FFF2-40B4-BE49-F238E27FC236}">
                <a16:creationId xmlns:a16="http://schemas.microsoft.com/office/drawing/2014/main" id="{C358BB3B-CFE3-4CE1-A531-303042B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19" name="SE-056-path-1219">
            <a:extLst xmlns:a="http://schemas.openxmlformats.org/drawingml/2006/main">
              <a:ext uri="{FF2B5EF4-FFF2-40B4-BE49-F238E27FC236}">
                <a16:creationId xmlns:a16="http://schemas.microsoft.com/office/drawing/2014/main" id="{1BF85C1F-1181-4B74-A82D-113F6F3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0" name="SE-056-path-1220">
            <a:extLst xmlns:a="http://schemas.openxmlformats.org/drawingml/2006/main">
              <a:ext uri="{FF2B5EF4-FFF2-40B4-BE49-F238E27FC236}">
                <a16:creationId xmlns:a16="http://schemas.microsoft.com/office/drawing/2014/main" id="{21B443C0-5C07-441C-9A0F-E223544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1" name="SE-056-path-1221">
            <a:extLst xmlns:a="http://schemas.openxmlformats.org/drawingml/2006/main">
              <a:ext uri="{FF2B5EF4-FFF2-40B4-BE49-F238E27FC236}">
                <a16:creationId xmlns:a16="http://schemas.microsoft.com/office/drawing/2014/main" id="{6726EAC7-9954-4600-B2D2-3BFA57F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2" name="SE-056-path-1222">
            <a:extLst xmlns:a="http://schemas.openxmlformats.org/drawingml/2006/main">
              <a:ext uri="{FF2B5EF4-FFF2-40B4-BE49-F238E27FC236}">
                <a16:creationId xmlns:a16="http://schemas.microsoft.com/office/drawing/2014/main" id="{5B0D620F-330E-4AA7-B6ED-DC900F7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3" name="SE-056-path-1223">
            <a:extLst xmlns:a="http://schemas.openxmlformats.org/drawingml/2006/main">
              <a:ext uri="{FF2B5EF4-FFF2-40B4-BE49-F238E27FC236}">
                <a16:creationId xmlns:a16="http://schemas.microsoft.com/office/drawing/2014/main" id="{601B7192-182F-4202-9AB5-A6F2685C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4" name="SE-056-path-1224">
            <a:extLst xmlns:a="http://schemas.openxmlformats.org/drawingml/2006/main">
              <a:ext uri="{FF2B5EF4-FFF2-40B4-BE49-F238E27FC236}">
                <a16:creationId xmlns:a16="http://schemas.microsoft.com/office/drawing/2014/main" id="{E48B5C1B-8D0B-4567-8A5E-7DA0A4B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5" name="SE-056-path-1225">
            <a:extLst xmlns:a="http://schemas.openxmlformats.org/drawingml/2006/main">
              <a:ext uri="{FF2B5EF4-FFF2-40B4-BE49-F238E27FC236}">
                <a16:creationId xmlns:a16="http://schemas.microsoft.com/office/drawing/2014/main" id="{672EA4A7-5860-400F-ABB6-9DEC46C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6" name="SE-056-path-1226">
            <a:extLst xmlns:a="http://schemas.openxmlformats.org/drawingml/2006/main">
              <a:ext uri="{FF2B5EF4-FFF2-40B4-BE49-F238E27FC236}">
                <a16:creationId xmlns:a16="http://schemas.microsoft.com/office/drawing/2014/main" id="{C605A372-4C34-4B25-9396-35AD157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7" name="SE-056-path-1227">
            <a:extLst xmlns:a="http://schemas.openxmlformats.org/drawingml/2006/main">
              <a:ext uri="{FF2B5EF4-FFF2-40B4-BE49-F238E27FC236}">
                <a16:creationId xmlns:a16="http://schemas.microsoft.com/office/drawing/2014/main" id="{C257DC48-0456-41BF-A93C-25CE8F2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8" name="SE-056-path-1228">
            <a:extLst xmlns:a="http://schemas.openxmlformats.org/drawingml/2006/main">
              <a:ext uri="{FF2B5EF4-FFF2-40B4-BE49-F238E27FC236}">
                <a16:creationId xmlns:a16="http://schemas.microsoft.com/office/drawing/2014/main" id="{67743DDC-9B0D-4106-9D30-F3C94F1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29" name="SE-056-path-1229">
            <a:extLst xmlns:a="http://schemas.openxmlformats.org/drawingml/2006/main">
              <a:ext uri="{FF2B5EF4-FFF2-40B4-BE49-F238E27FC236}">
                <a16:creationId xmlns:a16="http://schemas.microsoft.com/office/drawing/2014/main" id="{F7D71736-0A4B-4BC7-863E-322BCB4D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0" name="SE-056-path-1230">
            <a:extLst xmlns:a="http://schemas.openxmlformats.org/drawingml/2006/main">
              <a:ext uri="{FF2B5EF4-FFF2-40B4-BE49-F238E27FC236}">
                <a16:creationId xmlns:a16="http://schemas.microsoft.com/office/drawing/2014/main" id="{71B6DC09-3DB4-4CC9-8D8A-88E3FFAE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1" name="SE-056-path-1231">
            <a:extLst xmlns:a="http://schemas.openxmlformats.org/drawingml/2006/main">
              <a:ext uri="{FF2B5EF4-FFF2-40B4-BE49-F238E27FC236}">
                <a16:creationId xmlns:a16="http://schemas.microsoft.com/office/drawing/2014/main" id="{FE4AD67A-C18E-4B79-B9B9-FB4C1D40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2" name="SE-056-path-1232">
            <a:extLst xmlns:a="http://schemas.openxmlformats.org/drawingml/2006/main">
              <a:ext uri="{FF2B5EF4-FFF2-40B4-BE49-F238E27FC236}">
                <a16:creationId xmlns:a16="http://schemas.microsoft.com/office/drawing/2014/main" id="{18B193D3-ECB7-46BD-8A59-C2A513D8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3" name="SE-056-path-1233">
            <a:extLst xmlns:a="http://schemas.openxmlformats.org/drawingml/2006/main">
              <a:ext uri="{FF2B5EF4-FFF2-40B4-BE49-F238E27FC236}">
                <a16:creationId xmlns:a16="http://schemas.microsoft.com/office/drawing/2014/main" id="{C087D306-95CE-4778-A401-4CA24C0C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4" name="SE-056-path-1234">
            <a:extLst xmlns:a="http://schemas.openxmlformats.org/drawingml/2006/main">
              <a:ext uri="{FF2B5EF4-FFF2-40B4-BE49-F238E27FC236}">
                <a16:creationId xmlns:a16="http://schemas.microsoft.com/office/drawing/2014/main" id="{0C4D21DD-4880-4413-97F8-7A7DE35D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5" name="SE-056-path-1235">
            <a:extLst xmlns:a="http://schemas.openxmlformats.org/drawingml/2006/main">
              <a:ext uri="{FF2B5EF4-FFF2-40B4-BE49-F238E27FC236}">
                <a16:creationId xmlns:a16="http://schemas.microsoft.com/office/drawing/2014/main" id="{A477C470-4A92-4DAE-8484-48D9AC1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6" name="SE-056-path-1236">
            <a:extLst xmlns:a="http://schemas.openxmlformats.org/drawingml/2006/main">
              <a:ext uri="{FF2B5EF4-FFF2-40B4-BE49-F238E27FC236}">
                <a16:creationId xmlns:a16="http://schemas.microsoft.com/office/drawing/2014/main" id="{C6BE6924-862F-4A2A-9E7B-34D50E1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7" name="SE-056-path-1237">
            <a:extLst xmlns:a="http://schemas.openxmlformats.org/drawingml/2006/main">
              <a:ext uri="{FF2B5EF4-FFF2-40B4-BE49-F238E27FC236}">
                <a16:creationId xmlns:a16="http://schemas.microsoft.com/office/drawing/2014/main" id="{2EFD9FF3-84C2-4C28-A542-7CA8355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8" name="SE-056-path-1238">
            <a:extLst xmlns:a="http://schemas.openxmlformats.org/drawingml/2006/main">
              <a:ext uri="{FF2B5EF4-FFF2-40B4-BE49-F238E27FC236}">
                <a16:creationId xmlns:a16="http://schemas.microsoft.com/office/drawing/2014/main" id="{32DCEA76-1A3A-4AA3-AB12-FA32D60F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39" name="SE-056-path-1239">
            <a:extLst xmlns:a="http://schemas.openxmlformats.org/drawingml/2006/main">
              <a:ext uri="{FF2B5EF4-FFF2-40B4-BE49-F238E27FC236}">
                <a16:creationId xmlns:a16="http://schemas.microsoft.com/office/drawing/2014/main" id="{2BABFF4E-5A58-4C0A-99FE-89D5707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0" name="SE-056-path-1240">
            <a:extLst xmlns:a="http://schemas.openxmlformats.org/drawingml/2006/main">
              <a:ext uri="{FF2B5EF4-FFF2-40B4-BE49-F238E27FC236}">
                <a16:creationId xmlns:a16="http://schemas.microsoft.com/office/drawing/2014/main" id="{376F56EE-B546-4694-BE0B-36F0EE7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1" name="SE-056-path-1241">
            <a:extLst xmlns:a="http://schemas.openxmlformats.org/drawingml/2006/main">
              <a:ext uri="{FF2B5EF4-FFF2-40B4-BE49-F238E27FC236}">
                <a16:creationId xmlns:a16="http://schemas.microsoft.com/office/drawing/2014/main" id="{23C29120-7715-4122-A0C3-6842DC1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2" name="SE-056-path-1242">
            <a:extLst xmlns:a="http://schemas.openxmlformats.org/drawingml/2006/main">
              <a:ext uri="{FF2B5EF4-FFF2-40B4-BE49-F238E27FC236}">
                <a16:creationId xmlns:a16="http://schemas.microsoft.com/office/drawing/2014/main" id="{7F6D8128-BF55-4913-ADB7-FDB4558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3" name="SE-056-path-1243">
            <a:extLst xmlns:a="http://schemas.openxmlformats.org/drawingml/2006/main">
              <a:ext uri="{FF2B5EF4-FFF2-40B4-BE49-F238E27FC236}">
                <a16:creationId xmlns:a16="http://schemas.microsoft.com/office/drawing/2014/main" id="{58718CE6-A3CD-4F54-A2B2-E31245E5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4" name="SE-056-path-1244">
            <a:extLst xmlns:a="http://schemas.openxmlformats.org/drawingml/2006/main">
              <a:ext uri="{FF2B5EF4-FFF2-40B4-BE49-F238E27FC236}">
                <a16:creationId xmlns:a16="http://schemas.microsoft.com/office/drawing/2014/main" id="{6AD5B34E-EDDE-41FB-A1BA-A783C4E8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5" name="SE-056-path-1245">
            <a:extLst xmlns:a="http://schemas.openxmlformats.org/drawingml/2006/main">
              <a:ext uri="{FF2B5EF4-FFF2-40B4-BE49-F238E27FC236}">
                <a16:creationId xmlns:a16="http://schemas.microsoft.com/office/drawing/2014/main" id="{2B783A59-C21F-4130-BA20-B644335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6" name="SE-056-path-1246">
            <a:extLst xmlns:a="http://schemas.openxmlformats.org/drawingml/2006/main">
              <a:ext uri="{FF2B5EF4-FFF2-40B4-BE49-F238E27FC236}">
                <a16:creationId xmlns:a16="http://schemas.microsoft.com/office/drawing/2014/main" id="{4E52F2C0-9027-43E4-AD64-3C2DA28A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7" name="SE-056-path-1247">
            <a:extLst xmlns:a="http://schemas.openxmlformats.org/drawingml/2006/main">
              <a:ext uri="{FF2B5EF4-FFF2-40B4-BE49-F238E27FC236}">
                <a16:creationId xmlns:a16="http://schemas.microsoft.com/office/drawing/2014/main" id="{715285B2-2CA5-4B97-BC6E-9186996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8" name="SE-056-path-1248">
            <a:extLst xmlns:a="http://schemas.openxmlformats.org/drawingml/2006/main">
              <a:ext uri="{FF2B5EF4-FFF2-40B4-BE49-F238E27FC236}">
                <a16:creationId xmlns:a16="http://schemas.microsoft.com/office/drawing/2014/main" id="{0B5C4174-42AE-4409-B66F-DF2A597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49" name="SE-056-path-1249">
            <a:extLst xmlns:a="http://schemas.openxmlformats.org/drawingml/2006/main">
              <a:ext uri="{FF2B5EF4-FFF2-40B4-BE49-F238E27FC236}">
                <a16:creationId xmlns:a16="http://schemas.microsoft.com/office/drawing/2014/main" id="{371910CF-4F4B-4087-8EDF-6889A26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0" name="SE-056-path-1250">
            <a:extLst xmlns:a="http://schemas.openxmlformats.org/drawingml/2006/main">
              <a:ext uri="{FF2B5EF4-FFF2-40B4-BE49-F238E27FC236}">
                <a16:creationId xmlns:a16="http://schemas.microsoft.com/office/drawing/2014/main" id="{C818F7D9-EB6D-4419-8D8E-3DB7DC42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1" name="SE-056-path-1251">
            <a:extLst xmlns:a="http://schemas.openxmlformats.org/drawingml/2006/main">
              <a:ext uri="{FF2B5EF4-FFF2-40B4-BE49-F238E27FC236}">
                <a16:creationId xmlns:a16="http://schemas.microsoft.com/office/drawing/2014/main" id="{E4994729-9CD9-41A8-A73B-1DDC2C0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2" name="SE-056-path-1252">
            <a:extLst xmlns:a="http://schemas.openxmlformats.org/drawingml/2006/main">
              <a:ext uri="{FF2B5EF4-FFF2-40B4-BE49-F238E27FC236}">
                <a16:creationId xmlns:a16="http://schemas.microsoft.com/office/drawing/2014/main" id="{9E9D3B91-0792-48CE-99D3-1764B55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3" name="SE-056-path-1253">
            <a:extLst xmlns:a="http://schemas.openxmlformats.org/drawingml/2006/main">
              <a:ext uri="{FF2B5EF4-FFF2-40B4-BE49-F238E27FC236}">
                <a16:creationId xmlns:a16="http://schemas.microsoft.com/office/drawing/2014/main" id="{94AE340B-1179-4A7D-87FB-005E361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4" name="SE-056-path-1254">
            <a:extLst xmlns:a="http://schemas.openxmlformats.org/drawingml/2006/main">
              <a:ext uri="{FF2B5EF4-FFF2-40B4-BE49-F238E27FC236}">
                <a16:creationId xmlns:a16="http://schemas.microsoft.com/office/drawing/2014/main" id="{84D44A49-28C7-49F8-8415-2FF05F4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5" name="SE-056-path-1255">
            <a:extLst xmlns:a="http://schemas.openxmlformats.org/drawingml/2006/main">
              <a:ext uri="{FF2B5EF4-FFF2-40B4-BE49-F238E27FC236}">
                <a16:creationId xmlns:a16="http://schemas.microsoft.com/office/drawing/2014/main" id="{7B92A05C-F5DE-4B43-9CD1-B0B624B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6" name="SE-056-path-1256">
            <a:extLst xmlns:a="http://schemas.openxmlformats.org/drawingml/2006/main">
              <a:ext uri="{FF2B5EF4-FFF2-40B4-BE49-F238E27FC236}">
                <a16:creationId xmlns:a16="http://schemas.microsoft.com/office/drawing/2014/main" id="{3724287E-67E1-48CE-85C2-1355345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7" name="SE-056-path-1257">
            <a:extLst xmlns:a="http://schemas.openxmlformats.org/drawingml/2006/main">
              <a:ext uri="{FF2B5EF4-FFF2-40B4-BE49-F238E27FC236}">
                <a16:creationId xmlns:a16="http://schemas.microsoft.com/office/drawing/2014/main" id="{42E10D97-8E4C-4D8D-B279-B4EAEC2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8" name="SE-056-path-1258">
            <a:extLst xmlns:a="http://schemas.openxmlformats.org/drawingml/2006/main">
              <a:ext uri="{FF2B5EF4-FFF2-40B4-BE49-F238E27FC236}">
                <a16:creationId xmlns:a16="http://schemas.microsoft.com/office/drawing/2014/main" id="{1FF6DDBE-47C8-42D2-8E01-0F213AB9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59" name="SE-056-path-1259">
            <a:extLst xmlns:a="http://schemas.openxmlformats.org/drawingml/2006/main">
              <a:ext uri="{FF2B5EF4-FFF2-40B4-BE49-F238E27FC236}">
                <a16:creationId xmlns:a16="http://schemas.microsoft.com/office/drawing/2014/main" id="{FC8EC246-7EB7-4963-9A01-E310233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0" name="SE-056-path-1260">
            <a:extLst xmlns:a="http://schemas.openxmlformats.org/drawingml/2006/main">
              <a:ext uri="{FF2B5EF4-FFF2-40B4-BE49-F238E27FC236}">
                <a16:creationId xmlns:a16="http://schemas.microsoft.com/office/drawing/2014/main" id="{03021341-1ABA-4FED-9B43-1BB24DC4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1" name="SE-056-path-1261">
            <a:extLst xmlns:a="http://schemas.openxmlformats.org/drawingml/2006/main">
              <a:ext uri="{FF2B5EF4-FFF2-40B4-BE49-F238E27FC236}">
                <a16:creationId xmlns:a16="http://schemas.microsoft.com/office/drawing/2014/main" id="{AEE93266-66CD-4C20-906C-E4A5A689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2" name="SE-056-path-1262">
            <a:extLst xmlns:a="http://schemas.openxmlformats.org/drawingml/2006/main">
              <a:ext uri="{FF2B5EF4-FFF2-40B4-BE49-F238E27FC236}">
                <a16:creationId xmlns:a16="http://schemas.microsoft.com/office/drawing/2014/main" id="{58ABF914-B6A8-473D-9062-1DA47B0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3" name="SE-056-path-1263">
            <a:extLst xmlns:a="http://schemas.openxmlformats.org/drawingml/2006/main">
              <a:ext uri="{FF2B5EF4-FFF2-40B4-BE49-F238E27FC236}">
                <a16:creationId xmlns:a16="http://schemas.microsoft.com/office/drawing/2014/main" id="{A1DA9269-7840-4D15-A99A-79310A1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667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64" name="SE-056-1264">
            <a:extLst xmlns:a="http://schemas.openxmlformats.org/drawingml/2006/main">
              <a:ext uri="{FF2B5EF4-FFF2-40B4-BE49-F238E27FC236}">
                <a16:creationId xmlns:a16="http://schemas.microsoft.com/office/drawing/2014/main" id="{97F51F65-2E0C-41C3-8FA0-FF8DCF1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239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2M</a:t>
            </a:r>
          </a:p>
        </p:txBody>
      </p:sp>
      <p:sp>
        <p:nvSpPr>
          <p:cNvPr id="1265" name="SE-056-1265">
            <a:extLst xmlns:a="http://schemas.openxmlformats.org/drawingml/2006/main">
              <a:ext uri="{FF2B5EF4-FFF2-40B4-BE49-F238E27FC236}">
                <a16:creationId xmlns:a16="http://schemas.microsoft.com/office/drawing/2014/main" id="{92D22CDF-9E9F-4FB8-B89B-D6C07DE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"/>
            <a:ext cx="3857625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</a:ln>
        </p:spPr>
      </p:sp>
      <p:sp>
        <p:nvSpPr>
          <p:cNvPr id="1266" name="SE-056-label-1266">
            <a:extLst xmlns:a="http://schemas.openxmlformats.org/drawingml/2006/main">
              <a:ext uri="{FF2B5EF4-FFF2-40B4-BE49-F238E27FC236}">
                <a16:creationId xmlns:a16="http://schemas.microsoft.com/office/drawing/2014/main" id="{4C07B9B3-B346-4E64-BD1A-DBCA298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010025" y="20955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 Count</a:t>
            </a:r>
          </a:p>
        </p:txBody>
      </p:sp>
      <p:sp>
        <p:nvSpPr>
          <p:cNvPr id="1267" name="SE-056-path-1267">
            <a:extLst xmlns:a="http://schemas.openxmlformats.org/drawingml/2006/main">
              <a:ext uri="{FF2B5EF4-FFF2-40B4-BE49-F238E27FC236}">
                <a16:creationId xmlns:a16="http://schemas.microsoft.com/office/drawing/2014/main" id="{44AD2B63-FEF0-44F2-8961-200519D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524000"/>
            <a:ext cx="320802" cy="2200275"/>
          </a:xfrm>
          <a:custGeom xmlns:a="http://schemas.openxmlformats.org/drawingml/2006/main">
            <a:pathLst>
              <a:path w="320802" h="2200275">
                <a:moveTo>
                  <a:pt x="26289" y="0"/>
                </a:moveTo>
                <a:lnTo>
                  <a:pt x="24765" y="19050"/>
                </a:lnTo>
                <a:lnTo>
                  <a:pt x="22479" y="38100"/>
                </a:lnTo>
                <a:lnTo>
                  <a:pt x="20193" y="57150"/>
                </a:lnTo>
                <a:lnTo>
                  <a:pt x="17907" y="76200"/>
                </a:lnTo>
                <a:lnTo>
                  <a:pt x="15621" y="95250"/>
                </a:lnTo>
                <a:lnTo>
                  <a:pt x="13335" y="114300"/>
                </a:lnTo>
                <a:lnTo>
                  <a:pt x="11811" y="133350"/>
                </a:lnTo>
                <a:lnTo>
                  <a:pt x="10668" y="152400"/>
                </a:lnTo>
                <a:lnTo>
                  <a:pt x="9906" y="171450"/>
                </a:lnTo>
                <a:lnTo>
                  <a:pt x="9525" y="190500"/>
                </a:lnTo>
                <a:lnTo>
                  <a:pt x="9525" y="209550"/>
                </a:lnTo>
                <a:lnTo>
                  <a:pt x="9144" y="228600"/>
                </a:lnTo>
                <a:lnTo>
                  <a:pt x="8382" y="247650"/>
                </a:lnTo>
                <a:lnTo>
                  <a:pt x="7239" y="266700"/>
                </a:lnTo>
                <a:lnTo>
                  <a:pt x="5715" y="285750"/>
                </a:lnTo>
                <a:lnTo>
                  <a:pt x="3810" y="304800"/>
                </a:lnTo>
                <a:lnTo>
                  <a:pt x="2286" y="323850"/>
                </a:lnTo>
                <a:lnTo>
                  <a:pt x="1524" y="342900"/>
                </a:lnTo>
                <a:lnTo>
                  <a:pt x="1524" y="361950"/>
                </a:lnTo>
                <a:lnTo>
                  <a:pt x="2286" y="381000"/>
                </a:lnTo>
                <a:lnTo>
                  <a:pt x="3810" y="400050"/>
                </a:lnTo>
                <a:lnTo>
                  <a:pt x="5715" y="419100"/>
                </a:lnTo>
                <a:lnTo>
                  <a:pt x="7239" y="438150"/>
                </a:lnTo>
                <a:lnTo>
                  <a:pt x="8382" y="457200"/>
                </a:lnTo>
                <a:lnTo>
                  <a:pt x="9144" y="476250"/>
                </a:lnTo>
                <a:lnTo>
                  <a:pt x="9525" y="495300"/>
                </a:lnTo>
                <a:lnTo>
                  <a:pt x="9525" y="514350"/>
                </a:lnTo>
                <a:lnTo>
                  <a:pt x="9525" y="533400"/>
                </a:lnTo>
                <a:lnTo>
                  <a:pt x="9906" y="552450"/>
                </a:lnTo>
                <a:lnTo>
                  <a:pt x="10668" y="571500"/>
                </a:lnTo>
                <a:lnTo>
                  <a:pt x="11811" y="590550"/>
                </a:lnTo>
                <a:lnTo>
                  <a:pt x="13335" y="609600"/>
                </a:lnTo>
                <a:lnTo>
                  <a:pt x="15240" y="628650"/>
                </a:lnTo>
                <a:lnTo>
                  <a:pt x="16764" y="647700"/>
                </a:lnTo>
                <a:lnTo>
                  <a:pt x="17907" y="666750"/>
                </a:lnTo>
                <a:lnTo>
                  <a:pt x="19050" y="685800"/>
                </a:lnTo>
                <a:lnTo>
                  <a:pt x="20193" y="704850"/>
                </a:lnTo>
                <a:lnTo>
                  <a:pt x="21336" y="723900"/>
                </a:lnTo>
                <a:lnTo>
                  <a:pt x="22860" y="742950"/>
                </a:lnTo>
                <a:lnTo>
                  <a:pt x="24765" y="762000"/>
                </a:lnTo>
                <a:lnTo>
                  <a:pt x="26289" y="781050"/>
                </a:lnTo>
                <a:lnTo>
                  <a:pt x="27432" y="800100"/>
                </a:lnTo>
                <a:lnTo>
                  <a:pt x="28575" y="819150"/>
                </a:lnTo>
                <a:lnTo>
                  <a:pt x="29718" y="838200"/>
                </a:lnTo>
                <a:lnTo>
                  <a:pt x="30861" y="857250"/>
                </a:lnTo>
                <a:lnTo>
                  <a:pt x="32385" y="876300"/>
                </a:lnTo>
                <a:lnTo>
                  <a:pt x="34290" y="895350"/>
                </a:lnTo>
                <a:lnTo>
                  <a:pt x="35814" y="914400"/>
                </a:lnTo>
                <a:lnTo>
                  <a:pt x="36957" y="933450"/>
                </a:lnTo>
                <a:lnTo>
                  <a:pt x="37719" y="952500"/>
                </a:lnTo>
                <a:lnTo>
                  <a:pt x="38100" y="971550"/>
                </a:lnTo>
                <a:lnTo>
                  <a:pt x="38100" y="990600"/>
                </a:lnTo>
                <a:lnTo>
                  <a:pt x="38100" y="1009650"/>
                </a:lnTo>
                <a:lnTo>
                  <a:pt x="38100" y="1028700"/>
                </a:lnTo>
                <a:lnTo>
                  <a:pt x="38100" y="1047750"/>
                </a:lnTo>
                <a:lnTo>
                  <a:pt x="38862" y="1066800"/>
                </a:lnTo>
                <a:lnTo>
                  <a:pt x="39624" y="1085850"/>
                </a:lnTo>
                <a:lnTo>
                  <a:pt x="40386" y="1104900"/>
                </a:lnTo>
                <a:lnTo>
                  <a:pt x="41148" y="1123950"/>
                </a:lnTo>
                <a:lnTo>
                  <a:pt x="41910" y="1143000"/>
                </a:lnTo>
                <a:lnTo>
                  <a:pt x="41148" y="1162050"/>
                </a:lnTo>
                <a:lnTo>
                  <a:pt x="40386" y="1181100"/>
                </a:lnTo>
                <a:lnTo>
                  <a:pt x="39624" y="1200150"/>
                </a:lnTo>
                <a:lnTo>
                  <a:pt x="38862" y="1219200"/>
                </a:lnTo>
                <a:lnTo>
                  <a:pt x="38100" y="1238250"/>
                </a:lnTo>
                <a:lnTo>
                  <a:pt x="38100" y="1257300"/>
                </a:lnTo>
                <a:lnTo>
                  <a:pt x="38100" y="1276350"/>
                </a:lnTo>
                <a:lnTo>
                  <a:pt x="38100" y="1295400"/>
                </a:lnTo>
                <a:lnTo>
                  <a:pt x="37719" y="1314450"/>
                </a:lnTo>
                <a:lnTo>
                  <a:pt x="36957" y="1333500"/>
                </a:lnTo>
                <a:lnTo>
                  <a:pt x="35814" y="1352550"/>
                </a:lnTo>
                <a:lnTo>
                  <a:pt x="34290" y="1371600"/>
                </a:lnTo>
                <a:lnTo>
                  <a:pt x="32385" y="1390650"/>
                </a:lnTo>
                <a:lnTo>
                  <a:pt x="30861" y="1409700"/>
                </a:lnTo>
                <a:lnTo>
                  <a:pt x="29337" y="1428750"/>
                </a:lnTo>
                <a:lnTo>
                  <a:pt x="27813" y="1447800"/>
                </a:lnTo>
                <a:lnTo>
                  <a:pt x="26289" y="1466850"/>
                </a:lnTo>
                <a:lnTo>
                  <a:pt x="24765" y="1485900"/>
                </a:lnTo>
                <a:lnTo>
                  <a:pt x="22860" y="1504950"/>
                </a:lnTo>
                <a:lnTo>
                  <a:pt x="21336" y="1524000"/>
                </a:lnTo>
                <a:lnTo>
                  <a:pt x="19812" y="1543050"/>
                </a:lnTo>
                <a:lnTo>
                  <a:pt x="18288" y="1562100"/>
                </a:lnTo>
                <a:lnTo>
                  <a:pt x="16764" y="1581150"/>
                </a:lnTo>
                <a:lnTo>
                  <a:pt x="15240" y="1600200"/>
                </a:lnTo>
                <a:lnTo>
                  <a:pt x="13335" y="1619250"/>
                </a:lnTo>
                <a:lnTo>
                  <a:pt x="11811" y="1638300"/>
                </a:lnTo>
                <a:lnTo>
                  <a:pt x="10668" y="1657350"/>
                </a:lnTo>
                <a:lnTo>
                  <a:pt x="9906" y="1676400"/>
                </a:lnTo>
                <a:lnTo>
                  <a:pt x="9144" y="1695450"/>
                </a:lnTo>
                <a:lnTo>
                  <a:pt x="8382" y="1714500"/>
                </a:lnTo>
                <a:lnTo>
                  <a:pt x="7239" y="1733550"/>
                </a:lnTo>
                <a:lnTo>
                  <a:pt x="5715" y="1752600"/>
                </a:lnTo>
                <a:lnTo>
                  <a:pt x="3810" y="1771650"/>
                </a:lnTo>
                <a:lnTo>
                  <a:pt x="2286" y="1790700"/>
                </a:lnTo>
                <a:lnTo>
                  <a:pt x="1143" y="1809750"/>
                </a:lnTo>
                <a:lnTo>
                  <a:pt x="381" y="1828800"/>
                </a:lnTo>
                <a:lnTo>
                  <a:pt x="0" y="1847850"/>
                </a:lnTo>
                <a:lnTo>
                  <a:pt x="0" y="1866900"/>
                </a:lnTo>
                <a:lnTo>
                  <a:pt x="0" y="1885950"/>
                </a:lnTo>
                <a:lnTo>
                  <a:pt x="0" y="1905000"/>
                </a:lnTo>
                <a:lnTo>
                  <a:pt x="0" y="1924050"/>
                </a:lnTo>
                <a:lnTo>
                  <a:pt x="0" y="1943100"/>
                </a:lnTo>
                <a:lnTo>
                  <a:pt x="0" y="1962150"/>
                </a:lnTo>
                <a:lnTo>
                  <a:pt x="0" y="1981200"/>
                </a:lnTo>
                <a:lnTo>
                  <a:pt x="0" y="2000250"/>
                </a:lnTo>
                <a:lnTo>
                  <a:pt x="381" y="2019300"/>
                </a:lnTo>
                <a:lnTo>
                  <a:pt x="1143" y="2038350"/>
                </a:lnTo>
                <a:lnTo>
                  <a:pt x="2286" y="2057400"/>
                </a:lnTo>
                <a:lnTo>
                  <a:pt x="3810" y="2076450"/>
                </a:lnTo>
                <a:lnTo>
                  <a:pt x="5715" y="2095500"/>
                </a:lnTo>
                <a:lnTo>
                  <a:pt x="7239" y="2114550"/>
                </a:lnTo>
                <a:lnTo>
                  <a:pt x="8382" y="2133600"/>
                </a:lnTo>
                <a:lnTo>
                  <a:pt x="9144" y="2152650"/>
                </a:lnTo>
                <a:lnTo>
                  <a:pt x="9525" y="2171700"/>
                </a:lnTo>
                <a:lnTo>
                  <a:pt x="9525" y="2190750"/>
                </a:lnTo>
                <a:lnTo>
                  <a:pt x="307086" y="2200275"/>
                </a:lnTo>
                <a:lnTo>
                  <a:pt x="308610" y="2181225"/>
                </a:lnTo>
                <a:lnTo>
                  <a:pt x="310515" y="2162175"/>
                </a:lnTo>
                <a:lnTo>
                  <a:pt x="312039" y="2143125"/>
                </a:lnTo>
                <a:lnTo>
                  <a:pt x="313182" y="2124075"/>
                </a:lnTo>
                <a:lnTo>
                  <a:pt x="313944" y="2105025"/>
                </a:lnTo>
                <a:lnTo>
                  <a:pt x="314325" y="2085975"/>
                </a:lnTo>
                <a:lnTo>
                  <a:pt x="314325" y="2066925"/>
                </a:lnTo>
                <a:lnTo>
                  <a:pt x="314706" y="2047875"/>
                </a:lnTo>
                <a:lnTo>
                  <a:pt x="315468" y="2028825"/>
                </a:lnTo>
                <a:lnTo>
                  <a:pt x="316611" y="2009775"/>
                </a:lnTo>
                <a:lnTo>
                  <a:pt x="317754" y="1990725"/>
                </a:lnTo>
                <a:lnTo>
                  <a:pt x="319278" y="1971675"/>
                </a:lnTo>
                <a:lnTo>
                  <a:pt x="320421" y="1952625"/>
                </a:lnTo>
                <a:lnTo>
                  <a:pt x="320802" y="1933575"/>
                </a:lnTo>
                <a:lnTo>
                  <a:pt x="320421" y="1914525"/>
                </a:lnTo>
                <a:lnTo>
                  <a:pt x="320040" y="1895475"/>
                </a:lnTo>
                <a:lnTo>
                  <a:pt x="318897" y="1876425"/>
                </a:lnTo>
                <a:lnTo>
                  <a:pt x="317373" y="1857375"/>
                </a:lnTo>
                <a:lnTo>
                  <a:pt x="316230" y="1838325"/>
                </a:lnTo>
                <a:lnTo>
                  <a:pt x="315468" y="1819275"/>
                </a:lnTo>
                <a:lnTo>
                  <a:pt x="314706" y="1800225"/>
                </a:lnTo>
                <a:lnTo>
                  <a:pt x="314325" y="1781175"/>
                </a:lnTo>
                <a:lnTo>
                  <a:pt x="314325" y="1762125"/>
                </a:lnTo>
                <a:lnTo>
                  <a:pt x="313944" y="1743075"/>
                </a:lnTo>
                <a:lnTo>
                  <a:pt x="313182" y="1724025"/>
                </a:lnTo>
                <a:lnTo>
                  <a:pt x="312039" y="1704975"/>
                </a:lnTo>
                <a:lnTo>
                  <a:pt x="310515" y="1685925"/>
                </a:lnTo>
                <a:lnTo>
                  <a:pt x="308610" y="1666875"/>
                </a:lnTo>
                <a:lnTo>
                  <a:pt x="307086" y="1647825"/>
                </a:lnTo>
                <a:lnTo>
                  <a:pt x="305943" y="1628775"/>
                </a:lnTo>
                <a:lnTo>
                  <a:pt x="304800" y="1609725"/>
                </a:lnTo>
                <a:lnTo>
                  <a:pt x="303657" y="1590675"/>
                </a:lnTo>
                <a:lnTo>
                  <a:pt x="302514" y="1571625"/>
                </a:lnTo>
                <a:lnTo>
                  <a:pt x="300990" y="1552575"/>
                </a:lnTo>
                <a:lnTo>
                  <a:pt x="299085" y="1533525"/>
                </a:lnTo>
                <a:lnTo>
                  <a:pt x="297180" y="1514475"/>
                </a:lnTo>
                <a:lnTo>
                  <a:pt x="295275" y="1495425"/>
                </a:lnTo>
                <a:lnTo>
                  <a:pt x="293370" y="1476375"/>
                </a:lnTo>
                <a:lnTo>
                  <a:pt x="291465" y="1457325"/>
                </a:lnTo>
                <a:lnTo>
                  <a:pt x="289560" y="1438275"/>
                </a:lnTo>
                <a:lnTo>
                  <a:pt x="288036" y="1419225"/>
                </a:lnTo>
                <a:lnTo>
                  <a:pt x="286893" y="1400175"/>
                </a:lnTo>
                <a:lnTo>
                  <a:pt x="286131" y="1381125"/>
                </a:lnTo>
                <a:lnTo>
                  <a:pt x="285750" y="1362075"/>
                </a:lnTo>
                <a:lnTo>
                  <a:pt x="285369" y="1343025"/>
                </a:lnTo>
                <a:lnTo>
                  <a:pt x="284607" y="1323975"/>
                </a:lnTo>
                <a:lnTo>
                  <a:pt x="283464" y="1304925"/>
                </a:lnTo>
                <a:lnTo>
                  <a:pt x="281940" y="1285875"/>
                </a:lnTo>
                <a:lnTo>
                  <a:pt x="280035" y="1266825"/>
                </a:lnTo>
                <a:lnTo>
                  <a:pt x="278511" y="1247775"/>
                </a:lnTo>
                <a:lnTo>
                  <a:pt x="277368" y="1228725"/>
                </a:lnTo>
                <a:lnTo>
                  <a:pt x="276606" y="1209675"/>
                </a:lnTo>
                <a:lnTo>
                  <a:pt x="276225" y="1190625"/>
                </a:lnTo>
                <a:lnTo>
                  <a:pt x="276225" y="1171575"/>
                </a:lnTo>
                <a:lnTo>
                  <a:pt x="276225" y="1152525"/>
                </a:lnTo>
                <a:lnTo>
                  <a:pt x="276225" y="1133475"/>
                </a:lnTo>
                <a:lnTo>
                  <a:pt x="276225" y="1114425"/>
                </a:lnTo>
                <a:lnTo>
                  <a:pt x="276225" y="1095375"/>
                </a:lnTo>
                <a:lnTo>
                  <a:pt x="276225" y="1076325"/>
                </a:lnTo>
                <a:lnTo>
                  <a:pt x="276606" y="1057275"/>
                </a:lnTo>
                <a:lnTo>
                  <a:pt x="277368" y="1038225"/>
                </a:lnTo>
                <a:lnTo>
                  <a:pt x="278511" y="1019175"/>
                </a:lnTo>
                <a:lnTo>
                  <a:pt x="280035" y="1000125"/>
                </a:lnTo>
                <a:lnTo>
                  <a:pt x="281940" y="981075"/>
                </a:lnTo>
                <a:lnTo>
                  <a:pt x="283464" y="962025"/>
                </a:lnTo>
                <a:lnTo>
                  <a:pt x="284607" y="942975"/>
                </a:lnTo>
                <a:lnTo>
                  <a:pt x="285369" y="923925"/>
                </a:lnTo>
                <a:lnTo>
                  <a:pt x="285750" y="904875"/>
                </a:lnTo>
                <a:lnTo>
                  <a:pt x="286131" y="885825"/>
                </a:lnTo>
                <a:lnTo>
                  <a:pt x="286893" y="866775"/>
                </a:lnTo>
                <a:lnTo>
                  <a:pt x="288036" y="847725"/>
                </a:lnTo>
                <a:lnTo>
                  <a:pt x="289560" y="828675"/>
                </a:lnTo>
                <a:lnTo>
                  <a:pt x="291465" y="809625"/>
                </a:lnTo>
                <a:lnTo>
                  <a:pt x="292989" y="790575"/>
                </a:lnTo>
                <a:lnTo>
                  <a:pt x="294513" y="771525"/>
                </a:lnTo>
                <a:lnTo>
                  <a:pt x="296037" y="752475"/>
                </a:lnTo>
                <a:lnTo>
                  <a:pt x="297561" y="733425"/>
                </a:lnTo>
                <a:lnTo>
                  <a:pt x="299085" y="714375"/>
                </a:lnTo>
                <a:lnTo>
                  <a:pt x="300990" y="695325"/>
                </a:lnTo>
                <a:lnTo>
                  <a:pt x="302514" y="676275"/>
                </a:lnTo>
                <a:lnTo>
                  <a:pt x="303657" y="657225"/>
                </a:lnTo>
                <a:lnTo>
                  <a:pt x="304419" y="638175"/>
                </a:lnTo>
                <a:lnTo>
                  <a:pt x="305181" y="619125"/>
                </a:lnTo>
                <a:lnTo>
                  <a:pt x="305943" y="600075"/>
                </a:lnTo>
                <a:lnTo>
                  <a:pt x="307086" y="581025"/>
                </a:lnTo>
                <a:lnTo>
                  <a:pt x="308610" y="561975"/>
                </a:lnTo>
                <a:lnTo>
                  <a:pt x="310515" y="542925"/>
                </a:lnTo>
                <a:lnTo>
                  <a:pt x="312039" y="523875"/>
                </a:lnTo>
                <a:lnTo>
                  <a:pt x="313182" y="504825"/>
                </a:lnTo>
                <a:lnTo>
                  <a:pt x="313944" y="485775"/>
                </a:lnTo>
                <a:lnTo>
                  <a:pt x="314325" y="466725"/>
                </a:lnTo>
                <a:lnTo>
                  <a:pt x="314325" y="447675"/>
                </a:lnTo>
                <a:lnTo>
                  <a:pt x="314325" y="428625"/>
                </a:lnTo>
                <a:lnTo>
                  <a:pt x="314325" y="409575"/>
                </a:lnTo>
                <a:lnTo>
                  <a:pt x="314325" y="390525"/>
                </a:lnTo>
                <a:lnTo>
                  <a:pt x="314325" y="371475"/>
                </a:lnTo>
                <a:lnTo>
                  <a:pt x="314325" y="352425"/>
                </a:lnTo>
                <a:lnTo>
                  <a:pt x="314325" y="333375"/>
                </a:lnTo>
                <a:lnTo>
                  <a:pt x="314325" y="314325"/>
                </a:lnTo>
                <a:lnTo>
                  <a:pt x="314325" y="295275"/>
                </a:lnTo>
                <a:lnTo>
                  <a:pt x="314325" y="276225"/>
                </a:lnTo>
                <a:lnTo>
                  <a:pt x="314325" y="257175"/>
                </a:lnTo>
                <a:lnTo>
                  <a:pt x="313944" y="238125"/>
                </a:lnTo>
                <a:lnTo>
                  <a:pt x="313182" y="219075"/>
                </a:lnTo>
                <a:lnTo>
                  <a:pt x="312039" y="200025"/>
                </a:lnTo>
                <a:lnTo>
                  <a:pt x="310515" y="180975"/>
                </a:lnTo>
                <a:lnTo>
                  <a:pt x="308610" y="161925"/>
                </a:lnTo>
                <a:lnTo>
                  <a:pt x="307086" y="142875"/>
                </a:lnTo>
                <a:lnTo>
                  <a:pt x="305562" y="123825"/>
                </a:lnTo>
                <a:lnTo>
                  <a:pt x="304038" y="104775"/>
                </a:lnTo>
                <a:lnTo>
                  <a:pt x="302514" y="85725"/>
                </a:lnTo>
                <a:lnTo>
                  <a:pt x="300990" y="66675"/>
                </a:lnTo>
                <a:lnTo>
                  <a:pt x="299085" y="47625"/>
                </a:lnTo>
                <a:lnTo>
                  <a:pt x="297561" y="28575"/>
                </a:lnTo>
                <a:lnTo>
                  <a:pt x="296418" y="9525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268" name="SE-056-path-1268">
            <a:extLst xmlns:a="http://schemas.openxmlformats.org/drawingml/2006/main">
              <a:ext uri="{FF2B5EF4-FFF2-40B4-BE49-F238E27FC236}">
                <a16:creationId xmlns:a16="http://schemas.microsoft.com/office/drawing/2014/main" id="{C8416C6C-F753-483F-B1F4-05C559F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88" y="26670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9" name="SE-056-path-1269">
            <a:extLst xmlns:a="http://schemas.openxmlformats.org/drawingml/2006/main">
              <a:ext uri="{FF2B5EF4-FFF2-40B4-BE49-F238E27FC236}">
                <a16:creationId xmlns:a16="http://schemas.microsoft.com/office/drawing/2014/main" id="{69CEDBF7-0D8B-4C20-8FCE-5A7D306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26670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0" name="SE-056-path-1270">
            <a:extLst xmlns:a="http://schemas.openxmlformats.org/drawingml/2006/main">
              <a:ext uri="{FF2B5EF4-FFF2-40B4-BE49-F238E27FC236}">
                <a16:creationId xmlns:a16="http://schemas.microsoft.com/office/drawing/2014/main" id="{1E5CB6A4-2A9B-437E-B208-9DA4B4FC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26670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1" name="SE-056-path-1271">
            <a:extLst xmlns:a="http://schemas.openxmlformats.org/drawingml/2006/main">
              <a:ext uri="{FF2B5EF4-FFF2-40B4-BE49-F238E27FC236}">
                <a16:creationId xmlns:a16="http://schemas.microsoft.com/office/drawing/2014/main" id="{F7184B30-36B1-44DD-82C2-80B514DA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0338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272" name="SE-056-1272">
            <a:extLst xmlns:a="http://schemas.openxmlformats.org/drawingml/2006/main">
              <a:ext uri="{FF2B5EF4-FFF2-40B4-BE49-F238E27FC236}">
                <a16:creationId xmlns:a16="http://schemas.microsoft.com/office/drawing/2014/main" id="{A2A12BDB-5BAD-484E-81EB-19631E16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28587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1273" name="SE-056-1273">
            <a:extLst xmlns:a="http://schemas.openxmlformats.org/drawingml/2006/main">
              <a:ext uri="{FF2B5EF4-FFF2-40B4-BE49-F238E27FC236}">
                <a16:creationId xmlns:a16="http://schemas.microsoft.com/office/drawing/2014/main" id="{D791F5D6-5007-493A-8957-BB76F4B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62413"/>
            <a:ext cx="304800" cy="20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C6B"/>
          </a:solidFill>
          <a:ln xmlns:a="http://schemas.openxmlformats.org/drawingml/2006/main" w="6668">
            <a:solidFill>
              <a:srgbClr val="444444"/>
            </a:solidFill>
          </a:ln>
        </p:spPr>
      </p:sp>
      <p:sp>
        <p:nvSpPr>
          <p:cNvPr id="1274" name="SE-056-1274">
            <a:extLst xmlns:a="http://schemas.openxmlformats.org/drawingml/2006/main">
              <a:ext uri="{FF2B5EF4-FFF2-40B4-BE49-F238E27FC236}">
                <a16:creationId xmlns:a16="http://schemas.microsoft.com/office/drawing/2014/main" id="{4889B465-4ACE-4E08-A2AD-0002C93B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1275" name="SE-056-path-1275">
            <a:extLst xmlns:a="http://schemas.openxmlformats.org/drawingml/2006/main">
              <a:ext uri="{FF2B5EF4-FFF2-40B4-BE49-F238E27FC236}">
                <a16:creationId xmlns:a16="http://schemas.microsoft.com/office/drawing/2014/main" id="{BAFE5353-72E6-4AFA-B098-8CCD7437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504950"/>
            <a:ext cx="314325" cy="2219325"/>
          </a:xfrm>
          <a:custGeom xmlns:a="http://schemas.openxmlformats.org/drawingml/2006/main">
            <a:pathLst>
              <a:path w="314325" h="2219325">
                <a:moveTo>
                  <a:pt x="24765" y="0"/>
                </a:moveTo>
                <a:lnTo>
                  <a:pt x="22479" y="19050"/>
                </a:lnTo>
                <a:lnTo>
                  <a:pt x="20193" y="38100"/>
                </a:lnTo>
                <a:lnTo>
                  <a:pt x="17907" y="57150"/>
                </a:lnTo>
                <a:lnTo>
                  <a:pt x="15621" y="76200"/>
                </a:lnTo>
                <a:lnTo>
                  <a:pt x="13335" y="95250"/>
                </a:lnTo>
                <a:lnTo>
                  <a:pt x="11811" y="114300"/>
                </a:lnTo>
                <a:lnTo>
                  <a:pt x="10287" y="133350"/>
                </a:lnTo>
                <a:lnTo>
                  <a:pt x="8763" y="152400"/>
                </a:lnTo>
                <a:lnTo>
                  <a:pt x="7239" y="171450"/>
                </a:lnTo>
                <a:lnTo>
                  <a:pt x="5715" y="190500"/>
                </a:lnTo>
                <a:lnTo>
                  <a:pt x="3810" y="209550"/>
                </a:lnTo>
                <a:lnTo>
                  <a:pt x="2286" y="228600"/>
                </a:lnTo>
                <a:lnTo>
                  <a:pt x="1143" y="247650"/>
                </a:lnTo>
                <a:lnTo>
                  <a:pt x="381" y="266700"/>
                </a:lnTo>
                <a:lnTo>
                  <a:pt x="0" y="285750"/>
                </a:lnTo>
                <a:lnTo>
                  <a:pt x="0" y="304800"/>
                </a:lnTo>
                <a:lnTo>
                  <a:pt x="0" y="323850"/>
                </a:lnTo>
                <a:lnTo>
                  <a:pt x="0" y="342900"/>
                </a:lnTo>
                <a:lnTo>
                  <a:pt x="0" y="361950"/>
                </a:lnTo>
                <a:lnTo>
                  <a:pt x="0" y="381000"/>
                </a:lnTo>
                <a:lnTo>
                  <a:pt x="0" y="400050"/>
                </a:lnTo>
                <a:lnTo>
                  <a:pt x="0" y="419100"/>
                </a:lnTo>
                <a:lnTo>
                  <a:pt x="0" y="438150"/>
                </a:lnTo>
                <a:lnTo>
                  <a:pt x="381" y="457200"/>
                </a:lnTo>
                <a:lnTo>
                  <a:pt x="1143" y="476250"/>
                </a:lnTo>
                <a:lnTo>
                  <a:pt x="2286" y="495300"/>
                </a:lnTo>
                <a:lnTo>
                  <a:pt x="3810" y="514350"/>
                </a:lnTo>
                <a:lnTo>
                  <a:pt x="5715" y="533400"/>
                </a:lnTo>
                <a:lnTo>
                  <a:pt x="7239" y="552450"/>
                </a:lnTo>
                <a:lnTo>
                  <a:pt x="8763" y="571500"/>
                </a:lnTo>
                <a:lnTo>
                  <a:pt x="9906" y="590550"/>
                </a:lnTo>
                <a:lnTo>
                  <a:pt x="11049" y="609600"/>
                </a:lnTo>
                <a:lnTo>
                  <a:pt x="12192" y="628650"/>
                </a:lnTo>
                <a:lnTo>
                  <a:pt x="13716" y="647700"/>
                </a:lnTo>
                <a:lnTo>
                  <a:pt x="14859" y="666750"/>
                </a:lnTo>
                <a:lnTo>
                  <a:pt x="16383" y="685800"/>
                </a:lnTo>
                <a:lnTo>
                  <a:pt x="17526" y="704850"/>
                </a:lnTo>
                <a:lnTo>
                  <a:pt x="18669" y="723900"/>
                </a:lnTo>
                <a:lnTo>
                  <a:pt x="19812" y="742950"/>
                </a:lnTo>
                <a:lnTo>
                  <a:pt x="21336" y="762000"/>
                </a:lnTo>
                <a:lnTo>
                  <a:pt x="22860" y="781050"/>
                </a:lnTo>
                <a:lnTo>
                  <a:pt x="24765" y="800100"/>
                </a:lnTo>
                <a:lnTo>
                  <a:pt x="26289" y="819150"/>
                </a:lnTo>
                <a:lnTo>
                  <a:pt x="27432" y="838200"/>
                </a:lnTo>
                <a:lnTo>
                  <a:pt x="28194" y="857250"/>
                </a:lnTo>
                <a:lnTo>
                  <a:pt x="28956" y="876300"/>
                </a:lnTo>
                <a:lnTo>
                  <a:pt x="29718" y="895350"/>
                </a:lnTo>
                <a:lnTo>
                  <a:pt x="30861" y="914400"/>
                </a:lnTo>
                <a:lnTo>
                  <a:pt x="32385" y="933450"/>
                </a:lnTo>
                <a:lnTo>
                  <a:pt x="34290" y="952500"/>
                </a:lnTo>
                <a:lnTo>
                  <a:pt x="35814" y="971550"/>
                </a:lnTo>
                <a:lnTo>
                  <a:pt x="36957" y="990600"/>
                </a:lnTo>
                <a:lnTo>
                  <a:pt x="37719" y="1009650"/>
                </a:lnTo>
                <a:lnTo>
                  <a:pt x="38100" y="1028700"/>
                </a:lnTo>
                <a:lnTo>
                  <a:pt x="38100" y="1047750"/>
                </a:lnTo>
                <a:lnTo>
                  <a:pt x="38481" y="1066800"/>
                </a:lnTo>
                <a:lnTo>
                  <a:pt x="38862" y="1085850"/>
                </a:lnTo>
                <a:lnTo>
                  <a:pt x="39433" y="1104900"/>
                </a:lnTo>
                <a:lnTo>
                  <a:pt x="40005" y="1123950"/>
                </a:lnTo>
                <a:lnTo>
                  <a:pt x="40576" y="1143000"/>
                </a:lnTo>
                <a:lnTo>
                  <a:pt x="40386" y="1162050"/>
                </a:lnTo>
                <a:lnTo>
                  <a:pt x="40196" y="1181100"/>
                </a:lnTo>
                <a:lnTo>
                  <a:pt x="39624" y="1200150"/>
                </a:lnTo>
                <a:lnTo>
                  <a:pt x="39053" y="1219200"/>
                </a:lnTo>
                <a:lnTo>
                  <a:pt x="38481" y="1238250"/>
                </a:lnTo>
                <a:lnTo>
                  <a:pt x="37910" y="1257300"/>
                </a:lnTo>
                <a:lnTo>
                  <a:pt x="36957" y="1276350"/>
                </a:lnTo>
                <a:lnTo>
                  <a:pt x="35814" y="1295400"/>
                </a:lnTo>
                <a:lnTo>
                  <a:pt x="34290" y="1314450"/>
                </a:lnTo>
                <a:lnTo>
                  <a:pt x="32385" y="1333500"/>
                </a:lnTo>
                <a:lnTo>
                  <a:pt x="30861" y="1352550"/>
                </a:lnTo>
                <a:lnTo>
                  <a:pt x="29718" y="1371600"/>
                </a:lnTo>
                <a:lnTo>
                  <a:pt x="28956" y="1390650"/>
                </a:lnTo>
                <a:lnTo>
                  <a:pt x="28194" y="1409700"/>
                </a:lnTo>
                <a:lnTo>
                  <a:pt x="27432" y="1428750"/>
                </a:lnTo>
                <a:lnTo>
                  <a:pt x="26289" y="1447800"/>
                </a:lnTo>
                <a:lnTo>
                  <a:pt x="24765" y="1466850"/>
                </a:lnTo>
                <a:lnTo>
                  <a:pt x="22860" y="1485900"/>
                </a:lnTo>
                <a:lnTo>
                  <a:pt x="21336" y="1504950"/>
                </a:lnTo>
                <a:lnTo>
                  <a:pt x="19812" y="1524000"/>
                </a:lnTo>
                <a:lnTo>
                  <a:pt x="18288" y="1543050"/>
                </a:lnTo>
                <a:lnTo>
                  <a:pt x="16764" y="1562100"/>
                </a:lnTo>
                <a:lnTo>
                  <a:pt x="15240" y="1581150"/>
                </a:lnTo>
                <a:lnTo>
                  <a:pt x="13335" y="1600200"/>
                </a:lnTo>
                <a:lnTo>
                  <a:pt x="11811" y="1619250"/>
                </a:lnTo>
                <a:lnTo>
                  <a:pt x="10287" y="1638300"/>
                </a:lnTo>
                <a:lnTo>
                  <a:pt x="8763" y="1657350"/>
                </a:lnTo>
                <a:lnTo>
                  <a:pt x="7239" y="1676400"/>
                </a:lnTo>
                <a:lnTo>
                  <a:pt x="5715" y="1695450"/>
                </a:lnTo>
                <a:lnTo>
                  <a:pt x="3810" y="1714500"/>
                </a:lnTo>
                <a:lnTo>
                  <a:pt x="2286" y="1733550"/>
                </a:lnTo>
                <a:lnTo>
                  <a:pt x="1143" y="1752600"/>
                </a:lnTo>
                <a:lnTo>
                  <a:pt x="381" y="1771650"/>
                </a:lnTo>
                <a:lnTo>
                  <a:pt x="0" y="1790700"/>
                </a:lnTo>
                <a:lnTo>
                  <a:pt x="0" y="1809750"/>
                </a:lnTo>
                <a:lnTo>
                  <a:pt x="0" y="1828800"/>
                </a:lnTo>
                <a:lnTo>
                  <a:pt x="0" y="1847850"/>
                </a:lnTo>
                <a:lnTo>
                  <a:pt x="0" y="1866900"/>
                </a:lnTo>
                <a:lnTo>
                  <a:pt x="0" y="1885950"/>
                </a:lnTo>
                <a:lnTo>
                  <a:pt x="0" y="1905000"/>
                </a:lnTo>
                <a:lnTo>
                  <a:pt x="0" y="1924050"/>
                </a:lnTo>
                <a:lnTo>
                  <a:pt x="0" y="1943100"/>
                </a:lnTo>
                <a:lnTo>
                  <a:pt x="0" y="1962150"/>
                </a:lnTo>
                <a:lnTo>
                  <a:pt x="0" y="1981200"/>
                </a:lnTo>
                <a:lnTo>
                  <a:pt x="0" y="2000250"/>
                </a:lnTo>
                <a:lnTo>
                  <a:pt x="0" y="2019300"/>
                </a:lnTo>
                <a:lnTo>
                  <a:pt x="0" y="2038350"/>
                </a:lnTo>
                <a:lnTo>
                  <a:pt x="0" y="2057400"/>
                </a:lnTo>
                <a:lnTo>
                  <a:pt x="381" y="2076450"/>
                </a:lnTo>
                <a:lnTo>
                  <a:pt x="1143" y="2095500"/>
                </a:lnTo>
                <a:lnTo>
                  <a:pt x="2286" y="2114550"/>
                </a:lnTo>
                <a:lnTo>
                  <a:pt x="3810" y="2133600"/>
                </a:lnTo>
                <a:lnTo>
                  <a:pt x="5715" y="2152650"/>
                </a:lnTo>
                <a:lnTo>
                  <a:pt x="7239" y="2171700"/>
                </a:lnTo>
                <a:lnTo>
                  <a:pt x="8382" y="2190750"/>
                </a:lnTo>
                <a:lnTo>
                  <a:pt x="9144" y="2209800"/>
                </a:lnTo>
                <a:lnTo>
                  <a:pt x="299085" y="2219325"/>
                </a:lnTo>
                <a:lnTo>
                  <a:pt x="301371" y="2200275"/>
                </a:lnTo>
                <a:lnTo>
                  <a:pt x="303657" y="2181225"/>
                </a:lnTo>
                <a:lnTo>
                  <a:pt x="305943" y="2162175"/>
                </a:lnTo>
                <a:lnTo>
                  <a:pt x="308229" y="2143125"/>
                </a:lnTo>
                <a:lnTo>
                  <a:pt x="310515" y="2124075"/>
                </a:lnTo>
                <a:lnTo>
                  <a:pt x="312039" y="2105025"/>
                </a:lnTo>
                <a:lnTo>
                  <a:pt x="313182" y="2085975"/>
                </a:lnTo>
                <a:lnTo>
                  <a:pt x="313944" y="2066925"/>
                </a:lnTo>
                <a:lnTo>
                  <a:pt x="314325" y="2047875"/>
                </a:lnTo>
                <a:lnTo>
                  <a:pt x="314325" y="2028825"/>
                </a:lnTo>
                <a:lnTo>
                  <a:pt x="314325" y="2009775"/>
                </a:lnTo>
                <a:lnTo>
                  <a:pt x="314325" y="1990725"/>
                </a:lnTo>
                <a:lnTo>
                  <a:pt x="314325" y="1971675"/>
                </a:lnTo>
                <a:lnTo>
                  <a:pt x="314325" y="1952625"/>
                </a:lnTo>
                <a:lnTo>
                  <a:pt x="314325" y="1933575"/>
                </a:lnTo>
                <a:lnTo>
                  <a:pt x="314325" y="1914525"/>
                </a:lnTo>
                <a:lnTo>
                  <a:pt x="314325" y="1895475"/>
                </a:lnTo>
                <a:lnTo>
                  <a:pt x="314325" y="1876425"/>
                </a:lnTo>
                <a:lnTo>
                  <a:pt x="314325" y="1857375"/>
                </a:lnTo>
                <a:lnTo>
                  <a:pt x="314325" y="1838325"/>
                </a:lnTo>
                <a:lnTo>
                  <a:pt x="314325" y="1819275"/>
                </a:lnTo>
                <a:lnTo>
                  <a:pt x="313944" y="1800225"/>
                </a:lnTo>
                <a:lnTo>
                  <a:pt x="313182" y="1781175"/>
                </a:lnTo>
                <a:lnTo>
                  <a:pt x="312039" y="1762125"/>
                </a:lnTo>
                <a:lnTo>
                  <a:pt x="310515" y="1743075"/>
                </a:lnTo>
                <a:lnTo>
                  <a:pt x="308610" y="1724025"/>
                </a:lnTo>
                <a:lnTo>
                  <a:pt x="307086" y="1704975"/>
                </a:lnTo>
                <a:lnTo>
                  <a:pt x="305943" y="1685925"/>
                </a:lnTo>
                <a:lnTo>
                  <a:pt x="304800" y="1666875"/>
                </a:lnTo>
                <a:lnTo>
                  <a:pt x="303657" y="1647825"/>
                </a:lnTo>
                <a:lnTo>
                  <a:pt x="302514" y="1628775"/>
                </a:lnTo>
                <a:lnTo>
                  <a:pt x="300990" y="1609725"/>
                </a:lnTo>
                <a:lnTo>
                  <a:pt x="299085" y="1590675"/>
                </a:lnTo>
                <a:lnTo>
                  <a:pt x="297561" y="1571625"/>
                </a:lnTo>
                <a:lnTo>
                  <a:pt x="296037" y="1552575"/>
                </a:lnTo>
                <a:lnTo>
                  <a:pt x="294513" y="1533525"/>
                </a:lnTo>
                <a:lnTo>
                  <a:pt x="292989" y="1514475"/>
                </a:lnTo>
                <a:lnTo>
                  <a:pt x="291465" y="1495425"/>
                </a:lnTo>
                <a:lnTo>
                  <a:pt x="289560" y="1476375"/>
                </a:lnTo>
                <a:lnTo>
                  <a:pt x="288036" y="1457325"/>
                </a:lnTo>
                <a:lnTo>
                  <a:pt x="286893" y="1438275"/>
                </a:lnTo>
                <a:lnTo>
                  <a:pt x="285750" y="1419225"/>
                </a:lnTo>
                <a:lnTo>
                  <a:pt x="284607" y="1400175"/>
                </a:lnTo>
                <a:lnTo>
                  <a:pt x="283464" y="1381125"/>
                </a:lnTo>
                <a:lnTo>
                  <a:pt x="281940" y="1362075"/>
                </a:lnTo>
                <a:lnTo>
                  <a:pt x="280035" y="1343025"/>
                </a:lnTo>
                <a:lnTo>
                  <a:pt x="278511" y="1323975"/>
                </a:lnTo>
                <a:lnTo>
                  <a:pt x="277368" y="1304925"/>
                </a:lnTo>
                <a:lnTo>
                  <a:pt x="276606" y="1285875"/>
                </a:lnTo>
                <a:lnTo>
                  <a:pt x="275844" y="1266825"/>
                </a:lnTo>
                <a:lnTo>
                  <a:pt x="275082" y="1247775"/>
                </a:lnTo>
                <a:lnTo>
                  <a:pt x="273939" y="1228725"/>
                </a:lnTo>
                <a:lnTo>
                  <a:pt x="272796" y="1209675"/>
                </a:lnTo>
                <a:lnTo>
                  <a:pt x="271653" y="1190625"/>
                </a:lnTo>
                <a:lnTo>
                  <a:pt x="271272" y="1171575"/>
                </a:lnTo>
                <a:lnTo>
                  <a:pt x="271653" y="1152525"/>
                </a:lnTo>
                <a:lnTo>
                  <a:pt x="272796" y="1133475"/>
                </a:lnTo>
                <a:lnTo>
                  <a:pt x="273939" y="1114425"/>
                </a:lnTo>
                <a:lnTo>
                  <a:pt x="275082" y="1095375"/>
                </a:lnTo>
                <a:lnTo>
                  <a:pt x="275844" y="1076325"/>
                </a:lnTo>
                <a:lnTo>
                  <a:pt x="276225" y="1057275"/>
                </a:lnTo>
                <a:lnTo>
                  <a:pt x="276225" y="1038225"/>
                </a:lnTo>
                <a:lnTo>
                  <a:pt x="276225" y="1019175"/>
                </a:lnTo>
                <a:lnTo>
                  <a:pt x="276225" y="1000125"/>
                </a:lnTo>
                <a:lnTo>
                  <a:pt x="276606" y="981075"/>
                </a:lnTo>
                <a:lnTo>
                  <a:pt x="277368" y="962025"/>
                </a:lnTo>
                <a:lnTo>
                  <a:pt x="278511" y="942975"/>
                </a:lnTo>
                <a:lnTo>
                  <a:pt x="280035" y="923925"/>
                </a:lnTo>
                <a:lnTo>
                  <a:pt x="281940" y="904875"/>
                </a:lnTo>
                <a:lnTo>
                  <a:pt x="283464" y="885825"/>
                </a:lnTo>
                <a:lnTo>
                  <a:pt x="284607" y="866775"/>
                </a:lnTo>
                <a:lnTo>
                  <a:pt x="285750" y="847725"/>
                </a:lnTo>
                <a:lnTo>
                  <a:pt x="286893" y="828675"/>
                </a:lnTo>
                <a:lnTo>
                  <a:pt x="288036" y="809625"/>
                </a:lnTo>
                <a:lnTo>
                  <a:pt x="289560" y="790575"/>
                </a:lnTo>
                <a:lnTo>
                  <a:pt x="291465" y="771525"/>
                </a:lnTo>
                <a:lnTo>
                  <a:pt x="292989" y="752475"/>
                </a:lnTo>
                <a:lnTo>
                  <a:pt x="294132" y="733425"/>
                </a:lnTo>
                <a:lnTo>
                  <a:pt x="295275" y="714375"/>
                </a:lnTo>
                <a:lnTo>
                  <a:pt x="296418" y="695325"/>
                </a:lnTo>
                <a:lnTo>
                  <a:pt x="297561" y="676275"/>
                </a:lnTo>
                <a:lnTo>
                  <a:pt x="299085" y="657225"/>
                </a:lnTo>
                <a:lnTo>
                  <a:pt x="300990" y="638175"/>
                </a:lnTo>
                <a:lnTo>
                  <a:pt x="302514" y="619125"/>
                </a:lnTo>
                <a:lnTo>
                  <a:pt x="303657" y="600075"/>
                </a:lnTo>
                <a:lnTo>
                  <a:pt x="304419" y="581025"/>
                </a:lnTo>
                <a:lnTo>
                  <a:pt x="304800" y="561975"/>
                </a:lnTo>
                <a:lnTo>
                  <a:pt x="305181" y="542925"/>
                </a:lnTo>
                <a:lnTo>
                  <a:pt x="305943" y="523875"/>
                </a:lnTo>
                <a:lnTo>
                  <a:pt x="307086" y="504825"/>
                </a:lnTo>
                <a:lnTo>
                  <a:pt x="308610" y="485775"/>
                </a:lnTo>
                <a:lnTo>
                  <a:pt x="310515" y="466725"/>
                </a:lnTo>
                <a:lnTo>
                  <a:pt x="312039" y="447675"/>
                </a:lnTo>
                <a:lnTo>
                  <a:pt x="313182" y="428625"/>
                </a:lnTo>
                <a:lnTo>
                  <a:pt x="313944" y="409575"/>
                </a:lnTo>
                <a:lnTo>
                  <a:pt x="314325" y="390525"/>
                </a:lnTo>
                <a:lnTo>
                  <a:pt x="314325" y="371475"/>
                </a:lnTo>
                <a:lnTo>
                  <a:pt x="314325" y="352425"/>
                </a:lnTo>
                <a:lnTo>
                  <a:pt x="314325" y="333375"/>
                </a:lnTo>
                <a:lnTo>
                  <a:pt x="314325" y="314325"/>
                </a:lnTo>
                <a:lnTo>
                  <a:pt x="313944" y="295275"/>
                </a:lnTo>
                <a:lnTo>
                  <a:pt x="313182" y="276225"/>
                </a:lnTo>
                <a:lnTo>
                  <a:pt x="312039" y="257175"/>
                </a:lnTo>
                <a:lnTo>
                  <a:pt x="310515" y="238125"/>
                </a:lnTo>
                <a:lnTo>
                  <a:pt x="308610" y="219075"/>
                </a:lnTo>
                <a:lnTo>
                  <a:pt x="307086" y="200025"/>
                </a:lnTo>
                <a:lnTo>
                  <a:pt x="305943" y="180975"/>
                </a:lnTo>
                <a:lnTo>
                  <a:pt x="304800" y="161925"/>
                </a:lnTo>
                <a:lnTo>
                  <a:pt x="303657" y="142875"/>
                </a:lnTo>
                <a:lnTo>
                  <a:pt x="302514" y="123825"/>
                </a:lnTo>
                <a:lnTo>
                  <a:pt x="300990" y="104775"/>
                </a:lnTo>
                <a:lnTo>
                  <a:pt x="299085" y="85725"/>
                </a:lnTo>
                <a:lnTo>
                  <a:pt x="297561" y="66675"/>
                </a:lnTo>
                <a:lnTo>
                  <a:pt x="296418" y="47625"/>
                </a:lnTo>
                <a:lnTo>
                  <a:pt x="295656" y="28575"/>
                </a:lnTo>
                <a:lnTo>
                  <a:pt x="295275" y="9525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276" name="SE-056-path-1276">
            <a:extLst xmlns:a="http://schemas.openxmlformats.org/drawingml/2006/main">
              <a:ext uri="{FF2B5EF4-FFF2-40B4-BE49-F238E27FC236}">
                <a16:creationId xmlns:a16="http://schemas.microsoft.com/office/drawing/2014/main" id="{1BAD08EB-85F1-4956-BEFB-B648521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563" y="2652713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7" name="SE-056-path-1277">
            <a:extLst xmlns:a="http://schemas.openxmlformats.org/drawingml/2006/main">
              <a:ext uri="{FF2B5EF4-FFF2-40B4-BE49-F238E27FC236}">
                <a16:creationId xmlns:a16="http://schemas.microsoft.com/office/drawing/2014/main" id="{BF80009F-59E2-4F5C-9DF2-A73CE44E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2652713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8" name="SE-056-path-1278">
            <a:extLst xmlns:a="http://schemas.openxmlformats.org/drawingml/2006/main">
              <a:ext uri="{FF2B5EF4-FFF2-40B4-BE49-F238E27FC236}">
                <a16:creationId xmlns:a16="http://schemas.microsoft.com/office/drawing/2014/main" id="{FC3216F4-5BC1-4D1E-96B0-71586FF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2652713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9" name="SE-056-path-1279">
            <a:extLst xmlns:a="http://schemas.openxmlformats.org/drawingml/2006/main">
              <a:ext uri="{FF2B5EF4-FFF2-40B4-BE49-F238E27FC236}">
                <a16:creationId xmlns:a16="http://schemas.microsoft.com/office/drawing/2014/main" id="{D1A9F4FD-B4AE-40DB-BDEC-528E146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223838" cy="95"/>
          </a:xfrm>
          <a:custGeom xmlns:a="http://schemas.openxmlformats.org/drawingml/2006/main">
            <a:pathLst>
              <a:path w="223838" h="95">
                <a:moveTo>
                  <a:pt x="0" y="0"/>
                </a:moveTo>
                <a:lnTo>
                  <a:pt x="223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280" name="SE-056-1280">
            <a:extLst xmlns:a="http://schemas.openxmlformats.org/drawingml/2006/main">
              <a:ext uri="{FF2B5EF4-FFF2-40B4-BE49-F238E27FC236}">
                <a16:creationId xmlns:a16="http://schemas.microsoft.com/office/drawing/2014/main" id="{DF0C3961-36E1-4587-8592-69949A0D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668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1281" name="SE-056-path-1281">
            <a:extLst xmlns:a="http://schemas.openxmlformats.org/drawingml/2006/main">
              <a:ext uri="{FF2B5EF4-FFF2-40B4-BE49-F238E27FC236}">
                <a16:creationId xmlns:a16="http://schemas.microsoft.com/office/drawing/2014/main" id="{F6F95689-0E55-4E95-BB3B-EC67CAB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213" y="542925"/>
            <a:ext cx="323850" cy="3333750"/>
          </a:xfrm>
          <a:custGeom xmlns:a="http://schemas.openxmlformats.org/drawingml/2006/main">
            <a:pathLst>
              <a:path w="323850" h="3333750">
                <a:moveTo>
                  <a:pt x="123825" y="0"/>
                </a:moveTo>
                <a:lnTo>
                  <a:pt x="123825" y="19050"/>
                </a:lnTo>
                <a:lnTo>
                  <a:pt x="123825" y="38100"/>
                </a:lnTo>
                <a:lnTo>
                  <a:pt x="123444" y="57150"/>
                </a:lnTo>
                <a:lnTo>
                  <a:pt x="122682" y="76200"/>
                </a:lnTo>
                <a:lnTo>
                  <a:pt x="121539" y="95250"/>
                </a:lnTo>
                <a:lnTo>
                  <a:pt x="120015" y="114300"/>
                </a:lnTo>
                <a:lnTo>
                  <a:pt x="118110" y="133350"/>
                </a:lnTo>
                <a:lnTo>
                  <a:pt x="116586" y="152400"/>
                </a:lnTo>
                <a:lnTo>
                  <a:pt x="115443" y="171450"/>
                </a:lnTo>
                <a:lnTo>
                  <a:pt x="114681" y="190500"/>
                </a:lnTo>
                <a:lnTo>
                  <a:pt x="114300" y="209550"/>
                </a:lnTo>
                <a:lnTo>
                  <a:pt x="114300" y="228600"/>
                </a:lnTo>
                <a:lnTo>
                  <a:pt x="114300" y="247650"/>
                </a:lnTo>
                <a:lnTo>
                  <a:pt x="114300" y="266700"/>
                </a:lnTo>
                <a:lnTo>
                  <a:pt x="114300" y="285750"/>
                </a:lnTo>
                <a:lnTo>
                  <a:pt x="114300" y="304800"/>
                </a:lnTo>
                <a:lnTo>
                  <a:pt x="114300" y="323850"/>
                </a:lnTo>
                <a:lnTo>
                  <a:pt x="114300" y="342900"/>
                </a:lnTo>
                <a:lnTo>
                  <a:pt x="114300" y="361950"/>
                </a:lnTo>
                <a:lnTo>
                  <a:pt x="113919" y="381000"/>
                </a:lnTo>
                <a:lnTo>
                  <a:pt x="113157" y="400050"/>
                </a:lnTo>
                <a:lnTo>
                  <a:pt x="112014" y="419100"/>
                </a:lnTo>
                <a:lnTo>
                  <a:pt x="110490" y="438150"/>
                </a:lnTo>
                <a:lnTo>
                  <a:pt x="108585" y="457200"/>
                </a:lnTo>
                <a:lnTo>
                  <a:pt x="107061" y="476250"/>
                </a:lnTo>
                <a:lnTo>
                  <a:pt x="105918" y="495300"/>
                </a:lnTo>
                <a:lnTo>
                  <a:pt x="105156" y="514350"/>
                </a:lnTo>
                <a:lnTo>
                  <a:pt x="104775" y="533400"/>
                </a:lnTo>
                <a:lnTo>
                  <a:pt x="104775" y="552450"/>
                </a:lnTo>
                <a:lnTo>
                  <a:pt x="104775" y="571500"/>
                </a:lnTo>
                <a:lnTo>
                  <a:pt x="104775" y="590550"/>
                </a:lnTo>
                <a:lnTo>
                  <a:pt x="104775" y="609600"/>
                </a:lnTo>
                <a:lnTo>
                  <a:pt x="104775" y="628650"/>
                </a:lnTo>
                <a:lnTo>
                  <a:pt x="104775" y="647700"/>
                </a:lnTo>
                <a:lnTo>
                  <a:pt x="104775" y="666750"/>
                </a:lnTo>
                <a:lnTo>
                  <a:pt x="104775" y="685800"/>
                </a:lnTo>
                <a:lnTo>
                  <a:pt x="104775" y="704850"/>
                </a:lnTo>
                <a:lnTo>
                  <a:pt x="104775" y="723900"/>
                </a:lnTo>
                <a:lnTo>
                  <a:pt x="104394" y="742950"/>
                </a:lnTo>
                <a:lnTo>
                  <a:pt x="103632" y="762000"/>
                </a:lnTo>
                <a:lnTo>
                  <a:pt x="102489" y="781050"/>
                </a:lnTo>
                <a:lnTo>
                  <a:pt x="100965" y="800100"/>
                </a:lnTo>
                <a:lnTo>
                  <a:pt x="99060" y="819150"/>
                </a:lnTo>
                <a:lnTo>
                  <a:pt x="97536" y="838200"/>
                </a:lnTo>
                <a:lnTo>
                  <a:pt x="96393" y="857250"/>
                </a:lnTo>
                <a:lnTo>
                  <a:pt x="95631" y="876300"/>
                </a:lnTo>
                <a:lnTo>
                  <a:pt x="95250" y="895350"/>
                </a:lnTo>
                <a:lnTo>
                  <a:pt x="95250" y="914400"/>
                </a:lnTo>
                <a:lnTo>
                  <a:pt x="95250" y="933450"/>
                </a:lnTo>
                <a:lnTo>
                  <a:pt x="95250" y="952500"/>
                </a:lnTo>
                <a:lnTo>
                  <a:pt x="95250" y="971550"/>
                </a:lnTo>
                <a:lnTo>
                  <a:pt x="95250" y="990600"/>
                </a:lnTo>
                <a:lnTo>
                  <a:pt x="95250" y="1009650"/>
                </a:lnTo>
                <a:lnTo>
                  <a:pt x="95250" y="1028700"/>
                </a:lnTo>
                <a:lnTo>
                  <a:pt x="95250" y="1047750"/>
                </a:lnTo>
                <a:lnTo>
                  <a:pt x="95250" y="1066800"/>
                </a:lnTo>
                <a:lnTo>
                  <a:pt x="95250" y="1085850"/>
                </a:lnTo>
                <a:lnTo>
                  <a:pt x="94869" y="1104900"/>
                </a:lnTo>
                <a:lnTo>
                  <a:pt x="94107" y="1123950"/>
                </a:lnTo>
                <a:lnTo>
                  <a:pt x="92964" y="1143000"/>
                </a:lnTo>
                <a:lnTo>
                  <a:pt x="91440" y="1162050"/>
                </a:lnTo>
                <a:lnTo>
                  <a:pt x="89535" y="1181100"/>
                </a:lnTo>
                <a:lnTo>
                  <a:pt x="88011" y="1200150"/>
                </a:lnTo>
                <a:lnTo>
                  <a:pt x="86868" y="1219200"/>
                </a:lnTo>
                <a:lnTo>
                  <a:pt x="86106" y="1238250"/>
                </a:lnTo>
                <a:lnTo>
                  <a:pt x="85725" y="1257300"/>
                </a:lnTo>
                <a:lnTo>
                  <a:pt x="85725" y="1276350"/>
                </a:lnTo>
                <a:lnTo>
                  <a:pt x="85725" y="1295400"/>
                </a:lnTo>
                <a:lnTo>
                  <a:pt x="85725" y="1314450"/>
                </a:lnTo>
                <a:lnTo>
                  <a:pt x="85725" y="1333500"/>
                </a:lnTo>
                <a:lnTo>
                  <a:pt x="85725" y="1352550"/>
                </a:lnTo>
                <a:lnTo>
                  <a:pt x="85725" y="1371600"/>
                </a:lnTo>
                <a:lnTo>
                  <a:pt x="85725" y="1390650"/>
                </a:lnTo>
                <a:lnTo>
                  <a:pt x="85344" y="1409700"/>
                </a:lnTo>
                <a:lnTo>
                  <a:pt x="84582" y="1428750"/>
                </a:lnTo>
                <a:lnTo>
                  <a:pt x="83439" y="1447800"/>
                </a:lnTo>
                <a:lnTo>
                  <a:pt x="81915" y="1466850"/>
                </a:lnTo>
                <a:lnTo>
                  <a:pt x="80010" y="1485900"/>
                </a:lnTo>
                <a:lnTo>
                  <a:pt x="78486" y="1504950"/>
                </a:lnTo>
                <a:lnTo>
                  <a:pt x="77343" y="1524000"/>
                </a:lnTo>
                <a:lnTo>
                  <a:pt x="76581" y="1543050"/>
                </a:lnTo>
                <a:lnTo>
                  <a:pt x="76200" y="1562100"/>
                </a:lnTo>
                <a:lnTo>
                  <a:pt x="76200" y="1581150"/>
                </a:lnTo>
                <a:lnTo>
                  <a:pt x="76200" y="1600200"/>
                </a:lnTo>
                <a:lnTo>
                  <a:pt x="75819" y="1619250"/>
                </a:lnTo>
                <a:lnTo>
                  <a:pt x="75057" y="1638300"/>
                </a:lnTo>
                <a:lnTo>
                  <a:pt x="73914" y="1657350"/>
                </a:lnTo>
                <a:lnTo>
                  <a:pt x="72390" y="1676400"/>
                </a:lnTo>
                <a:lnTo>
                  <a:pt x="70485" y="1695450"/>
                </a:lnTo>
                <a:lnTo>
                  <a:pt x="68961" y="1714500"/>
                </a:lnTo>
                <a:lnTo>
                  <a:pt x="67818" y="1733550"/>
                </a:lnTo>
                <a:lnTo>
                  <a:pt x="66675" y="1752600"/>
                </a:lnTo>
                <a:lnTo>
                  <a:pt x="65532" y="1771650"/>
                </a:lnTo>
                <a:lnTo>
                  <a:pt x="64389" y="1790700"/>
                </a:lnTo>
                <a:lnTo>
                  <a:pt x="62865" y="1809750"/>
                </a:lnTo>
                <a:lnTo>
                  <a:pt x="60960" y="1828800"/>
                </a:lnTo>
                <a:lnTo>
                  <a:pt x="59436" y="1847850"/>
                </a:lnTo>
                <a:lnTo>
                  <a:pt x="57912" y="1866900"/>
                </a:lnTo>
                <a:lnTo>
                  <a:pt x="56388" y="1885950"/>
                </a:lnTo>
                <a:lnTo>
                  <a:pt x="54864" y="1905000"/>
                </a:lnTo>
                <a:lnTo>
                  <a:pt x="53340" y="1924050"/>
                </a:lnTo>
                <a:lnTo>
                  <a:pt x="51435" y="1943100"/>
                </a:lnTo>
                <a:lnTo>
                  <a:pt x="50292" y="1962150"/>
                </a:lnTo>
                <a:lnTo>
                  <a:pt x="49149" y="1981200"/>
                </a:lnTo>
                <a:lnTo>
                  <a:pt x="48006" y="2000250"/>
                </a:lnTo>
                <a:lnTo>
                  <a:pt x="46863" y="2019300"/>
                </a:lnTo>
                <a:lnTo>
                  <a:pt x="45720" y="2038350"/>
                </a:lnTo>
                <a:lnTo>
                  <a:pt x="43434" y="2057400"/>
                </a:lnTo>
                <a:lnTo>
                  <a:pt x="41148" y="2076450"/>
                </a:lnTo>
                <a:lnTo>
                  <a:pt x="38862" y="2095500"/>
                </a:lnTo>
                <a:lnTo>
                  <a:pt x="36576" y="2114550"/>
                </a:lnTo>
                <a:lnTo>
                  <a:pt x="34290" y="2133600"/>
                </a:lnTo>
                <a:lnTo>
                  <a:pt x="32385" y="2152650"/>
                </a:lnTo>
                <a:lnTo>
                  <a:pt x="30861" y="2171700"/>
                </a:lnTo>
                <a:lnTo>
                  <a:pt x="29337" y="2190750"/>
                </a:lnTo>
                <a:lnTo>
                  <a:pt x="27813" y="2209800"/>
                </a:lnTo>
                <a:lnTo>
                  <a:pt x="26289" y="2228850"/>
                </a:lnTo>
                <a:lnTo>
                  <a:pt x="24765" y="2247900"/>
                </a:lnTo>
                <a:lnTo>
                  <a:pt x="22479" y="2266950"/>
                </a:lnTo>
                <a:lnTo>
                  <a:pt x="20193" y="2286000"/>
                </a:lnTo>
                <a:lnTo>
                  <a:pt x="17907" y="2305050"/>
                </a:lnTo>
                <a:lnTo>
                  <a:pt x="15621" y="2324100"/>
                </a:lnTo>
                <a:lnTo>
                  <a:pt x="13716" y="2343150"/>
                </a:lnTo>
                <a:lnTo>
                  <a:pt x="12573" y="2362200"/>
                </a:lnTo>
                <a:lnTo>
                  <a:pt x="11811" y="2381250"/>
                </a:lnTo>
                <a:lnTo>
                  <a:pt x="11430" y="2400300"/>
                </a:lnTo>
                <a:lnTo>
                  <a:pt x="11049" y="2419350"/>
                </a:lnTo>
                <a:lnTo>
                  <a:pt x="9906" y="2438400"/>
                </a:lnTo>
                <a:lnTo>
                  <a:pt x="8382" y="2457450"/>
                </a:lnTo>
                <a:lnTo>
                  <a:pt x="6477" y="2476500"/>
                </a:lnTo>
                <a:lnTo>
                  <a:pt x="4191" y="2495550"/>
                </a:lnTo>
                <a:lnTo>
                  <a:pt x="2286" y="2514600"/>
                </a:lnTo>
                <a:lnTo>
                  <a:pt x="1143" y="2533650"/>
                </a:lnTo>
                <a:lnTo>
                  <a:pt x="381" y="2552700"/>
                </a:lnTo>
                <a:lnTo>
                  <a:pt x="0" y="2571750"/>
                </a:lnTo>
                <a:lnTo>
                  <a:pt x="0" y="2590800"/>
                </a:lnTo>
                <a:lnTo>
                  <a:pt x="0" y="2609850"/>
                </a:lnTo>
                <a:lnTo>
                  <a:pt x="0" y="2628900"/>
                </a:lnTo>
                <a:lnTo>
                  <a:pt x="0" y="2647950"/>
                </a:lnTo>
                <a:lnTo>
                  <a:pt x="0" y="2667000"/>
                </a:lnTo>
                <a:lnTo>
                  <a:pt x="381" y="2686050"/>
                </a:lnTo>
                <a:lnTo>
                  <a:pt x="1143" y="2705100"/>
                </a:lnTo>
                <a:lnTo>
                  <a:pt x="2286" y="2724150"/>
                </a:lnTo>
                <a:lnTo>
                  <a:pt x="3810" y="2743200"/>
                </a:lnTo>
                <a:lnTo>
                  <a:pt x="5715" y="2762250"/>
                </a:lnTo>
                <a:lnTo>
                  <a:pt x="7239" y="2781300"/>
                </a:lnTo>
                <a:lnTo>
                  <a:pt x="8382" y="2800350"/>
                </a:lnTo>
                <a:lnTo>
                  <a:pt x="9525" y="2819400"/>
                </a:lnTo>
                <a:lnTo>
                  <a:pt x="10668" y="2838450"/>
                </a:lnTo>
                <a:lnTo>
                  <a:pt x="11811" y="2857500"/>
                </a:lnTo>
                <a:lnTo>
                  <a:pt x="13335" y="2876550"/>
                </a:lnTo>
                <a:lnTo>
                  <a:pt x="15240" y="2895600"/>
                </a:lnTo>
                <a:lnTo>
                  <a:pt x="17145" y="2914650"/>
                </a:lnTo>
                <a:lnTo>
                  <a:pt x="19050" y="2933700"/>
                </a:lnTo>
                <a:lnTo>
                  <a:pt x="20955" y="2952750"/>
                </a:lnTo>
                <a:lnTo>
                  <a:pt x="23241" y="2971800"/>
                </a:lnTo>
                <a:lnTo>
                  <a:pt x="25908" y="2990850"/>
                </a:lnTo>
                <a:lnTo>
                  <a:pt x="28575" y="3009900"/>
                </a:lnTo>
                <a:lnTo>
                  <a:pt x="31242" y="3028950"/>
                </a:lnTo>
                <a:lnTo>
                  <a:pt x="34290" y="3048000"/>
                </a:lnTo>
                <a:lnTo>
                  <a:pt x="36957" y="3067050"/>
                </a:lnTo>
                <a:lnTo>
                  <a:pt x="39243" y="3086100"/>
                </a:lnTo>
                <a:lnTo>
                  <a:pt x="41910" y="3105150"/>
                </a:lnTo>
                <a:lnTo>
                  <a:pt x="44958" y="3124200"/>
                </a:lnTo>
                <a:lnTo>
                  <a:pt x="47625" y="3143250"/>
                </a:lnTo>
                <a:lnTo>
                  <a:pt x="50673" y="3162300"/>
                </a:lnTo>
                <a:lnTo>
                  <a:pt x="54102" y="3181350"/>
                </a:lnTo>
                <a:lnTo>
                  <a:pt x="57150" y="3200400"/>
                </a:lnTo>
                <a:lnTo>
                  <a:pt x="60198" y="3219450"/>
                </a:lnTo>
                <a:lnTo>
                  <a:pt x="63627" y="3238500"/>
                </a:lnTo>
                <a:lnTo>
                  <a:pt x="66675" y="3257550"/>
                </a:lnTo>
                <a:lnTo>
                  <a:pt x="69342" y="3276600"/>
                </a:lnTo>
                <a:lnTo>
                  <a:pt x="72009" y="3295650"/>
                </a:lnTo>
                <a:lnTo>
                  <a:pt x="73914" y="3314700"/>
                </a:lnTo>
                <a:lnTo>
                  <a:pt x="75057" y="3333750"/>
                </a:lnTo>
                <a:lnTo>
                  <a:pt x="249936" y="3333750"/>
                </a:lnTo>
                <a:lnTo>
                  <a:pt x="251841" y="3314700"/>
                </a:lnTo>
                <a:lnTo>
                  <a:pt x="254508" y="3295650"/>
                </a:lnTo>
                <a:lnTo>
                  <a:pt x="257175" y="3276600"/>
                </a:lnTo>
                <a:lnTo>
                  <a:pt x="260223" y="3257550"/>
                </a:lnTo>
                <a:lnTo>
                  <a:pt x="263652" y="3238500"/>
                </a:lnTo>
                <a:lnTo>
                  <a:pt x="266700" y="3219450"/>
                </a:lnTo>
                <a:lnTo>
                  <a:pt x="269367" y="3200400"/>
                </a:lnTo>
                <a:lnTo>
                  <a:pt x="272415" y="3181350"/>
                </a:lnTo>
                <a:lnTo>
                  <a:pt x="275082" y="3162300"/>
                </a:lnTo>
                <a:lnTo>
                  <a:pt x="277368" y="3143250"/>
                </a:lnTo>
                <a:lnTo>
                  <a:pt x="280035" y="3124200"/>
                </a:lnTo>
                <a:lnTo>
                  <a:pt x="283083" y="3105150"/>
                </a:lnTo>
                <a:lnTo>
                  <a:pt x="285750" y="3086100"/>
                </a:lnTo>
                <a:lnTo>
                  <a:pt x="288417" y="3067050"/>
                </a:lnTo>
                <a:lnTo>
                  <a:pt x="291465" y="3048000"/>
                </a:lnTo>
                <a:lnTo>
                  <a:pt x="294132" y="3028950"/>
                </a:lnTo>
                <a:lnTo>
                  <a:pt x="296418" y="3009900"/>
                </a:lnTo>
                <a:lnTo>
                  <a:pt x="298704" y="2990850"/>
                </a:lnTo>
                <a:lnTo>
                  <a:pt x="300990" y="2971800"/>
                </a:lnTo>
                <a:lnTo>
                  <a:pt x="302895" y="2952750"/>
                </a:lnTo>
                <a:lnTo>
                  <a:pt x="304800" y="2933700"/>
                </a:lnTo>
                <a:lnTo>
                  <a:pt x="306705" y="2914650"/>
                </a:lnTo>
                <a:lnTo>
                  <a:pt x="308610" y="2895600"/>
                </a:lnTo>
                <a:lnTo>
                  <a:pt x="310515" y="2876550"/>
                </a:lnTo>
                <a:lnTo>
                  <a:pt x="312039" y="2857500"/>
                </a:lnTo>
                <a:lnTo>
                  <a:pt x="313563" y="2838450"/>
                </a:lnTo>
                <a:lnTo>
                  <a:pt x="315087" y="2819400"/>
                </a:lnTo>
                <a:lnTo>
                  <a:pt x="316611" y="2800350"/>
                </a:lnTo>
                <a:lnTo>
                  <a:pt x="318135" y="2781300"/>
                </a:lnTo>
                <a:lnTo>
                  <a:pt x="320040" y="2762250"/>
                </a:lnTo>
                <a:lnTo>
                  <a:pt x="321564" y="2743200"/>
                </a:lnTo>
                <a:lnTo>
                  <a:pt x="322707" y="2724150"/>
                </a:lnTo>
                <a:lnTo>
                  <a:pt x="323469" y="2705100"/>
                </a:lnTo>
                <a:lnTo>
                  <a:pt x="323850" y="2686050"/>
                </a:lnTo>
                <a:lnTo>
                  <a:pt x="323850" y="2667000"/>
                </a:lnTo>
                <a:lnTo>
                  <a:pt x="323850" y="2647950"/>
                </a:lnTo>
                <a:lnTo>
                  <a:pt x="323850" y="2628900"/>
                </a:lnTo>
                <a:lnTo>
                  <a:pt x="323850" y="2609850"/>
                </a:lnTo>
                <a:lnTo>
                  <a:pt x="323850" y="2590800"/>
                </a:lnTo>
                <a:lnTo>
                  <a:pt x="323850" y="2571750"/>
                </a:lnTo>
                <a:lnTo>
                  <a:pt x="323850" y="2552700"/>
                </a:lnTo>
                <a:lnTo>
                  <a:pt x="323469" y="2533650"/>
                </a:lnTo>
                <a:lnTo>
                  <a:pt x="322707" y="2514600"/>
                </a:lnTo>
                <a:lnTo>
                  <a:pt x="321564" y="2495550"/>
                </a:lnTo>
                <a:lnTo>
                  <a:pt x="320040" y="2476500"/>
                </a:lnTo>
                <a:lnTo>
                  <a:pt x="318135" y="2457450"/>
                </a:lnTo>
                <a:lnTo>
                  <a:pt x="316611" y="2438400"/>
                </a:lnTo>
                <a:lnTo>
                  <a:pt x="315468" y="2419350"/>
                </a:lnTo>
                <a:lnTo>
                  <a:pt x="314325" y="2400300"/>
                </a:lnTo>
                <a:lnTo>
                  <a:pt x="313182" y="2381250"/>
                </a:lnTo>
                <a:lnTo>
                  <a:pt x="312039" y="2362200"/>
                </a:lnTo>
                <a:lnTo>
                  <a:pt x="310515" y="2343150"/>
                </a:lnTo>
                <a:lnTo>
                  <a:pt x="308610" y="2324100"/>
                </a:lnTo>
                <a:lnTo>
                  <a:pt x="307086" y="2305050"/>
                </a:lnTo>
                <a:lnTo>
                  <a:pt x="305562" y="2286000"/>
                </a:lnTo>
                <a:lnTo>
                  <a:pt x="304038" y="2266950"/>
                </a:lnTo>
                <a:lnTo>
                  <a:pt x="302514" y="2247900"/>
                </a:lnTo>
                <a:lnTo>
                  <a:pt x="300990" y="2228850"/>
                </a:lnTo>
                <a:lnTo>
                  <a:pt x="299085" y="2209800"/>
                </a:lnTo>
                <a:lnTo>
                  <a:pt x="297180" y="2190750"/>
                </a:lnTo>
                <a:lnTo>
                  <a:pt x="295275" y="2171700"/>
                </a:lnTo>
                <a:lnTo>
                  <a:pt x="293370" y="2152650"/>
                </a:lnTo>
                <a:lnTo>
                  <a:pt x="291465" y="2133600"/>
                </a:lnTo>
                <a:lnTo>
                  <a:pt x="289179" y="2114550"/>
                </a:lnTo>
                <a:lnTo>
                  <a:pt x="286893" y="2095500"/>
                </a:lnTo>
                <a:lnTo>
                  <a:pt x="284607" y="2076450"/>
                </a:lnTo>
                <a:lnTo>
                  <a:pt x="282321" y="2057400"/>
                </a:lnTo>
                <a:lnTo>
                  <a:pt x="280035" y="2038350"/>
                </a:lnTo>
                <a:lnTo>
                  <a:pt x="278511" y="2019300"/>
                </a:lnTo>
                <a:lnTo>
                  <a:pt x="276987" y="2000250"/>
                </a:lnTo>
                <a:lnTo>
                  <a:pt x="275463" y="1981200"/>
                </a:lnTo>
                <a:lnTo>
                  <a:pt x="273939" y="1962150"/>
                </a:lnTo>
                <a:lnTo>
                  <a:pt x="272415" y="1943100"/>
                </a:lnTo>
                <a:lnTo>
                  <a:pt x="270510" y="1924050"/>
                </a:lnTo>
                <a:lnTo>
                  <a:pt x="268986" y="1905000"/>
                </a:lnTo>
                <a:lnTo>
                  <a:pt x="267843" y="1885950"/>
                </a:lnTo>
                <a:lnTo>
                  <a:pt x="266700" y="1866900"/>
                </a:lnTo>
                <a:lnTo>
                  <a:pt x="265557" y="1847850"/>
                </a:lnTo>
                <a:lnTo>
                  <a:pt x="264414" y="1828800"/>
                </a:lnTo>
                <a:lnTo>
                  <a:pt x="262890" y="1809750"/>
                </a:lnTo>
                <a:lnTo>
                  <a:pt x="260985" y="1790700"/>
                </a:lnTo>
                <a:lnTo>
                  <a:pt x="259461" y="1771650"/>
                </a:lnTo>
                <a:lnTo>
                  <a:pt x="258318" y="1752600"/>
                </a:lnTo>
                <a:lnTo>
                  <a:pt x="257556" y="1733550"/>
                </a:lnTo>
                <a:lnTo>
                  <a:pt x="256794" y="1714500"/>
                </a:lnTo>
                <a:lnTo>
                  <a:pt x="256032" y="1695450"/>
                </a:lnTo>
                <a:lnTo>
                  <a:pt x="254889" y="1676400"/>
                </a:lnTo>
                <a:lnTo>
                  <a:pt x="253365" y="1657350"/>
                </a:lnTo>
                <a:lnTo>
                  <a:pt x="251460" y="1638300"/>
                </a:lnTo>
                <a:lnTo>
                  <a:pt x="249936" y="1619250"/>
                </a:lnTo>
                <a:lnTo>
                  <a:pt x="248793" y="1600200"/>
                </a:lnTo>
                <a:lnTo>
                  <a:pt x="248031" y="1581150"/>
                </a:lnTo>
                <a:lnTo>
                  <a:pt x="247650" y="1562100"/>
                </a:lnTo>
                <a:lnTo>
                  <a:pt x="247650" y="1543050"/>
                </a:lnTo>
                <a:lnTo>
                  <a:pt x="247269" y="1524000"/>
                </a:lnTo>
                <a:lnTo>
                  <a:pt x="246507" y="1504950"/>
                </a:lnTo>
                <a:lnTo>
                  <a:pt x="245364" y="1485900"/>
                </a:lnTo>
                <a:lnTo>
                  <a:pt x="243840" y="1466850"/>
                </a:lnTo>
                <a:lnTo>
                  <a:pt x="241935" y="1447800"/>
                </a:lnTo>
                <a:lnTo>
                  <a:pt x="240411" y="1428750"/>
                </a:lnTo>
                <a:lnTo>
                  <a:pt x="239268" y="1409700"/>
                </a:lnTo>
                <a:lnTo>
                  <a:pt x="238506" y="1390650"/>
                </a:lnTo>
                <a:lnTo>
                  <a:pt x="238125" y="1371600"/>
                </a:lnTo>
                <a:lnTo>
                  <a:pt x="238125" y="1352550"/>
                </a:lnTo>
                <a:lnTo>
                  <a:pt x="238125" y="1333500"/>
                </a:lnTo>
                <a:lnTo>
                  <a:pt x="238125" y="1314450"/>
                </a:lnTo>
                <a:lnTo>
                  <a:pt x="238125" y="1295400"/>
                </a:lnTo>
                <a:lnTo>
                  <a:pt x="238125" y="1276350"/>
                </a:lnTo>
                <a:lnTo>
                  <a:pt x="238125" y="1257300"/>
                </a:lnTo>
                <a:lnTo>
                  <a:pt x="238125" y="1238250"/>
                </a:lnTo>
                <a:lnTo>
                  <a:pt x="238125" y="1219200"/>
                </a:lnTo>
                <a:lnTo>
                  <a:pt x="238125" y="1200150"/>
                </a:lnTo>
                <a:lnTo>
                  <a:pt x="237744" y="1181100"/>
                </a:lnTo>
                <a:lnTo>
                  <a:pt x="236982" y="1162050"/>
                </a:lnTo>
                <a:lnTo>
                  <a:pt x="235839" y="1143000"/>
                </a:lnTo>
                <a:lnTo>
                  <a:pt x="234315" y="1123950"/>
                </a:lnTo>
                <a:lnTo>
                  <a:pt x="232410" y="1104900"/>
                </a:lnTo>
                <a:lnTo>
                  <a:pt x="230886" y="1085850"/>
                </a:lnTo>
                <a:lnTo>
                  <a:pt x="229743" y="1066800"/>
                </a:lnTo>
                <a:lnTo>
                  <a:pt x="228981" y="1047750"/>
                </a:lnTo>
                <a:lnTo>
                  <a:pt x="228600" y="1028700"/>
                </a:lnTo>
                <a:lnTo>
                  <a:pt x="228600" y="1009650"/>
                </a:lnTo>
                <a:lnTo>
                  <a:pt x="228600" y="990600"/>
                </a:lnTo>
                <a:lnTo>
                  <a:pt x="228600" y="971550"/>
                </a:lnTo>
                <a:lnTo>
                  <a:pt x="228600" y="952500"/>
                </a:lnTo>
                <a:lnTo>
                  <a:pt x="228600" y="933450"/>
                </a:lnTo>
                <a:lnTo>
                  <a:pt x="228600" y="914400"/>
                </a:lnTo>
                <a:lnTo>
                  <a:pt x="228600" y="895350"/>
                </a:lnTo>
                <a:lnTo>
                  <a:pt x="228600" y="876300"/>
                </a:lnTo>
                <a:lnTo>
                  <a:pt x="228600" y="857250"/>
                </a:lnTo>
                <a:lnTo>
                  <a:pt x="228600" y="838200"/>
                </a:lnTo>
                <a:lnTo>
                  <a:pt x="228600" y="819150"/>
                </a:lnTo>
                <a:lnTo>
                  <a:pt x="228600" y="800100"/>
                </a:lnTo>
                <a:lnTo>
                  <a:pt x="228219" y="781050"/>
                </a:lnTo>
                <a:lnTo>
                  <a:pt x="227457" y="762000"/>
                </a:lnTo>
                <a:lnTo>
                  <a:pt x="226314" y="742950"/>
                </a:lnTo>
                <a:lnTo>
                  <a:pt x="224790" y="723900"/>
                </a:lnTo>
                <a:lnTo>
                  <a:pt x="222885" y="704850"/>
                </a:lnTo>
                <a:lnTo>
                  <a:pt x="221361" y="685800"/>
                </a:lnTo>
                <a:lnTo>
                  <a:pt x="220218" y="666750"/>
                </a:lnTo>
                <a:lnTo>
                  <a:pt x="219456" y="647700"/>
                </a:lnTo>
                <a:lnTo>
                  <a:pt x="219075" y="628650"/>
                </a:lnTo>
                <a:lnTo>
                  <a:pt x="219075" y="609600"/>
                </a:lnTo>
                <a:lnTo>
                  <a:pt x="219075" y="590550"/>
                </a:lnTo>
                <a:lnTo>
                  <a:pt x="219075" y="571500"/>
                </a:lnTo>
                <a:lnTo>
                  <a:pt x="219075" y="552450"/>
                </a:lnTo>
                <a:lnTo>
                  <a:pt x="219075" y="533400"/>
                </a:lnTo>
                <a:lnTo>
                  <a:pt x="219075" y="514350"/>
                </a:lnTo>
                <a:lnTo>
                  <a:pt x="219075" y="495300"/>
                </a:lnTo>
                <a:lnTo>
                  <a:pt x="219075" y="476250"/>
                </a:lnTo>
                <a:lnTo>
                  <a:pt x="219075" y="457200"/>
                </a:lnTo>
                <a:lnTo>
                  <a:pt x="219075" y="438150"/>
                </a:lnTo>
                <a:lnTo>
                  <a:pt x="218694" y="419100"/>
                </a:lnTo>
                <a:lnTo>
                  <a:pt x="217932" y="400050"/>
                </a:lnTo>
                <a:lnTo>
                  <a:pt x="216789" y="381000"/>
                </a:lnTo>
                <a:lnTo>
                  <a:pt x="215265" y="361950"/>
                </a:lnTo>
                <a:lnTo>
                  <a:pt x="213360" y="342900"/>
                </a:lnTo>
                <a:lnTo>
                  <a:pt x="211836" y="323850"/>
                </a:lnTo>
                <a:lnTo>
                  <a:pt x="210693" y="304800"/>
                </a:lnTo>
                <a:lnTo>
                  <a:pt x="209931" y="285750"/>
                </a:lnTo>
                <a:lnTo>
                  <a:pt x="209550" y="266700"/>
                </a:lnTo>
                <a:lnTo>
                  <a:pt x="209550" y="247650"/>
                </a:lnTo>
                <a:lnTo>
                  <a:pt x="209550" y="228600"/>
                </a:lnTo>
                <a:lnTo>
                  <a:pt x="209550" y="209550"/>
                </a:lnTo>
                <a:lnTo>
                  <a:pt x="209550" y="190500"/>
                </a:lnTo>
                <a:lnTo>
                  <a:pt x="209169" y="171450"/>
                </a:lnTo>
                <a:lnTo>
                  <a:pt x="208407" y="152400"/>
                </a:lnTo>
                <a:lnTo>
                  <a:pt x="207264" y="133350"/>
                </a:lnTo>
                <a:lnTo>
                  <a:pt x="205740" y="114300"/>
                </a:lnTo>
                <a:lnTo>
                  <a:pt x="203835" y="95250"/>
                </a:lnTo>
                <a:lnTo>
                  <a:pt x="202311" y="76200"/>
                </a:lnTo>
                <a:lnTo>
                  <a:pt x="201168" y="57150"/>
                </a:lnTo>
                <a:lnTo>
                  <a:pt x="200406" y="38100"/>
                </a:lnTo>
                <a:lnTo>
                  <a:pt x="200025" y="19050"/>
                </a:lnTo>
                <a:lnTo>
                  <a:pt x="200025" y="0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282" name="SE-056-path-1282">
            <a:extLst xmlns:a="http://schemas.openxmlformats.org/drawingml/2006/main">
              <a:ext uri="{FF2B5EF4-FFF2-40B4-BE49-F238E27FC236}">
                <a16:creationId xmlns:a16="http://schemas.microsoft.com/office/drawing/2014/main" id="{1887C5AD-75A4-458D-9911-5BDDAD4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25812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3" name="SE-056-path-1283">
            <a:extLst xmlns:a="http://schemas.openxmlformats.org/drawingml/2006/main">
              <a:ext uri="{FF2B5EF4-FFF2-40B4-BE49-F238E27FC236}">
                <a16:creationId xmlns:a16="http://schemas.microsoft.com/office/drawing/2014/main" id="{F5E3F782-738C-4BD8-A119-D329CD8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25812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4" name="SE-056-path-1284">
            <a:extLst xmlns:a="http://schemas.openxmlformats.org/drawingml/2006/main">
              <a:ext uri="{FF2B5EF4-FFF2-40B4-BE49-F238E27FC236}">
                <a16:creationId xmlns:a16="http://schemas.microsoft.com/office/drawing/2014/main" id="{CF4058EE-EC4C-44F0-A643-DEBF225F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5812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5" name="SE-056-path-1285">
            <a:extLst xmlns:a="http://schemas.openxmlformats.org/drawingml/2006/main">
              <a:ext uri="{FF2B5EF4-FFF2-40B4-BE49-F238E27FC236}">
                <a16:creationId xmlns:a16="http://schemas.microsoft.com/office/drawing/2014/main" id="{5FA51463-9F05-496C-8924-C30FE70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881" y="2957513"/>
            <a:ext cx="297656" cy="95"/>
          </a:xfrm>
          <a:custGeom xmlns:a="http://schemas.openxmlformats.org/drawingml/2006/main">
            <a:pathLst>
              <a:path w="297656" h="95">
                <a:moveTo>
                  <a:pt x="0" y="0"/>
                </a:moveTo>
                <a:lnTo>
                  <a:pt x="2976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286" name="SE-056-1286">
            <a:extLst xmlns:a="http://schemas.openxmlformats.org/drawingml/2006/main">
              <a:ext uri="{FF2B5EF4-FFF2-40B4-BE49-F238E27FC236}">
                <a16:creationId xmlns:a16="http://schemas.microsoft.com/office/drawing/2014/main" id="{06A45611-FD3A-46AC-BEEC-4ECE37A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1287" name="SE-056-path-1287">
            <a:extLst xmlns:a="http://schemas.openxmlformats.org/drawingml/2006/main">
              <a:ext uri="{FF2B5EF4-FFF2-40B4-BE49-F238E27FC236}">
                <a16:creationId xmlns:a16="http://schemas.microsoft.com/office/drawing/2014/main" id="{E99AF41B-B387-42B4-9ED4-FD44952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40481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288" name="SE-056-1288">
            <a:extLst xmlns:a="http://schemas.openxmlformats.org/drawingml/2006/main">
              <a:ext uri="{FF2B5EF4-FFF2-40B4-BE49-F238E27FC236}">
                <a16:creationId xmlns:a16="http://schemas.microsoft.com/office/drawing/2014/main" id="{F2981B30-E29B-44C5-817E-5557FC5D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00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1289" name="SE-056-path-1289">
            <a:extLst xmlns:a="http://schemas.openxmlformats.org/drawingml/2006/main">
              <a:ext uri="{FF2B5EF4-FFF2-40B4-BE49-F238E27FC236}">
                <a16:creationId xmlns:a16="http://schemas.microsoft.com/office/drawing/2014/main" id="{806805C2-3BC2-4774-80F2-0EDAB2BA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14350"/>
            <a:ext cx="323088" cy="3352800"/>
          </a:xfrm>
          <a:custGeom xmlns:a="http://schemas.openxmlformats.org/drawingml/2006/main">
            <a:pathLst>
              <a:path w="323088" h="3352800">
                <a:moveTo>
                  <a:pt x="122682" y="0"/>
                </a:moveTo>
                <a:lnTo>
                  <a:pt x="121539" y="19050"/>
                </a:lnTo>
                <a:lnTo>
                  <a:pt x="120015" y="38100"/>
                </a:lnTo>
                <a:lnTo>
                  <a:pt x="118110" y="57150"/>
                </a:lnTo>
                <a:lnTo>
                  <a:pt x="116586" y="76200"/>
                </a:lnTo>
                <a:lnTo>
                  <a:pt x="115443" y="95250"/>
                </a:lnTo>
                <a:lnTo>
                  <a:pt x="114681" y="114300"/>
                </a:lnTo>
                <a:lnTo>
                  <a:pt x="114300" y="133350"/>
                </a:lnTo>
                <a:lnTo>
                  <a:pt x="114300" y="152400"/>
                </a:lnTo>
                <a:lnTo>
                  <a:pt x="114300" y="171450"/>
                </a:lnTo>
                <a:lnTo>
                  <a:pt x="114300" y="190500"/>
                </a:lnTo>
                <a:lnTo>
                  <a:pt x="114300" y="209550"/>
                </a:lnTo>
                <a:lnTo>
                  <a:pt x="114300" y="228600"/>
                </a:lnTo>
                <a:lnTo>
                  <a:pt x="113919" y="247650"/>
                </a:lnTo>
                <a:lnTo>
                  <a:pt x="113157" y="266700"/>
                </a:lnTo>
                <a:lnTo>
                  <a:pt x="112014" y="285750"/>
                </a:lnTo>
                <a:lnTo>
                  <a:pt x="110490" y="304800"/>
                </a:lnTo>
                <a:lnTo>
                  <a:pt x="108585" y="323850"/>
                </a:lnTo>
                <a:lnTo>
                  <a:pt x="107061" y="342900"/>
                </a:lnTo>
                <a:lnTo>
                  <a:pt x="105918" y="361950"/>
                </a:lnTo>
                <a:lnTo>
                  <a:pt x="105156" y="381000"/>
                </a:lnTo>
                <a:lnTo>
                  <a:pt x="104775" y="400050"/>
                </a:lnTo>
                <a:lnTo>
                  <a:pt x="104775" y="419100"/>
                </a:lnTo>
                <a:lnTo>
                  <a:pt x="104775" y="438150"/>
                </a:lnTo>
                <a:lnTo>
                  <a:pt x="104775" y="457200"/>
                </a:lnTo>
                <a:lnTo>
                  <a:pt x="104775" y="476250"/>
                </a:lnTo>
                <a:lnTo>
                  <a:pt x="104775" y="495300"/>
                </a:lnTo>
                <a:lnTo>
                  <a:pt x="104775" y="514350"/>
                </a:lnTo>
                <a:lnTo>
                  <a:pt x="104775" y="533400"/>
                </a:lnTo>
                <a:lnTo>
                  <a:pt x="104775" y="552450"/>
                </a:lnTo>
                <a:lnTo>
                  <a:pt x="104775" y="571500"/>
                </a:lnTo>
                <a:lnTo>
                  <a:pt x="104775" y="590550"/>
                </a:lnTo>
                <a:lnTo>
                  <a:pt x="104775" y="609600"/>
                </a:lnTo>
                <a:lnTo>
                  <a:pt x="104394" y="628650"/>
                </a:lnTo>
                <a:lnTo>
                  <a:pt x="103632" y="647700"/>
                </a:lnTo>
                <a:lnTo>
                  <a:pt x="102489" y="666750"/>
                </a:lnTo>
                <a:lnTo>
                  <a:pt x="100965" y="685800"/>
                </a:lnTo>
                <a:lnTo>
                  <a:pt x="99060" y="704850"/>
                </a:lnTo>
                <a:lnTo>
                  <a:pt x="97536" y="723900"/>
                </a:lnTo>
                <a:lnTo>
                  <a:pt x="96393" y="742950"/>
                </a:lnTo>
                <a:lnTo>
                  <a:pt x="95631" y="762000"/>
                </a:lnTo>
                <a:lnTo>
                  <a:pt x="95250" y="781050"/>
                </a:lnTo>
                <a:lnTo>
                  <a:pt x="95250" y="800100"/>
                </a:lnTo>
                <a:lnTo>
                  <a:pt x="95250" y="819150"/>
                </a:lnTo>
                <a:lnTo>
                  <a:pt x="95250" y="838200"/>
                </a:lnTo>
                <a:lnTo>
                  <a:pt x="95250" y="857250"/>
                </a:lnTo>
                <a:lnTo>
                  <a:pt x="95250" y="876300"/>
                </a:lnTo>
                <a:lnTo>
                  <a:pt x="95250" y="895350"/>
                </a:lnTo>
                <a:lnTo>
                  <a:pt x="95250" y="914400"/>
                </a:lnTo>
                <a:lnTo>
                  <a:pt x="95250" y="933450"/>
                </a:lnTo>
                <a:lnTo>
                  <a:pt x="95250" y="952500"/>
                </a:lnTo>
                <a:lnTo>
                  <a:pt x="95250" y="971550"/>
                </a:lnTo>
                <a:lnTo>
                  <a:pt x="94869" y="990600"/>
                </a:lnTo>
                <a:lnTo>
                  <a:pt x="94107" y="1009650"/>
                </a:lnTo>
                <a:lnTo>
                  <a:pt x="92964" y="1028700"/>
                </a:lnTo>
                <a:lnTo>
                  <a:pt x="91440" y="1047750"/>
                </a:lnTo>
                <a:lnTo>
                  <a:pt x="89535" y="1066800"/>
                </a:lnTo>
                <a:lnTo>
                  <a:pt x="88011" y="1085850"/>
                </a:lnTo>
                <a:lnTo>
                  <a:pt x="86868" y="1104900"/>
                </a:lnTo>
                <a:lnTo>
                  <a:pt x="86106" y="1123950"/>
                </a:lnTo>
                <a:lnTo>
                  <a:pt x="85725" y="1143000"/>
                </a:lnTo>
                <a:lnTo>
                  <a:pt x="85725" y="1162050"/>
                </a:lnTo>
                <a:lnTo>
                  <a:pt x="85725" y="1181100"/>
                </a:lnTo>
                <a:lnTo>
                  <a:pt x="85725" y="1200150"/>
                </a:lnTo>
                <a:lnTo>
                  <a:pt x="85725" y="1219200"/>
                </a:lnTo>
                <a:lnTo>
                  <a:pt x="85725" y="1238250"/>
                </a:lnTo>
                <a:lnTo>
                  <a:pt x="85725" y="1257300"/>
                </a:lnTo>
                <a:lnTo>
                  <a:pt x="85725" y="1276350"/>
                </a:lnTo>
                <a:lnTo>
                  <a:pt x="85725" y="1295400"/>
                </a:lnTo>
                <a:lnTo>
                  <a:pt x="85344" y="1314450"/>
                </a:lnTo>
                <a:lnTo>
                  <a:pt x="84582" y="1333500"/>
                </a:lnTo>
                <a:lnTo>
                  <a:pt x="83439" y="1352550"/>
                </a:lnTo>
                <a:lnTo>
                  <a:pt x="81915" y="1371600"/>
                </a:lnTo>
                <a:lnTo>
                  <a:pt x="80010" y="1390650"/>
                </a:lnTo>
                <a:lnTo>
                  <a:pt x="78486" y="1409700"/>
                </a:lnTo>
                <a:lnTo>
                  <a:pt x="77343" y="1428750"/>
                </a:lnTo>
                <a:lnTo>
                  <a:pt x="76581" y="1447800"/>
                </a:lnTo>
                <a:lnTo>
                  <a:pt x="76200" y="1466850"/>
                </a:lnTo>
                <a:lnTo>
                  <a:pt x="76200" y="1485900"/>
                </a:lnTo>
                <a:lnTo>
                  <a:pt x="76200" y="1504950"/>
                </a:lnTo>
                <a:lnTo>
                  <a:pt x="76200" y="1524000"/>
                </a:lnTo>
                <a:lnTo>
                  <a:pt x="76200" y="1543050"/>
                </a:lnTo>
                <a:lnTo>
                  <a:pt x="76200" y="1562100"/>
                </a:lnTo>
                <a:lnTo>
                  <a:pt x="75819" y="1581150"/>
                </a:lnTo>
                <a:lnTo>
                  <a:pt x="75057" y="1600200"/>
                </a:lnTo>
                <a:lnTo>
                  <a:pt x="73914" y="1619250"/>
                </a:lnTo>
                <a:lnTo>
                  <a:pt x="72390" y="1638300"/>
                </a:lnTo>
                <a:lnTo>
                  <a:pt x="70485" y="1657350"/>
                </a:lnTo>
                <a:lnTo>
                  <a:pt x="68961" y="1676400"/>
                </a:lnTo>
                <a:lnTo>
                  <a:pt x="67818" y="1695450"/>
                </a:lnTo>
                <a:lnTo>
                  <a:pt x="67056" y="1714500"/>
                </a:lnTo>
                <a:lnTo>
                  <a:pt x="66294" y="1733550"/>
                </a:lnTo>
                <a:lnTo>
                  <a:pt x="65532" y="1752600"/>
                </a:lnTo>
                <a:lnTo>
                  <a:pt x="64389" y="1771650"/>
                </a:lnTo>
                <a:lnTo>
                  <a:pt x="62865" y="1790700"/>
                </a:lnTo>
                <a:lnTo>
                  <a:pt x="60960" y="1809750"/>
                </a:lnTo>
                <a:lnTo>
                  <a:pt x="59436" y="1828800"/>
                </a:lnTo>
                <a:lnTo>
                  <a:pt x="57912" y="1847850"/>
                </a:lnTo>
                <a:lnTo>
                  <a:pt x="56388" y="1866900"/>
                </a:lnTo>
                <a:lnTo>
                  <a:pt x="54864" y="1885950"/>
                </a:lnTo>
                <a:lnTo>
                  <a:pt x="53340" y="1905000"/>
                </a:lnTo>
                <a:lnTo>
                  <a:pt x="51435" y="1924050"/>
                </a:lnTo>
                <a:lnTo>
                  <a:pt x="49911" y="1943100"/>
                </a:lnTo>
                <a:lnTo>
                  <a:pt x="48387" y="1962150"/>
                </a:lnTo>
                <a:lnTo>
                  <a:pt x="47244" y="1981200"/>
                </a:lnTo>
                <a:lnTo>
                  <a:pt x="46101" y="2000250"/>
                </a:lnTo>
                <a:lnTo>
                  <a:pt x="44958" y="2019300"/>
                </a:lnTo>
                <a:lnTo>
                  <a:pt x="43434" y="2038350"/>
                </a:lnTo>
                <a:lnTo>
                  <a:pt x="41910" y="2057400"/>
                </a:lnTo>
                <a:lnTo>
                  <a:pt x="39624" y="2076450"/>
                </a:lnTo>
                <a:lnTo>
                  <a:pt x="37338" y="2095500"/>
                </a:lnTo>
                <a:lnTo>
                  <a:pt x="35052" y="2114550"/>
                </a:lnTo>
                <a:lnTo>
                  <a:pt x="32766" y="2133600"/>
                </a:lnTo>
                <a:lnTo>
                  <a:pt x="30480" y="2152650"/>
                </a:lnTo>
                <a:lnTo>
                  <a:pt x="28575" y="2171700"/>
                </a:lnTo>
                <a:lnTo>
                  <a:pt x="26670" y="2190750"/>
                </a:lnTo>
                <a:lnTo>
                  <a:pt x="24765" y="2209800"/>
                </a:lnTo>
                <a:lnTo>
                  <a:pt x="22860" y="2228850"/>
                </a:lnTo>
                <a:lnTo>
                  <a:pt x="20955" y="2247900"/>
                </a:lnTo>
                <a:lnTo>
                  <a:pt x="19050" y="2266950"/>
                </a:lnTo>
                <a:lnTo>
                  <a:pt x="17145" y="2286000"/>
                </a:lnTo>
                <a:lnTo>
                  <a:pt x="15240" y="2305050"/>
                </a:lnTo>
                <a:lnTo>
                  <a:pt x="13335" y="2324100"/>
                </a:lnTo>
                <a:lnTo>
                  <a:pt x="11811" y="2343150"/>
                </a:lnTo>
                <a:lnTo>
                  <a:pt x="10382" y="2362200"/>
                </a:lnTo>
                <a:lnTo>
                  <a:pt x="9049" y="2381250"/>
                </a:lnTo>
                <a:lnTo>
                  <a:pt x="7620" y="2400300"/>
                </a:lnTo>
                <a:lnTo>
                  <a:pt x="6191" y="2419350"/>
                </a:lnTo>
                <a:lnTo>
                  <a:pt x="4477" y="2438400"/>
                </a:lnTo>
                <a:lnTo>
                  <a:pt x="2762" y="2457450"/>
                </a:lnTo>
                <a:lnTo>
                  <a:pt x="1524" y="2476500"/>
                </a:lnTo>
                <a:lnTo>
                  <a:pt x="667" y="2495550"/>
                </a:lnTo>
                <a:lnTo>
                  <a:pt x="95" y="2514600"/>
                </a:lnTo>
                <a:lnTo>
                  <a:pt x="0" y="2533650"/>
                </a:lnTo>
                <a:lnTo>
                  <a:pt x="0" y="2552700"/>
                </a:lnTo>
                <a:lnTo>
                  <a:pt x="0" y="2571750"/>
                </a:lnTo>
                <a:lnTo>
                  <a:pt x="0" y="2590800"/>
                </a:lnTo>
                <a:lnTo>
                  <a:pt x="0" y="2609850"/>
                </a:lnTo>
                <a:lnTo>
                  <a:pt x="0" y="2628900"/>
                </a:lnTo>
                <a:lnTo>
                  <a:pt x="0" y="2647950"/>
                </a:lnTo>
                <a:lnTo>
                  <a:pt x="0" y="2667000"/>
                </a:lnTo>
                <a:lnTo>
                  <a:pt x="0" y="2686050"/>
                </a:lnTo>
                <a:lnTo>
                  <a:pt x="0" y="2705100"/>
                </a:lnTo>
                <a:lnTo>
                  <a:pt x="0" y="2724150"/>
                </a:lnTo>
                <a:lnTo>
                  <a:pt x="0" y="2743200"/>
                </a:lnTo>
                <a:lnTo>
                  <a:pt x="381" y="2762250"/>
                </a:lnTo>
                <a:lnTo>
                  <a:pt x="1143" y="2781300"/>
                </a:lnTo>
                <a:lnTo>
                  <a:pt x="2286" y="2800350"/>
                </a:lnTo>
                <a:lnTo>
                  <a:pt x="3810" y="2819400"/>
                </a:lnTo>
                <a:lnTo>
                  <a:pt x="5715" y="2838450"/>
                </a:lnTo>
                <a:lnTo>
                  <a:pt x="7239" y="2857500"/>
                </a:lnTo>
                <a:lnTo>
                  <a:pt x="8763" y="2876550"/>
                </a:lnTo>
                <a:lnTo>
                  <a:pt x="10287" y="2895600"/>
                </a:lnTo>
                <a:lnTo>
                  <a:pt x="11811" y="2914650"/>
                </a:lnTo>
                <a:lnTo>
                  <a:pt x="13335" y="2933700"/>
                </a:lnTo>
                <a:lnTo>
                  <a:pt x="15621" y="2952750"/>
                </a:lnTo>
                <a:lnTo>
                  <a:pt x="17907" y="2971800"/>
                </a:lnTo>
                <a:lnTo>
                  <a:pt x="20193" y="2990850"/>
                </a:lnTo>
                <a:lnTo>
                  <a:pt x="22479" y="3009900"/>
                </a:lnTo>
                <a:lnTo>
                  <a:pt x="25146" y="3028950"/>
                </a:lnTo>
                <a:lnTo>
                  <a:pt x="27432" y="3048000"/>
                </a:lnTo>
                <a:lnTo>
                  <a:pt x="29718" y="3067050"/>
                </a:lnTo>
                <a:lnTo>
                  <a:pt x="32385" y="3086100"/>
                </a:lnTo>
                <a:lnTo>
                  <a:pt x="35433" y="3105150"/>
                </a:lnTo>
                <a:lnTo>
                  <a:pt x="38100" y="3124200"/>
                </a:lnTo>
                <a:lnTo>
                  <a:pt x="40767" y="3143250"/>
                </a:lnTo>
                <a:lnTo>
                  <a:pt x="43815" y="3162300"/>
                </a:lnTo>
                <a:lnTo>
                  <a:pt x="46482" y="3181350"/>
                </a:lnTo>
                <a:lnTo>
                  <a:pt x="48768" y="3200400"/>
                </a:lnTo>
                <a:lnTo>
                  <a:pt x="51435" y="3219450"/>
                </a:lnTo>
                <a:lnTo>
                  <a:pt x="54483" y="3238500"/>
                </a:lnTo>
                <a:lnTo>
                  <a:pt x="57150" y="3257550"/>
                </a:lnTo>
                <a:lnTo>
                  <a:pt x="60198" y="3276600"/>
                </a:lnTo>
                <a:lnTo>
                  <a:pt x="63627" y="3295650"/>
                </a:lnTo>
                <a:lnTo>
                  <a:pt x="66675" y="3314700"/>
                </a:lnTo>
                <a:lnTo>
                  <a:pt x="69342" y="3333750"/>
                </a:lnTo>
                <a:lnTo>
                  <a:pt x="72009" y="3352800"/>
                </a:lnTo>
                <a:lnTo>
                  <a:pt x="248793" y="3352800"/>
                </a:lnTo>
                <a:lnTo>
                  <a:pt x="249936" y="3333750"/>
                </a:lnTo>
                <a:lnTo>
                  <a:pt x="251841" y="3314700"/>
                </a:lnTo>
                <a:lnTo>
                  <a:pt x="254508" y="3295650"/>
                </a:lnTo>
                <a:lnTo>
                  <a:pt x="257175" y="3276600"/>
                </a:lnTo>
                <a:lnTo>
                  <a:pt x="260223" y="3257550"/>
                </a:lnTo>
                <a:lnTo>
                  <a:pt x="263652" y="3238500"/>
                </a:lnTo>
                <a:lnTo>
                  <a:pt x="266700" y="3219450"/>
                </a:lnTo>
                <a:lnTo>
                  <a:pt x="269367" y="3200400"/>
                </a:lnTo>
                <a:lnTo>
                  <a:pt x="272415" y="3181350"/>
                </a:lnTo>
                <a:lnTo>
                  <a:pt x="275082" y="3162300"/>
                </a:lnTo>
                <a:lnTo>
                  <a:pt x="277368" y="3143250"/>
                </a:lnTo>
                <a:lnTo>
                  <a:pt x="280035" y="3124200"/>
                </a:lnTo>
                <a:lnTo>
                  <a:pt x="283083" y="3105150"/>
                </a:lnTo>
                <a:lnTo>
                  <a:pt x="285750" y="3086100"/>
                </a:lnTo>
                <a:lnTo>
                  <a:pt x="288417" y="3067050"/>
                </a:lnTo>
                <a:lnTo>
                  <a:pt x="291465" y="3048000"/>
                </a:lnTo>
                <a:lnTo>
                  <a:pt x="294132" y="3028950"/>
                </a:lnTo>
                <a:lnTo>
                  <a:pt x="296418" y="3009900"/>
                </a:lnTo>
                <a:lnTo>
                  <a:pt x="298704" y="2990850"/>
                </a:lnTo>
                <a:lnTo>
                  <a:pt x="300990" y="2971800"/>
                </a:lnTo>
                <a:lnTo>
                  <a:pt x="302895" y="2952750"/>
                </a:lnTo>
                <a:lnTo>
                  <a:pt x="304800" y="2933700"/>
                </a:lnTo>
                <a:lnTo>
                  <a:pt x="306705" y="2914650"/>
                </a:lnTo>
                <a:lnTo>
                  <a:pt x="308610" y="2895600"/>
                </a:lnTo>
                <a:lnTo>
                  <a:pt x="310515" y="2876550"/>
                </a:lnTo>
                <a:lnTo>
                  <a:pt x="312039" y="2857500"/>
                </a:lnTo>
                <a:lnTo>
                  <a:pt x="313182" y="2838450"/>
                </a:lnTo>
                <a:lnTo>
                  <a:pt x="313944" y="2819400"/>
                </a:lnTo>
                <a:lnTo>
                  <a:pt x="314325" y="2800350"/>
                </a:lnTo>
                <a:lnTo>
                  <a:pt x="314706" y="2781300"/>
                </a:lnTo>
                <a:lnTo>
                  <a:pt x="315468" y="2762250"/>
                </a:lnTo>
                <a:lnTo>
                  <a:pt x="316611" y="2743200"/>
                </a:lnTo>
                <a:lnTo>
                  <a:pt x="318135" y="2724150"/>
                </a:lnTo>
                <a:lnTo>
                  <a:pt x="320040" y="2705100"/>
                </a:lnTo>
                <a:lnTo>
                  <a:pt x="321564" y="2686050"/>
                </a:lnTo>
                <a:lnTo>
                  <a:pt x="322707" y="2667000"/>
                </a:lnTo>
                <a:lnTo>
                  <a:pt x="323088" y="2647950"/>
                </a:lnTo>
                <a:lnTo>
                  <a:pt x="322707" y="2628900"/>
                </a:lnTo>
                <a:lnTo>
                  <a:pt x="321564" y="2609850"/>
                </a:lnTo>
                <a:lnTo>
                  <a:pt x="320040" y="2590800"/>
                </a:lnTo>
                <a:lnTo>
                  <a:pt x="318135" y="2571750"/>
                </a:lnTo>
                <a:lnTo>
                  <a:pt x="316611" y="2552700"/>
                </a:lnTo>
                <a:lnTo>
                  <a:pt x="315468" y="2533650"/>
                </a:lnTo>
                <a:lnTo>
                  <a:pt x="314706" y="2514600"/>
                </a:lnTo>
                <a:lnTo>
                  <a:pt x="314325" y="2495550"/>
                </a:lnTo>
                <a:lnTo>
                  <a:pt x="314325" y="2476500"/>
                </a:lnTo>
                <a:lnTo>
                  <a:pt x="313944" y="2457450"/>
                </a:lnTo>
                <a:lnTo>
                  <a:pt x="313182" y="2438400"/>
                </a:lnTo>
                <a:lnTo>
                  <a:pt x="312039" y="2419350"/>
                </a:lnTo>
                <a:lnTo>
                  <a:pt x="310515" y="2400300"/>
                </a:lnTo>
                <a:lnTo>
                  <a:pt x="308610" y="2381250"/>
                </a:lnTo>
                <a:lnTo>
                  <a:pt x="306705" y="2362200"/>
                </a:lnTo>
                <a:lnTo>
                  <a:pt x="304800" y="2343150"/>
                </a:lnTo>
                <a:lnTo>
                  <a:pt x="302895" y="2324100"/>
                </a:lnTo>
                <a:lnTo>
                  <a:pt x="300990" y="2305050"/>
                </a:lnTo>
                <a:lnTo>
                  <a:pt x="299085" y="2286000"/>
                </a:lnTo>
                <a:lnTo>
                  <a:pt x="297561" y="2266950"/>
                </a:lnTo>
                <a:lnTo>
                  <a:pt x="296037" y="2247900"/>
                </a:lnTo>
                <a:lnTo>
                  <a:pt x="294513" y="2228850"/>
                </a:lnTo>
                <a:lnTo>
                  <a:pt x="292989" y="2209800"/>
                </a:lnTo>
                <a:lnTo>
                  <a:pt x="291465" y="2190750"/>
                </a:lnTo>
                <a:lnTo>
                  <a:pt x="289560" y="2171700"/>
                </a:lnTo>
                <a:lnTo>
                  <a:pt x="287655" y="2152650"/>
                </a:lnTo>
                <a:lnTo>
                  <a:pt x="285750" y="2133600"/>
                </a:lnTo>
                <a:lnTo>
                  <a:pt x="283845" y="2114550"/>
                </a:lnTo>
                <a:lnTo>
                  <a:pt x="281940" y="2095500"/>
                </a:lnTo>
                <a:lnTo>
                  <a:pt x="280035" y="2076450"/>
                </a:lnTo>
                <a:lnTo>
                  <a:pt x="278511" y="2057400"/>
                </a:lnTo>
                <a:lnTo>
                  <a:pt x="276987" y="2038350"/>
                </a:lnTo>
                <a:lnTo>
                  <a:pt x="275463" y="2019300"/>
                </a:lnTo>
                <a:lnTo>
                  <a:pt x="273939" y="2000250"/>
                </a:lnTo>
                <a:lnTo>
                  <a:pt x="272415" y="1981200"/>
                </a:lnTo>
                <a:lnTo>
                  <a:pt x="270510" y="1962150"/>
                </a:lnTo>
                <a:lnTo>
                  <a:pt x="268986" y="1943100"/>
                </a:lnTo>
                <a:lnTo>
                  <a:pt x="267462" y="1924050"/>
                </a:lnTo>
                <a:lnTo>
                  <a:pt x="265938" y="1905000"/>
                </a:lnTo>
                <a:lnTo>
                  <a:pt x="264414" y="1885950"/>
                </a:lnTo>
                <a:lnTo>
                  <a:pt x="262890" y="1866900"/>
                </a:lnTo>
                <a:lnTo>
                  <a:pt x="260985" y="1847850"/>
                </a:lnTo>
                <a:lnTo>
                  <a:pt x="259461" y="1828800"/>
                </a:lnTo>
                <a:lnTo>
                  <a:pt x="258318" y="1809750"/>
                </a:lnTo>
                <a:lnTo>
                  <a:pt x="257556" y="1790700"/>
                </a:lnTo>
                <a:lnTo>
                  <a:pt x="256794" y="1771650"/>
                </a:lnTo>
                <a:lnTo>
                  <a:pt x="256032" y="1752600"/>
                </a:lnTo>
                <a:lnTo>
                  <a:pt x="254889" y="1733550"/>
                </a:lnTo>
                <a:lnTo>
                  <a:pt x="253365" y="1714500"/>
                </a:lnTo>
                <a:lnTo>
                  <a:pt x="251460" y="1695450"/>
                </a:lnTo>
                <a:lnTo>
                  <a:pt x="249936" y="1676400"/>
                </a:lnTo>
                <a:lnTo>
                  <a:pt x="248793" y="1657350"/>
                </a:lnTo>
                <a:lnTo>
                  <a:pt x="248031" y="1638300"/>
                </a:lnTo>
                <a:lnTo>
                  <a:pt x="247650" y="1619250"/>
                </a:lnTo>
                <a:lnTo>
                  <a:pt x="247269" y="1600200"/>
                </a:lnTo>
                <a:lnTo>
                  <a:pt x="246507" y="1581150"/>
                </a:lnTo>
                <a:lnTo>
                  <a:pt x="245364" y="1562100"/>
                </a:lnTo>
                <a:lnTo>
                  <a:pt x="243840" y="1543050"/>
                </a:lnTo>
                <a:lnTo>
                  <a:pt x="241935" y="1524000"/>
                </a:lnTo>
                <a:lnTo>
                  <a:pt x="240411" y="1504950"/>
                </a:lnTo>
                <a:lnTo>
                  <a:pt x="239268" y="1485900"/>
                </a:lnTo>
                <a:lnTo>
                  <a:pt x="238506" y="1466850"/>
                </a:lnTo>
                <a:lnTo>
                  <a:pt x="238125" y="1447800"/>
                </a:lnTo>
                <a:lnTo>
                  <a:pt x="238125" y="1428750"/>
                </a:lnTo>
                <a:lnTo>
                  <a:pt x="238125" y="1409700"/>
                </a:lnTo>
                <a:lnTo>
                  <a:pt x="238125" y="1390650"/>
                </a:lnTo>
                <a:lnTo>
                  <a:pt x="238125" y="1371600"/>
                </a:lnTo>
                <a:lnTo>
                  <a:pt x="238125" y="1352550"/>
                </a:lnTo>
                <a:lnTo>
                  <a:pt x="237744" y="1333500"/>
                </a:lnTo>
                <a:lnTo>
                  <a:pt x="236982" y="1314450"/>
                </a:lnTo>
                <a:lnTo>
                  <a:pt x="235839" y="1295400"/>
                </a:lnTo>
                <a:lnTo>
                  <a:pt x="234315" y="1276350"/>
                </a:lnTo>
                <a:lnTo>
                  <a:pt x="232410" y="1257300"/>
                </a:lnTo>
                <a:lnTo>
                  <a:pt x="230886" y="1238250"/>
                </a:lnTo>
                <a:lnTo>
                  <a:pt x="229743" y="1219200"/>
                </a:lnTo>
                <a:lnTo>
                  <a:pt x="228981" y="1200150"/>
                </a:lnTo>
                <a:lnTo>
                  <a:pt x="228600" y="1181100"/>
                </a:lnTo>
                <a:lnTo>
                  <a:pt x="228600" y="1162050"/>
                </a:lnTo>
                <a:lnTo>
                  <a:pt x="228600" y="1143000"/>
                </a:lnTo>
                <a:lnTo>
                  <a:pt x="228600" y="1123950"/>
                </a:lnTo>
                <a:lnTo>
                  <a:pt x="228600" y="1104900"/>
                </a:lnTo>
                <a:lnTo>
                  <a:pt x="228600" y="1085850"/>
                </a:lnTo>
                <a:lnTo>
                  <a:pt x="228600" y="1066800"/>
                </a:lnTo>
                <a:lnTo>
                  <a:pt x="228600" y="1047750"/>
                </a:lnTo>
                <a:lnTo>
                  <a:pt x="228600" y="1028700"/>
                </a:lnTo>
                <a:lnTo>
                  <a:pt x="228600" y="1009650"/>
                </a:lnTo>
                <a:lnTo>
                  <a:pt x="228600" y="990600"/>
                </a:lnTo>
                <a:lnTo>
                  <a:pt x="228600" y="971550"/>
                </a:lnTo>
                <a:lnTo>
                  <a:pt x="228600" y="952500"/>
                </a:lnTo>
                <a:lnTo>
                  <a:pt x="228219" y="933450"/>
                </a:lnTo>
                <a:lnTo>
                  <a:pt x="227457" y="914400"/>
                </a:lnTo>
                <a:lnTo>
                  <a:pt x="226314" y="895350"/>
                </a:lnTo>
                <a:lnTo>
                  <a:pt x="224790" y="876300"/>
                </a:lnTo>
                <a:lnTo>
                  <a:pt x="222885" y="857250"/>
                </a:lnTo>
                <a:lnTo>
                  <a:pt x="221361" y="838200"/>
                </a:lnTo>
                <a:lnTo>
                  <a:pt x="220218" y="819150"/>
                </a:lnTo>
                <a:lnTo>
                  <a:pt x="219456" y="800100"/>
                </a:lnTo>
                <a:lnTo>
                  <a:pt x="219075" y="781050"/>
                </a:lnTo>
                <a:lnTo>
                  <a:pt x="219075" y="762000"/>
                </a:lnTo>
                <a:lnTo>
                  <a:pt x="219075" y="742950"/>
                </a:lnTo>
                <a:lnTo>
                  <a:pt x="219075" y="723900"/>
                </a:lnTo>
                <a:lnTo>
                  <a:pt x="219075" y="704850"/>
                </a:lnTo>
                <a:lnTo>
                  <a:pt x="219075" y="685800"/>
                </a:lnTo>
                <a:lnTo>
                  <a:pt x="219075" y="666750"/>
                </a:lnTo>
                <a:lnTo>
                  <a:pt x="219075" y="647700"/>
                </a:lnTo>
                <a:lnTo>
                  <a:pt x="219075" y="628650"/>
                </a:lnTo>
                <a:lnTo>
                  <a:pt x="219075" y="609600"/>
                </a:lnTo>
                <a:lnTo>
                  <a:pt x="219075" y="590550"/>
                </a:lnTo>
                <a:lnTo>
                  <a:pt x="219075" y="571500"/>
                </a:lnTo>
                <a:lnTo>
                  <a:pt x="219075" y="552450"/>
                </a:lnTo>
                <a:lnTo>
                  <a:pt x="218694" y="533400"/>
                </a:lnTo>
                <a:lnTo>
                  <a:pt x="217932" y="514350"/>
                </a:lnTo>
                <a:lnTo>
                  <a:pt x="216789" y="495300"/>
                </a:lnTo>
                <a:lnTo>
                  <a:pt x="215265" y="476250"/>
                </a:lnTo>
                <a:lnTo>
                  <a:pt x="213360" y="457200"/>
                </a:lnTo>
                <a:lnTo>
                  <a:pt x="211836" y="438150"/>
                </a:lnTo>
                <a:lnTo>
                  <a:pt x="210693" y="419100"/>
                </a:lnTo>
                <a:lnTo>
                  <a:pt x="209931" y="400050"/>
                </a:lnTo>
                <a:lnTo>
                  <a:pt x="209550" y="381000"/>
                </a:lnTo>
                <a:lnTo>
                  <a:pt x="209550" y="361950"/>
                </a:lnTo>
                <a:lnTo>
                  <a:pt x="209550" y="342900"/>
                </a:lnTo>
                <a:lnTo>
                  <a:pt x="209550" y="323850"/>
                </a:lnTo>
                <a:lnTo>
                  <a:pt x="209550" y="304800"/>
                </a:lnTo>
                <a:lnTo>
                  <a:pt x="209550" y="285750"/>
                </a:lnTo>
                <a:lnTo>
                  <a:pt x="209550" y="266700"/>
                </a:lnTo>
                <a:lnTo>
                  <a:pt x="209169" y="247650"/>
                </a:lnTo>
                <a:lnTo>
                  <a:pt x="208407" y="228600"/>
                </a:lnTo>
                <a:lnTo>
                  <a:pt x="207264" y="209550"/>
                </a:lnTo>
                <a:lnTo>
                  <a:pt x="205740" y="190500"/>
                </a:lnTo>
                <a:lnTo>
                  <a:pt x="203835" y="171450"/>
                </a:lnTo>
                <a:lnTo>
                  <a:pt x="202311" y="152400"/>
                </a:lnTo>
                <a:lnTo>
                  <a:pt x="201168" y="133350"/>
                </a:lnTo>
                <a:lnTo>
                  <a:pt x="200406" y="114300"/>
                </a:lnTo>
                <a:lnTo>
                  <a:pt x="200025" y="95250"/>
                </a:lnTo>
                <a:lnTo>
                  <a:pt x="199644" y="76200"/>
                </a:lnTo>
                <a:lnTo>
                  <a:pt x="198882" y="57150"/>
                </a:lnTo>
                <a:lnTo>
                  <a:pt x="197739" y="38100"/>
                </a:lnTo>
                <a:lnTo>
                  <a:pt x="196215" y="19050"/>
                </a:lnTo>
                <a:lnTo>
                  <a:pt x="194310" y="0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290" name="SE-056-path-1290">
            <a:extLst xmlns:a="http://schemas.openxmlformats.org/drawingml/2006/main">
              <a:ext uri="{FF2B5EF4-FFF2-40B4-BE49-F238E27FC236}">
                <a16:creationId xmlns:a16="http://schemas.microsoft.com/office/drawing/2014/main" id="{56171AA6-0585-4D92-9045-3D720CF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2566988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1" name="SE-056-path-1291">
            <a:extLst xmlns:a="http://schemas.openxmlformats.org/drawingml/2006/main">
              <a:ext uri="{FF2B5EF4-FFF2-40B4-BE49-F238E27FC236}">
                <a16:creationId xmlns:a16="http://schemas.microsoft.com/office/drawing/2014/main" id="{D1B65C59-B19C-446C-81A1-757F9D3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566988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2" name="SE-056-path-1292">
            <a:extLst xmlns:a="http://schemas.openxmlformats.org/drawingml/2006/main">
              <a:ext uri="{FF2B5EF4-FFF2-40B4-BE49-F238E27FC236}">
                <a16:creationId xmlns:a16="http://schemas.microsoft.com/office/drawing/2014/main" id="{4567D329-405E-42F3-8A46-21F70B0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566988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3" name="SE-056-path-1293">
            <a:extLst xmlns:a="http://schemas.openxmlformats.org/drawingml/2006/main">
              <a:ext uri="{FF2B5EF4-FFF2-40B4-BE49-F238E27FC236}">
                <a16:creationId xmlns:a16="http://schemas.microsoft.com/office/drawing/2014/main" id="{8B4CE4E5-A9E8-413B-8BEF-D2150541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47988"/>
            <a:ext cx="309563" cy="95"/>
          </a:xfrm>
          <a:custGeom xmlns:a="http://schemas.openxmlformats.org/drawingml/2006/main">
            <a:pathLst>
              <a:path w="309563" h="95">
                <a:moveTo>
                  <a:pt x="0" y="0"/>
                </a:moveTo>
                <a:lnTo>
                  <a:pt x="309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294" name="SE-056-1294">
            <a:extLst xmlns:a="http://schemas.openxmlformats.org/drawingml/2006/main">
              <a:ext uri="{FF2B5EF4-FFF2-40B4-BE49-F238E27FC236}">
                <a16:creationId xmlns:a16="http://schemas.microsoft.com/office/drawing/2014/main" id="{DB8D4D8D-7E4F-4DE9-8007-DD2E1D4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62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1295" name="SE-056-1295">
            <a:extLst xmlns:a="http://schemas.openxmlformats.org/drawingml/2006/main">
              <a:ext uri="{FF2B5EF4-FFF2-40B4-BE49-F238E27FC236}">
                <a16:creationId xmlns:a16="http://schemas.microsoft.com/office/drawing/2014/main" id="{52EC92A2-F751-4F5E-842E-8FBA6BF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296" name="SE-056-1296">
            <a:extLst xmlns:a="http://schemas.openxmlformats.org/drawingml/2006/main">
              <a:ext uri="{FF2B5EF4-FFF2-40B4-BE49-F238E27FC236}">
                <a16:creationId xmlns:a16="http://schemas.microsoft.com/office/drawing/2014/main" id="{F84F2B2A-8281-48DE-9DB4-2F2B1CB7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297" name="SE-056-1297">
            <a:extLst xmlns:a="http://schemas.openxmlformats.org/drawingml/2006/main">
              <a:ext uri="{FF2B5EF4-FFF2-40B4-BE49-F238E27FC236}">
                <a16:creationId xmlns:a16="http://schemas.microsoft.com/office/drawing/2014/main" id="{E0075389-8395-415D-8DC0-0A0CBC7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AutoCodeRover</a:t>
            </a:r>
          </a:p>
        </p:txBody>
      </p:sp>
      <p:sp>
        <p:nvSpPr>
          <p:cNvPr id="1298" name="SE-056-path-1298">
            <a:extLst xmlns:a="http://schemas.openxmlformats.org/drawingml/2006/main">
              <a:ext uri="{FF2B5EF4-FFF2-40B4-BE49-F238E27FC236}">
                <a16:creationId xmlns:a16="http://schemas.microsoft.com/office/drawing/2014/main" id="{EC7AE447-48F5-46C9-B101-C07CC346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299" name="SE-056-path-1299">
            <a:extLst xmlns:a="http://schemas.openxmlformats.org/drawingml/2006/main">
              <a:ext uri="{FF2B5EF4-FFF2-40B4-BE49-F238E27FC236}">
                <a16:creationId xmlns:a16="http://schemas.microsoft.com/office/drawing/2014/main" id="{C847B81F-752B-44B3-BF22-ABD0F31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0" name="SE-056-path-1300">
            <a:extLst xmlns:a="http://schemas.openxmlformats.org/drawingml/2006/main">
              <a:ext uri="{FF2B5EF4-FFF2-40B4-BE49-F238E27FC236}">
                <a16:creationId xmlns:a16="http://schemas.microsoft.com/office/drawing/2014/main" id="{DCB85B7C-447F-4ABF-845A-08E9176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1" name="SE-056-path-1301">
            <a:extLst xmlns:a="http://schemas.openxmlformats.org/drawingml/2006/main">
              <a:ext uri="{FF2B5EF4-FFF2-40B4-BE49-F238E27FC236}">
                <a16:creationId xmlns:a16="http://schemas.microsoft.com/office/drawing/2014/main" id="{5632776A-B522-43A9-8853-1688CBDD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2" name="SE-056-path-1302">
            <a:extLst xmlns:a="http://schemas.openxmlformats.org/drawingml/2006/main">
              <a:ext uri="{FF2B5EF4-FFF2-40B4-BE49-F238E27FC236}">
                <a16:creationId xmlns:a16="http://schemas.microsoft.com/office/drawing/2014/main" id="{08200090-6C90-47C5-B2E0-64ED743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3" name="SE-056-path-1303">
            <a:extLst xmlns:a="http://schemas.openxmlformats.org/drawingml/2006/main">
              <a:ext uri="{FF2B5EF4-FFF2-40B4-BE49-F238E27FC236}">
                <a16:creationId xmlns:a16="http://schemas.microsoft.com/office/drawing/2014/main" id="{13783D5A-BC03-46E9-9039-A675D0B6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4" name="SE-056-path-1304">
            <a:extLst xmlns:a="http://schemas.openxmlformats.org/drawingml/2006/main">
              <a:ext uri="{FF2B5EF4-FFF2-40B4-BE49-F238E27FC236}">
                <a16:creationId xmlns:a16="http://schemas.microsoft.com/office/drawing/2014/main" id="{77CB0B00-8113-4749-874E-7929561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5" name="SE-056-path-1305">
            <a:extLst xmlns:a="http://schemas.openxmlformats.org/drawingml/2006/main">
              <a:ext uri="{FF2B5EF4-FFF2-40B4-BE49-F238E27FC236}">
                <a16:creationId xmlns:a16="http://schemas.microsoft.com/office/drawing/2014/main" id="{57AA1802-9D84-4347-A252-B9E7968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6" name="SE-056-path-1306">
            <a:extLst xmlns:a="http://schemas.openxmlformats.org/drawingml/2006/main">
              <a:ext uri="{FF2B5EF4-FFF2-40B4-BE49-F238E27FC236}">
                <a16:creationId xmlns:a16="http://schemas.microsoft.com/office/drawing/2014/main" id="{A6FDECC9-23CA-48B1-827F-771C29D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7" name="SE-056-path-1307">
            <a:extLst xmlns:a="http://schemas.openxmlformats.org/drawingml/2006/main">
              <a:ext uri="{FF2B5EF4-FFF2-40B4-BE49-F238E27FC236}">
                <a16:creationId xmlns:a16="http://schemas.microsoft.com/office/drawing/2014/main" id="{127F6829-E086-480B-A8F9-B5913AB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8" name="SE-056-path-1308">
            <a:extLst xmlns:a="http://schemas.openxmlformats.org/drawingml/2006/main">
              <a:ext uri="{FF2B5EF4-FFF2-40B4-BE49-F238E27FC236}">
                <a16:creationId xmlns:a16="http://schemas.microsoft.com/office/drawing/2014/main" id="{800BBC4A-FF49-4316-9247-267852C5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09" name="SE-056-path-1309">
            <a:extLst xmlns:a="http://schemas.openxmlformats.org/drawingml/2006/main">
              <a:ext uri="{FF2B5EF4-FFF2-40B4-BE49-F238E27FC236}">
                <a16:creationId xmlns:a16="http://schemas.microsoft.com/office/drawing/2014/main" id="{FA435706-C7EF-4898-8EE1-B5112E2D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0" name="SE-056-path-1310">
            <a:extLst xmlns:a="http://schemas.openxmlformats.org/drawingml/2006/main">
              <a:ext uri="{FF2B5EF4-FFF2-40B4-BE49-F238E27FC236}">
                <a16:creationId xmlns:a16="http://schemas.microsoft.com/office/drawing/2014/main" id="{5AB69122-A397-4F6C-B2AD-D7D04609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1" name="SE-056-path-1311">
            <a:extLst xmlns:a="http://schemas.openxmlformats.org/drawingml/2006/main">
              <a:ext uri="{FF2B5EF4-FFF2-40B4-BE49-F238E27FC236}">
                <a16:creationId xmlns:a16="http://schemas.microsoft.com/office/drawing/2014/main" id="{AEADAE30-0774-4047-90B2-A8BA9C5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2" name="SE-056-path-1312">
            <a:extLst xmlns:a="http://schemas.openxmlformats.org/drawingml/2006/main">
              <a:ext uri="{FF2B5EF4-FFF2-40B4-BE49-F238E27FC236}">
                <a16:creationId xmlns:a16="http://schemas.microsoft.com/office/drawing/2014/main" id="{00639DE1-FBEF-404F-A85C-8964DE76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3" name="SE-056-path-1313">
            <a:extLst xmlns:a="http://schemas.openxmlformats.org/drawingml/2006/main">
              <a:ext uri="{FF2B5EF4-FFF2-40B4-BE49-F238E27FC236}">
                <a16:creationId xmlns:a16="http://schemas.microsoft.com/office/drawing/2014/main" id="{DC20D8D4-9C8F-442A-9996-B0780093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4" name="SE-056-path-1314">
            <a:extLst xmlns:a="http://schemas.openxmlformats.org/drawingml/2006/main">
              <a:ext uri="{FF2B5EF4-FFF2-40B4-BE49-F238E27FC236}">
                <a16:creationId xmlns:a16="http://schemas.microsoft.com/office/drawing/2014/main" id="{EEC635AF-1A2D-4EF2-A98B-A29896AF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5" name="SE-056-path-1315">
            <a:extLst xmlns:a="http://schemas.openxmlformats.org/drawingml/2006/main">
              <a:ext uri="{FF2B5EF4-FFF2-40B4-BE49-F238E27FC236}">
                <a16:creationId xmlns:a16="http://schemas.microsoft.com/office/drawing/2014/main" id="{F4DB56E4-6C09-411C-BDE0-CC7BCBED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6" name="SE-056-path-1316">
            <a:extLst xmlns:a="http://schemas.openxmlformats.org/drawingml/2006/main">
              <a:ext uri="{FF2B5EF4-FFF2-40B4-BE49-F238E27FC236}">
                <a16:creationId xmlns:a16="http://schemas.microsoft.com/office/drawing/2014/main" id="{419D80F7-FC28-463F-B31E-2C303792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7" name="SE-056-path-1317">
            <a:extLst xmlns:a="http://schemas.openxmlformats.org/drawingml/2006/main">
              <a:ext uri="{FF2B5EF4-FFF2-40B4-BE49-F238E27FC236}">
                <a16:creationId xmlns:a16="http://schemas.microsoft.com/office/drawing/2014/main" id="{A5C60AC0-A9D6-45E5-A333-780A107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8" name="SE-056-path-1318">
            <a:extLst xmlns:a="http://schemas.openxmlformats.org/drawingml/2006/main">
              <a:ext uri="{FF2B5EF4-FFF2-40B4-BE49-F238E27FC236}">
                <a16:creationId xmlns:a16="http://schemas.microsoft.com/office/drawing/2014/main" id="{0B3D085E-6D79-4380-B153-97CE579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19" name="SE-056-path-1319">
            <a:extLst xmlns:a="http://schemas.openxmlformats.org/drawingml/2006/main">
              <a:ext uri="{FF2B5EF4-FFF2-40B4-BE49-F238E27FC236}">
                <a16:creationId xmlns:a16="http://schemas.microsoft.com/office/drawing/2014/main" id="{71BE220B-356B-4FE8-AB33-F3348FF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0" name="SE-056-path-1320">
            <a:extLst xmlns:a="http://schemas.openxmlformats.org/drawingml/2006/main">
              <a:ext uri="{FF2B5EF4-FFF2-40B4-BE49-F238E27FC236}">
                <a16:creationId xmlns:a16="http://schemas.microsoft.com/office/drawing/2014/main" id="{886EC9E0-9AF4-4F43-A132-D2089E7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1" name="SE-056-path-1321">
            <a:extLst xmlns:a="http://schemas.openxmlformats.org/drawingml/2006/main">
              <a:ext uri="{FF2B5EF4-FFF2-40B4-BE49-F238E27FC236}">
                <a16:creationId xmlns:a16="http://schemas.microsoft.com/office/drawing/2014/main" id="{D35CDEBE-C9B3-4BBF-AD3C-FBAFEA4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2" name="SE-056-path-1322">
            <a:extLst xmlns:a="http://schemas.openxmlformats.org/drawingml/2006/main">
              <a:ext uri="{FF2B5EF4-FFF2-40B4-BE49-F238E27FC236}">
                <a16:creationId xmlns:a16="http://schemas.microsoft.com/office/drawing/2014/main" id="{54F45DFA-900A-4E8B-BE8F-85FCE9C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3" name="SE-056-path-1323">
            <a:extLst xmlns:a="http://schemas.openxmlformats.org/drawingml/2006/main">
              <a:ext uri="{FF2B5EF4-FFF2-40B4-BE49-F238E27FC236}">
                <a16:creationId xmlns:a16="http://schemas.microsoft.com/office/drawing/2014/main" id="{B9AF68DA-EB3A-4E5C-B2BF-57D68EF0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4" name="SE-056-path-1324">
            <a:extLst xmlns:a="http://schemas.openxmlformats.org/drawingml/2006/main">
              <a:ext uri="{FF2B5EF4-FFF2-40B4-BE49-F238E27FC236}">
                <a16:creationId xmlns:a16="http://schemas.microsoft.com/office/drawing/2014/main" id="{BCF16B84-8CDE-48D0-87FE-FC04742A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5" name="SE-056-path-1325">
            <a:extLst xmlns:a="http://schemas.openxmlformats.org/drawingml/2006/main">
              <a:ext uri="{FF2B5EF4-FFF2-40B4-BE49-F238E27FC236}">
                <a16:creationId xmlns:a16="http://schemas.microsoft.com/office/drawing/2014/main" id="{2BAAD797-EC4B-4535-A270-8DA877B0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6" name="SE-056-path-1326">
            <a:extLst xmlns:a="http://schemas.openxmlformats.org/drawingml/2006/main">
              <a:ext uri="{FF2B5EF4-FFF2-40B4-BE49-F238E27FC236}">
                <a16:creationId xmlns:a16="http://schemas.microsoft.com/office/drawing/2014/main" id="{381367C8-50B5-4DEF-8DEB-BA5E95F4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7" name="SE-056-path-1327">
            <a:extLst xmlns:a="http://schemas.openxmlformats.org/drawingml/2006/main">
              <a:ext uri="{FF2B5EF4-FFF2-40B4-BE49-F238E27FC236}">
                <a16:creationId xmlns:a16="http://schemas.microsoft.com/office/drawing/2014/main" id="{E6EE9F2E-6770-42F6-9234-A436DE8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8" name="SE-056-path-1328">
            <a:extLst xmlns:a="http://schemas.openxmlformats.org/drawingml/2006/main">
              <a:ext uri="{FF2B5EF4-FFF2-40B4-BE49-F238E27FC236}">
                <a16:creationId xmlns:a16="http://schemas.microsoft.com/office/drawing/2014/main" id="{62E8C4E7-B214-4EBD-91A6-E2CE85A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29" name="SE-056-path-1329">
            <a:extLst xmlns:a="http://schemas.openxmlformats.org/drawingml/2006/main">
              <a:ext uri="{FF2B5EF4-FFF2-40B4-BE49-F238E27FC236}">
                <a16:creationId xmlns:a16="http://schemas.microsoft.com/office/drawing/2014/main" id="{2EFBCFA9-548D-47B0-8BA6-B052B325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0" name="SE-056-path-1330">
            <a:extLst xmlns:a="http://schemas.openxmlformats.org/drawingml/2006/main">
              <a:ext uri="{FF2B5EF4-FFF2-40B4-BE49-F238E27FC236}">
                <a16:creationId xmlns:a16="http://schemas.microsoft.com/office/drawing/2014/main" id="{CDC586F7-9883-402D-8CA2-AF304643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1" name="SE-056-path-1331">
            <a:extLst xmlns:a="http://schemas.openxmlformats.org/drawingml/2006/main">
              <a:ext uri="{FF2B5EF4-FFF2-40B4-BE49-F238E27FC236}">
                <a16:creationId xmlns:a16="http://schemas.microsoft.com/office/drawing/2014/main" id="{C23D26F5-000D-4436-BCAD-48B0230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2" name="SE-056-path-1332">
            <a:extLst xmlns:a="http://schemas.openxmlformats.org/drawingml/2006/main">
              <a:ext uri="{FF2B5EF4-FFF2-40B4-BE49-F238E27FC236}">
                <a16:creationId xmlns:a16="http://schemas.microsoft.com/office/drawing/2014/main" id="{FE6FF334-9E2B-4514-9B23-F54C82E1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3" name="SE-056-path-1333">
            <a:extLst xmlns:a="http://schemas.openxmlformats.org/drawingml/2006/main">
              <a:ext uri="{FF2B5EF4-FFF2-40B4-BE49-F238E27FC236}">
                <a16:creationId xmlns:a16="http://schemas.microsoft.com/office/drawing/2014/main" id="{8C66C2F0-A6D5-4941-BD27-7D31ABC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4" name="SE-056-path-1334">
            <a:extLst xmlns:a="http://schemas.openxmlformats.org/drawingml/2006/main">
              <a:ext uri="{FF2B5EF4-FFF2-40B4-BE49-F238E27FC236}">
                <a16:creationId xmlns:a16="http://schemas.microsoft.com/office/drawing/2014/main" id="{520E2680-8402-4405-A06B-D0E479C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5" name="SE-056-path-1335">
            <a:extLst xmlns:a="http://schemas.openxmlformats.org/drawingml/2006/main">
              <a:ext uri="{FF2B5EF4-FFF2-40B4-BE49-F238E27FC236}">
                <a16:creationId xmlns:a16="http://schemas.microsoft.com/office/drawing/2014/main" id="{5AD09AE4-27E7-4C80-AC22-C0768811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6" name="SE-056-path-1336">
            <a:extLst xmlns:a="http://schemas.openxmlformats.org/drawingml/2006/main">
              <a:ext uri="{FF2B5EF4-FFF2-40B4-BE49-F238E27FC236}">
                <a16:creationId xmlns:a16="http://schemas.microsoft.com/office/drawing/2014/main" id="{90A4DD5B-6852-44A7-8140-33E5CBB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7" name="SE-056-path-1337">
            <a:extLst xmlns:a="http://schemas.openxmlformats.org/drawingml/2006/main">
              <a:ext uri="{FF2B5EF4-FFF2-40B4-BE49-F238E27FC236}">
                <a16:creationId xmlns:a16="http://schemas.microsoft.com/office/drawing/2014/main" id="{9F5018F9-A93B-4470-9AD7-3AD8499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8" name="SE-056-path-1338">
            <a:extLst xmlns:a="http://schemas.openxmlformats.org/drawingml/2006/main">
              <a:ext uri="{FF2B5EF4-FFF2-40B4-BE49-F238E27FC236}">
                <a16:creationId xmlns:a16="http://schemas.microsoft.com/office/drawing/2014/main" id="{9617A952-8971-4294-90FE-CF6FF9D5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39" name="SE-056-path-1339">
            <a:extLst xmlns:a="http://schemas.openxmlformats.org/drawingml/2006/main">
              <a:ext uri="{FF2B5EF4-FFF2-40B4-BE49-F238E27FC236}">
                <a16:creationId xmlns:a16="http://schemas.microsoft.com/office/drawing/2014/main" id="{2E9880CA-862C-43CA-B693-AD11DC8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0" name="SE-056-path-1340">
            <a:extLst xmlns:a="http://schemas.openxmlformats.org/drawingml/2006/main">
              <a:ext uri="{FF2B5EF4-FFF2-40B4-BE49-F238E27FC236}">
                <a16:creationId xmlns:a16="http://schemas.microsoft.com/office/drawing/2014/main" id="{9437920B-84B9-4A78-B91B-B0519A8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1" name="SE-056-path-1341">
            <a:extLst xmlns:a="http://schemas.openxmlformats.org/drawingml/2006/main">
              <a:ext uri="{FF2B5EF4-FFF2-40B4-BE49-F238E27FC236}">
                <a16:creationId xmlns:a16="http://schemas.microsoft.com/office/drawing/2014/main" id="{38A330B4-FACA-4A35-8B0B-9F6BCC99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2" name="SE-056-path-1342">
            <a:extLst xmlns:a="http://schemas.openxmlformats.org/drawingml/2006/main">
              <a:ext uri="{FF2B5EF4-FFF2-40B4-BE49-F238E27FC236}">
                <a16:creationId xmlns:a16="http://schemas.microsoft.com/office/drawing/2014/main" id="{1BB765E9-DF0E-4AB6-80C8-9364810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3" name="SE-056-path-1343">
            <a:extLst xmlns:a="http://schemas.openxmlformats.org/drawingml/2006/main">
              <a:ext uri="{FF2B5EF4-FFF2-40B4-BE49-F238E27FC236}">
                <a16:creationId xmlns:a16="http://schemas.microsoft.com/office/drawing/2014/main" id="{F9F0723C-20ED-4126-86B9-A742AD63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4" name="SE-056-path-1344">
            <a:extLst xmlns:a="http://schemas.openxmlformats.org/drawingml/2006/main">
              <a:ext uri="{FF2B5EF4-FFF2-40B4-BE49-F238E27FC236}">
                <a16:creationId xmlns:a16="http://schemas.microsoft.com/office/drawing/2014/main" id="{D3917663-3A49-44D6-98C4-E73DB20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5" name="SE-056-path-1345">
            <a:extLst xmlns:a="http://schemas.openxmlformats.org/drawingml/2006/main">
              <a:ext uri="{FF2B5EF4-FFF2-40B4-BE49-F238E27FC236}">
                <a16:creationId xmlns:a16="http://schemas.microsoft.com/office/drawing/2014/main" id="{D0AE7043-FD47-4568-A9B1-D9AF56B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6" name="SE-056-path-1346">
            <a:extLst xmlns:a="http://schemas.openxmlformats.org/drawingml/2006/main">
              <a:ext uri="{FF2B5EF4-FFF2-40B4-BE49-F238E27FC236}">
                <a16:creationId xmlns:a16="http://schemas.microsoft.com/office/drawing/2014/main" id="{3697B7C4-2A08-4E1E-A284-900A40E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7" name="SE-056-path-1347">
            <a:extLst xmlns:a="http://schemas.openxmlformats.org/drawingml/2006/main">
              <a:ext uri="{FF2B5EF4-FFF2-40B4-BE49-F238E27FC236}">
                <a16:creationId xmlns:a16="http://schemas.microsoft.com/office/drawing/2014/main" id="{F2808CD4-BDBF-40AE-B88C-65C1E51E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8" name="SE-056-path-1348">
            <a:extLst xmlns:a="http://schemas.openxmlformats.org/drawingml/2006/main">
              <a:ext uri="{FF2B5EF4-FFF2-40B4-BE49-F238E27FC236}">
                <a16:creationId xmlns:a16="http://schemas.microsoft.com/office/drawing/2014/main" id="{D4AAF701-DF03-42D8-88E9-7249E4D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49" name="SE-056-path-1349">
            <a:extLst xmlns:a="http://schemas.openxmlformats.org/drawingml/2006/main">
              <a:ext uri="{FF2B5EF4-FFF2-40B4-BE49-F238E27FC236}">
                <a16:creationId xmlns:a16="http://schemas.microsoft.com/office/drawing/2014/main" id="{F7E74D54-8D55-4384-B680-B56985FE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0" name="SE-056-path-1350">
            <a:extLst xmlns:a="http://schemas.openxmlformats.org/drawingml/2006/main">
              <a:ext uri="{FF2B5EF4-FFF2-40B4-BE49-F238E27FC236}">
                <a16:creationId xmlns:a16="http://schemas.microsoft.com/office/drawing/2014/main" id="{78C9DC38-FC79-4100-82B2-6227AFB6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1" name="SE-056-path-1351">
            <a:extLst xmlns:a="http://schemas.openxmlformats.org/drawingml/2006/main">
              <a:ext uri="{FF2B5EF4-FFF2-40B4-BE49-F238E27FC236}">
                <a16:creationId xmlns:a16="http://schemas.microsoft.com/office/drawing/2014/main" id="{424D76E6-2DFB-461F-97A8-539743E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2" name="SE-056-path-1352">
            <a:extLst xmlns:a="http://schemas.openxmlformats.org/drawingml/2006/main">
              <a:ext uri="{FF2B5EF4-FFF2-40B4-BE49-F238E27FC236}">
                <a16:creationId xmlns:a16="http://schemas.microsoft.com/office/drawing/2014/main" id="{E23628BF-370F-42F9-A3ED-25C12979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3" name="SE-056-path-1353">
            <a:extLst xmlns:a="http://schemas.openxmlformats.org/drawingml/2006/main">
              <a:ext uri="{FF2B5EF4-FFF2-40B4-BE49-F238E27FC236}">
                <a16:creationId xmlns:a16="http://schemas.microsoft.com/office/drawing/2014/main" id="{68F4FA51-2CFF-4D57-BDCA-5848F51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4" name="SE-056-path-1354">
            <a:extLst xmlns:a="http://schemas.openxmlformats.org/drawingml/2006/main">
              <a:ext uri="{FF2B5EF4-FFF2-40B4-BE49-F238E27FC236}">
                <a16:creationId xmlns:a16="http://schemas.microsoft.com/office/drawing/2014/main" id="{6EB4AEEC-F888-4DDC-B0F0-059A7F79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5" name="SE-056-path-1355">
            <a:extLst xmlns:a="http://schemas.openxmlformats.org/drawingml/2006/main">
              <a:ext uri="{FF2B5EF4-FFF2-40B4-BE49-F238E27FC236}">
                <a16:creationId xmlns:a16="http://schemas.microsoft.com/office/drawing/2014/main" id="{572AB4BF-F119-4465-A914-F391520B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6" name="SE-056-path-1356">
            <a:extLst xmlns:a="http://schemas.openxmlformats.org/drawingml/2006/main">
              <a:ext uri="{FF2B5EF4-FFF2-40B4-BE49-F238E27FC236}">
                <a16:creationId xmlns:a16="http://schemas.microsoft.com/office/drawing/2014/main" id="{1879D042-334A-4215-BD69-74320AE2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7" name="SE-056-path-1357">
            <a:extLst xmlns:a="http://schemas.openxmlformats.org/drawingml/2006/main">
              <a:ext uri="{FF2B5EF4-FFF2-40B4-BE49-F238E27FC236}">
                <a16:creationId xmlns:a16="http://schemas.microsoft.com/office/drawing/2014/main" id="{B0E0CFF1-E4CC-40D0-83CE-389F8FD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8" name="SE-056-path-1358">
            <a:extLst xmlns:a="http://schemas.openxmlformats.org/drawingml/2006/main">
              <a:ext uri="{FF2B5EF4-FFF2-40B4-BE49-F238E27FC236}">
                <a16:creationId xmlns:a16="http://schemas.microsoft.com/office/drawing/2014/main" id="{D62374A2-D700-4CF4-BC8B-6B5BA470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59" name="SE-056-path-1359">
            <a:extLst xmlns:a="http://schemas.openxmlformats.org/drawingml/2006/main">
              <a:ext uri="{FF2B5EF4-FFF2-40B4-BE49-F238E27FC236}">
                <a16:creationId xmlns:a16="http://schemas.microsoft.com/office/drawing/2014/main" id="{BA748972-4FAC-4703-8AEE-5F12B0D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0" name="SE-056-path-1360">
            <a:extLst xmlns:a="http://schemas.openxmlformats.org/drawingml/2006/main">
              <a:ext uri="{FF2B5EF4-FFF2-40B4-BE49-F238E27FC236}">
                <a16:creationId xmlns:a16="http://schemas.microsoft.com/office/drawing/2014/main" id="{EFE392BA-069B-4B80-940F-5E8F8E3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1" name="SE-056-path-1361">
            <a:extLst xmlns:a="http://schemas.openxmlformats.org/drawingml/2006/main">
              <a:ext uri="{FF2B5EF4-FFF2-40B4-BE49-F238E27FC236}">
                <a16:creationId xmlns:a16="http://schemas.microsoft.com/office/drawing/2014/main" id="{71BA48F9-122C-49F8-98E9-18DDE1C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2" name="SE-056-path-1362">
            <a:extLst xmlns:a="http://schemas.openxmlformats.org/drawingml/2006/main">
              <a:ext uri="{FF2B5EF4-FFF2-40B4-BE49-F238E27FC236}">
                <a16:creationId xmlns:a16="http://schemas.microsoft.com/office/drawing/2014/main" id="{8882474A-285A-4390-B2D0-F265BA2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3" name="SE-056-path-1363">
            <a:extLst xmlns:a="http://schemas.openxmlformats.org/drawingml/2006/main">
              <a:ext uri="{FF2B5EF4-FFF2-40B4-BE49-F238E27FC236}">
                <a16:creationId xmlns:a16="http://schemas.microsoft.com/office/drawing/2014/main" id="{9F39A265-BB5C-43EA-8DDA-9E6B27A4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4" name="SE-056-path-1364">
            <a:extLst xmlns:a="http://schemas.openxmlformats.org/drawingml/2006/main">
              <a:ext uri="{FF2B5EF4-FFF2-40B4-BE49-F238E27FC236}">
                <a16:creationId xmlns:a16="http://schemas.microsoft.com/office/drawing/2014/main" id="{E43563BF-A2D7-42B0-BF78-1C431ED1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5" name="SE-056-path-1365">
            <a:extLst xmlns:a="http://schemas.openxmlformats.org/drawingml/2006/main">
              <a:ext uri="{FF2B5EF4-FFF2-40B4-BE49-F238E27FC236}">
                <a16:creationId xmlns:a16="http://schemas.microsoft.com/office/drawing/2014/main" id="{D1255E2A-664A-4D66-BA08-13053E1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6" name="SE-056-path-1366">
            <a:extLst xmlns:a="http://schemas.openxmlformats.org/drawingml/2006/main">
              <a:ext uri="{FF2B5EF4-FFF2-40B4-BE49-F238E27FC236}">
                <a16:creationId xmlns:a16="http://schemas.microsoft.com/office/drawing/2014/main" id="{0E6EE076-BF6E-4C08-B56E-2734455A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7" name="SE-056-path-1367">
            <a:extLst xmlns:a="http://schemas.openxmlformats.org/drawingml/2006/main">
              <a:ext uri="{FF2B5EF4-FFF2-40B4-BE49-F238E27FC236}">
                <a16:creationId xmlns:a16="http://schemas.microsoft.com/office/drawing/2014/main" id="{41648297-0383-441A-8E7A-00AED6C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8" name="SE-056-path-1368">
            <a:extLst xmlns:a="http://schemas.openxmlformats.org/drawingml/2006/main">
              <a:ext uri="{FF2B5EF4-FFF2-40B4-BE49-F238E27FC236}">
                <a16:creationId xmlns:a16="http://schemas.microsoft.com/office/drawing/2014/main" id="{5DC4D34C-04DF-49C9-8F93-23A95DF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69" name="SE-056-path-1369">
            <a:extLst xmlns:a="http://schemas.openxmlformats.org/drawingml/2006/main">
              <a:ext uri="{FF2B5EF4-FFF2-40B4-BE49-F238E27FC236}">
                <a16:creationId xmlns:a16="http://schemas.microsoft.com/office/drawing/2014/main" id="{AD266FA2-3083-4B3F-B93C-96F6882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0" name="SE-056-path-1370">
            <a:extLst xmlns:a="http://schemas.openxmlformats.org/drawingml/2006/main">
              <a:ext uri="{FF2B5EF4-FFF2-40B4-BE49-F238E27FC236}">
                <a16:creationId xmlns:a16="http://schemas.microsoft.com/office/drawing/2014/main" id="{5A908BA0-2984-4D70-ABA7-BE527ACB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1" name="SE-056-path-1371">
            <a:extLst xmlns:a="http://schemas.openxmlformats.org/drawingml/2006/main">
              <a:ext uri="{FF2B5EF4-FFF2-40B4-BE49-F238E27FC236}">
                <a16:creationId xmlns:a16="http://schemas.microsoft.com/office/drawing/2014/main" id="{F8777565-8122-4BCE-B0FB-38F10B6C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2" name="SE-056-path-1372">
            <a:extLst xmlns:a="http://schemas.openxmlformats.org/drawingml/2006/main">
              <a:ext uri="{FF2B5EF4-FFF2-40B4-BE49-F238E27FC236}">
                <a16:creationId xmlns:a16="http://schemas.microsoft.com/office/drawing/2014/main" id="{FB2B85AF-0160-4C16-B100-277B98D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3" name="SE-056-path-1373">
            <a:extLst xmlns:a="http://schemas.openxmlformats.org/drawingml/2006/main">
              <a:ext uri="{FF2B5EF4-FFF2-40B4-BE49-F238E27FC236}">
                <a16:creationId xmlns:a16="http://schemas.microsoft.com/office/drawing/2014/main" id="{572DF234-2B14-48BA-8188-4A55D829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4" name="SE-056-path-1374">
            <a:extLst xmlns:a="http://schemas.openxmlformats.org/drawingml/2006/main">
              <a:ext uri="{FF2B5EF4-FFF2-40B4-BE49-F238E27FC236}">
                <a16:creationId xmlns:a16="http://schemas.microsoft.com/office/drawing/2014/main" id="{6DA90DB5-20DD-48AF-BCAD-C7B0896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5" name="SE-056-path-1375">
            <a:extLst xmlns:a="http://schemas.openxmlformats.org/drawingml/2006/main">
              <a:ext uri="{FF2B5EF4-FFF2-40B4-BE49-F238E27FC236}">
                <a16:creationId xmlns:a16="http://schemas.microsoft.com/office/drawing/2014/main" id="{B625A11F-EFE7-4819-8D8F-115D3B2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6" name="SE-056-path-1376">
            <a:extLst xmlns:a="http://schemas.openxmlformats.org/drawingml/2006/main">
              <a:ext uri="{FF2B5EF4-FFF2-40B4-BE49-F238E27FC236}">
                <a16:creationId xmlns:a16="http://schemas.microsoft.com/office/drawing/2014/main" id="{FB76ADCD-99FF-4371-A3FF-E47D6F3C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7" name="SE-056-path-1377">
            <a:extLst xmlns:a="http://schemas.openxmlformats.org/drawingml/2006/main">
              <a:ext uri="{FF2B5EF4-FFF2-40B4-BE49-F238E27FC236}">
                <a16:creationId xmlns:a16="http://schemas.microsoft.com/office/drawing/2014/main" id="{D2A2FA08-2F41-4679-9E77-706CEF41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8" name="SE-056-path-1378">
            <a:extLst xmlns:a="http://schemas.openxmlformats.org/drawingml/2006/main">
              <a:ext uri="{FF2B5EF4-FFF2-40B4-BE49-F238E27FC236}">
                <a16:creationId xmlns:a16="http://schemas.microsoft.com/office/drawing/2014/main" id="{946EBD07-6984-4DD3-8F01-75597A9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086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79" name="SE-056-1379">
            <a:extLst xmlns:a="http://schemas.openxmlformats.org/drawingml/2006/main">
              <a:ext uri="{FF2B5EF4-FFF2-40B4-BE49-F238E27FC236}">
                <a16:creationId xmlns:a16="http://schemas.microsoft.com/office/drawing/2014/main" id="{199BA0AE-0CB2-4EC0-BC2E-C96B444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943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80" name="SE-056-path-1380">
            <a:extLst xmlns:a="http://schemas.openxmlformats.org/drawingml/2006/main">
              <a:ext uri="{FF2B5EF4-FFF2-40B4-BE49-F238E27FC236}">
                <a16:creationId xmlns:a16="http://schemas.microsoft.com/office/drawing/2014/main" id="{523196EA-DF3A-4D21-9A19-AF5C7E14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1" name="SE-056-path-1381">
            <a:extLst xmlns:a="http://schemas.openxmlformats.org/drawingml/2006/main">
              <a:ext uri="{FF2B5EF4-FFF2-40B4-BE49-F238E27FC236}">
                <a16:creationId xmlns:a16="http://schemas.microsoft.com/office/drawing/2014/main" id="{93486480-3403-46D4-BE87-96294C7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2" name="SE-056-path-1382">
            <a:extLst xmlns:a="http://schemas.openxmlformats.org/drawingml/2006/main">
              <a:ext uri="{FF2B5EF4-FFF2-40B4-BE49-F238E27FC236}">
                <a16:creationId xmlns:a16="http://schemas.microsoft.com/office/drawing/2014/main" id="{E65A4837-4682-4E51-A5B6-5503684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3" name="SE-056-path-1383">
            <a:extLst xmlns:a="http://schemas.openxmlformats.org/drawingml/2006/main">
              <a:ext uri="{FF2B5EF4-FFF2-40B4-BE49-F238E27FC236}">
                <a16:creationId xmlns:a16="http://schemas.microsoft.com/office/drawing/2014/main" id="{ACFB6C56-F9FB-4753-9243-235517D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4" name="SE-056-path-1384">
            <a:extLst xmlns:a="http://schemas.openxmlformats.org/drawingml/2006/main">
              <a:ext uri="{FF2B5EF4-FFF2-40B4-BE49-F238E27FC236}">
                <a16:creationId xmlns:a16="http://schemas.microsoft.com/office/drawing/2014/main" id="{B6A8C86F-F3DB-49BC-9EA0-1B3C8FE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5" name="SE-056-path-1385">
            <a:extLst xmlns:a="http://schemas.openxmlformats.org/drawingml/2006/main">
              <a:ext uri="{FF2B5EF4-FFF2-40B4-BE49-F238E27FC236}">
                <a16:creationId xmlns:a16="http://schemas.microsoft.com/office/drawing/2014/main" id="{79381C1F-01A7-489B-BE17-3704D7F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6" name="SE-056-path-1386">
            <a:extLst xmlns:a="http://schemas.openxmlformats.org/drawingml/2006/main">
              <a:ext uri="{FF2B5EF4-FFF2-40B4-BE49-F238E27FC236}">
                <a16:creationId xmlns:a16="http://schemas.microsoft.com/office/drawing/2014/main" id="{2A11D8A1-FA14-477C-8E6D-5F08C85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7" name="SE-056-path-1387">
            <a:extLst xmlns:a="http://schemas.openxmlformats.org/drawingml/2006/main">
              <a:ext uri="{FF2B5EF4-FFF2-40B4-BE49-F238E27FC236}">
                <a16:creationId xmlns:a16="http://schemas.microsoft.com/office/drawing/2014/main" id="{8C73A47A-5DAD-44F6-92A9-214C00D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8" name="SE-056-path-1388">
            <a:extLst xmlns:a="http://schemas.openxmlformats.org/drawingml/2006/main">
              <a:ext uri="{FF2B5EF4-FFF2-40B4-BE49-F238E27FC236}">
                <a16:creationId xmlns:a16="http://schemas.microsoft.com/office/drawing/2014/main" id="{B6E67C9E-0680-458E-99E7-2DFAFEB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89" name="SE-056-path-1389">
            <a:extLst xmlns:a="http://schemas.openxmlformats.org/drawingml/2006/main">
              <a:ext uri="{FF2B5EF4-FFF2-40B4-BE49-F238E27FC236}">
                <a16:creationId xmlns:a16="http://schemas.microsoft.com/office/drawing/2014/main" id="{AA8BB0D0-F3F4-46D2-A693-AD7C7B94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0" name="SE-056-path-1390">
            <a:extLst xmlns:a="http://schemas.openxmlformats.org/drawingml/2006/main">
              <a:ext uri="{FF2B5EF4-FFF2-40B4-BE49-F238E27FC236}">
                <a16:creationId xmlns:a16="http://schemas.microsoft.com/office/drawing/2014/main" id="{00469E75-921B-4302-A97D-4AE9653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1" name="SE-056-path-1391">
            <a:extLst xmlns:a="http://schemas.openxmlformats.org/drawingml/2006/main">
              <a:ext uri="{FF2B5EF4-FFF2-40B4-BE49-F238E27FC236}">
                <a16:creationId xmlns:a16="http://schemas.microsoft.com/office/drawing/2014/main" id="{55FFEDE6-C8EB-449D-BDC8-E384DCAB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2" name="SE-056-path-1392">
            <a:extLst xmlns:a="http://schemas.openxmlformats.org/drawingml/2006/main">
              <a:ext uri="{FF2B5EF4-FFF2-40B4-BE49-F238E27FC236}">
                <a16:creationId xmlns:a16="http://schemas.microsoft.com/office/drawing/2014/main" id="{41BB676C-E605-4D72-BA6A-9C46A6F0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3" name="SE-056-path-1393">
            <a:extLst xmlns:a="http://schemas.openxmlformats.org/drawingml/2006/main">
              <a:ext uri="{FF2B5EF4-FFF2-40B4-BE49-F238E27FC236}">
                <a16:creationId xmlns:a16="http://schemas.microsoft.com/office/drawing/2014/main" id="{3571E604-68C7-4927-B710-AE22D20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4" name="SE-056-path-1394">
            <a:extLst xmlns:a="http://schemas.openxmlformats.org/drawingml/2006/main">
              <a:ext uri="{FF2B5EF4-FFF2-40B4-BE49-F238E27FC236}">
                <a16:creationId xmlns:a16="http://schemas.microsoft.com/office/drawing/2014/main" id="{15F36C5F-B3AD-4CF1-B7CD-2EC6D72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5" name="SE-056-path-1395">
            <a:extLst xmlns:a="http://schemas.openxmlformats.org/drawingml/2006/main">
              <a:ext uri="{FF2B5EF4-FFF2-40B4-BE49-F238E27FC236}">
                <a16:creationId xmlns:a16="http://schemas.microsoft.com/office/drawing/2014/main" id="{178C0691-C4C4-487F-96F4-DE86AC1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6" name="SE-056-path-1396">
            <a:extLst xmlns:a="http://schemas.openxmlformats.org/drawingml/2006/main">
              <a:ext uri="{FF2B5EF4-FFF2-40B4-BE49-F238E27FC236}">
                <a16:creationId xmlns:a16="http://schemas.microsoft.com/office/drawing/2014/main" id="{4D14B9FC-14AB-4151-A4C4-F565723B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7" name="SE-056-path-1397">
            <a:extLst xmlns:a="http://schemas.openxmlformats.org/drawingml/2006/main">
              <a:ext uri="{FF2B5EF4-FFF2-40B4-BE49-F238E27FC236}">
                <a16:creationId xmlns:a16="http://schemas.microsoft.com/office/drawing/2014/main" id="{B862A5BC-C517-471A-8FCE-065F42F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8" name="SE-056-path-1398">
            <a:extLst xmlns:a="http://schemas.openxmlformats.org/drawingml/2006/main">
              <a:ext uri="{FF2B5EF4-FFF2-40B4-BE49-F238E27FC236}">
                <a16:creationId xmlns:a16="http://schemas.microsoft.com/office/drawing/2014/main" id="{8C9A4E0F-0B03-4834-B511-87BC244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399" name="SE-056-path-1399">
            <a:extLst xmlns:a="http://schemas.openxmlformats.org/drawingml/2006/main">
              <a:ext uri="{FF2B5EF4-FFF2-40B4-BE49-F238E27FC236}">
                <a16:creationId xmlns:a16="http://schemas.microsoft.com/office/drawing/2014/main" id="{560CE7CE-E823-47BA-8A65-E6302635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0" name="SE-056-path-1400">
            <a:extLst xmlns:a="http://schemas.openxmlformats.org/drawingml/2006/main">
              <a:ext uri="{FF2B5EF4-FFF2-40B4-BE49-F238E27FC236}">
                <a16:creationId xmlns:a16="http://schemas.microsoft.com/office/drawing/2014/main" id="{7593122E-FA39-4C0D-A090-B7129C9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1" name="SE-056-path-1401">
            <a:extLst xmlns:a="http://schemas.openxmlformats.org/drawingml/2006/main">
              <a:ext uri="{FF2B5EF4-FFF2-40B4-BE49-F238E27FC236}">
                <a16:creationId xmlns:a16="http://schemas.microsoft.com/office/drawing/2014/main" id="{29613287-34E6-45FC-8F08-D951712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2" name="SE-056-path-1402">
            <a:extLst xmlns:a="http://schemas.openxmlformats.org/drawingml/2006/main">
              <a:ext uri="{FF2B5EF4-FFF2-40B4-BE49-F238E27FC236}">
                <a16:creationId xmlns:a16="http://schemas.microsoft.com/office/drawing/2014/main" id="{B3426110-2651-45B9-B9B3-B9724E64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3" name="SE-056-path-1403">
            <a:extLst xmlns:a="http://schemas.openxmlformats.org/drawingml/2006/main">
              <a:ext uri="{FF2B5EF4-FFF2-40B4-BE49-F238E27FC236}">
                <a16:creationId xmlns:a16="http://schemas.microsoft.com/office/drawing/2014/main" id="{971BF212-F9B4-4DA5-AB6C-EC053705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4" name="SE-056-path-1404">
            <a:extLst xmlns:a="http://schemas.openxmlformats.org/drawingml/2006/main">
              <a:ext uri="{FF2B5EF4-FFF2-40B4-BE49-F238E27FC236}">
                <a16:creationId xmlns:a16="http://schemas.microsoft.com/office/drawing/2014/main" id="{6E8B8EE6-E319-4FB3-85DC-CAE5351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5" name="SE-056-path-1405">
            <a:extLst xmlns:a="http://schemas.openxmlformats.org/drawingml/2006/main">
              <a:ext uri="{FF2B5EF4-FFF2-40B4-BE49-F238E27FC236}">
                <a16:creationId xmlns:a16="http://schemas.microsoft.com/office/drawing/2014/main" id="{806FE333-A318-4376-B657-CA90A684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6" name="SE-056-path-1406">
            <a:extLst xmlns:a="http://schemas.openxmlformats.org/drawingml/2006/main">
              <a:ext uri="{FF2B5EF4-FFF2-40B4-BE49-F238E27FC236}">
                <a16:creationId xmlns:a16="http://schemas.microsoft.com/office/drawing/2014/main" id="{9F620474-2864-4D2E-A144-9A5DB27F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7" name="SE-056-path-1407">
            <a:extLst xmlns:a="http://schemas.openxmlformats.org/drawingml/2006/main">
              <a:ext uri="{FF2B5EF4-FFF2-40B4-BE49-F238E27FC236}">
                <a16:creationId xmlns:a16="http://schemas.microsoft.com/office/drawing/2014/main" id="{9A521D98-F7EF-4465-B6A5-04F01AF1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8" name="SE-056-path-1408">
            <a:extLst xmlns:a="http://schemas.openxmlformats.org/drawingml/2006/main">
              <a:ext uri="{FF2B5EF4-FFF2-40B4-BE49-F238E27FC236}">
                <a16:creationId xmlns:a16="http://schemas.microsoft.com/office/drawing/2014/main" id="{D9025357-A339-49EE-BBDC-D1E7C1B2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09" name="SE-056-path-1409">
            <a:extLst xmlns:a="http://schemas.openxmlformats.org/drawingml/2006/main">
              <a:ext uri="{FF2B5EF4-FFF2-40B4-BE49-F238E27FC236}">
                <a16:creationId xmlns:a16="http://schemas.microsoft.com/office/drawing/2014/main" id="{09203393-FF5D-4E4C-812A-CB4285F3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0" name="SE-056-path-1410">
            <a:extLst xmlns:a="http://schemas.openxmlformats.org/drawingml/2006/main">
              <a:ext uri="{FF2B5EF4-FFF2-40B4-BE49-F238E27FC236}">
                <a16:creationId xmlns:a16="http://schemas.microsoft.com/office/drawing/2014/main" id="{60CDBCA0-BF92-4291-87BB-465B1E39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1" name="SE-056-path-1411">
            <a:extLst xmlns:a="http://schemas.openxmlformats.org/drawingml/2006/main">
              <a:ext uri="{FF2B5EF4-FFF2-40B4-BE49-F238E27FC236}">
                <a16:creationId xmlns:a16="http://schemas.microsoft.com/office/drawing/2014/main" id="{3D1B2AEA-53D7-4B06-9F12-080FEBC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2" name="SE-056-path-1412">
            <a:extLst xmlns:a="http://schemas.openxmlformats.org/drawingml/2006/main">
              <a:ext uri="{FF2B5EF4-FFF2-40B4-BE49-F238E27FC236}">
                <a16:creationId xmlns:a16="http://schemas.microsoft.com/office/drawing/2014/main" id="{BBE1FF22-862A-4E1A-BC2D-29E9BE4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3" name="SE-056-path-1413">
            <a:extLst xmlns:a="http://schemas.openxmlformats.org/drawingml/2006/main">
              <a:ext uri="{FF2B5EF4-FFF2-40B4-BE49-F238E27FC236}">
                <a16:creationId xmlns:a16="http://schemas.microsoft.com/office/drawing/2014/main" id="{FA1EC248-8247-4C62-931D-5A44301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4" name="SE-056-path-1414">
            <a:extLst xmlns:a="http://schemas.openxmlformats.org/drawingml/2006/main">
              <a:ext uri="{FF2B5EF4-FFF2-40B4-BE49-F238E27FC236}">
                <a16:creationId xmlns:a16="http://schemas.microsoft.com/office/drawing/2014/main" id="{B5EBCB7B-0459-4109-895E-98522D21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5" name="SE-056-path-1415">
            <a:extLst xmlns:a="http://schemas.openxmlformats.org/drawingml/2006/main">
              <a:ext uri="{FF2B5EF4-FFF2-40B4-BE49-F238E27FC236}">
                <a16:creationId xmlns:a16="http://schemas.microsoft.com/office/drawing/2014/main" id="{91454A91-11E0-47B7-89C3-FB3C4A9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6" name="SE-056-path-1416">
            <a:extLst xmlns:a="http://schemas.openxmlformats.org/drawingml/2006/main">
              <a:ext uri="{FF2B5EF4-FFF2-40B4-BE49-F238E27FC236}">
                <a16:creationId xmlns:a16="http://schemas.microsoft.com/office/drawing/2014/main" id="{2628A158-4033-4DF7-A3C0-CFEBE45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7" name="SE-056-path-1417">
            <a:extLst xmlns:a="http://schemas.openxmlformats.org/drawingml/2006/main">
              <a:ext uri="{FF2B5EF4-FFF2-40B4-BE49-F238E27FC236}">
                <a16:creationId xmlns:a16="http://schemas.microsoft.com/office/drawing/2014/main" id="{4ADD2A90-CF66-4F3C-B770-F1FE168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8" name="SE-056-path-1418">
            <a:extLst xmlns:a="http://schemas.openxmlformats.org/drawingml/2006/main">
              <a:ext uri="{FF2B5EF4-FFF2-40B4-BE49-F238E27FC236}">
                <a16:creationId xmlns:a16="http://schemas.microsoft.com/office/drawing/2014/main" id="{D9E47DC5-CC91-4C15-8307-6818483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19" name="SE-056-path-1419">
            <a:extLst xmlns:a="http://schemas.openxmlformats.org/drawingml/2006/main">
              <a:ext uri="{FF2B5EF4-FFF2-40B4-BE49-F238E27FC236}">
                <a16:creationId xmlns:a16="http://schemas.microsoft.com/office/drawing/2014/main" id="{62B42303-B268-4228-BD75-8EE85E95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0" name="SE-056-path-1420">
            <a:extLst xmlns:a="http://schemas.openxmlformats.org/drawingml/2006/main">
              <a:ext uri="{FF2B5EF4-FFF2-40B4-BE49-F238E27FC236}">
                <a16:creationId xmlns:a16="http://schemas.microsoft.com/office/drawing/2014/main" id="{9D409625-CC7B-427E-A803-E362A11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1" name="SE-056-path-1421">
            <a:extLst xmlns:a="http://schemas.openxmlformats.org/drawingml/2006/main">
              <a:ext uri="{FF2B5EF4-FFF2-40B4-BE49-F238E27FC236}">
                <a16:creationId xmlns:a16="http://schemas.microsoft.com/office/drawing/2014/main" id="{5609D205-427C-408E-9635-B7530CC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2" name="SE-056-path-1422">
            <a:extLst xmlns:a="http://schemas.openxmlformats.org/drawingml/2006/main">
              <a:ext uri="{FF2B5EF4-FFF2-40B4-BE49-F238E27FC236}">
                <a16:creationId xmlns:a16="http://schemas.microsoft.com/office/drawing/2014/main" id="{3B33A560-12D5-4619-9CA1-E97D15D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3" name="SE-056-path-1423">
            <a:extLst xmlns:a="http://schemas.openxmlformats.org/drawingml/2006/main">
              <a:ext uri="{FF2B5EF4-FFF2-40B4-BE49-F238E27FC236}">
                <a16:creationId xmlns:a16="http://schemas.microsoft.com/office/drawing/2014/main" id="{D30F5955-CB33-4CB9-BB80-AE3DF223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4" name="SE-056-path-1424">
            <a:extLst xmlns:a="http://schemas.openxmlformats.org/drawingml/2006/main">
              <a:ext uri="{FF2B5EF4-FFF2-40B4-BE49-F238E27FC236}">
                <a16:creationId xmlns:a16="http://schemas.microsoft.com/office/drawing/2014/main" id="{768BF2D7-70DD-4D1F-AD4B-6AFCF18E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5" name="SE-056-path-1425">
            <a:extLst xmlns:a="http://schemas.openxmlformats.org/drawingml/2006/main">
              <a:ext uri="{FF2B5EF4-FFF2-40B4-BE49-F238E27FC236}">
                <a16:creationId xmlns:a16="http://schemas.microsoft.com/office/drawing/2014/main" id="{7F7AAC31-B7E8-483E-96F5-9A57BF2A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6" name="SE-056-path-1426">
            <a:extLst xmlns:a="http://schemas.openxmlformats.org/drawingml/2006/main">
              <a:ext uri="{FF2B5EF4-FFF2-40B4-BE49-F238E27FC236}">
                <a16:creationId xmlns:a16="http://schemas.microsoft.com/office/drawing/2014/main" id="{031F3FF2-9228-4791-8C4E-7B9EAE9A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7" name="SE-056-path-1427">
            <a:extLst xmlns:a="http://schemas.openxmlformats.org/drawingml/2006/main">
              <a:ext uri="{FF2B5EF4-FFF2-40B4-BE49-F238E27FC236}">
                <a16:creationId xmlns:a16="http://schemas.microsoft.com/office/drawing/2014/main" id="{D9B0D6B3-5153-4F1D-B045-5743E37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8" name="SE-056-path-1428">
            <a:extLst xmlns:a="http://schemas.openxmlformats.org/drawingml/2006/main">
              <a:ext uri="{FF2B5EF4-FFF2-40B4-BE49-F238E27FC236}">
                <a16:creationId xmlns:a16="http://schemas.microsoft.com/office/drawing/2014/main" id="{653E89BD-D163-4776-98D3-3E4847CB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29" name="SE-056-path-1429">
            <a:extLst xmlns:a="http://schemas.openxmlformats.org/drawingml/2006/main">
              <a:ext uri="{FF2B5EF4-FFF2-40B4-BE49-F238E27FC236}">
                <a16:creationId xmlns:a16="http://schemas.microsoft.com/office/drawing/2014/main" id="{A09DE212-7D45-4852-8C00-A725B5A4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0" name="SE-056-path-1430">
            <a:extLst xmlns:a="http://schemas.openxmlformats.org/drawingml/2006/main">
              <a:ext uri="{FF2B5EF4-FFF2-40B4-BE49-F238E27FC236}">
                <a16:creationId xmlns:a16="http://schemas.microsoft.com/office/drawing/2014/main" id="{77F81F36-2BA1-4520-B231-2867072B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1" name="SE-056-path-1431">
            <a:extLst xmlns:a="http://schemas.openxmlformats.org/drawingml/2006/main">
              <a:ext uri="{FF2B5EF4-FFF2-40B4-BE49-F238E27FC236}">
                <a16:creationId xmlns:a16="http://schemas.microsoft.com/office/drawing/2014/main" id="{D975E557-6103-460B-ACB6-0C41CF2D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2" name="SE-056-path-1432">
            <a:extLst xmlns:a="http://schemas.openxmlformats.org/drawingml/2006/main">
              <a:ext uri="{FF2B5EF4-FFF2-40B4-BE49-F238E27FC236}">
                <a16:creationId xmlns:a16="http://schemas.microsoft.com/office/drawing/2014/main" id="{0531D223-051F-4F49-B8F3-85058CE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3" name="SE-056-path-1433">
            <a:extLst xmlns:a="http://schemas.openxmlformats.org/drawingml/2006/main">
              <a:ext uri="{FF2B5EF4-FFF2-40B4-BE49-F238E27FC236}">
                <a16:creationId xmlns:a16="http://schemas.microsoft.com/office/drawing/2014/main" id="{77765481-69AD-4F96-ADBD-E45C95A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4" name="SE-056-path-1434">
            <a:extLst xmlns:a="http://schemas.openxmlformats.org/drawingml/2006/main">
              <a:ext uri="{FF2B5EF4-FFF2-40B4-BE49-F238E27FC236}">
                <a16:creationId xmlns:a16="http://schemas.microsoft.com/office/drawing/2014/main" id="{B80E657D-43F1-4F89-88C7-229EEBF7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5" name="SE-056-path-1435">
            <a:extLst xmlns:a="http://schemas.openxmlformats.org/drawingml/2006/main">
              <a:ext uri="{FF2B5EF4-FFF2-40B4-BE49-F238E27FC236}">
                <a16:creationId xmlns:a16="http://schemas.microsoft.com/office/drawing/2014/main" id="{09D39ED6-C609-4B13-82FE-DB31AC0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6" name="SE-056-path-1436">
            <a:extLst xmlns:a="http://schemas.openxmlformats.org/drawingml/2006/main">
              <a:ext uri="{FF2B5EF4-FFF2-40B4-BE49-F238E27FC236}">
                <a16:creationId xmlns:a16="http://schemas.microsoft.com/office/drawing/2014/main" id="{888ADFC9-B406-44C7-A693-E92B44C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7" name="SE-056-path-1437">
            <a:extLst xmlns:a="http://schemas.openxmlformats.org/drawingml/2006/main">
              <a:ext uri="{FF2B5EF4-FFF2-40B4-BE49-F238E27FC236}">
                <a16:creationId xmlns:a16="http://schemas.microsoft.com/office/drawing/2014/main" id="{0605DD8F-193C-4C8F-BE1B-E1474020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8" name="SE-056-path-1438">
            <a:extLst xmlns:a="http://schemas.openxmlformats.org/drawingml/2006/main">
              <a:ext uri="{FF2B5EF4-FFF2-40B4-BE49-F238E27FC236}">
                <a16:creationId xmlns:a16="http://schemas.microsoft.com/office/drawing/2014/main" id="{CC5EA660-E579-40BA-8958-D3ECA257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39" name="SE-056-path-1439">
            <a:extLst xmlns:a="http://schemas.openxmlformats.org/drawingml/2006/main">
              <a:ext uri="{FF2B5EF4-FFF2-40B4-BE49-F238E27FC236}">
                <a16:creationId xmlns:a16="http://schemas.microsoft.com/office/drawing/2014/main" id="{CA0D606D-B44E-48EF-848E-A9768456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0" name="SE-056-path-1440">
            <a:extLst xmlns:a="http://schemas.openxmlformats.org/drawingml/2006/main">
              <a:ext uri="{FF2B5EF4-FFF2-40B4-BE49-F238E27FC236}">
                <a16:creationId xmlns:a16="http://schemas.microsoft.com/office/drawing/2014/main" id="{B2385C19-6B8E-43A5-B44A-054130C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1" name="SE-056-path-1441">
            <a:extLst xmlns:a="http://schemas.openxmlformats.org/drawingml/2006/main">
              <a:ext uri="{FF2B5EF4-FFF2-40B4-BE49-F238E27FC236}">
                <a16:creationId xmlns:a16="http://schemas.microsoft.com/office/drawing/2014/main" id="{2E56B5C3-606B-4D1C-963E-F8536160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2" name="SE-056-path-1442">
            <a:extLst xmlns:a="http://schemas.openxmlformats.org/drawingml/2006/main">
              <a:ext uri="{FF2B5EF4-FFF2-40B4-BE49-F238E27FC236}">
                <a16:creationId xmlns:a16="http://schemas.microsoft.com/office/drawing/2014/main" id="{08686F93-E4FA-4134-9A22-9153D6C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3" name="SE-056-path-1443">
            <a:extLst xmlns:a="http://schemas.openxmlformats.org/drawingml/2006/main">
              <a:ext uri="{FF2B5EF4-FFF2-40B4-BE49-F238E27FC236}">
                <a16:creationId xmlns:a16="http://schemas.microsoft.com/office/drawing/2014/main" id="{701BA371-3480-43A2-B8F6-F5213002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4" name="SE-056-path-1444">
            <a:extLst xmlns:a="http://schemas.openxmlformats.org/drawingml/2006/main">
              <a:ext uri="{FF2B5EF4-FFF2-40B4-BE49-F238E27FC236}">
                <a16:creationId xmlns:a16="http://schemas.microsoft.com/office/drawing/2014/main" id="{E61D2ED2-75E9-4AB1-A200-E6D2B32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5" name="SE-056-path-1445">
            <a:extLst xmlns:a="http://schemas.openxmlformats.org/drawingml/2006/main">
              <a:ext uri="{FF2B5EF4-FFF2-40B4-BE49-F238E27FC236}">
                <a16:creationId xmlns:a16="http://schemas.microsoft.com/office/drawing/2014/main" id="{301BC512-80EF-4328-A535-F17B2DE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6" name="SE-056-path-1446">
            <a:extLst xmlns:a="http://schemas.openxmlformats.org/drawingml/2006/main">
              <a:ext uri="{FF2B5EF4-FFF2-40B4-BE49-F238E27FC236}">
                <a16:creationId xmlns:a16="http://schemas.microsoft.com/office/drawing/2014/main" id="{49C5B627-7F9D-4378-A7CC-EA6D58A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7" name="SE-056-path-1447">
            <a:extLst xmlns:a="http://schemas.openxmlformats.org/drawingml/2006/main">
              <a:ext uri="{FF2B5EF4-FFF2-40B4-BE49-F238E27FC236}">
                <a16:creationId xmlns:a16="http://schemas.microsoft.com/office/drawing/2014/main" id="{01B7D1DE-7E3B-47AD-8ECA-2206358B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8" name="SE-056-path-1448">
            <a:extLst xmlns:a="http://schemas.openxmlformats.org/drawingml/2006/main">
              <a:ext uri="{FF2B5EF4-FFF2-40B4-BE49-F238E27FC236}">
                <a16:creationId xmlns:a16="http://schemas.microsoft.com/office/drawing/2014/main" id="{B28ACBA8-3B2E-4EF8-A8BD-D8750271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49" name="SE-056-path-1449">
            <a:extLst xmlns:a="http://schemas.openxmlformats.org/drawingml/2006/main">
              <a:ext uri="{FF2B5EF4-FFF2-40B4-BE49-F238E27FC236}">
                <a16:creationId xmlns:a16="http://schemas.microsoft.com/office/drawing/2014/main" id="{BDC64CFA-0D7E-4FF9-89C4-C4D3E15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0" name="SE-056-path-1450">
            <a:extLst xmlns:a="http://schemas.openxmlformats.org/drawingml/2006/main">
              <a:ext uri="{FF2B5EF4-FFF2-40B4-BE49-F238E27FC236}">
                <a16:creationId xmlns:a16="http://schemas.microsoft.com/office/drawing/2014/main" id="{0C5A2D28-B671-4E22-8AD0-CDBA1F00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1" name="SE-056-path-1451">
            <a:extLst xmlns:a="http://schemas.openxmlformats.org/drawingml/2006/main">
              <a:ext uri="{FF2B5EF4-FFF2-40B4-BE49-F238E27FC236}">
                <a16:creationId xmlns:a16="http://schemas.microsoft.com/office/drawing/2014/main" id="{DD3245C4-E5B1-4CA7-AA52-29EDAD9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2" name="SE-056-path-1452">
            <a:extLst xmlns:a="http://schemas.openxmlformats.org/drawingml/2006/main">
              <a:ext uri="{FF2B5EF4-FFF2-40B4-BE49-F238E27FC236}">
                <a16:creationId xmlns:a16="http://schemas.microsoft.com/office/drawing/2014/main" id="{138A299D-A844-4EFC-8CBA-7620018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3" name="SE-056-path-1453">
            <a:extLst xmlns:a="http://schemas.openxmlformats.org/drawingml/2006/main">
              <a:ext uri="{FF2B5EF4-FFF2-40B4-BE49-F238E27FC236}">
                <a16:creationId xmlns:a16="http://schemas.microsoft.com/office/drawing/2014/main" id="{D12AD035-D9FC-4036-80A5-7E4B516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4" name="SE-056-path-1454">
            <a:extLst xmlns:a="http://schemas.openxmlformats.org/drawingml/2006/main">
              <a:ext uri="{FF2B5EF4-FFF2-40B4-BE49-F238E27FC236}">
                <a16:creationId xmlns:a16="http://schemas.microsoft.com/office/drawing/2014/main" id="{825CD5BB-919E-404C-8E09-E72B5C30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5" name="SE-056-path-1455">
            <a:extLst xmlns:a="http://schemas.openxmlformats.org/drawingml/2006/main">
              <a:ext uri="{FF2B5EF4-FFF2-40B4-BE49-F238E27FC236}">
                <a16:creationId xmlns:a16="http://schemas.microsoft.com/office/drawing/2014/main" id="{7A815960-F40F-4FB6-8FBF-2CE874DD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6" name="SE-056-path-1456">
            <a:extLst xmlns:a="http://schemas.openxmlformats.org/drawingml/2006/main">
              <a:ext uri="{FF2B5EF4-FFF2-40B4-BE49-F238E27FC236}">
                <a16:creationId xmlns:a16="http://schemas.microsoft.com/office/drawing/2014/main" id="{9D5F6524-87D2-4901-91A1-8707FB6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7" name="SE-056-path-1457">
            <a:extLst xmlns:a="http://schemas.openxmlformats.org/drawingml/2006/main">
              <a:ext uri="{FF2B5EF4-FFF2-40B4-BE49-F238E27FC236}">
                <a16:creationId xmlns:a16="http://schemas.microsoft.com/office/drawing/2014/main" id="{4E380184-7A9C-4494-B2F5-59BA3CDD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8" name="SE-056-path-1458">
            <a:extLst xmlns:a="http://schemas.openxmlformats.org/drawingml/2006/main">
              <a:ext uri="{FF2B5EF4-FFF2-40B4-BE49-F238E27FC236}">
                <a16:creationId xmlns:a16="http://schemas.microsoft.com/office/drawing/2014/main" id="{06E00817-5070-4669-A821-CF3B607D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59" name="SE-056-path-1459">
            <a:extLst xmlns:a="http://schemas.openxmlformats.org/drawingml/2006/main">
              <a:ext uri="{FF2B5EF4-FFF2-40B4-BE49-F238E27FC236}">
                <a16:creationId xmlns:a16="http://schemas.microsoft.com/office/drawing/2014/main" id="{622DFC30-4C28-48A6-81DB-B26E148E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0" name="SE-056-path-1460">
            <a:extLst xmlns:a="http://schemas.openxmlformats.org/drawingml/2006/main">
              <a:ext uri="{FF2B5EF4-FFF2-40B4-BE49-F238E27FC236}">
                <a16:creationId xmlns:a16="http://schemas.microsoft.com/office/drawing/2014/main" id="{7EA62E80-5436-4CF5-BEDC-6C4BC2A4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3438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1" name="SE-056-1461">
            <a:extLst xmlns:a="http://schemas.openxmlformats.org/drawingml/2006/main">
              <a:ext uri="{FF2B5EF4-FFF2-40B4-BE49-F238E27FC236}">
                <a16:creationId xmlns:a16="http://schemas.microsoft.com/office/drawing/2014/main" id="{1F2159BC-9D76-4782-84AD-CF3EF02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956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50K</a:t>
            </a:r>
          </a:p>
        </p:txBody>
      </p:sp>
      <p:sp>
        <p:nvSpPr>
          <p:cNvPr id="1462" name="SE-056-path-1462">
            <a:extLst xmlns:a="http://schemas.openxmlformats.org/drawingml/2006/main">
              <a:ext uri="{FF2B5EF4-FFF2-40B4-BE49-F238E27FC236}">
                <a16:creationId xmlns:a16="http://schemas.microsoft.com/office/drawing/2014/main" id="{01F6B283-2740-4B0E-B431-35B500A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3" name="SE-056-path-1463">
            <a:extLst xmlns:a="http://schemas.openxmlformats.org/drawingml/2006/main">
              <a:ext uri="{FF2B5EF4-FFF2-40B4-BE49-F238E27FC236}">
                <a16:creationId xmlns:a16="http://schemas.microsoft.com/office/drawing/2014/main" id="{80FAB2A7-5498-48FE-BD35-7FCBD598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4" name="SE-056-path-1464">
            <a:extLst xmlns:a="http://schemas.openxmlformats.org/drawingml/2006/main">
              <a:ext uri="{FF2B5EF4-FFF2-40B4-BE49-F238E27FC236}">
                <a16:creationId xmlns:a16="http://schemas.microsoft.com/office/drawing/2014/main" id="{0CE8BC93-1FBC-4D04-8DC6-7619F9BA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5" name="SE-056-path-1465">
            <a:extLst xmlns:a="http://schemas.openxmlformats.org/drawingml/2006/main">
              <a:ext uri="{FF2B5EF4-FFF2-40B4-BE49-F238E27FC236}">
                <a16:creationId xmlns:a16="http://schemas.microsoft.com/office/drawing/2014/main" id="{9C1A6557-758E-4522-81CC-1B4FD215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6" name="SE-056-path-1466">
            <a:extLst xmlns:a="http://schemas.openxmlformats.org/drawingml/2006/main">
              <a:ext uri="{FF2B5EF4-FFF2-40B4-BE49-F238E27FC236}">
                <a16:creationId xmlns:a16="http://schemas.microsoft.com/office/drawing/2014/main" id="{F2896F14-C751-4DB9-BA37-B7D6F56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7" name="SE-056-path-1467">
            <a:extLst xmlns:a="http://schemas.openxmlformats.org/drawingml/2006/main">
              <a:ext uri="{FF2B5EF4-FFF2-40B4-BE49-F238E27FC236}">
                <a16:creationId xmlns:a16="http://schemas.microsoft.com/office/drawing/2014/main" id="{C72D49B3-F862-4107-A1D1-FD42E413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8" name="SE-056-path-1468">
            <a:extLst xmlns:a="http://schemas.openxmlformats.org/drawingml/2006/main">
              <a:ext uri="{FF2B5EF4-FFF2-40B4-BE49-F238E27FC236}">
                <a16:creationId xmlns:a16="http://schemas.microsoft.com/office/drawing/2014/main" id="{E489DA10-E359-406D-9ED6-2452A87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69" name="SE-056-path-1469">
            <a:extLst xmlns:a="http://schemas.openxmlformats.org/drawingml/2006/main">
              <a:ext uri="{FF2B5EF4-FFF2-40B4-BE49-F238E27FC236}">
                <a16:creationId xmlns:a16="http://schemas.microsoft.com/office/drawing/2014/main" id="{BCC26DFC-FA1D-4F4F-B22B-C8BB4BA6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0" name="SE-056-path-1470">
            <a:extLst xmlns:a="http://schemas.openxmlformats.org/drawingml/2006/main">
              <a:ext uri="{FF2B5EF4-FFF2-40B4-BE49-F238E27FC236}">
                <a16:creationId xmlns:a16="http://schemas.microsoft.com/office/drawing/2014/main" id="{2235BB70-6EFF-4DAF-9D39-E1554D0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1" name="SE-056-path-1471">
            <a:extLst xmlns:a="http://schemas.openxmlformats.org/drawingml/2006/main">
              <a:ext uri="{FF2B5EF4-FFF2-40B4-BE49-F238E27FC236}">
                <a16:creationId xmlns:a16="http://schemas.microsoft.com/office/drawing/2014/main" id="{E039CEB3-BF15-4B44-9CDB-76052BB5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2" name="SE-056-path-1472">
            <a:extLst xmlns:a="http://schemas.openxmlformats.org/drawingml/2006/main">
              <a:ext uri="{FF2B5EF4-FFF2-40B4-BE49-F238E27FC236}">
                <a16:creationId xmlns:a16="http://schemas.microsoft.com/office/drawing/2014/main" id="{7252A799-ABFB-46F5-A912-F2409E50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3" name="SE-056-path-1473">
            <a:extLst xmlns:a="http://schemas.openxmlformats.org/drawingml/2006/main">
              <a:ext uri="{FF2B5EF4-FFF2-40B4-BE49-F238E27FC236}">
                <a16:creationId xmlns:a16="http://schemas.microsoft.com/office/drawing/2014/main" id="{C697DBC2-BC69-4849-B440-E97464AC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4" name="SE-056-path-1474">
            <a:extLst xmlns:a="http://schemas.openxmlformats.org/drawingml/2006/main">
              <a:ext uri="{FF2B5EF4-FFF2-40B4-BE49-F238E27FC236}">
                <a16:creationId xmlns:a16="http://schemas.microsoft.com/office/drawing/2014/main" id="{C674A4E9-85A4-4CF3-937C-ABA658F4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5" name="SE-056-path-1475">
            <a:extLst xmlns:a="http://schemas.openxmlformats.org/drawingml/2006/main">
              <a:ext uri="{FF2B5EF4-FFF2-40B4-BE49-F238E27FC236}">
                <a16:creationId xmlns:a16="http://schemas.microsoft.com/office/drawing/2014/main" id="{EB8BF655-84A6-440B-8DE5-86FBE19D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6" name="SE-056-path-1476">
            <a:extLst xmlns:a="http://schemas.openxmlformats.org/drawingml/2006/main">
              <a:ext uri="{FF2B5EF4-FFF2-40B4-BE49-F238E27FC236}">
                <a16:creationId xmlns:a16="http://schemas.microsoft.com/office/drawing/2014/main" id="{5AF6D96C-4DB0-4336-9779-B16CFCB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7" name="SE-056-path-1477">
            <a:extLst xmlns:a="http://schemas.openxmlformats.org/drawingml/2006/main">
              <a:ext uri="{FF2B5EF4-FFF2-40B4-BE49-F238E27FC236}">
                <a16:creationId xmlns:a16="http://schemas.microsoft.com/office/drawing/2014/main" id="{19BC9BAD-63E8-4286-92FD-5079966D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8" name="SE-056-path-1478">
            <a:extLst xmlns:a="http://schemas.openxmlformats.org/drawingml/2006/main">
              <a:ext uri="{FF2B5EF4-FFF2-40B4-BE49-F238E27FC236}">
                <a16:creationId xmlns:a16="http://schemas.microsoft.com/office/drawing/2014/main" id="{892129F1-C92B-4B82-8EDE-E8F52F9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79" name="SE-056-path-1479">
            <a:extLst xmlns:a="http://schemas.openxmlformats.org/drawingml/2006/main">
              <a:ext uri="{FF2B5EF4-FFF2-40B4-BE49-F238E27FC236}">
                <a16:creationId xmlns:a16="http://schemas.microsoft.com/office/drawing/2014/main" id="{1CD921FB-B68A-43FC-BE69-638A280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0" name="SE-056-path-1480">
            <a:extLst xmlns:a="http://schemas.openxmlformats.org/drawingml/2006/main">
              <a:ext uri="{FF2B5EF4-FFF2-40B4-BE49-F238E27FC236}">
                <a16:creationId xmlns:a16="http://schemas.microsoft.com/office/drawing/2014/main" id="{797A515C-77BE-4E7E-9F57-0A169C37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1" name="SE-056-path-1481">
            <a:extLst xmlns:a="http://schemas.openxmlformats.org/drawingml/2006/main">
              <a:ext uri="{FF2B5EF4-FFF2-40B4-BE49-F238E27FC236}">
                <a16:creationId xmlns:a16="http://schemas.microsoft.com/office/drawing/2014/main" id="{A03F6EB1-DD82-49A4-8A57-E9F4627C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2" name="SE-056-path-1482">
            <a:extLst xmlns:a="http://schemas.openxmlformats.org/drawingml/2006/main">
              <a:ext uri="{FF2B5EF4-FFF2-40B4-BE49-F238E27FC236}">
                <a16:creationId xmlns:a16="http://schemas.microsoft.com/office/drawing/2014/main" id="{78F4B663-C52E-4E1C-9821-D1EEBDF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3" name="SE-056-path-1483">
            <a:extLst xmlns:a="http://schemas.openxmlformats.org/drawingml/2006/main">
              <a:ext uri="{FF2B5EF4-FFF2-40B4-BE49-F238E27FC236}">
                <a16:creationId xmlns:a16="http://schemas.microsoft.com/office/drawing/2014/main" id="{9F85E2FC-9DBF-4027-9785-01EF0DC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4" name="SE-056-path-1484">
            <a:extLst xmlns:a="http://schemas.openxmlformats.org/drawingml/2006/main">
              <a:ext uri="{FF2B5EF4-FFF2-40B4-BE49-F238E27FC236}">
                <a16:creationId xmlns:a16="http://schemas.microsoft.com/office/drawing/2014/main" id="{E27AB8C5-EC8D-4AAE-9D37-2F5C8F73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5" name="SE-056-path-1485">
            <a:extLst xmlns:a="http://schemas.openxmlformats.org/drawingml/2006/main">
              <a:ext uri="{FF2B5EF4-FFF2-40B4-BE49-F238E27FC236}">
                <a16:creationId xmlns:a16="http://schemas.microsoft.com/office/drawing/2014/main" id="{63D121F1-26F2-4AFA-BE3D-5B321CD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6" name="SE-056-path-1486">
            <a:extLst xmlns:a="http://schemas.openxmlformats.org/drawingml/2006/main">
              <a:ext uri="{FF2B5EF4-FFF2-40B4-BE49-F238E27FC236}">
                <a16:creationId xmlns:a16="http://schemas.microsoft.com/office/drawing/2014/main" id="{81D2E5D3-8B84-453C-B24B-8AC1136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7" name="SE-056-path-1487">
            <a:extLst xmlns:a="http://schemas.openxmlformats.org/drawingml/2006/main">
              <a:ext uri="{FF2B5EF4-FFF2-40B4-BE49-F238E27FC236}">
                <a16:creationId xmlns:a16="http://schemas.microsoft.com/office/drawing/2014/main" id="{6F7A829A-849F-4475-941E-59A11D8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8" name="SE-056-path-1488">
            <a:extLst xmlns:a="http://schemas.openxmlformats.org/drawingml/2006/main">
              <a:ext uri="{FF2B5EF4-FFF2-40B4-BE49-F238E27FC236}">
                <a16:creationId xmlns:a16="http://schemas.microsoft.com/office/drawing/2014/main" id="{4D2CC5E6-3CBF-463D-A00A-0E5E3B95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89" name="SE-056-path-1489">
            <a:extLst xmlns:a="http://schemas.openxmlformats.org/drawingml/2006/main">
              <a:ext uri="{FF2B5EF4-FFF2-40B4-BE49-F238E27FC236}">
                <a16:creationId xmlns:a16="http://schemas.microsoft.com/office/drawing/2014/main" id="{79C4584E-FCCD-4579-A8CB-66C4D75C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0" name="SE-056-path-1490">
            <a:extLst xmlns:a="http://schemas.openxmlformats.org/drawingml/2006/main">
              <a:ext uri="{FF2B5EF4-FFF2-40B4-BE49-F238E27FC236}">
                <a16:creationId xmlns:a16="http://schemas.microsoft.com/office/drawing/2014/main" id="{C3EAB2FD-71FC-4203-ABEE-084BF56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1" name="SE-056-path-1491">
            <a:extLst xmlns:a="http://schemas.openxmlformats.org/drawingml/2006/main">
              <a:ext uri="{FF2B5EF4-FFF2-40B4-BE49-F238E27FC236}">
                <a16:creationId xmlns:a16="http://schemas.microsoft.com/office/drawing/2014/main" id="{FC267624-20ED-481B-9C29-3DA7FB97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2" name="SE-056-path-1492">
            <a:extLst xmlns:a="http://schemas.openxmlformats.org/drawingml/2006/main">
              <a:ext uri="{FF2B5EF4-FFF2-40B4-BE49-F238E27FC236}">
                <a16:creationId xmlns:a16="http://schemas.microsoft.com/office/drawing/2014/main" id="{C51199F8-F4AE-4EE4-A5BA-6661B7D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3" name="SE-056-path-1493">
            <a:extLst xmlns:a="http://schemas.openxmlformats.org/drawingml/2006/main">
              <a:ext uri="{FF2B5EF4-FFF2-40B4-BE49-F238E27FC236}">
                <a16:creationId xmlns:a16="http://schemas.microsoft.com/office/drawing/2014/main" id="{EB491C0A-B1E1-458F-9DC5-CAB53A8A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4" name="SE-056-path-1494">
            <a:extLst xmlns:a="http://schemas.openxmlformats.org/drawingml/2006/main">
              <a:ext uri="{FF2B5EF4-FFF2-40B4-BE49-F238E27FC236}">
                <a16:creationId xmlns:a16="http://schemas.microsoft.com/office/drawing/2014/main" id="{8D5FFE57-DCC9-4570-BD88-8391AF99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5" name="SE-056-path-1495">
            <a:extLst xmlns:a="http://schemas.openxmlformats.org/drawingml/2006/main">
              <a:ext uri="{FF2B5EF4-FFF2-40B4-BE49-F238E27FC236}">
                <a16:creationId xmlns:a16="http://schemas.microsoft.com/office/drawing/2014/main" id="{5B8984C8-6EBE-4365-BAA2-DABB5AD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6" name="SE-056-path-1496">
            <a:extLst xmlns:a="http://schemas.openxmlformats.org/drawingml/2006/main">
              <a:ext uri="{FF2B5EF4-FFF2-40B4-BE49-F238E27FC236}">
                <a16:creationId xmlns:a16="http://schemas.microsoft.com/office/drawing/2014/main" id="{7639AF7B-4F39-4DF7-9C2F-11E74565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7" name="SE-056-path-1497">
            <a:extLst xmlns:a="http://schemas.openxmlformats.org/drawingml/2006/main">
              <a:ext uri="{FF2B5EF4-FFF2-40B4-BE49-F238E27FC236}">
                <a16:creationId xmlns:a16="http://schemas.microsoft.com/office/drawing/2014/main" id="{F06DCBF8-DE25-400E-9D69-8F22E5C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8" name="SE-056-path-1498">
            <a:extLst xmlns:a="http://schemas.openxmlformats.org/drawingml/2006/main">
              <a:ext uri="{FF2B5EF4-FFF2-40B4-BE49-F238E27FC236}">
                <a16:creationId xmlns:a16="http://schemas.microsoft.com/office/drawing/2014/main" id="{D9857BAA-67C4-4813-972F-D9544BE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499" name="SE-056-path-1499">
            <a:extLst xmlns:a="http://schemas.openxmlformats.org/drawingml/2006/main">
              <a:ext uri="{FF2B5EF4-FFF2-40B4-BE49-F238E27FC236}">
                <a16:creationId xmlns:a16="http://schemas.microsoft.com/office/drawing/2014/main" id="{A0A4F24B-E887-423A-873E-AE481018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0" name="SE-056-path-1500">
            <a:extLst xmlns:a="http://schemas.openxmlformats.org/drawingml/2006/main">
              <a:ext uri="{FF2B5EF4-FFF2-40B4-BE49-F238E27FC236}">
                <a16:creationId xmlns:a16="http://schemas.microsoft.com/office/drawing/2014/main" id="{1E9FE971-1608-4A35-B6EF-C14D26C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1" name="SE-056-path-1501">
            <a:extLst xmlns:a="http://schemas.openxmlformats.org/drawingml/2006/main">
              <a:ext uri="{FF2B5EF4-FFF2-40B4-BE49-F238E27FC236}">
                <a16:creationId xmlns:a16="http://schemas.microsoft.com/office/drawing/2014/main" id="{BFB30618-56BA-4E9B-9BB7-A3B24D6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2" name="SE-056-path-1502">
            <a:extLst xmlns:a="http://schemas.openxmlformats.org/drawingml/2006/main">
              <a:ext uri="{FF2B5EF4-FFF2-40B4-BE49-F238E27FC236}">
                <a16:creationId xmlns:a16="http://schemas.microsoft.com/office/drawing/2014/main" id="{A3B9BD90-6D05-4D62-BDE8-8825FB1E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3" name="SE-056-path-1503">
            <a:extLst xmlns:a="http://schemas.openxmlformats.org/drawingml/2006/main">
              <a:ext uri="{FF2B5EF4-FFF2-40B4-BE49-F238E27FC236}">
                <a16:creationId xmlns:a16="http://schemas.microsoft.com/office/drawing/2014/main" id="{5141C184-1B99-400C-83A4-40B0006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4" name="SE-056-path-1504">
            <a:extLst xmlns:a="http://schemas.openxmlformats.org/drawingml/2006/main">
              <a:ext uri="{FF2B5EF4-FFF2-40B4-BE49-F238E27FC236}">
                <a16:creationId xmlns:a16="http://schemas.microsoft.com/office/drawing/2014/main" id="{537712DA-F07A-427E-8DA4-5CB67B3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5" name="SE-056-path-1505">
            <a:extLst xmlns:a="http://schemas.openxmlformats.org/drawingml/2006/main">
              <a:ext uri="{FF2B5EF4-FFF2-40B4-BE49-F238E27FC236}">
                <a16:creationId xmlns:a16="http://schemas.microsoft.com/office/drawing/2014/main" id="{AC368A0D-4417-4CC5-BF2A-DBED313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6" name="SE-056-path-1506">
            <a:extLst xmlns:a="http://schemas.openxmlformats.org/drawingml/2006/main">
              <a:ext uri="{FF2B5EF4-FFF2-40B4-BE49-F238E27FC236}">
                <a16:creationId xmlns:a16="http://schemas.microsoft.com/office/drawing/2014/main" id="{B327D90D-8690-4901-A6AE-CCA06B07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7" name="SE-056-path-1507">
            <a:extLst xmlns:a="http://schemas.openxmlformats.org/drawingml/2006/main">
              <a:ext uri="{FF2B5EF4-FFF2-40B4-BE49-F238E27FC236}">
                <a16:creationId xmlns:a16="http://schemas.microsoft.com/office/drawing/2014/main" id="{E56AF7B5-773B-4393-A740-DC47A3E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8" name="SE-056-path-1508">
            <a:extLst xmlns:a="http://schemas.openxmlformats.org/drawingml/2006/main">
              <a:ext uri="{FF2B5EF4-FFF2-40B4-BE49-F238E27FC236}">
                <a16:creationId xmlns:a16="http://schemas.microsoft.com/office/drawing/2014/main" id="{9EFF30F6-475E-483F-AFCB-DAE30BE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09" name="SE-056-path-1509">
            <a:extLst xmlns:a="http://schemas.openxmlformats.org/drawingml/2006/main">
              <a:ext uri="{FF2B5EF4-FFF2-40B4-BE49-F238E27FC236}">
                <a16:creationId xmlns:a16="http://schemas.microsoft.com/office/drawing/2014/main" id="{FA808338-D7E2-40CC-B4F7-DCE9040D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0" name="SE-056-path-1510">
            <a:extLst xmlns:a="http://schemas.openxmlformats.org/drawingml/2006/main">
              <a:ext uri="{FF2B5EF4-FFF2-40B4-BE49-F238E27FC236}">
                <a16:creationId xmlns:a16="http://schemas.microsoft.com/office/drawing/2014/main" id="{27A54F1B-0A34-4A96-A9D6-A191C0C8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1" name="SE-056-path-1511">
            <a:extLst xmlns:a="http://schemas.openxmlformats.org/drawingml/2006/main">
              <a:ext uri="{FF2B5EF4-FFF2-40B4-BE49-F238E27FC236}">
                <a16:creationId xmlns:a16="http://schemas.microsoft.com/office/drawing/2014/main" id="{BD13719B-321E-4491-A297-620B86C4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2" name="SE-056-path-1512">
            <a:extLst xmlns:a="http://schemas.openxmlformats.org/drawingml/2006/main">
              <a:ext uri="{FF2B5EF4-FFF2-40B4-BE49-F238E27FC236}">
                <a16:creationId xmlns:a16="http://schemas.microsoft.com/office/drawing/2014/main" id="{DCAF3E45-CDF5-43B1-8DF0-78B8258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3" name="SE-056-path-1513">
            <a:extLst xmlns:a="http://schemas.openxmlformats.org/drawingml/2006/main">
              <a:ext uri="{FF2B5EF4-FFF2-40B4-BE49-F238E27FC236}">
                <a16:creationId xmlns:a16="http://schemas.microsoft.com/office/drawing/2014/main" id="{9CBD03F1-0A7F-4D62-B84E-A818E008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4" name="SE-056-path-1514">
            <a:extLst xmlns:a="http://schemas.openxmlformats.org/drawingml/2006/main">
              <a:ext uri="{FF2B5EF4-FFF2-40B4-BE49-F238E27FC236}">
                <a16:creationId xmlns:a16="http://schemas.microsoft.com/office/drawing/2014/main" id="{47CA8DB5-651C-46B5-AF66-42FADA50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5" name="SE-056-path-1515">
            <a:extLst xmlns:a="http://schemas.openxmlformats.org/drawingml/2006/main">
              <a:ext uri="{FF2B5EF4-FFF2-40B4-BE49-F238E27FC236}">
                <a16:creationId xmlns:a16="http://schemas.microsoft.com/office/drawing/2014/main" id="{9E460B16-3903-4B4B-8EBA-60FEC389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6" name="SE-056-path-1516">
            <a:extLst xmlns:a="http://schemas.openxmlformats.org/drawingml/2006/main">
              <a:ext uri="{FF2B5EF4-FFF2-40B4-BE49-F238E27FC236}">
                <a16:creationId xmlns:a16="http://schemas.microsoft.com/office/drawing/2014/main" id="{A6BC5B2F-472C-49E8-9ADB-A34576F2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7" name="SE-056-path-1517">
            <a:extLst xmlns:a="http://schemas.openxmlformats.org/drawingml/2006/main">
              <a:ext uri="{FF2B5EF4-FFF2-40B4-BE49-F238E27FC236}">
                <a16:creationId xmlns:a16="http://schemas.microsoft.com/office/drawing/2014/main" id="{52D38A61-18F0-4118-BA9C-3A17A7E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8" name="SE-056-path-1518">
            <a:extLst xmlns:a="http://schemas.openxmlformats.org/drawingml/2006/main">
              <a:ext uri="{FF2B5EF4-FFF2-40B4-BE49-F238E27FC236}">
                <a16:creationId xmlns:a16="http://schemas.microsoft.com/office/drawing/2014/main" id="{426873B1-813B-4C85-B094-FB0FB4F0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19" name="SE-056-path-1519">
            <a:extLst xmlns:a="http://schemas.openxmlformats.org/drawingml/2006/main">
              <a:ext uri="{FF2B5EF4-FFF2-40B4-BE49-F238E27FC236}">
                <a16:creationId xmlns:a16="http://schemas.microsoft.com/office/drawing/2014/main" id="{B74B5BA6-F664-4F1C-8AC1-4315125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0" name="SE-056-path-1520">
            <a:extLst xmlns:a="http://schemas.openxmlformats.org/drawingml/2006/main">
              <a:ext uri="{FF2B5EF4-FFF2-40B4-BE49-F238E27FC236}">
                <a16:creationId xmlns:a16="http://schemas.microsoft.com/office/drawing/2014/main" id="{E04594C6-F7E8-4F16-ACDB-5E904DB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1" name="SE-056-path-1521">
            <a:extLst xmlns:a="http://schemas.openxmlformats.org/drawingml/2006/main">
              <a:ext uri="{FF2B5EF4-FFF2-40B4-BE49-F238E27FC236}">
                <a16:creationId xmlns:a16="http://schemas.microsoft.com/office/drawing/2014/main" id="{91507A60-1E31-4C6C-AF26-D9D32ADC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2" name="SE-056-path-1522">
            <a:extLst xmlns:a="http://schemas.openxmlformats.org/drawingml/2006/main">
              <a:ext uri="{FF2B5EF4-FFF2-40B4-BE49-F238E27FC236}">
                <a16:creationId xmlns:a16="http://schemas.microsoft.com/office/drawing/2014/main" id="{22034ECE-A01F-4431-8C49-8D28909C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3" name="SE-056-path-1523">
            <a:extLst xmlns:a="http://schemas.openxmlformats.org/drawingml/2006/main">
              <a:ext uri="{FF2B5EF4-FFF2-40B4-BE49-F238E27FC236}">
                <a16:creationId xmlns:a16="http://schemas.microsoft.com/office/drawing/2014/main" id="{C0C6FD02-040A-4A7B-9AD9-AEC8105B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4" name="SE-056-path-1524">
            <a:extLst xmlns:a="http://schemas.openxmlformats.org/drawingml/2006/main">
              <a:ext uri="{FF2B5EF4-FFF2-40B4-BE49-F238E27FC236}">
                <a16:creationId xmlns:a16="http://schemas.microsoft.com/office/drawing/2014/main" id="{1AE67D3A-76BC-4BD2-9E84-1F21FD8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5" name="SE-056-path-1525">
            <a:extLst xmlns:a="http://schemas.openxmlformats.org/drawingml/2006/main">
              <a:ext uri="{FF2B5EF4-FFF2-40B4-BE49-F238E27FC236}">
                <a16:creationId xmlns:a16="http://schemas.microsoft.com/office/drawing/2014/main" id="{8D743DB7-5277-48CB-B9B8-19E10C07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6" name="SE-056-path-1526">
            <a:extLst xmlns:a="http://schemas.openxmlformats.org/drawingml/2006/main">
              <a:ext uri="{FF2B5EF4-FFF2-40B4-BE49-F238E27FC236}">
                <a16:creationId xmlns:a16="http://schemas.microsoft.com/office/drawing/2014/main" id="{0A32E700-3233-4B5F-8F10-3E221CE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7" name="SE-056-path-1527">
            <a:extLst xmlns:a="http://schemas.openxmlformats.org/drawingml/2006/main">
              <a:ext uri="{FF2B5EF4-FFF2-40B4-BE49-F238E27FC236}">
                <a16:creationId xmlns:a16="http://schemas.microsoft.com/office/drawing/2014/main" id="{0A307407-E3F1-486C-BC2C-54A404C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8" name="SE-056-path-1528">
            <a:extLst xmlns:a="http://schemas.openxmlformats.org/drawingml/2006/main">
              <a:ext uri="{FF2B5EF4-FFF2-40B4-BE49-F238E27FC236}">
                <a16:creationId xmlns:a16="http://schemas.microsoft.com/office/drawing/2014/main" id="{CB022BA3-4166-4246-B45D-91C62D6D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29" name="SE-056-path-1529">
            <a:extLst xmlns:a="http://schemas.openxmlformats.org/drawingml/2006/main">
              <a:ext uri="{FF2B5EF4-FFF2-40B4-BE49-F238E27FC236}">
                <a16:creationId xmlns:a16="http://schemas.microsoft.com/office/drawing/2014/main" id="{A856B878-BAC5-4AFA-A580-615A21C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0" name="SE-056-path-1530">
            <a:extLst xmlns:a="http://schemas.openxmlformats.org/drawingml/2006/main">
              <a:ext uri="{FF2B5EF4-FFF2-40B4-BE49-F238E27FC236}">
                <a16:creationId xmlns:a16="http://schemas.microsoft.com/office/drawing/2014/main" id="{F88E33C4-AA89-40B2-B93F-BF893C46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1" name="SE-056-path-1531">
            <a:extLst xmlns:a="http://schemas.openxmlformats.org/drawingml/2006/main">
              <a:ext uri="{FF2B5EF4-FFF2-40B4-BE49-F238E27FC236}">
                <a16:creationId xmlns:a16="http://schemas.microsoft.com/office/drawing/2014/main" id="{710437C4-F1CF-42F8-8E1E-4BF61AE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2" name="SE-056-path-1532">
            <a:extLst xmlns:a="http://schemas.openxmlformats.org/drawingml/2006/main">
              <a:ext uri="{FF2B5EF4-FFF2-40B4-BE49-F238E27FC236}">
                <a16:creationId xmlns:a16="http://schemas.microsoft.com/office/drawing/2014/main" id="{CD83D8DB-B8BF-479E-AEB2-3ACF141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3" name="SE-056-path-1533">
            <a:extLst xmlns:a="http://schemas.openxmlformats.org/drawingml/2006/main">
              <a:ext uri="{FF2B5EF4-FFF2-40B4-BE49-F238E27FC236}">
                <a16:creationId xmlns:a16="http://schemas.microsoft.com/office/drawing/2014/main" id="{876C8BFB-61F6-4AD3-8092-CE4E8BBA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4" name="SE-056-path-1534">
            <a:extLst xmlns:a="http://schemas.openxmlformats.org/drawingml/2006/main">
              <a:ext uri="{FF2B5EF4-FFF2-40B4-BE49-F238E27FC236}">
                <a16:creationId xmlns:a16="http://schemas.microsoft.com/office/drawing/2014/main" id="{A162DC6F-DEC4-4610-8D9E-3611D95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5" name="SE-056-path-1535">
            <a:extLst xmlns:a="http://schemas.openxmlformats.org/drawingml/2006/main">
              <a:ext uri="{FF2B5EF4-FFF2-40B4-BE49-F238E27FC236}">
                <a16:creationId xmlns:a16="http://schemas.microsoft.com/office/drawing/2014/main" id="{C960CC9E-D6C0-4D81-9045-57E568E1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6" name="SE-056-path-1536">
            <a:extLst xmlns:a="http://schemas.openxmlformats.org/drawingml/2006/main">
              <a:ext uri="{FF2B5EF4-FFF2-40B4-BE49-F238E27FC236}">
                <a16:creationId xmlns:a16="http://schemas.microsoft.com/office/drawing/2014/main" id="{1F77711D-BE59-4D2B-A476-E49323A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7" name="SE-056-path-1537">
            <a:extLst xmlns:a="http://schemas.openxmlformats.org/drawingml/2006/main">
              <a:ext uri="{FF2B5EF4-FFF2-40B4-BE49-F238E27FC236}">
                <a16:creationId xmlns:a16="http://schemas.microsoft.com/office/drawing/2014/main" id="{61A203A1-33CF-4588-AF96-0883BD77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8" name="SE-056-path-1538">
            <a:extLst xmlns:a="http://schemas.openxmlformats.org/drawingml/2006/main">
              <a:ext uri="{FF2B5EF4-FFF2-40B4-BE49-F238E27FC236}">
                <a16:creationId xmlns:a16="http://schemas.microsoft.com/office/drawing/2014/main" id="{072D1464-91AE-43F7-B608-A8BF025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39" name="SE-056-path-1539">
            <a:extLst xmlns:a="http://schemas.openxmlformats.org/drawingml/2006/main">
              <a:ext uri="{FF2B5EF4-FFF2-40B4-BE49-F238E27FC236}">
                <a16:creationId xmlns:a16="http://schemas.microsoft.com/office/drawing/2014/main" id="{241813C2-1DD9-4A76-83F3-7110A2E1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0" name="SE-056-path-1540">
            <a:extLst xmlns:a="http://schemas.openxmlformats.org/drawingml/2006/main">
              <a:ext uri="{FF2B5EF4-FFF2-40B4-BE49-F238E27FC236}">
                <a16:creationId xmlns:a16="http://schemas.microsoft.com/office/drawing/2014/main" id="{5ABDEAE7-22A4-4387-B6E9-C5E8C35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1" name="SE-056-path-1541">
            <a:extLst xmlns:a="http://schemas.openxmlformats.org/drawingml/2006/main">
              <a:ext uri="{FF2B5EF4-FFF2-40B4-BE49-F238E27FC236}">
                <a16:creationId xmlns:a16="http://schemas.microsoft.com/office/drawing/2014/main" id="{C4911E59-AB74-4057-9EDF-54DBC5B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2" name="SE-056-path-1542">
            <a:extLst xmlns:a="http://schemas.openxmlformats.org/drawingml/2006/main">
              <a:ext uri="{FF2B5EF4-FFF2-40B4-BE49-F238E27FC236}">
                <a16:creationId xmlns:a16="http://schemas.microsoft.com/office/drawing/2014/main" id="{5CAF8CEC-2B7A-48DC-B661-82046125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7908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3" name="SE-056-1543">
            <a:extLst xmlns:a="http://schemas.openxmlformats.org/drawingml/2006/main">
              <a:ext uri="{FF2B5EF4-FFF2-40B4-BE49-F238E27FC236}">
                <a16:creationId xmlns:a16="http://schemas.microsoft.com/office/drawing/2014/main" id="{4E7FB5B3-8F90-4E5A-8F26-30402CD9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479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100K</a:t>
            </a:r>
          </a:p>
        </p:txBody>
      </p:sp>
      <p:sp>
        <p:nvSpPr>
          <p:cNvPr id="1544" name="SE-056-path-1544">
            <a:extLst xmlns:a="http://schemas.openxmlformats.org/drawingml/2006/main">
              <a:ext uri="{FF2B5EF4-FFF2-40B4-BE49-F238E27FC236}">
                <a16:creationId xmlns:a16="http://schemas.microsoft.com/office/drawing/2014/main" id="{372B5FAD-2FE0-48FC-8257-BB87599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5" name="SE-056-path-1545">
            <a:extLst xmlns:a="http://schemas.openxmlformats.org/drawingml/2006/main">
              <a:ext uri="{FF2B5EF4-FFF2-40B4-BE49-F238E27FC236}">
                <a16:creationId xmlns:a16="http://schemas.microsoft.com/office/drawing/2014/main" id="{A5D21169-3270-4037-82B5-6A64CC6A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6" name="SE-056-path-1546">
            <a:extLst xmlns:a="http://schemas.openxmlformats.org/drawingml/2006/main">
              <a:ext uri="{FF2B5EF4-FFF2-40B4-BE49-F238E27FC236}">
                <a16:creationId xmlns:a16="http://schemas.microsoft.com/office/drawing/2014/main" id="{016303C0-4C46-4B39-AC15-F8F28398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7" name="SE-056-path-1547">
            <a:extLst xmlns:a="http://schemas.openxmlformats.org/drawingml/2006/main">
              <a:ext uri="{FF2B5EF4-FFF2-40B4-BE49-F238E27FC236}">
                <a16:creationId xmlns:a16="http://schemas.microsoft.com/office/drawing/2014/main" id="{0C14BC43-CE12-41DA-8C1A-FB480C9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8" name="SE-056-path-1548">
            <a:extLst xmlns:a="http://schemas.openxmlformats.org/drawingml/2006/main">
              <a:ext uri="{FF2B5EF4-FFF2-40B4-BE49-F238E27FC236}">
                <a16:creationId xmlns:a16="http://schemas.microsoft.com/office/drawing/2014/main" id="{E1683EB7-59E5-490A-B114-CA1D4CE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49" name="SE-056-path-1549">
            <a:extLst xmlns:a="http://schemas.openxmlformats.org/drawingml/2006/main">
              <a:ext uri="{FF2B5EF4-FFF2-40B4-BE49-F238E27FC236}">
                <a16:creationId xmlns:a16="http://schemas.microsoft.com/office/drawing/2014/main" id="{5D5F1CAF-BA64-40C4-8724-7FDABEF5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0" name="SE-056-path-1550">
            <a:extLst xmlns:a="http://schemas.openxmlformats.org/drawingml/2006/main">
              <a:ext uri="{FF2B5EF4-FFF2-40B4-BE49-F238E27FC236}">
                <a16:creationId xmlns:a16="http://schemas.microsoft.com/office/drawing/2014/main" id="{090311E2-ABD5-4E7B-959A-7044AA8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1" name="SE-056-path-1551">
            <a:extLst xmlns:a="http://schemas.openxmlformats.org/drawingml/2006/main">
              <a:ext uri="{FF2B5EF4-FFF2-40B4-BE49-F238E27FC236}">
                <a16:creationId xmlns:a16="http://schemas.microsoft.com/office/drawing/2014/main" id="{DDEB561C-203B-465A-8527-2B12946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2" name="SE-056-path-1552">
            <a:extLst xmlns:a="http://schemas.openxmlformats.org/drawingml/2006/main">
              <a:ext uri="{FF2B5EF4-FFF2-40B4-BE49-F238E27FC236}">
                <a16:creationId xmlns:a16="http://schemas.microsoft.com/office/drawing/2014/main" id="{3F8F6D53-7087-4257-90DC-59C230A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3" name="SE-056-path-1553">
            <a:extLst xmlns:a="http://schemas.openxmlformats.org/drawingml/2006/main">
              <a:ext uri="{FF2B5EF4-FFF2-40B4-BE49-F238E27FC236}">
                <a16:creationId xmlns:a16="http://schemas.microsoft.com/office/drawing/2014/main" id="{DAA1C776-00A1-4F50-A912-FA94817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4" name="SE-056-path-1554">
            <a:extLst xmlns:a="http://schemas.openxmlformats.org/drawingml/2006/main">
              <a:ext uri="{FF2B5EF4-FFF2-40B4-BE49-F238E27FC236}">
                <a16:creationId xmlns:a16="http://schemas.microsoft.com/office/drawing/2014/main" id="{E168E693-98AA-431E-9936-213457A6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5" name="SE-056-path-1555">
            <a:extLst xmlns:a="http://schemas.openxmlformats.org/drawingml/2006/main">
              <a:ext uri="{FF2B5EF4-FFF2-40B4-BE49-F238E27FC236}">
                <a16:creationId xmlns:a16="http://schemas.microsoft.com/office/drawing/2014/main" id="{6BA4B657-3521-45E0-A541-1BBFD57C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6" name="SE-056-path-1556">
            <a:extLst xmlns:a="http://schemas.openxmlformats.org/drawingml/2006/main">
              <a:ext uri="{FF2B5EF4-FFF2-40B4-BE49-F238E27FC236}">
                <a16:creationId xmlns:a16="http://schemas.microsoft.com/office/drawing/2014/main" id="{E9E2D505-85F2-47B9-B930-931BECF4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7" name="SE-056-path-1557">
            <a:extLst xmlns:a="http://schemas.openxmlformats.org/drawingml/2006/main">
              <a:ext uri="{FF2B5EF4-FFF2-40B4-BE49-F238E27FC236}">
                <a16:creationId xmlns:a16="http://schemas.microsoft.com/office/drawing/2014/main" id="{18BDBCBA-B058-4755-8CD2-DC26E343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8" name="SE-056-path-1558">
            <a:extLst xmlns:a="http://schemas.openxmlformats.org/drawingml/2006/main">
              <a:ext uri="{FF2B5EF4-FFF2-40B4-BE49-F238E27FC236}">
                <a16:creationId xmlns:a16="http://schemas.microsoft.com/office/drawing/2014/main" id="{9A49E3BF-47AC-4D5E-8246-9BB2E27F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59" name="SE-056-path-1559">
            <a:extLst xmlns:a="http://schemas.openxmlformats.org/drawingml/2006/main">
              <a:ext uri="{FF2B5EF4-FFF2-40B4-BE49-F238E27FC236}">
                <a16:creationId xmlns:a16="http://schemas.microsoft.com/office/drawing/2014/main" id="{BBFF561E-6B04-4C31-9533-844A908B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0" name="SE-056-path-1560">
            <a:extLst xmlns:a="http://schemas.openxmlformats.org/drawingml/2006/main">
              <a:ext uri="{FF2B5EF4-FFF2-40B4-BE49-F238E27FC236}">
                <a16:creationId xmlns:a16="http://schemas.microsoft.com/office/drawing/2014/main" id="{E02D02A2-7F2F-4D8A-86EE-768AC219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1" name="SE-056-path-1561">
            <a:extLst xmlns:a="http://schemas.openxmlformats.org/drawingml/2006/main">
              <a:ext uri="{FF2B5EF4-FFF2-40B4-BE49-F238E27FC236}">
                <a16:creationId xmlns:a16="http://schemas.microsoft.com/office/drawing/2014/main" id="{4B6FC0E3-9757-414E-B3B7-FE36281F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2" name="SE-056-path-1562">
            <a:extLst xmlns:a="http://schemas.openxmlformats.org/drawingml/2006/main">
              <a:ext uri="{FF2B5EF4-FFF2-40B4-BE49-F238E27FC236}">
                <a16:creationId xmlns:a16="http://schemas.microsoft.com/office/drawing/2014/main" id="{E87BEDFA-9A38-497C-96E5-643C03CB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3" name="SE-056-path-1563">
            <a:extLst xmlns:a="http://schemas.openxmlformats.org/drawingml/2006/main">
              <a:ext uri="{FF2B5EF4-FFF2-40B4-BE49-F238E27FC236}">
                <a16:creationId xmlns:a16="http://schemas.microsoft.com/office/drawing/2014/main" id="{9FD28468-9502-40FA-841B-9528EE3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4" name="SE-056-path-1564">
            <a:extLst xmlns:a="http://schemas.openxmlformats.org/drawingml/2006/main">
              <a:ext uri="{FF2B5EF4-FFF2-40B4-BE49-F238E27FC236}">
                <a16:creationId xmlns:a16="http://schemas.microsoft.com/office/drawing/2014/main" id="{29C472E9-D85C-4DF3-8DF8-8E6555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5" name="SE-056-path-1565">
            <a:extLst xmlns:a="http://schemas.openxmlformats.org/drawingml/2006/main">
              <a:ext uri="{FF2B5EF4-FFF2-40B4-BE49-F238E27FC236}">
                <a16:creationId xmlns:a16="http://schemas.microsoft.com/office/drawing/2014/main" id="{EFA9CACF-6640-441E-B59D-BC74C7F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6" name="SE-056-path-1566">
            <a:extLst xmlns:a="http://schemas.openxmlformats.org/drawingml/2006/main">
              <a:ext uri="{FF2B5EF4-FFF2-40B4-BE49-F238E27FC236}">
                <a16:creationId xmlns:a16="http://schemas.microsoft.com/office/drawing/2014/main" id="{A183D39D-6376-4ACC-90F6-9166A7F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7" name="SE-056-path-1567">
            <a:extLst xmlns:a="http://schemas.openxmlformats.org/drawingml/2006/main">
              <a:ext uri="{FF2B5EF4-FFF2-40B4-BE49-F238E27FC236}">
                <a16:creationId xmlns:a16="http://schemas.microsoft.com/office/drawing/2014/main" id="{022BDE7A-44E4-4379-AF0C-39EB03E9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8" name="SE-056-path-1568">
            <a:extLst xmlns:a="http://schemas.openxmlformats.org/drawingml/2006/main">
              <a:ext uri="{FF2B5EF4-FFF2-40B4-BE49-F238E27FC236}">
                <a16:creationId xmlns:a16="http://schemas.microsoft.com/office/drawing/2014/main" id="{1E902F2A-34EF-4E98-AA7C-955BDF6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69" name="SE-056-path-1569">
            <a:extLst xmlns:a="http://schemas.openxmlformats.org/drawingml/2006/main">
              <a:ext uri="{FF2B5EF4-FFF2-40B4-BE49-F238E27FC236}">
                <a16:creationId xmlns:a16="http://schemas.microsoft.com/office/drawing/2014/main" id="{CB59FD4C-E677-4A95-828A-33F49501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0" name="SE-056-path-1570">
            <a:extLst xmlns:a="http://schemas.openxmlformats.org/drawingml/2006/main">
              <a:ext uri="{FF2B5EF4-FFF2-40B4-BE49-F238E27FC236}">
                <a16:creationId xmlns:a16="http://schemas.microsoft.com/office/drawing/2014/main" id="{D28FE3C2-86D9-4917-B79B-139944A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1" name="SE-056-path-1571">
            <a:extLst xmlns:a="http://schemas.openxmlformats.org/drawingml/2006/main">
              <a:ext uri="{FF2B5EF4-FFF2-40B4-BE49-F238E27FC236}">
                <a16:creationId xmlns:a16="http://schemas.microsoft.com/office/drawing/2014/main" id="{EC4A313E-1812-4565-BF06-AC0E2D9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2" name="SE-056-path-1572">
            <a:extLst xmlns:a="http://schemas.openxmlformats.org/drawingml/2006/main">
              <a:ext uri="{FF2B5EF4-FFF2-40B4-BE49-F238E27FC236}">
                <a16:creationId xmlns:a16="http://schemas.microsoft.com/office/drawing/2014/main" id="{7DA8B66C-EF44-4EC1-8E7C-94E687D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3" name="SE-056-path-1573">
            <a:extLst xmlns:a="http://schemas.openxmlformats.org/drawingml/2006/main">
              <a:ext uri="{FF2B5EF4-FFF2-40B4-BE49-F238E27FC236}">
                <a16:creationId xmlns:a16="http://schemas.microsoft.com/office/drawing/2014/main" id="{FF850C65-C096-4C0D-B328-98BA0B4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4" name="SE-056-path-1574">
            <a:extLst xmlns:a="http://schemas.openxmlformats.org/drawingml/2006/main">
              <a:ext uri="{FF2B5EF4-FFF2-40B4-BE49-F238E27FC236}">
                <a16:creationId xmlns:a16="http://schemas.microsoft.com/office/drawing/2014/main" id="{1B60F62C-23B1-4E0D-A9B0-14A6A90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5" name="SE-056-path-1575">
            <a:extLst xmlns:a="http://schemas.openxmlformats.org/drawingml/2006/main">
              <a:ext uri="{FF2B5EF4-FFF2-40B4-BE49-F238E27FC236}">
                <a16:creationId xmlns:a16="http://schemas.microsoft.com/office/drawing/2014/main" id="{E3F46EB6-1593-4B91-9CE8-7BC52767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6" name="SE-056-path-1576">
            <a:extLst xmlns:a="http://schemas.openxmlformats.org/drawingml/2006/main">
              <a:ext uri="{FF2B5EF4-FFF2-40B4-BE49-F238E27FC236}">
                <a16:creationId xmlns:a16="http://schemas.microsoft.com/office/drawing/2014/main" id="{C3A2E080-4166-4566-8AF0-7C12D6B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7" name="SE-056-path-1577">
            <a:extLst xmlns:a="http://schemas.openxmlformats.org/drawingml/2006/main">
              <a:ext uri="{FF2B5EF4-FFF2-40B4-BE49-F238E27FC236}">
                <a16:creationId xmlns:a16="http://schemas.microsoft.com/office/drawing/2014/main" id="{7492B233-3D94-4360-9887-A7128FA1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8" name="SE-056-path-1578">
            <a:extLst xmlns:a="http://schemas.openxmlformats.org/drawingml/2006/main">
              <a:ext uri="{FF2B5EF4-FFF2-40B4-BE49-F238E27FC236}">
                <a16:creationId xmlns:a16="http://schemas.microsoft.com/office/drawing/2014/main" id="{7432D7DF-B0DA-4FB5-96A8-ACAFA04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79" name="SE-056-path-1579">
            <a:extLst xmlns:a="http://schemas.openxmlformats.org/drawingml/2006/main">
              <a:ext uri="{FF2B5EF4-FFF2-40B4-BE49-F238E27FC236}">
                <a16:creationId xmlns:a16="http://schemas.microsoft.com/office/drawing/2014/main" id="{D6542CD7-0EE0-4858-9EE7-B01E8A8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0" name="SE-056-path-1580">
            <a:extLst xmlns:a="http://schemas.openxmlformats.org/drawingml/2006/main">
              <a:ext uri="{FF2B5EF4-FFF2-40B4-BE49-F238E27FC236}">
                <a16:creationId xmlns:a16="http://schemas.microsoft.com/office/drawing/2014/main" id="{2FCC5557-203D-43F5-A01D-3D39AB2E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1" name="SE-056-path-1581">
            <a:extLst xmlns:a="http://schemas.openxmlformats.org/drawingml/2006/main">
              <a:ext uri="{FF2B5EF4-FFF2-40B4-BE49-F238E27FC236}">
                <a16:creationId xmlns:a16="http://schemas.microsoft.com/office/drawing/2014/main" id="{3BD02F07-ACE8-4739-A663-D63FD8FB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2" name="SE-056-path-1582">
            <a:extLst xmlns:a="http://schemas.openxmlformats.org/drawingml/2006/main">
              <a:ext uri="{FF2B5EF4-FFF2-40B4-BE49-F238E27FC236}">
                <a16:creationId xmlns:a16="http://schemas.microsoft.com/office/drawing/2014/main" id="{F8BDB335-254C-45F1-A2C0-6F60EAC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3" name="SE-056-path-1583">
            <a:extLst xmlns:a="http://schemas.openxmlformats.org/drawingml/2006/main">
              <a:ext uri="{FF2B5EF4-FFF2-40B4-BE49-F238E27FC236}">
                <a16:creationId xmlns:a16="http://schemas.microsoft.com/office/drawing/2014/main" id="{4CA24594-5DD3-4500-9B02-59FEAF7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4" name="SE-056-path-1584">
            <a:extLst xmlns:a="http://schemas.openxmlformats.org/drawingml/2006/main">
              <a:ext uri="{FF2B5EF4-FFF2-40B4-BE49-F238E27FC236}">
                <a16:creationId xmlns:a16="http://schemas.microsoft.com/office/drawing/2014/main" id="{2624A005-7FDC-439E-85D3-ED08E2A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5" name="SE-056-path-1585">
            <a:extLst xmlns:a="http://schemas.openxmlformats.org/drawingml/2006/main">
              <a:ext uri="{FF2B5EF4-FFF2-40B4-BE49-F238E27FC236}">
                <a16:creationId xmlns:a16="http://schemas.microsoft.com/office/drawing/2014/main" id="{FCFCF3D8-2D12-41D6-A0CB-E932DCE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6" name="SE-056-path-1586">
            <a:extLst xmlns:a="http://schemas.openxmlformats.org/drawingml/2006/main">
              <a:ext uri="{FF2B5EF4-FFF2-40B4-BE49-F238E27FC236}">
                <a16:creationId xmlns:a16="http://schemas.microsoft.com/office/drawing/2014/main" id="{3CF90EA3-0656-4371-9723-2461F91D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7" name="SE-056-path-1587">
            <a:extLst xmlns:a="http://schemas.openxmlformats.org/drawingml/2006/main">
              <a:ext uri="{FF2B5EF4-FFF2-40B4-BE49-F238E27FC236}">
                <a16:creationId xmlns:a16="http://schemas.microsoft.com/office/drawing/2014/main" id="{4B177288-F1D6-4EE3-BDDF-0A9E3EB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8" name="SE-056-path-1588">
            <a:extLst xmlns:a="http://schemas.openxmlformats.org/drawingml/2006/main">
              <a:ext uri="{FF2B5EF4-FFF2-40B4-BE49-F238E27FC236}">
                <a16:creationId xmlns:a16="http://schemas.microsoft.com/office/drawing/2014/main" id="{1FA5A59D-C3CD-452E-9945-9E1DFB6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89" name="SE-056-path-1589">
            <a:extLst xmlns:a="http://schemas.openxmlformats.org/drawingml/2006/main">
              <a:ext uri="{FF2B5EF4-FFF2-40B4-BE49-F238E27FC236}">
                <a16:creationId xmlns:a16="http://schemas.microsoft.com/office/drawing/2014/main" id="{F0C2665C-6D3C-4338-BBC5-CDD9E88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0" name="SE-056-path-1590">
            <a:extLst xmlns:a="http://schemas.openxmlformats.org/drawingml/2006/main">
              <a:ext uri="{FF2B5EF4-FFF2-40B4-BE49-F238E27FC236}">
                <a16:creationId xmlns:a16="http://schemas.microsoft.com/office/drawing/2014/main" id="{A1F7E878-A957-4F15-83F6-EF72773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1" name="SE-056-path-1591">
            <a:extLst xmlns:a="http://schemas.openxmlformats.org/drawingml/2006/main">
              <a:ext uri="{FF2B5EF4-FFF2-40B4-BE49-F238E27FC236}">
                <a16:creationId xmlns:a16="http://schemas.microsoft.com/office/drawing/2014/main" id="{E4EA0F10-C641-4D23-AA29-129C165A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2" name="SE-056-path-1592">
            <a:extLst xmlns:a="http://schemas.openxmlformats.org/drawingml/2006/main">
              <a:ext uri="{FF2B5EF4-FFF2-40B4-BE49-F238E27FC236}">
                <a16:creationId xmlns:a16="http://schemas.microsoft.com/office/drawing/2014/main" id="{70FB9B21-E7E7-4B1C-ACBB-3105CCC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3" name="SE-056-path-1593">
            <a:extLst xmlns:a="http://schemas.openxmlformats.org/drawingml/2006/main">
              <a:ext uri="{FF2B5EF4-FFF2-40B4-BE49-F238E27FC236}">
                <a16:creationId xmlns:a16="http://schemas.microsoft.com/office/drawing/2014/main" id="{1AC08CD1-399B-4DC1-8BAD-BFA7F1E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4" name="SE-056-path-1594">
            <a:extLst xmlns:a="http://schemas.openxmlformats.org/drawingml/2006/main">
              <a:ext uri="{FF2B5EF4-FFF2-40B4-BE49-F238E27FC236}">
                <a16:creationId xmlns:a16="http://schemas.microsoft.com/office/drawing/2014/main" id="{5A0CF8A4-E54B-45C1-B226-A279B08D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5" name="SE-056-path-1595">
            <a:extLst xmlns:a="http://schemas.openxmlformats.org/drawingml/2006/main">
              <a:ext uri="{FF2B5EF4-FFF2-40B4-BE49-F238E27FC236}">
                <a16:creationId xmlns:a16="http://schemas.microsoft.com/office/drawing/2014/main" id="{ED94A89C-49CC-49DA-872D-84AFB491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6" name="SE-056-path-1596">
            <a:extLst xmlns:a="http://schemas.openxmlformats.org/drawingml/2006/main">
              <a:ext uri="{FF2B5EF4-FFF2-40B4-BE49-F238E27FC236}">
                <a16:creationId xmlns:a16="http://schemas.microsoft.com/office/drawing/2014/main" id="{A98C91BC-83CB-410B-9003-FEB9642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7" name="SE-056-path-1597">
            <a:extLst xmlns:a="http://schemas.openxmlformats.org/drawingml/2006/main">
              <a:ext uri="{FF2B5EF4-FFF2-40B4-BE49-F238E27FC236}">
                <a16:creationId xmlns:a16="http://schemas.microsoft.com/office/drawing/2014/main" id="{027EB080-E604-4858-B86D-DEC71737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8" name="SE-056-path-1598">
            <a:extLst xmlns:a="http://schemas.openxmlformats.org/drawingml/2006/main">
              <a:ext uri="{FF2B5EF4-FFF2-40B4-BE49-F238E27FC236}">
                <a16:creationId xmlns:a16="http://schemas.microsoft.com/office/drawing/2014/main" id="{127F3007-AD14-4078-BFF1-547E323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599" name="SE-056-path-1599">
            <a:extLst xmlns:a="http://schemas.openxmlformats.org/drawingml/2006/main">
              <a:ext uri="{FF2B5EF4-FFF2-40B4-BE49-F238E27FC236}">
                <a16:creationId xmlns:a16="http://schemas.microsoft.com/office/drawing/2014/main" id="{7FCA7CF2-0144-4B59-81AE-5A7E3BA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0" name="SE-056-path-1600">
            <a:extLst xmlns:a="http://schemas.openxmlformats.org/drawingml/2006/main">
              <a:ext uri="{FF2B5EF4-FFF2-40B4-BE49-F238E27FC236}">
                <a16:creationId xmlns:a16="http://schemas.microsoft.com/office/drawing/2014/main" id="{D431504C-E457-48DA-B459-EF3F682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1" name="SE-056-path-1601">
            <a:extLst xmlns:a="http://schemas.openxmlformats.org/drawingml/2006/main">
              <a:ext uri="{FF2B5EF4-FFF2-40B4-BE49-F238E27FC236}">
                <a16:creationId xmlns:a16="http://schemas.microsoft.com/office/drawing/2014/main" id="{C48721B4-9ACD-4AB1-8E5F-1D9DEAE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2" name="SE-056-path-1602">
            <a:extLst xmlns:a="http://schemas.openxmlformats.org/drawingml/2006/main">
              <a:ext uri="{FF2B5EF4-FFF2-40B4-BE49-F238E27FC236}">
                <a16:creationId xmlns:a16="http://schemas.microsoft.com/office/drawing/2014/main" id="{82D15222-FCDD-4787-B8E9-451716D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3" name="SE-056-path-1603">
            <a:extLst xmlns:a="http://schemas.openxmlformats.org/drawingml/2006/main">
              <a:ext uri="{FF2B5EF4-FFF2-40B4-BE49-F238E27FC236}">
                <a16:creationId xmlns:a16="http://schemas.microsoft.com/office/drawing/2014/main" id="{BB6E5515-0E59-4458-80D1-5783D312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4" name="SE-056-path-1604">
            <a:extLst xmlns:a="http://schemas.openxmlformats.org/drawingml/2006/main">
              <a:ext uri="{FF2B5EF4-FFF2-40B4-BE49-F238E27FC236}">
                <a16:creationId xmlns:a16="http://schemas.microsoft.com/office/drawing/2014/main" id="{02BDE085-6977-4F79-ADF5-C6DD46E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5" name="SE-056-path-1605">
            <a:extLst xmlns:a="http://schemas.openxmlformats.org/drawingml/2006/main">
              <a:ext uri="{FF2B5EF4-FFF2-40B4-BE49-F238E27FC236}">
                <a16:creationId xmlns:a16="http://schemas.microsoft.com/office/drawing/2014/main" id="{ED093255-B1B9-4D25-A53B-86FAEC2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6" name="SE-056-path-1606">
            <a:extLst xmlns:a="http://schemas.openxmlformats.org/drawingml/2006/main">
              <a:ext uri="{FF2B5EF4-FFF2-40B4-BE49-F238E27FC236}">
                <a16:creationId xmlns:a16="http://schemas.microsoft.com/office/drawing/2014/main" id="{5F1F2764-0E22-475A-B456-905CA66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7" name="SE-056-path-1607">
            <a:extLst xmlns:a="http://schemas.openxmlformats.org/drawingml/2006/main">
              <a:ext uri="{FF2B5EF4-FFF2-40B4-BE49-F238E27FC236}">
                <a16:creationId xmlns:a16="http://schemas.microsoft.com/office/drawing/2014/main" id="{1524FABD-ED40-4A64-85FB-1C0797B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8" name="SE-056-path-1608">
            <a:extLst xmlns:a="http://schemas.openxmlformats.org/drawingml/2006/main">
              <a:ext uri="{FF2B5EF4-FFF2-40B4-BE49-F238E27FC236}">
                <a16:creationId xmlns:a16="http://schemas.microsoft.com/office/drawing/2014/main" id="{B3E2B786-20C7-4C57-9A0C-8B9A0840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09" name="SE-056-path-1609">
            <a:extLst xmlns:a="http://schemas.openxmlformats.org/drawingml/2006/main">
              <a:ext uri="{FF2B5EF4-FFF2-40B4-BE49-F238E27FC236}">
                <a16:creationId xmlns:a16="http://schemas.microsoft.com/office/drawing/2014/main" id="{D941F801-9D67-48ED-8147-C616190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0" name="SE-056-path-1610">
            <a:extLst xmlns:a="http://schemas.openxmlformats.org/drawingml/2006/main">
              <a:ext uri="{FF2B5EF4-FFF2-40B4-BE49-F238E27FC236}">
                <a16:creationId xmlns:a16="http://schemas.microsoft.com/office/drawing/2014/main" id="{AA6C660C-E1FE-439E-9865-9BB7006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1" name="SE-056-path-1611">
            <a:extLst xmlns:a="http://schemas.openxmlformats.org/drawingml/2006/main">
              <a:ext uri="{FF2B5EF4-FFF2-40B4-BE49-F238E27FC236}">
                <a16:creationId xmlns:a16="http://schemas.microsoft.com/office/drawing/2014/main" id="{28034DA1-3A3B-4B52-86CB-9CDEEC26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2" name="SE-056-path-1612">
            <a:extLst xmlns:a="http://schemas.openxmlformats.org/drawingml/2006/main">
              <a:ext uri="{FF2B5EF4-FFF2-40B4-BE49-F238E27FC236}">
                <a16:creationId xmlns:a16="http://schemas.microsoft.com/office/drawing/2014/main" id="{EC6C1C19-73F6-4193-8F50-2EC6C74E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3" name="SE-056-path-1613">
            <a:extLst xmlns:a="http://schemas.openxmlformats.org/drawingml/2006/main">
              <a:ext uri="{FF2B5EF4-FFF2-40B4-BE49-F238E27FC236}">
                <a16:creationId xmlns:a16="http://schemas.microsoft.com/office/drawing/2014/main" id="{59F2CDAB-7D93-41ED-BA13-CE364BF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4" name="SE-056-path-1614">
            <a:extLst xmlns:a="http://schemas.openxmlformats.org/drawingml/2006/main">
              <a:ext uri="{FF2B5EF4-FFF2-40B4-BE49-F238E27FC236}">
                <a16:creationId xmlns:a16="http://schemas.microsoft.com/office/drawing/2014/main" id="{A7D8E64E-4F90-4F1D-8033-E6E9C54E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5" name="SE-056-path-1615">
            <a:extLst xmlns:a="http://schemas.openxmlformats.org/drawingml/2006/main">
              <a:ext uri="{FF2B5EF4-FFF2-40B4-BE49-F238E27FC236}">
                <a16:creationId xmlns:a16="http://schemas.microsoft.com/office/drawing/2014/main" id="{9E591BA3-7B0C-4022-AE1F-C824C1C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6" name="SE-056-path-1616">
            <a:extLst xmlns:a="http://schemas.openxmlformats.org/drawingml/2006/main">
              <a:ext uri="{FF2B5EF4-FFF2-40B4-BE49-F238E27FC236}">
                <a16:creationId xmlns:a16="http://schemas.microsoft.com/office/drawing/2014/main" id="{1D65520B-5B76-49BC-85AB-75791EBE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7" name="SE-056-path-1617">
            <a:extLst xmlns:a="http://schemas.openxmlformats.org/drawingml/2006/main">
              <a:ext uri="{FF2B5EF4-FFF2-40B4-BE49-F238E27FC236}">
                <a16:creationId xmlns:a16="http://schemas.microsoft.com/office/drawing/2014/main" id="{C7F39D66-A0AF-4ABD-BBD3-6488E5DE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8" name="SE-056-path-1618">
            <a:extLst xmlns:a="http://schemas.openxmlformats.org/drawingml/2006/main">
              <a:ext uri="{FF2B5EF4-FFF2-40B4-BE49-F238E27FC236}">
                <a16:creationId xmlns:a16="http://schemas.microsoft.com/office/drawing/2014/main" id="{3DC32CCA-79A3-4F67-92BE-84E140F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19" name="SE-056-path-1619">
            <a:extLst xmlns:a="http://schemas.openxmlformats.org/drawingml/2006/main">
              <a:ext uri="{FF2B5EF4-FFF2-40B4-BE49-F238E27FC236}">
                <a16:creationId xmlns:a16="http://schemas.microsoft.com/office/drawing/2014/main" id="{348CD34C-9529-4D29-B336-EBDD57C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0" name="SE-056-path-1620">
            <a:extLst xmlns:a="http://schemas.openxmlformats.org/drawingml/2006/main">
              <a:ext uri="{FF2B5EF4-FFF2-40B4-BE49-F238E27FC236}">
                <a16:creationId xmlns:a16="http://schemas.microsoft.com/office/drawing/2014/main" id="{F2BE3E75-B2C4-4237-9F75-B6D08A3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1" name="SE-056-path-1621">
            <a:extLst xmlns:a="http://schemas.openxmlformats.org/drawingml/2006/main">
              <a:ext uri="{FF2B5EF4-FFF2-40B4-BE49-F238E27FC236}">
                <a16:creationId xmlns:a16="http://schemas.microsoft.com/office/drawing/2014/main" id="{7A5F7715-B3D3-4E3B-825D-AE657FA1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2" name="SE-056-path-1622">
            <a:extLst xmlns:a="http://schemas.openxmlformats.org/drawingml/2006/main">
              <a:ext uri="{FF2B5EF4-FFF2-40B4-BE49-F238E27FC236}">
                <a16:creationId xmlns:a16="http://schemas.microsoft.com/office/drawing/2014/main" id="{24B04EA1-3041-4DDE-8CE0-9F33023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3" name="SE-056-path-1623">
            <a:extLst xmlns:a="http://schemas.openxmlformats.org/drawingml/2006/main">
              <a:ext uri="{FF2B5EF4-FFF2-40B4-BE49-F238E27FC236}">
                <a16:creationId xmlns:a16="http://schemas.microsoft.com/office/drawing/2014/main" id="{67CDCBF2-387B-4E4B-AFDF-54E230E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4" name="SE-056-path-1624">
            <a:extLst xmlns:a="http://schemas.openxmlformats.org/drawingml/2006/main">
              <a:ext uri="{FF2B5EF4-FFF2-40B4-BE49-F238E27FC236}">
                <a16:creationId xmlns:a16="http://schemas.microsoft.com/office/drawing/2014/main" id="{3BD511AD-510D-40C2-91DE-3659EAA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1526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5" name="SE-056-1625">
            <a:extLst xmlns:a="http://schemas.openxmlformats.org/drawingml/2006/main">
              <a:ext uri="{FF2B5EF4-FFF2-40B4-BE49-F238E27FC236}">
                <a16:creationId xmlns:a16="http://schemas.microsoft.com/office/drawing/2014/main" id="{983301FD-EB2C-4B15-80FF-0E94BB7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097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150K</a:t>
            </a:r>
          </a:p>
        </p:txBody>
      </p:sp>
      <p:sp>
        <p:nvSpPr>
          <p:cNvPr id="1626" name="SE-056-path-1626">
            <a:extLst xmlns:a="http://schemas.openxmlformats.org/drawingml/2006/main">
              <a:ext uri="{FF2B5EF4-FFF2-40B4-BE49-F238E27FC236}">
                <a16:creationId xmlns:a16="http://schemas.microsoft.com/office/drawing/2014/main" id="{22579438-6071-4EFB-A6E0-AC68A381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7" name="SE-056-path-1627">
            <a:extLst xmlns:a="http://schemas.openxmlformats.org/drawingml/2006/main">
              <a:ext uri="{FF2B5EF4-FFF2-40B4-BE49-F238E27FC236}">
                <a16:creationId xmlns:a16="http://schemas.microsoft.com/office/drawing/2014/main" id="{4166954A-9117-43CF-A526-26AD83C1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8" name="SE-056-path-1628">
            <a:extLst xmlns:a="http://schemas.openxmlformats.org/drawingml/2006/main">
              <a:ext uri="{FF2B5EF4-FFF2-40B4-BE49-F238E27FC236}">
                <a16:creationId xmlns:a16="http://schemas.microsoft.com/office/drawing/2014/main" id="{1469A530-2A4F-491D-89C3-862CB46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29" name="SE-056-path-1629">
            <a:extLst xmlns:a="http://schemas.openxmlformats.org/drawingml/2006/main">
              <a:ext uri="{FF2B5EF4-FFF2-40B4-BE49-F238E27FC236}">
                <a16:creationId xmlns:a16="http://schemas.microsoft.com/office/drawing/2014/main" id="{D31E2ED2-D9FF-44D9-9116-B313D8BD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0" name="SE-056-path-1630">
            <a:extLst xmlns:a="http://schemas.openxmlformats.org/drawingml/2006/main">
              <a:ext uri="{FF2B5EF4-FFF2-40B4-BE49-F238E27FC236}">
                <a16:creationId xmlns:a16="http://schemas.microsoft.com/office/drawing/2014/main" id="{5FBB16DF-C198-4858-A906-C2A6722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1" name="SE-056-path-1631">
            <a:extLst xmlns:a="http://schemas.openxmlformats.org/drawingml/2006/main">
              <a:ext uri="{FF2B5EF4-FFF2-40B4-BE49-F238E27FC236}">
                <a16:creationId xmlns:a16="http://schemas.microsoft.com/office/drawing/2014/main" id="{BDEBD657-5BE4-429B-8F13-5059C4B7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2" name="SE-056-path-1632">
            <a:extLst xmlns:a="http://schemas.openxmlformats.org/drawingml/2006/main">
              <a:ext uri="{FF2B5EF4-FFF2-40B4-BE49-F238E27FC236}">
                <a16:creationId xmlns:a16="http://schemas.microsoft.com/office/drawing/2014/main" id="{BF637398-7592-4D72-BF3F-517F0E21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3" name="SE-056-path-1633">
            <a:extLst xmlns:a="http://schemas.openxmlformats.org/drawingml/2006/main">
              <a:ext uri="{FF2B5EF4-FFF2-40B4-BE49-F238E27FC236}">
                <a16:creationId xmlns:a16="http://schemas.microsoft.com/office/drawing/2014/main" id="{59886D79-F596-47FF-8476-FF92F593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4" name="SE-056-path-1634">
            <a:extLst xmlns:a="http://schemas.openxmlformats.org/drawingml/2006/main">
              <a:ext uri="{FF2B5EF4-FFF2-40B4-BE49-F238E27FC236}">
                <a16:creationId xmlns:a16="http://schemas.microsoft.com/office/drawing/2014/main" id="{F1C66D64-B29F-47E4-A4B8-F25C5E1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5" name="SE-056-path-1635">
            <a:extLst xmlns:a="http://schemas.openxmlformats.org/drawingml/2006/main">
              <a:ext uri="{FF2B5EF4-FFF2-40B4-BE49-F238E27FC236}">
                <a16:creationId xmlns:a16="http://schemas.microsoft.com/office/drawing/2014/main" id="{ABC7EFB7-93A9-48B4-973C-169B5E5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6" name="SE-056-path-1636">
            <a:extLst xmlns:a="http://schemas.openxmlformats.org/drawingml/2006/main">
              <a:ext uri="{FF2B5EF4-FFF2-40B4-BE49-F238E27FC236}">
                <a16:creationId xmlns:a16="http://schemas.microsoft.com/office/drawing/2014/main" id="{9B3A92F7-BFC3-43ED-B8DD-303E85E1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7" name="SE-056-path-1637">
            <a:extLst xmlns:a="http://schemas.openxmlformats.org/drawingml/2006/main">
              <a:ext uri="{FF2B5EF4-FFF2-40B4-BE49-F238E27FC236}">
                <a16:creationId xmlns:a16="http://schemas.microsoft.com/office/drawing/2014/main" id="{15227249-5B0E-494A-A07B-AF4C78E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8" name="SE-056-path-1638">
            <a:extLst xmlns:a="http://schemas.openxmlformats.org/drawingml/2006/main">
              <a:ext uri="{FF2B5EF4-FFF2-40B4-BE49-F238E27FC236}">
                <a16:creationId xmlns:a16="http://schemas.microsoft.com/office/drawing/2014/main" id="{DDA3ADE5-5C90-47F9-BD9D-9E83A60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39" name="SE-056-path-1639">
            <a:extLst xmlns:a="http://schemas.openxmlformats.org/drawingml/2006/main">
              <a:ext uri="{FF2B5EF4-FFF2-40B4-BE49-F238E27FC236}">
                <a16:creationId xmlns:a16="http://schemas.microsoft.com/office/drawing/2014/main" id="{3481980B-9BDD-4160-B4C0-6C8780D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0" name="SE-056-path-1640">
            <a:extLst xmlns:a="http://schemas.openxmlformats.org/drawingml/2006/main">
              <a:ext uri="{FF2B5EF4-FFF2-40B4-BE49-F238E27FC236}">
                <a16:creationId xmlns:a16="http://schemas.microsoft.com/office/drawing/2014/main" id="{51159DC4-445F-4384-B910-E8E50E7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1" name="SE-056-path-1641">
            <a:extLst xmlns:a="http://schemas.openxmlformats.org/drawingml/2006/main">
              <a:ext uri="{FF2B5EF4-FFF2-40B4-BE49-F238E27FC236}">
                <a16:creationId xmlns:a16="http://schemas.microsoft.com/office/drawing/2014/main" id="{DB694135-45AC-4C4D-BACF-44EC7E1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2" name="SE-056-path-1642">
            <a:extLst xmlns:a="http://schemas.openxmlformats.org/drawingml/2006/main">
              <a:ext uri="{FF2B5EF4-FFF2-40B4-BE49-F238E27FC236}">
                <a16:creationId xmlns:a16="http://schemas.microsoft.com/office/drawing/2014/main" id="{72EFACBA-1A54-4D4A-8890-30CA10A0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3" name="SE-056-path-1643">
            <a:extLst xmlns:a="http://schemas.openxmlformats.org/drawingml/2006/main">
              <a:ext uri="{FF2B5EF4-FFF2-40B4-BE49-F238E27FC236}">
                <a16:creationId xmlns:a16="http://schemas.microsoft.com/office/drawing/2014/main" id="{B5548979-0BA1-4CDF-806D-C229E22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4" name="SE-056-path-1644">
            <a:extLst xmlns:a="http://schemas.openxmlformats.org/drawingml/2006/main">
              <a:ext uri="{FF2B5EF4-FFF2-40B4-BE49-F238E27FC236}">
                <a16:creationId xmlns:a16="http://schemas.microsoft.com/office/drawing/2014/main" id="{2F99C3D0-36CA-44B2-982B-2117E48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5" name="SE-056-path-1645">
            <a:extLst xmlns:a="http://schemas.openxmlformats.org/drawingml/2006/main">
              <a:ext uri="{FF2B5EF4-FFF2-40B4-BE49-F238E27FC236}">
                <a16:creationId xmlns:a16="http://schemas.microsoft.com/office/drawing/2014/main" id="{574505E1-0184-4934-8385-32F52EDF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6" name="SE-056-path-1646">
            <a:extLst xmlns:a="http://schemas.openxmlformats.org/drawingml/2006/main">
              <a:ext uri="{FF2B5EF4-FFF2-40B4-BE49-F238E27FC236}">
                <a16:creationId xmlns:a16="http://schemas.microsoft.com/office/drawing/2014/main" id="{BCBA48E1-9092-480D-B660-ECEE7FB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7" name="SE-056-path-1647">
            <a:extLst xmlns:a="http://schemas.openxmlformats.org/drawingml/2006/main">
              <a:ext uri="{FF2B5EF4-FFF2-40B4-BE49-F238E27FC236}">
                <a16:creationId xmlns:a16="http://schemas.microsoft.com/office/drawing/2014/main" id="{FF1D03E9-036C-4B0B-9131-C4F5851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8" name="SE-056-path-1648">
            <a:extLst xmlns:a="http://schemas.openxmlformats.org/drawingml/2006/main">
              <a:ext uri="{FF2B5EF4-FFF2-40B4-BE49-F238E27FC236}">
                <a16:creationId xmlns:a16="http://schemas.microsoft.com/office/drawing/2014/main" id="{099A6F5A-250C-46FF-8932-2C812FC5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49" name="SE-056-path-1649">
            <a:extLst xmlns:a="http://schemas.openxmlformats.org/drawingml/2006/main">
              <a:ext uri="{FF2B5EF4-FFF2-40B4-BE49-F238E27FC236}">
                <a16:creationId xmlns:a16="http://schemas.microsoft.com/office/drawing/2014/main" id="{BE8136AE-8F48-48EE-BAE6-DB63BA46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0" name="SE-056-path-1650">
            <a:extLst xmlns:a="http://schemas.openxmlformats.org/drawingml/2006/main">
              <a:ext uri="{FF2B5EF4-FFF2-40B4-BE49-F238E27FC236}">
                <a16:creationId xmlns:a16="http://schemas.microsoft.com/office/drawing/2014/main" id="{ABFADABB-F48B-4BA2-B7AF-E3F72FF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1" name="SE-056-path-1651">
            <a:extLst xmlns:a="http://schemas.openxmlformats.org/drawingml/2006/main">
              <a:ext uri="{FF2B5EF4-FFF2-40B4-BE49-F238E27FC236}">
                <a16:creationId xmlns:a16="http://schemas.microsoft.com/office/drawing/2014/main" id="{646B9F63-93D7-44A8-B482-248CC5A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2" name="SE-056-path-1652">
            <a:extLst xmlns:a="http://schemas.openxmlformats.org/drawingml/2006/main">
              <a:ext uri="{FF2B5EF4-FFF2-40B4-BE49-F238E27FC236}">
                <a16:creationId xmlns:a16="http://schemas.microsoft.com/office/drawing/2014/main" id="{7FF4A845-1EC1-4799-85F9-056C82BC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3" name="SE-056-path-1653">
            <a:extLst xmlns:a="http://schemas.openxmlformats.org/drawingml/2006/main">
              <a:ext uri="{FF2B5EF4-FFF2-40B4-BE49-F238E27FC236}">
                <a16:creationId xmlns:a16="http://schemas.microsoft.com/office/drawing/2014/main" id="{3E55AE44-353F-4B09-954E-7251673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4" name="SE-056-path-1654">
            <a:extLst xmlns:a="http://schemas.openxmlformats.org/drawingml/2006/main">
              <a:ext uri="{FF2B5EF4-FFF2-40B4-BE49-F238E27FC236}">
                <a16:creationId xmlns:a16="http://schemas.microsoft.com/office/drawing/2014/main" id="{5670BF1E-D803-417A-9D6F-B0FBC5E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5" name="SE-056-path-1655">
            <a:extLst xmlns:a="http://schemas.openxmlformats.org/drawingml/2006/main">
              <a:ext uri="{FF2B5EF4-FFF2-40B4-BE49-F238E27FC236}">
                <a16:creationId xmlns:a16="http://schemas.microsoft.com/office/drawing/2014/main" id="{34BBCD95-8C35-45DF-BE33-A08F8579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6" name="SE-056-path-1656">
            <a:extLst xmlns:a="http://schemas.openxmlformats.org/drawingml/2006/main">
              <a:ext uri="{FF2B5EF4-FFF2-40B4-BE49-F238E27FC236}">
                <a16:creationId xmlns:a16="http://schemas.microsoft.com/office/drawing/2014/main" id="{141E8F75-A3B2-4D0C-A723-BCFA4F2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7" name="SE-056-path-1657">
            <a:extLst xmlns:a="http://schemas.openxmlformats.org/drawingml/2006/main">
              <a:ext uri="{FF2B5EF4-FFF2-40B4-BE49-F238E27FC236}">
                <a16:creationId xmlns:a16="http://schemas.microsoft.com/office/drawing/2014/main" id="{B1CC394F-6D43-4C95-8C65-2DD00695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8" name="SE-056-path-1658">
            <a:extLst xmlns:a="http://schemas.openxmlformats.org/drawingml/2006/main">
              <a:ext uri="{FF2B5EF4-FFF2-40B4-BE49-F238E27FC236}">
                <a16:creationId xmlns:a16="http://schemas.microsoft.com/office/drawing/2014/main" id="{58840A55-A285-4C7B-9740-0866D02B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59" name="SE-056-path-1659">
            <a:extLst xmlns:a="http://schemas.openxmlformats.org/drawingml/2006/main">
              <a:ext uri="{FF2B5EF4-FFF2-40B4-BE49-F238E27FC236}">
                <a16:creationId xmlns:a16="http://schemas.microsoft.com/office/drawing/2014/main" id="{A8511FE4-5788-4295-8901-0CAA4626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0" name="SE-056-path-1660">
            <a:extLst xmlns:a="http://schemas.openxmlformats.org/drawingml/2006/main">
              <a:ext uri="{FF2B5EF4-FFF2-40B4-BE49-F238E27FC236}">
                <a16:creationId xmlns:a16="http://schemas.microsoft.com/office/drawing/2014/main" id="{019BCAEF-C2EB-40A5-A201-5CAB716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1" name="SE-056-path-1661">
            <a:extLst xmlns:a="http://schemas.openxmlformats.org/drawingml/2006/main">
              <a:ext uri="{FF2B5EF4-FFF2-40B4-BE49-F238E27FC236}">
                <a16:creationId xmlns:a16="http://schemas.microsoft.com/office/drawing/2014/main" id="{B6743A90-29F4-4F9F-A1D7-AB663524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2" name="SE-056-path-1662">
            <a:extLst xmlns:a="http://schemas.openxmlformats.org/drawingml/2006/main">
              <a:ext uri="{FF2B5EF4-FFF2-40B4-BE49-F238E27FC236}">
                <a16:creationId xmlns:a16="http://schemas.microsoft.com/office/drawing/2014/main" id="{54AB09F7-90EF-4609-9808-12E25E2D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3" name="SE-056-path-1663">
            <a:extLst xmlns:a="http://schemas.openxmlformats.org/drawingml/2006/main">
              <a:ext uri="{FF2B5EF4-FFF2-40B4-BE49-F238E27FC236}">
                <a16:creationId xmlns:a16="http://schemas.microsoft.com/office/drawing/2014/main" id="{BC950DB2-511A-4354-8D63-B7947E81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4" name="SE-056-path-1664">
            <a:extLst xmlns:a="http://schemas.openxmlformats.org/drawingml/2006/main">
              <a:ext uri="{FF2B5EF4-FFF2-40B4-BE49-F238E27FC236}">
                <a16:creationId xmlns:a16="http://schemas.microsoft.com/office/drawing/2014/main" id="{517C1EAE-B790-4079-B414-3A996FA3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5" name="SE-056-path-1665">
            <a:extLst xmlns:a="http://schemas.openxmlformats.org/drawingml/2006/main">
              <a:ext uri="{FF2B5EF4-FFF2-40B4-BE49-F238E27FC236}">
                <a16:creationId xmlns:a16="http://schemas.microsoft.com/office/drawing/2014/main" id="{F0652182-B07A-4FBD-9F42-1E4101B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6" name="SE-056-path-1666">
            <a:extLst xmlns:a="http://schemas.openxmlformats.org/drawingml/2006/main">
              <a:ext uri="{FF2B5EF4-FFF2-40B4-BE49-F238E27FC236}">
                <a16:creationId xmlns:a16="http://schemas.microsoft.com/office/drawing/2014/main" id="{CC1D03EF-4B0A-4D73-8934-534622B3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7" name="SE-056-path-1667">
            <a:extLst xmlns:a="http://schemas.openxmlformats.org/drawingml/2006/main">
              <a:ext uri="{FF2B5EF4-FFF2-40B4-BE49-F238E27FC236}">
                <a16:creationId xmlns:a16="http://schemas.microsoft.com/office/drawing/2014/main" id="{7B8C826D-4E9F-4B87-BD05-713EBE65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8" name="SE-056-path-1668">
            <a:extLst xmlns:a="http://schemas.openxmlformats.org/drawingml/2006/main">
              <a:ext uri="{FF2B5EF4-FFF2-40B4-BE49-F238E27FC236}">
                <a16:creationId xmlns:a16="http://schemas.microsoft.com/office/drawing/2014/main" id="{CFFB1A5D-BBB1-4643-9B38-FA88C926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69" name="SE-056-path-1669">
            <a:extLst xmlns:a="http://schemas.openxmlformats.org/drawingml/2006/main">
              <a:ext uri="{FF2B5EF4-FFF2-40B4-BE49-F238E27FC236}">
                <a16:creationId xmlns:a16="http://schemas.microsoft.com/office/drawing/2014/main" id="{92DE477F-2C7D-4CE9-924E-2B6813E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0" name="SE-056-path-1670">
            <a:extLst xmlns:a="http://schemas.openxmlformats.org/drawingml/2006/main">
              <a:ext uri="{FF2B5EF4-FFF2-40B4-BE49-F238E27FC236}">
                <a16:creationId xmlns:a16="http://schemas.microsoft.com/office/drawing/2014/main" id="{377C71FC-9D2B-4662-9EA1-A6190F6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1" name="SE-056-path-1671">
            <a:extLst xmlns:a="http://schemas.openxmlformats.org/drawingml/2006/main">
              <a:ext uri="{FF2B5EF4-FFF2-40B4-BE49-F238E27FC236}">
                <a16:creationId xmlns:a16="http://schemas.microsoft.com/office/drawing/2014/main" id="{AF7C835C-1272-410D-993E-814E61A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2" name="SE-056-path-1672">
            <a:extLst xmlns:a="http://schemas.openxmlformats.org/drawingml/2006/main">
              <a:ext uri="{FF2B5EF4-FFF2-40B4-BE49-F238E27FC236}">
                <a16:creationId xmlns:a16="http://schemas.microsoft.com/office/drawing/2014/main" id="{FC759FDC-4E1A-4E64-A3B7-00C4333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3" name="SE-056-path-1673">
            <a:extLst xmlns:a="http://schemas.openxmlformats.org/drawingml/2006/main">
              <a:ext uri="{FF2B5EF4-FFF2-40B4-BE49-F238E27FC236}">
                <a16:creationId xmlns:a16="http://schemas.microsoft.com/office/drawing/2014/main" id="{E9480A3B-C93C-4718-BC6E-71A4B17D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4" name="SE-056-path-1674">
            <a:extLst xmlns:a="http://schemas.openxmlformats.org/drawingml/2006/main">
              <a:ext uri="{FF2B5EF4-FFF2-40B4-BE49-F238E27FC236}">
                <a16:creationId xmlns:a16="http://schemas.microsoft.com/office/drawing/2014/main" id="{70F4CEB2-1D70-4C14-8927-07FE725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5" name="SE-056-path-1675">
            <a:extLst xmlns:a="http://schemas.openxmlformats.org/drawingml/2006/main">
              <a:ext uri="{FF2B5EF4-FFF2-40B4-BE49-F238E27FC236}">
                <a16:creationId xmlns:a16="http://schemas.microsoft.com/office/drawing/2014/main" id="{383271BE-A1F4-4E77-A54B-7417E63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6" name="SE-056-path-1676">
            <a:extLst xmlns:a="http://schemas.openxmlformats.org/drawingml/2006/main">
              <a:ext uri="{FF2B5EF4-FFF2-40B4-BE49-F238E27FC236}">
                <a16:creationId xmlns:a16="http://schemas.microsoft.com/office/drawing/2014/main" id="{1F535E5C-6ED2-4689-9936-2A98500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7" name="SE-056-path-1677">
            <a:extLst xmlns:a="http://schemas.openxmlformats.org/drawingml/2006/main">
              <a:ext uri="{FF2B5EF4-FFF2-40B4-BE49-F238E27FC236}">
                <a16:creationId xmlns:a16="http://schemas.microsoft.com/office/drawing/2014/main" id="{D8F2EB04-D2E5-4390-A9C1-F66E5AFD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8" name="SE-056-path-1678">
            <a:extLst xmlns:a="http://schemas.openxmlformats.org/drawingml/2006/main">
              <a:ext uri="{FF2B5EF4-FFF2-40B4-BE49-F238E27FC236}">
                <a16:creationId xmlns:a16="http://schemas.microsoft.com/office/drawing/2014/main" id="{8E75B817-B6F5-45C7-AE5F-A80821B1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79" name="SE-056-path-1679">
            <a:extLst xmlns:a="http://schemas.openxmlformats.org/drawingml/2006/main">
              <a:ext uri="{FF2B5EF4-FFF2-40B4-BE49-F238E27FC236}">
                <a16:creationId xmlns:a16="http://schemas.microsoft.com/office/drawing/2014/main" id="{68557723-6F69-47CF-B7BE-47E9F182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0" name="SE-056-path-1680">
            <a:extLst xmlns:a="http://schemas.openxmlformats.org/drawingml/2006/main">
              <a:ext uri="{FF2B5EF4-FFF2-40B4-BE49-F238E27FC236}">
                <a16:creationId xmlns:a16="http://schemas.microsoft.com/office/drawing/2014/main" id="{9197857D-A59D-4368-B3F7-2419A6F4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1" name="SE-056-path-1681">
            <a:extLst xmlns:a="http://schemas.openxmlformats.org/drawingml/2006/main">
              <a:ext uri="{FF2B5EF4-FFF2-40B4-BE49-F238E27FC236}">
                <a16:creationId xmlns:a16="http://schemas.microsoft.com/office/drawing/2014/main" id="{FE59AD89-0A1D-41BB-A848-860C929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2" name="SE-056-path-1682">
            <a:extLst xmlns:a="http://schemas.openxmlformats.org/drawingml/2006/main">
              <a:ext uri="{FF2B5EF4-FFF2-40B4-BE49-F238E27FC236}">
                <a16:creationId xmlns:a16="http://schemas.microsoft.com/office/drawing/2014/main" id="{55FB782E-4B86-4D19-A6B2-9E99758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3" name="SE-056-path-1683">
            <a:extLst xmlns:a="http://schemas.openxmlformats.org/drawingml/2006/main">
              <a:ext uri="{FF2B5EF4-FFF2-40B4-BE49-F238E27FC236}">
                <a16:creationId xmlns:a16="http://schemas.microsoft.com/office/drawing/2014/main" id="{1FF8C353-DD6B-4413-9367-D58EC0A5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4" name="SE-056-path-1684">
            <a:extLst xmlns:a="http://schemas.openxmlformats.org/drawingml/2006/main">
              <a:ext uri="{FF2B5EF4-FFF2-40B4-BE49-F238E27FC236}">
                <a16:creationId xmlns:a16="http://schemas.microsoft.com/office/drawing/2014/main" id="{5879F3B5-035D-4C19-A9FE-D926C150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5" name="SE-056-path-1685">
            <a:extLst xmlns:a="http://schemas.openxmlformats.org/drawingml/2006/main">
              <a:ext uri="{FF2B5EF4-FFF2-40B4-BE49-F238E27FC236}">
                <a16:creationId xmlns:a16="http://schemas.microsoft.com/office/drawing/2014/main" id="{671369C6-73F3-43C5-8CBE-DEF78C0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6" name="SE-056-path-1686">
            <a:extLst xmlns:a="http://schemas.openxmlformats.org/drawingml/2006/main">
              <a:ext uri="{FF2B5EF4-FFF2-40B4-BE49-F238E27FC236}">
                <a16:creationId xmlns:a16="http://schemas.microsoft.com/office/drawing/2014/main" id="{0708479E-65EE-44D4-AB59-78107E3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7" name="SE-056-path-1687">
            <a:extLst xmlns:a="http://schemas.openxmlformats.org/drawingml/2006/main">
              <a:ext uri="{FF2B5EF4-FFF2-40B4-BE49-F238E27FC236}">
                <a16:creationId xmlns:a16="http://schemas.microsoft.com/office/drawing/2014/main" id="{8CA9F309-6F97-43CC-8F20-2980BD0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8" name="SE-056-path-1688">
            <a:extLst xmlns:a="http://schemas.openxmlformats.org/drawingml/2006/main">
              <a:ext uri="{FF2B5EF4-FFF2-40B4-BE49-F238E27FC236}">
                <a16:creationId xmlns:a16="http://schemas.microsoft.com/office/drawing/2014/main" id="{9215C07D-824A-4181-A2EC-4559F9EC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89" name="SE-056-path-1689">
            <a:extLst xmlns:a="http://schemas.openxmlformats.org/drawingml/2006/main">
              <a:ext uri="{FF2B5EF4-FFF2-40B4-BE49-F238E27FC236}">
                <a16:creationId xmlns:a16="http://schemas.microsoft.com/office/drawing/2014/main" id="{930DEE05-A4D5-438E-8C9E-22582C5D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0" name="SE-056-path-1690">
            <a:extLst xmlns:a="http://schemas.openxmlformats.org/drawingml/2006/main">
              <a:ext uri="{FF2B5EF4-FFF2-40B4-BE49-F238E27FC236}">
                <a16:creationId xmlns:a16="http://schemas.microsoft.com/office/drawing/2014/main" id="{BD082462-1D44-4A2A-B466-10750CCF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1" name="SE-056-path-1691">
            <a:extLst xmlns:a="http://schemas.openxmlformats.org/drawingml/2006/main">
              <a:ext uri="{FF2B5EF4-FFF2-40B4-BE49-F238E27FC236}">
                <a16:creationId xmlns:a16="http://schemas.microsoft.com/office/drawing/2014/main" id="{98D7B5D9-D7CF-457F-A7AD-0BD69D54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2" name="SE-056-path-1692">
            <a:extLst xmlns:a="http://schemas.openxmlformats.org/drawingml/2006/main">
              <a:ext uri="{FF2B5EF4-FFF2-40B4-BE49-F238E27FC236}">
                <a16:creationId xmlns:a16="http://schemas.microsoft.com/office/drawing/2014/main" id="{01DF2176-22F6-41E8-AC26-37CD0B7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3" name="SE-056-path-1693">
            <a:extLst xmlns:a="http://schemas.openxmlformats.org/drawingml/2006/main">
              <a:ext uri="{FF2B5EF4-FFF2-40B4-BE49-F238E27FC236}">
                <a16:creationId xmlns:a16="http://schemas.microsoft.com/office/drawing/2014/main" id="{EC031FF5-3AAA-4903-9ECC-40326186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4" name="SE-056-path-1694">
            <a:extLst xmlns:a="http://schemas.openxmlformats.org/drawingml/2006/main">
              <a:ext uri="{FF2B5EF4-FFF2-40B4-BE49-F238E27FC236}">
                <a16:creationId xmlns:a16="http://schemas.microsoft.com/office/drawing/2014/main" id="{8AC4B27B-C39F-4545-A04D-9DB1B0D3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5" name="SE-056-path-1695">
            <a:extLst xmlns:a="http://schemas.openxmlformats.org/drawingml/2006/main">
              <a:ext uri="{FF2B5EF4-FFF2-40B4-BE49-F238E27FC236}">
                <a16:creationId xmlns:a16="http://schemas.microsoft.com/office/drawing/2014/main" id="{B3E4CAEC-D1B7-42EE-81FD-4B241A53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6" name="SE-056-path-1696">
            <a:extLst xmlns:a="http://schemas.openxmlformats.org/drawingml/2006/main">
              <a:ext uri="{FF2B5EF4-FFF2-40B4-BE49-F238E27FC236}">
                <a16:creationId xmlns:a16="http://schemas.microsoft.com/office/drawing/2014/main" id="{2E545DEF-54AE-4415-B53D-F587CFE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7" name="SE-056-path-1697">
            <a:extLst xmlns:a="http://schemas.openxmlformats.org/drawingml/2006/main">
              <a:ext uri="{FF2B5EF4-FFF2-40B4-BE49-F238E27FC236}">
                <a16:creationId xmlns:a16="http://schemas.microsoft.com/office/drawing/2014/main" id="{53C3515B-4DD4-43CC-B08B-0AEABFF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8" name="SE-056-path-1698">
            <a:extLst xmlns:a="http://schemas.openxmlformats.org/drawingml/2006/main">
              <a:ext uri="{FF2B5EF4-FFF2-40B4-BE49-F238E27FC236}">
                <a16:creationId xmlns:a16="http://schemas.microsoft.com/office/drawing/2014/main" id="{D13FCD66-3154-4209-B544-510AD4F2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699" name="SE-056-path-1699">
            <a:extLst xmlns:a="http://schemas.openxmlformats.org/drawingml/2006/main">
              <a:ext uri="{FF2B5EF4-FFF2-40B4-BE49-F238E27FC236}">
                <a16:creationId xmlns:a16="http://schemas.microsoft.com/office/drawing/2014/main" id="{72D06846-E9C2-4464-84FC-6FD684AA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0" name="SE-056-path-1700">
            <a:extLst xmlns:a="http://schemas.openxmlformats.org/drawingml/2006/main">
              <a:ext uri="{FF2B5EF4-FFF2-40B4-BE49-F238E27FC236}">
                <a16:creationId xmlns:a16="http://schemas.microsoft.com/office/drawing/2014/main" id="{D11C484C-04D6-4267-B51A-91428D8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1" name="SE-056-path-1701">
            <a:extLst xmlns:a="http://schemas.openxmlformats.org/drawingml/2006/main">
              <a:ext uri="{FF2B5EF4-FFF2-40B4-BE49-F238E27FC236}">
                <a16:creationId xmlns:a16="http://schemas.microsoft.com/office/drawing/2014/main" id="{AEDEDA7E-90CB-451A-82CD-6D40247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2" name="SE-056-path-1702">
            <a:extLst xmlns:a="http://schemas.openxmlformats.org/drawingml/2006/main">
              <a:ext uri="{FF2B5EF4-FFF2-40B4-BE49-F238E27FC236}">
                <a16:creationId xmlns:a16="http://schemas.microsoft.com/office/drawing/2014/main" id="{6383D823-56FF-4458-965A-00AD0C9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3" name="SE-056-path-1703">
            <a:extLst xmlns:a="http://schemas.openxmlformats.org/drawingml/2006/main">
              <a:ext uri="{FF2B5EF4-FFF2-40B4-BE49-F238E27FC236}">
                <a16:creationId xmlns:a16="http://schemas.microsoft.com/office/drawing/2014/main" id="{0DC812DF-75CF-4B2D-A135-1943BCB2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4" name="SE-056-path-1704">
            <a:extLst xmlns:a="http://schemas.openxmlformats.org/drawingml/2006/main">
              <a:ext uri="{FF2B5EF4-FFF2-40B4-BE49-F238E27FC236}">
                <a16:creationId xmlns:a16="http://schemas.microsoft.com/office/drawing/2014/main" id="{87454211-164C-444E-86A3-076B1D7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5" name="SE-056-path-1705">
            <a:extLst xmlns:a="http://schemas.openxmlformats.org/drawingml/2006/main">
              <a:ext uri="{FF2B5EF4-FFF2-40B4-BE49-F238E27FC236}">
                <a16:creationId xmlns:a16="http://schemas.microsoft.com/office/drawing/2014/main" id="{3C03FFBB-4F49-4A32-B4A7-06D7D99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6" name="SE-056-path-1706">
            <a:extLst xmlns:a="http://schemas.openxmlformats.org/drawingml/2006/main">
              <a:ext uri="{FF2B5EF4-FFF2-40B4-BE49-F238E27FC236}">
                <a16:creationId xmlns:a16="http://schemas.microsoft.com/office/drawing/2014/main" id="{3BFBD134-2E64-4E6D-84E4-197F4C6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5049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7" name="SE-056-1707">
            <a:extLst xmlns:a="http://schemas.openxmlformats.org/drawingml/2006/main">
              <a:ext uri="{FF2B5EF4-FFF2-40B4-BE49-F238E27FC236}">
                <a16:creationId xmlns:a16="http://schemas.microsoft.com/office/drawing/2014/main" id="{67A230CA-3906-423A-A147-F1E3731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3620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200K</a:t>
            </a:r>
          </a:p>
        </p:txBody>
      </p:sp>
      <p:sp>
        <p:nvSpPr>
          <p:cNvPr id="1708" name="SE-056-path-1708">
            <a:extLst xmlns:a="http://schemas.openxmlformats.org/drawingml/2006/main">
              <a:ext uri="{FF2B5EF4-FFF2-40B4-BE49-F238E27FC236}">
                <a16:creationId xmlns:a16="http://schemas.microsoft.com/office/drawing/2014/main" id="{C6FE9D72-23C5-4C8F-8EE0-1A15A95D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09" name="SE-056-path-1709">
            <a:extLst xmlns:a="http://schemas.openxmlformats.org/drawingml/2006/main">
              <a:ext uri="{FF2B5EF4-FFF2-40B4-BE49-F238E27FC236}">
                <a16:creationId xmlns:a16="http://schemas.microsoft.com/office/drawing/2014/main" id="{04A79284-7944-43A9-8776-76F878A7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0" name="SE-056-path-1710">
            <a:extLst xmlns:a="http://schemas.openxmlformats.org/drawingml/2006/main">
              <a:ext uri="{FF2B5EF4-FFF2-40B4-BE49-F238E27FC236}">
                <a16:creationId xmlns:a16="http://schemas.microsoft.com/office/drawing/2014/main" id="{97547696-A082-41E5-9CB8-1454B8B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1" name="SE-056-path-1711">
            <a:extLst xmlns:a="http://schemas.openxmlformats.org/drawingml/2006/main">
              <a:ext uri="{FF2B5EF4-FFF2-40B4-BE49-F238E27FC236}">
                <a16:creationId xmlns:a16="http://schemas.microsoft.com/office/drawing/2014/main" id="{33BCE09D-871A-47AF-8FA9-688F636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2" name="SE-056-path-1712">
            <a:extLst xmlns:a="http://schemas.openxmlformats.org/drawingml/2006/main">
              <a:ext uri="{FF2B5EF4-FFF2-40B4-BE49-F238E27FC236}">
                <a16:creationId xmlns:a16="http://schemas.microsoft.com/office/drawing/2014/main" id="{5BA31E17-ECB1-427A-BD7E-7F4FC5E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3" name="SE-056-path-1713">
            <a:extLst xmlns:a="http://schemas.openxmlformats.org/drawingml/2006/main">
              <a:ext uri="{FF2B5EF4-FFF2-40B4-BE49-F238E27FC236}">
                <a16:creationId xmlns:a16="http://schemas.microsoft.com/office/drawing/2014/main" id="{41BBF6AE-D1B2-4C30-8DAE-A063C1F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4" name="SE-056-path-1714">
            <a:extLst xmlns:a="http://schemas.openxmlformats.org/drawingml/2006/main">
              <a:ext uri="{FF2B5EF4-FFF2-40B4-BE49-F238E27FC236}">
                <a16:creationId xmlns:a16="http://schemas.microsoft.com/office/drawing/2014/main" id="{95769B89-9B75-4425-951E-A89207B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5" name="SE-056-path-1715">
            <a:extLst xmlns:a="http://schemas.openxmlformats.org/drawingml/2006/main">
              <a:ext uri="{FF2B5EF4-FFF2-40B4-BE49-F238E27FC236}">
                <a16:creationId xmlns:a16="http://schemas.microsoft.com/office/drawing/2014/main" id="{7842DF66-2866-4AB3-B2B8-5289D1B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6" name="SE-056-path-1716">
            <a:extLst xmlns:a="http://schemas.openxmlformats.org/drawingml/2006/main">
              <a:ext uri="{FF2B5EF4-FFF2-40B4-BE49-F238E27FC236}">
                <a16:creationId xmlns:a16="http://schemas.microsoft.com/office/drawing/2014/main" id="{FA5E85CC-5D43-47B1-A027-4C0D737C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7" name="SE-056-path-1717">
            <a:extLst xmlns:a="http://schemas.openxmlformats.org/drawingml/2006/main">
              <a:ext uri="{FF2B5EF4-FFF2-40B4-BE49-F238E27FC236}">
                <a16:creationId xmlns:a16="http://schemas.microsoft.com/office/drawing/2014/main" id="{46E4501C-7512-45FF-87BC-21B644A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8" name="SE-056-path-1718">
            <a:extLst xmlns:a="http://schemas.openxmlformats.org/drawingml/2006/main">
              <a:ext uri="{FF2B5EF4-FFF2-40B4-BE49-F238E27FC236}">
                <a16:creationId xmlns:a16="http://schemas.microsoft.com/office/drawing/2014/main" id="{486CB35E-823E-4808-9BE9-9B08720D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19" name="SE-056-path-1719">
            <a:extLst xmlns:a="http://schemas.openxmlformats.org/drawingml/2006/main">
              <a:ext uri="{FF2B5EF4-FFF2-40B4-BE49-F238E27FC236}">
                <a16:creationId xmlns:a16="http://schemas.microsoft.com/office/drawing/2014/main" id="{90BA093B-8C7C-484B-B2EF-987F470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0" name="SE-056-path-1720">
            <a:extLst xmlns:a="http://schemas.openxmlformats.org/drawingml/2006/main">
              <a:ext uri="{FF2B5EF4-FFF2-40B4-BE49-F238E27FC236}">
                <a16:creationId xmlns:a16="http://schemas.microsoft.com/office/drawing/2014/main" id="{60F2BD84-08A2-40E6-9171-F5FB7BBE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1" name="SE-056-path-1721">
            <a:extLst xmlns:a="http://schemas.openxmlformats.org/drawingml/2006/main">
              <a:ext uri="{FF2B5EF4-FFF2-40B4-BE49-F238E27FC236}">
                <a16:creationId xmlns:a16="http://schemas.microsoft.com/office/drawing/2014/main" id="{AC853680-1449-42DD-9623-43C23191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2" name="SE-056-path-1722">
            <a:extLst xmlns:a="http://schemas.openxmlformats.org/drawingml/2006/main">
              <a:ext uri="{FF2B5EF4-FFF2-40B4-BE49-F238E27FC236}">
                <a16:creationId xmlns:a16="http://schemas.microsoft.com/office/drawing/2014/main" id="{2EA41E57-7D4D-4701-A6A1-FA2A41C2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3" name="SE-056-path-1723">
            <a:extLst xmlns:a="http://schemas.openxmlformats.org/drawingml/2006/main">
              <a:ext uri="{FF2B5EF4-FFF2-40B4-BE49-F238E27FC236}">
                <a16:creationId xmlns:a16="http://schemas.microsoft.com/office/drawing/2014/main" id="{7413B941-C4D1-4CB9-931C-7E0226F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4" name="SE-056-path-1724">
            <a:extLst xmlns:a="http://schemas.openxmlformats.org/drawingml/2006/main">
              <a:ext uri="{FF2B5EF4-FFF2-40B4-BE49-F238E27FC236}">
                <a16:creationId xmlns:a16="http://schemas.microsoft.com/office/drawing/2014/main" id="{FEC75895-EB64-4EB2-8AC0-6A9AA7E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5" name="SE-056-path-1725">
            <a:extLst xmlns:a="http://schemas.openxmlformats.org/drawingml/2006/main">
              <a:ext uri="{FF2B5EF4-FFF2-40B4-BE49-F238E27FC236}">
                <a16:creationId xmlns:a16="http://schemas.microsoft.com/office/drawing/2014/main" id="{D0FE6E2A-3FEC-4447-8660-8C3C872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6" name="SE-056-path-1726">
            <a:extLst xmlns:a="http://schemas.openxmlformats.org/drawingml/2006/main">
              <a:ext uri="{FF2B5EF4-FFF2-40B4-BE49-F238E27FC236}">
                <a16:creationId xmlns:a16="http://schemas.microsoft.com/office/drawing/2014/main" id="{E6AB7DE1-CE44-4805-A865-E2B30FA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7" name="SE-056-path-1727">
            <a:extLst xmlns:a="http://schemas.openxmlformats.org/drawingml/2006/main">
              <a:ext uri="{FF2B5EF4-FFF2-40B4-BE49-F238E27FC236}">
                <a16:creationId xmlns:a16="http://schemas.microsoft.com/office/drawing/2014/main" id="{AA8982A3-664D-42E8-9793-60F0366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8" name="SE-056-path-1728">
            <a:extLst xmlns:a="http://schemas.openxmlformats.org/drawingml/2006/main">
              <a:ext uri="{FF2B5EF4-FFF2-40B4-BE49-F238E27FC236}">
                <a16:creationId xmlns:a16="http://schemas.microsoft.com/office/drawing/2014/main" id="{BB12F4AF-F1E4-4285-B567-771C54B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29" name="SE-056-path-1729">
            <a:extLst xmlns:a="http://schemas.openxmlformats.org/drawingml/2006/main">
              <a:ext uri="{FF2B5EF4-FFF2-40B4-BE49-F238E27FC236}">
                <a16:creationId xmlns:a16="http://schemas.microsoft.com/office/drawing/2014/main" id="{38794390-0563-4B01-BBDF-E252EBB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0" name="SE-056-path-1730">
            <a:extLst xmlns:a="http://schemas.openxmlformats.org/drawingml/2006/main">
              <a:ext uri="{FF2B5EF4-FFF2-40B4-BE49-F238E27FC236}">
                <a16:creationId xmlns:a16="http://schemas.microsoft.com/office/drawing/2014/main" id="{39AEE26F-5993-4127-BDB7-9E31292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1" name="SE-056-path-1731">
            <a:extLst xmlns:a="http://schemas.openxmlformats.org/drawingml/2006/main">
              <a:ext uri="{FF2B5EF4-FFF2-40B4-BE49-F238E27FC236}">
                <a16:creationId xmlns:a16="http://schemas.microsoft.com/office/drawing/2014/main" id="{265B1770-1B47-4125-9C71-48EF40DE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2" name="SE-056-path-1732">
            <a:extLst xmlns:a="http://schemas.openxmlformats.org/drawingml/2006/main">
              <a:ext uri="{FF2B5EF4-FFF2-40B4-BE49-F238E27FC236}">
                <a16:creationId xmlns:a16="http://schemas.microsoft.com/office/drawing/2014/main" id="{8C4ACBE1-BC91-4418-854C-7378000A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3" name="SE-056-path-1733">
            <a:extLst xmlns:a="http://schemas.openxmlformats.org/drawingml/2006/main">
              <a:ext uri="{FF2B5EF4-FFF2-40B4-BE49-F238E27FC236}">
                <a16:creationId xmlns:a16="http://schemas.microsoft.com/office/drawing/2014/main" id="{FD24F626-9DAE-4838-BD0C-7C5EC62A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4" name="SE-056-path-1734">
            <a:extLst xmlns:a="http://schemas.openxmlformats.org/drawingml/2006/main">
              <a:ext uri="{FF2B5EF4-FFF2-40B4-BE49-F238E27FC236}">
                <a16:creationId xmlns:a16="http://schemas.microsoft.com/office/drawing/2014/main" id="{11D35E41-3CE6-4368-809C-7112AAB5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5" name="SE-056-path-1735">
            <a:extLst xmlns:a="http://schemas.openxmlformats.org/drawingml/2006/main">
              <a:ext uri="{FF2B5EF4-FFF2-40B4-BE49-F238E27FC236}">
                <a16:creationId xmlns:a16="http://schemas.microsoft.com/office/drawing/2014/main" id="{88FCED92-912D-4790-BBE4-E6CEA3B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6" name="SE-056-path-1736">
            <a:extLst xmlns:a="http://schemas.openxmlformats.org/drawingml/2006/main">
              <a:ext uri="{FF2B5EF4-FFF2-40B4-BE49-F238E27FC236}">
                <a16:creationId xmlns:a16="http://schemas.microsoft.com/office/drawing/2014/main" id="{BD699C74-7778-4B04-91BD-8B23DA28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7" name="SE-056-path-1737">
            <a:extLst xmlns:a="http://schemas.openxmlformats.org/drawingml/2006/main">
              <a:ext uri="{FF2B5EF4-FFF2-40B4-BE49-F238E27FC236}">
                <a16:creationId xmlns:a16="http://schemas.microsoft.com/office/drawing/2014/main" id="{A344A7AE-0981-4A94-BC2E-4CA46E0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8" name="SE-056-path-1738">
            <a:extLst xmlns:a="http://schemas.openxmlformats.org/drawingml/2006/main">
              <a:ext uri="{FF2B5EF4-FFF2-40B4-BE49-F238E27FC236}">
                <a16:creationId xmlns:a16="http://schemas.microsoft.com/office/drawing/2014/main" id="{9B6EADE9-76DE-4147-B7C1-9FB77F7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39" name="SE-056-path-1739">
            <a:extLst xmlns:a="http://schemas.openxmlformats.org/drawingml/2006/main">
              <a:ext uri="{FF2B5EF4-FFF2-40B4-BE49-F238E27FC236}">
                <a16:creationId xmlns:a16="http://schemas.microsoft.com/office/drawing/2014/main" id="{016673E8-2088-4CBA-AEC9-36F8A51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0" name="SE-056-path-1740">
            <a:extLst xmlns:a="http://schemas.openxmlformats.org/drawingml/2006/main">
              <a:ext uri="{FF2B5EF4-FFF2-40B4-BE49-F238E27FC236}">
                <a16:creationId xmlns:a16="http://schemas.microsoft.com/office/drawing/2014/main" id="{84194835-461E-4550-BD71-4EAAF20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1" name="SE-056-path-1741">
            <a:extLst xmlns:a="http://schemas.openxmlformats.org/drawingml/2006/main">
              <a:ext uri="{FF2B5EF4-FFF2-40B4-BE49-F238E27FC236}">
                <a16:creationId xmlns:a16="http://schemas.microsoft.com/office/drawing/2014/main" id="{297520EE-E4D9-4F20-AC99-AAE2A67C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2" name="SE-056-path-1742">
            <a:extLst xmlns:a="http://schemas.openxmlformats.org/drawingml/2006/main">
              <a:ext uri="{FF2B5EF4-FFF2-40B4-BE49-F238E27FC236}">
                <a16:creationId xmlns:a16="http://schemas.microsoft.com/office/drawing/2014/main" id="{C727F948-0D5A-4B5F-8573-5458BBE5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3" name="SE-056-path-1743">
            <a:extLst xmlns:a="http://schemas.openxmlformats.org/drawingml/2006/main">
              <a:ext uri="{FF2B5EF4-FFF2-40B4-BE49-F238E27FC236}">
                <a16:creationId xmlns:a16="http://schemas.microsoft.com/office/drawing/2014/main" id="{AF1CF3BE-9AB4-4634-9A11-AE3BD21E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4" name="SE-056-path-1744">
            <a:extLst xmlns:a="http://schemas.openxmlformats.org/drawingml/2006/main">
              <a:ext uri="{FF2B5EF4-FFF2-40B4-BE49-F238E27FC236}">
                <a16:creationId xmlns:a16="http://schemas.microsoft.com/office/drawing/2014/main" id="{2ABFCF4E-2994-443A-8935-006C82F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5" name="SE-056-path-1745">
            <a:extLst xmlns:a="http://schemas.openxmlformats.org/drawingml/2006/main">
              <a:ext uri="{FF2B5EF4-FFF2-40B4-BE49-F238E27FC236}">
                <a16:creationId xmlns:a16="http://schemas.microsoft.com/office/drawing/2014/main" id="{51B0606A-91C5-4438-A3C5-C720AE4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6" name="SE-056-path-1746">
            <a:extLst xmlns:a="http://schemas.openxmlformats.org/drawingml/2006/main">
              <a:ext uri="{FF2B5EF4-FFF2-40B4-BE49-F238E27FC236}">
                <a16:creationId xmlns:a16="http://schemas.microsoft.com/office/drawing/2014/main" id="{FB170391-6C49-41E5-A0A6-70DA8425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7" name="SE-056-path-1747">
            <a:extLst xmlns:a="http://schemas.openxmlformats.org/drawingml/2006/main">
              <a:ext uri="{FF2B5EF4-FFF2-40B4-BE49-F238E27FC236}">
                <a16:creationId xmlns:a16="http://schemas.microsoft.com/office/drawing/2014/main" id="{375CF206-3666-482F-A764-70E12B75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8" name="SE-056-path-1748">
            <a:extLst xmlns:a="http://schemas.openxmlformats.org/drawingml/2006/main">
              <a:ext uri="{FF2B5EF4-FFF2-40B4-BE49-F238E27FC236}">
                <a16:creationId xmlns:a16="http://schemas.microsoft.com/office/drawing/2014/main" id="{00177146-D432-4F74-8FBF-0ADAC57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49" name="SE-056-path-1749">
            <a:extLst xmlns:a="http://schemas.openxmlformats.org/drawingml/2006/main">
              <a:ext uri="{FF2B5EF4-FFF2-40B4-BE49-F238E27FC236}">
                <a16:creationId xmlns:a16="http://schemas.microsoft.com/office/drawing/2014/main" id="{4F4398AE-2EE0-4C31-8EDC-5B1ADE2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0" name="SE-056-path-1750">
            <a:extLst xmlns:a="http://schemas.openxmlformats.org/drawingml/2006/main">
              <a:ext uri="{FF2B5EF4-FFF2-40B4-BE49-F238E27FC236}">
                <a16:creationId xmlns:a16="http://schemas.microsoft.com/office/drawing/2014/main" id="{A088422E-F4B9-4F52-9AFC-8ADDE36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1" name="SE-056-path-1751">
            <a:extLst xmlns:a="http://schemas.openxmlformats.org/drawingml/2006/main">
              <a:ext uri="{FF2B5EF4-FFF2-40B4-BE49-F238E27FC236}">
                <a16:creationId xmlns:a16="http://schemas.microsoft.com/office/drawing/2014/main" id="{26173BF1-BAB9-4BF3-AAFF-B3EA45C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2" name="SE-056-path-1752">
            <a:extLst xmlns:a="http://schemas.openxmlformats.org/drawingml/2006/main">
              <a:ext uri="{FF2B5EF4-FFF2-40B4-BE49-F238E27FC236}">
                <a16:creationId xmlns:a16="http://schemas.microsoft.com/office/drawing/2014/main" id="{6E6289A4-6188-4EC8-B676-74718301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3" name="SE-056-path-1753">
            <a:extLst xmlns:a="http://schemas.openxmlformats.org/drawingml/2006/main">
              <a:ext uri="{FF2B5EF4-FFF2-40B4-BE49-F238E27FC236}">
                <a16:creationId xmlns:a16="http://schemas.microsoft.com/office/drawing/2014/main" id="{6C32E94A-CA99-4E08-B60C-DC29FB9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4" name="SE-056-path-1754">
            <a:extLst xmlns:a="http://schemas.openxmlformats.org/drawingml/2006/main">
              <a:ext uri="{FF2B5EF4-FFF2-40B4-BE49-F238E27FC236}">
                <a16:creationId xmlns:a16="http://schemas.microsoft.com/office/drawing/2014/main" id="{12C926C2-CE22-4D88-B30C-C2DC3CF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5" name="SE-056-path-1755">
            <a:extLst xmlns:a="http://schemas.openxmlformats.org/drawingml/2006/main">
              <a:ext uri="{FF2B5EF4-FFF2-40B4-BE49-F238E27FC236}">
                <a16:creationId xmlns:a16="http://schemas.microsoft.com/office/drawing/2014/main" id="{30F195BB-43CA-4735-8F96-1B4519A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6" name="SE-056-path-1756">
            <a:extLst xmlns:a="http://schemas.openxmlformats.org/drawingml/2006/main">
              <a:ext uri="{FF2B5EF4-FFF2-40B4-BE49-F238E27FC236}">
                <a16:creationId xmlns:a16="http://schemas.microsoft.com/office/drawing/2014/main" id="{485CB7DA-73DE-4509-A2A1-9BA6F20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7" name="SE-056-path-1757">
            <a:extLst xmlns:a="http://schemas.openxmlformats.org/drawingml/2006/main">
              <a:ext uri="{FF2B5EF4-FFF2-40B4-BE49-F238E27FC236}">
                <a16:creationId xmlns:a16="http://schemas.microsoft.com/office/drawing/2014/main" id="{276354E2-C7A2-47D4-A9D9-6132FBAB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8" name="SE-056-path-1758">
            <a:extLst xmlns:a="http://schemas.openxmlformats.org/drawingml/2006/main">
              <a:ext uri="{FF2B5EF4-FFF2-40B4-BE49-F238E27FC236}">
                <a16:creationId xmlns:a16="http://schemas.microsoft.com/office/drawing/2014/main" id="{5405645D-9247-48FE-BDCD-A4AB5382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59" name="SE-056-path-1759">
            <a:extLst xmlns:a="http://schemas.openxmlformats.org/drawingml/2006/main">
              <a:ext uri="{FF2B5EF4-FFF2-40B4-BE49-F238E27FC236}">
                <a16:creationId xmlns:a16="http://schemas.microsoft.com/office/drawing/2014/main" id="{0EF211B1-E717-4027-BFBA-55950DA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0" name="SE-056-path-1760">
            <a:extLst xmlns:a="http://schemas.openxmlformats.org/drawingml/2006/main">
              <a:ext uri="{FF2B5EF4-FFF2-40B4-BE49-F238E27FC236}">
                <a16:creationId xmlns:a16="http://schemas.microsoft.com/office/drawing/2014/main" id="{57457654-317A-435D-9A3F-8E72DB17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1" name="SE-056-path-1761">
            <a:extLst xmlns:a="http://schemas.openxmlformats.org/drawingml/2006/main">
              <a:ext uri="{FF2B5EF4-FFF2-40B4-BE49-F238E27FC236}">
                <a16:creationId xmlns:a16="http://schemas.microsoft.com/office/drawing/2014/main" id="{2C380120-5264-4B92-AE85-EE56913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2" name="SE-056-path-1762">
            <a:extLst xmlns:a="http://schemas.openxmlformats.org/drawingml/2006/main">
              <a:ext uri="{FF2B5EF4-FFF2-40B4-BE49-F238E27FC236}">
                <a16:creationId xmlns:a16="http://schemas.microsoft.com/office/drawing/2014/main" id="{E4B3055B-FE0D-4AE5-8BE5-CBDFA71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3" name="SE-056-path-1763">
            <a:extLst xmlns:a="http://schemas.openxmlformats.org/drawingml/2006/main">
              <a:ext uri="{FF2B5EF4-FFF2-40B4-BE49-F238E27FC236}">
                <a16:creationId xmlns:a16="http://schemas.microsoft.com/office/drawing/2014/main" id="{14E0E1C7-3D6A-42A6-8BDE-E0DB917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4" name="SE-056-path-1764">
            <a:extLst xmlns:a="http://schemas.openxmlformats.org/drawingml/2006/main">
              <a:ext uri="{FF2B5EF4-FFF2-40B4-BE49-F238E27FC236}">
                <a16:creationId xmlns:a16="http://schemas.microsoft.com/office/drawing/2014/main" id="{65FD9193-6757-454C-B1CB-E37263C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5" name="SE-056-path-1765">
            <a:extLst xmlns:a="http://schemas.openxmlformats.org/drawingml/2006/main">
              <a:ext uri="{FF2B5EF4-FFF2-40B4-BE49-F238E27FC236}">
                <a16:creationId xmlns:a16="http://schemas.microsoft.com/office/drawing/2014/main" id="{2BF3B695-2E30-46C0-9390-0E0868D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6" name="SE-056-path-1766">
            <a:extLst xmlns:a="http://schemas.openxmlformats.org/drawingml/2006/main">
              <a:ext uri="{FF2B5EF4-FFF2-40B4-BE49-F238E27FC236}">
                <a16:creationId xmlns:a16="http://schemas.microsoft.com/office/drawing/2014/main" id="{209A329C-A94A-4C0C-A24E-D81C5422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7" name="SE-056-path-1767">
            <a:extLst xmlns:a="http://schemas.openxmlformats.org/drawingml/2006/main">
              <a:ext uri="{FF2B5EF4-FFF2-40B4-BE49-F238E27FC236}">
                <a16:creationId xmlns:a16="http://schemas.microsoft.com/office/drawing/2014/main" id="{62D5EE20-6351-43E4-A8D6-A73EB87D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8" name="SE-056-path-1768">
            <a:extLst xmlns:a="http://schemas.openxmlformats.org/drawingml/2006/main">
              <a:ext uri="{FF2B5EF4-FFF2-40B4-BE49-F238E27FC236}">
                <a16:creationId xmlns:a16="http://schemas.microsoft.com/office/drawing/2014/main" id="{DD171AF7-95E5-4711-9EF8-A8668898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69" name="SE-056-path-1769">
            <a:extLst xmlns:a="http://schemas.openxmlformats.org/drawingml/2006/main">
              <a:ext uri="{FF2B5EF4-FFF2-40B4-BE49-F238E27FC236}">
                <a16:creationId xmlns:a16="http://schemas.microsoft.com/office/drawing/2014/main" id="{286FC254-50CB-4053-A7F6-0AB3549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0" name="SE-056-path-1770">
            <a:extLst xmlns:a="http://schemas.openxmlformats.org/drawingml/2006/main">
              <a:ext uri="{FF2B5EF4-FFF2-40B4-BE49-F238E27FC236}">
                <a16:creationId xmlns:a16="http://schemas.microsoft.com/office/drawing/2014/main" id="{CDD63D28-E174-4730-B832-C91EF58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1" name="SE-056-path-1771">
            <a:extLst xmlns:a="http://schemas.openxmlformats.org/drawingml/2006/main">
              <a:ext uri="{FF2B5EF4-FFF2-40B4-BE49-F238E27FC236}">
                <a16:creationId xmlns:a16="http://schemas.microsoft.com/office/drawing/2014/main" id="{668E439B-3ABE-4DD2-9560-8575578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2" name="SE-056-path-1772">
            <a:extLst xmlns:a="http://schemas.openxmlformats.org/drawingml/2006/main">
              <a:ext uri="{FF2B5EF4-FFF2-40B4-BE49-F238E27FC236}">
                <a16:creationId xmlns:a16="http://schemas.microsoft.com/office/drawing/2014/main" id="{13B02F94-BC43-494C-9137-0D11A9A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3" name="SE-056-path-1773">
            <a:extLst xmlns:a="http://schemas.openxmlformats.org/drawingml/2006/main">
              <a:ext uri="{FF2B5EF4-FFF2-40B4-BE49-F238E27FC236}">
                <a16:creationId xmlns:a16="http://schemas.microsoft.com/office/drawing/2014/main" id="{31B40D93-3C99-4677-B9F0-6440666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4" name="SE-056-path-1774">
            <a:extLst xmlns:a="http://schemas.openxmlformats.org/drawingml/2006/main">
              <a:ext uri="{FF2B5EF4-FFF2-40B4-BE49-F238E27FC236}">
                <a16:creationId xmlns:a16="http://schemas.microsoft.com/office/drawing/2014/main" id="{0531B486-B11C-4EF5-A927-E457465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5" name="SE-056-path-1775">
            <a:extLst xmlns:a="http://schemas.openxmlformats.org/drawingml/2006/main">
              <a:ext uri="{FF2B5EF4-FFF2-40B4-BE49-F238E27FC236}">
                <a16:creationId xmlns:a16="http://schemas.microsoft.com/office/drawing/2014/main" id="{4DE7433A-95DB-470E-B528-8234A87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6" name="SE-056-path-1776">
            <a:extLst xmlns:a="http://schemas.openxmlformats.org/drawingml/2006/main">
              <a:ext uri="{FF2B5EF4-FFF2-40B4-BE49-F238E27FC236}">
                <a16:creationId xmlns:a16="http://schemas.microsoft.com/office/drawing/2014/main" id="{EF76E8C4-6EAB-46B1-88FA-A110F60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7" name="SE-056-path-1777">
            <a:extLst xmlns:a="http://schemas.openxmlformats.org/drawingml/2006/main">
              <a:ext uri="{FF2B5EF4-FFF2-40B4-BE49-F238E27FC236}">
                <a16:creationId xmlns:a16="http://schemas.microsoft.com/office/drawing/2014/main" id="{5F684FA2-3E16-44FD-B4F1-958B5B7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8" name="SE-056-path-1778">
            <a:extLst xmlns:a="http://schemas.openxmlformats.org/drawingml/2006/main">
              <a:ext uri="{FF2B5EF4-FFF2-40B4-BE49-F238E27FC236}">
                <a16:creationId xmlns:a16="http://schemas.microsoft.com/office/drawing/2014/main" id="{175B72BE-ADB2-44E7-86D3-258FA89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79" name="SE-056-path-1779">
            <a:extLst xmlns:a="http://schemas.openxmlformats.org/drawingml/2006/main">
              <a:ext uri="{FF2B5EF4-FFF2-40B4-BE49-F238E27FC236}">
                <a16:creationId xmlns:a16="http://schemas.microsoft.com/office/drawing/2014/main" id="{B4D90BEF-3868-4210-9034-CF30513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0" name="SE-056-path-1780">
            <a:extLst xmlns:a="http://schemas.openxmlformats.org/drawingml/2006/main">
              <a:ext uri="{FF2B5EF4-FFF2-40B4-BE49-F238E27FC236}">
                <a16:creationId xmlns:a16="http://schemas.microsoft.com/office/drawing/2014/main" id="{D23F9391-BE01-47F4-B7F5-E5CC8F9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1" name="SE-056-path-1781">
            <a:extLst xmlns:a="http://schemas.openxmlformats.org/drawingml/2006/main">
              <a:ext uri="{FF2B5EF4-FFF2-40B4-BE49-F238E27FC236}">
                <a16:creationId xmlns:a16="http://schemas.microsoft.com/office/drawing/2014/main" id="{492B2BED-A8F9-44BE-96AF-412E057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2" name="SE-056-path-1782">
            <a:extLst xmlns:a="http://schemas.openxmlformats.org/drawingml/2006/main">
              <a:ext uri="{FF2B5EF4-FFF2-40B4-BE49-F238E27FC236}">
                <a16:creationId xmlns:a16="http://schemas.microsoft.com/office/drawing/2014/main" id="{1BF5A561-BEA5-4EB0-8B3B-E716954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3" name="SE-056-path-1783">
            <a:extLst xmlns:a="http://schemas.openxmlformats.org/drawingml/2006/main">
              <a:ext uri="{FF2B5EF4-FFF2-40B4-BE49-F238E27FC236}">
                <a16:creationId xmlns:a16="http://schemas.microsoft.com/office/drawing/2014/main" id="{14F3C5B7-213F-413C-A02E-D20C1E8C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4" name="SE-056-path-1784">
            <a:extLst xmlns:a="http://schemas.openxmlformats.org/drawingml/2006/main">
              <a:ext uri="{FF2B5EF4-FFF2-40B4-BE49-F238E27FC236}">
                <a16:creationId xmlns:a16="http://schemas.microsoft.com/office/drawing/2014/main" id="{FA207B6B-E296-46BA-98AC-329B9B3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5" name="SE-056-path-1785">
            <a:extLst xmlns:a="http://schemas.openxmlformats.org/drawingml/2006/main">
              <a:ext uri="{FF2B5EF4-FFF2-40B4-BE49-F238E27FC236}">
                <a16:creationId xmlns:a16="http://schemas.microsoft.com/office/drawing/2014/main" id="{B980272B-AFFF-4E46-803F-E33486B4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6" name="SE-056-path-1786">
            <a:extLst xmlns:a="http://schemas.openxmlformats.org/drawingml/2006/main">
              <a:ext uri="{FF2B5EF4-FFF2-40B4-BE49-F238E27FC236}">
                <a16:creationId xmlns:a16="http://schemas.microsoft.com/office/drawing/2014/main" id="{77577106-9EF9-4037-B431-956B7FF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7" name="SE-056-path-1787">
            <a:extLst xmlns:a="http://schemas.openxmlformats.org/drawingml/2006/main">
              <a:ext uri="{FF2B5EF4-FFF2-40B4-BE49-F238E27FC236}">
                <a16:creationId xmlns:a16="http://schemas.microsoft.com/office/drawing/2014/main" id="{C8BF737F-007E-4E91-A408-E5ADD497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8" name="SE-056-path-1788">
            <a:extLst xmlns:a="http://schemas.openxmlformats.org/drawingml/2006/main">
              <a:ext uri="{FF2B5EF4-FFF2-40B4-BE49-F238E27FC236}">
                <a16:creationId xmlns:a16="http://schemas.microsoft.com/office/drawing/2014/main" id="{6638759B-0455-4D76-95A1-2411CC1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572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BBBBBB"/>
            </a:solidFill>
          </a:ln>
        </p:spPr>
      </p:sp>
      <p:sp>
        <p:nvSpPr>
          <p:cNvPr id="1789" name="SE-056-1789">
            <a:extLst xmlns:a="http://schemas.openxmlformats.org/drawingml/2006/main">
              <a:ext uri="{FF2B5EF4-FFF2-40B4-BE49-F238E27FC236}">
                <a16:creationId xmlns:a16="http://schemas.microsoft.com/office/drawing/2014/main" id="{91906B7F-5BC2-49C7-8DE8-7D817CFD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143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250K</a:t>
            </a:r>
          </a:p>
        </p:txBody>
      </p:sp>
      <p:sp>
        <p:nvSpPr>
          <p:cNvPr id="1790" name="SE-056-1790">
            <a:extLst xmlns:a="http://schemas.openxmlformats.org/drawingml/2006/main">
              <a:ext uri="{FF2B5EF4-FFF2-40B4-BE49-F238E27FC236}">
                <a16:creationId xmlns:a16="http://schemas.microsoft.com/office/drawing/2014/main" id="{7C462FF8-494A-4C1F-8D79-03A89AE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3375"/>
            <a:ext cx="3857625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</a:ln>
        </p:spPr>
      </p:sp>
      <p:sp>
        <p:nvSpPr>
          <p:cNvPr id="1791" name="SE-056-label-1791">
            <a:extLst xmlns:a="http://schemas.openxmlformats.org/drawingml/2006/main">
              <a:ext uri="{FF2B5EF4-FFF2-40B4-BE49-F238E27FC236}">
                <a16:creationId xmlns:a16="http://schemas.microsoft.com/office/drawing/2014/main" id="{D877E35D-8210-4272-95C8-1DCC5BC5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867775" y="20955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 Count</a:t>
            </a:r>
          </a:p>
        </p:txBody>
      </p:sp>
      <p:sp>
        <p:nvSpPr>
          <p:cNvPr id="1792" name="SE-056-path-1792">
            <a:extLst xmlns:a="http://schemas.openxmlformats.org/drawingml/2006/main">
              <a:ext uri="{FF2B5EF4-FFF2-40B4-BE49-F238E27FC236}">
                <a16:creationId xmlns:a16="http://schemas.microsoft.com/office/drawing/2014/main" id="{61D2ADA4-C371-4381-87B2-268CA86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508" y="3838575"/>
            <a:ext cx="308134" cy="180975"/>
          </a:xfrm>
          <a:custGeom xmlns:a="http://schemas.openxmlformats.org/drawingml/2006/main">
            <a:pathLst>
              <a:path w="308134" h="180975">
                <a:moveTo>
                  <a:pt x="23432" y="0"/>
                </a:moveTo>
                <a:lnTo>
                  <a:pt x="15240" y="19050"/>
                </a:lnTo>
                <a:lnTo>
                  <a:pt x="7906" y="38100"/>
                </a:lnTo>
                <a:lnTo>
                  <a:pt x="2476" y="57150"/>
                </a:lnTo>
                <a:lnTo>
                  <a:pt x="0" y="76200"/>
                </a:lnTo>
                <a:lnTo>
                  <a:pt x="1334" y="95250"/>
                </a:lnTo>
                <a:lnTo>
                  <a:pt x="6763" y="114300"/>
                </a:lnTo>
                <a:lnTo>
                  <a:pt x="14478" y="133350"/>
                </a:lnTo>
                <a:lnTo>
                  <a:pt x="23432" y="152400"/>
                </a:lnTo>
                <a:lnTo>
                  <a:pt x="32290" y="171450"/>
                </a:lnTo>
                <a:lnTo>
                  <a:pt x="265081" y="180975"/>
                </a:lnTo>
                <a:lnTo>
                  <a:pt x="275749" y="161925"/>
                </a:lnTo>
                <a:lnTo>
                  <a:pt x="286798" y="142875"/>
                </a:lnTo>
                <a:lnTo>
                  <a:pt x="296704" y="123825"/>
                </a:lnTo>
                <a:lnTo>
                  <a:pt x="304324" y="104775"/>
                </a:lnTo>
                <a:lnTo>
                  <a:pt x="308134" y="85725"/>
                </a:lnTo>
                <a:lnTo>
                  <a:pt x="308134" y="66675"/>
                </a:lnTo>
                <a:lnTo>
                  <a:pt x="305467" y="47625"/>
                </a:lnTo>
                <a:lnTo>
                  <a:pt x="300895" y="28575"/>
                </a:lnTo>
                <a:lnTo>
                  <a:pt x="295561" y="9525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793" name="SE-056-path-1793">
            <a:extLst xmlns:a="http://schemas.openxmlformats.org/drawingml/2006/main">
              <a:ext uri="{FF2B5EF4-FFF2-40B4-BE49-F238E27FC236}">
                <a16:creationId xmlns:a16="http://schemas.microsoft.com/office/drawing/2014/main" id="{309AAF87-90EB-4484-9CE3-90A4671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919538"/>
            <a:ext cx="319088" cy="95"/>
          </a:xfrm>
          <a:custGeom xmlns:a="http://schemas.openxmlformats.org/drawingml/2006/main">
            <a:pathLst>
              <a:path w="319088" h="95">
                <a:moveTo>
                  <a:pt x="0" y="0"/>
                </a:moveTo>
                <a:lnTo>
                  <a:pt x="319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794" name="SE-056-1794">
            <a:extLst xmlns:a="http://schemas.openxmlformats.org/drawingml/2006/main">
              <a:ext uri="{FF2B5EF4-FFF2-40B4-BE49-F238E27FC236}">
                <a16:creationId xmlns:a16="http://schemas.microsoft.com/office/drawing/2014/main" id="{400848C9-4F4F-4278-8C13-5E386B5F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0045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1795" name="SE-056-1795">
            <a:extLst xmlns:a="http://schemas.openxmlformats.org/drawingml/2006/main">
              <a:ext uri="{FF2B5EF4-FFF2-40B4-BE49-F238E27FC236}">
                <a16:creationId xmlns:a16="http://schemas.microsoft.com/office/drawing/2014/main" id="{9AAFB553-0BCD-47AD-AC58-09DE1D57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062413"/>
            <a:ext cx="304800" cy="20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C6B"/>
          </a:solidFill>
          <a:ln xmlns:a="http://schemas.openxmlformats.org/drawingml/2006/main" w="6668">
            <a:solidFill>
              <a:srgbClr val="444444"/>
            </a:solidFill>
          </a:ln>
        </p:spPr>
      </p:sp>
      <p:sp>
        <p:nvSpPr>
          <p:cNvPr id="1796" name="SE-056-1796">
            <a:extLst xmlns:a="http://schemas.openxmlformats.org/drawingml/2006/main">
              <a:ext uri="{FF2B5EF4-FFF2-40B4-BE49-F238E27FC236}">
                <a16:creationId xmlns:a16="http://schemas.microsoft.com/office/drawing/2014/main" id="{0FF02CFE-E37F-4816-A43C-5D794EC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195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1797" name="SE-056-path-1797">
            <a:extLst xmlns:a="http://schemas.openxmlformats.org/drawingml/2006/main">
              <a:ext uri="{FF2B5EF4-FFF2-40B4-BE49-F238E27FC236}">
                <a16:creationId xmlns:a16="http://schemas.microsoft.com/office/drawing/2014/main" id="{C42B6695-889F-41A3-AA49-74598E83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261" y="3810000"/>
            <a:ext cx="298895" cy="200025"/>
          </a:xfrm>
          <a:custGeom xmlns:a="http://schemas.openxmlformats.org/drawingml/2006/main">
            <a:pathLst>
              <a:path w="298895" h="200025">
                <a:moveTo>
                  <a:pt x="22479" y="0"/>
                </a:moveTo>
                <a:lnTo>
                  <a:pt x="15621" y="19050"/>
                </a:lnTo>
                <a:lnTo>
                  <a:pt x="8763" y="38100"/>
                </a:lnTo>
                <a:lnTo>
                  <a:pt x="3429" y="57150"/>
                </a:lnTo>
                <a:lnTo>
                  <a:pt x="762" y="76200"/>
                </a:lnTo>
                <a:lnTo>
                  <a:pt x="0" y="95250"/>
                </a:lnTo>
                <a:lnTo>
                  <a:pt x="2667" y="114300"/>
                </a:lnTo>
                <a:lnTo>
                  <a:pt x="8001" y="133350"/>
                </a:lnTo>
                <a:lnTo>
                  <a:pt x="15240" y="152400"/>
                </a:lnTo>
                <a:lnTo>
                  <a:pt x="23241" y="171450"/>
                </a:lnTo>
                <a:lnTo>
                  <a:pt x="31242" y="190500"/>
                </a:lnTo>
                <a:lnTo>
                  <a:pt x="252603" y="200025"/>
                </a:lnTo>
                <a:lnTo>
                  <a:pt x="263271" y="180975"/>
                </a:lnTo>
                <a:lnTo>
                  <a:pt x="274129" y="161925"/>
                </a:lnTo>
                <a:lnTo>
                  <a:pt x="284226" y="142875"/>
                </a:lnTo>
                <a:lnTo>
                  <a:pt x="292418" y="123825"/>
                </a:lnTo>
                <a:lnTo>
                  <a:pt x="297561" y="104775"/>
                </a:lnTo>
                <a:lnTo>
                  <a:pt x="298895" y="85725"/>
                </a:lnTo>
                <a:lnTo>
                  <a:pt x="297942" y="66675"/>
                </a:lnTo>
                <a:lnTo>
                  <a:pt x="294323" y="47625"/>
                </a:lnTo>
                <a:lnTo>
                  <a:pt x="289179" y="28575"/>
                </a:lnTo>
                <a:lnTo>
                  <a:pt x="283654" y="9525"/>
                </a:lnTo>
                <a:close/>
              </a:path>
            </a:pathLst>
          </a:custGeom>
          <a:solidFill xmlns:a="http://schemas.openxmlformats.org/drawingml/2006/main">
            <a:srgbClr val="6BBC6B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798" name="SE-056-path-1798">
            <a:extLst xmlns:a="http://schemas.openxmlformats.org/drawingml/2006/main">
              <a:ext uri="{FF2B5EF4-FFF2-40B4-BE49-F238E27FC236}">
                <a16:creationId xmlns:a16="http://schemas.microsoft.com/office/drawing/2014/main" id="{75985FC1-D96F-40AB-8BC9-936BACE3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8957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799" name="SE-056-1799">
            <a:extLst xmlns:a="http://schemas.openxmlformats.org/drawingml/2006/main">
              <a:ext uri="{FF2B5EF4-FFF2-40B4-BE49-F238E27FC236}">
                <a16:creationId xmlns:a16="http://schemas.microsoft.com/office/drawing/2014/main" id="{27240A9E-735C-44D5-866C-658E0174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57187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1800" name="SE-056-path-1800">
            <a:extLst xmlns:a="http://schemas.openxmlformats.org/drawingml/2006/main">
              <a:ext uri="{FF2B5EF4-FFF2-40B4-BE49-F238E27FC236}">
                <a16:creationId xmlns:a16="http://schemas.microsoft.com/office/drawing/2014/main" id="{842DAD2C-B684-40BE-B2EE-DC67E6BD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488" y="619125"/>
            <a:ext cx="314325" cy="3400425"/>
          </a:xfrm>
          <a:custGeom xmlns:a="http://schemas.openxmlformats.org/drawingml/2006/main">
            <a:pathLst>
              <a:path w="314325" h="3400425">
                <a:moveTo>
                  <a:pt x="152400" y="0"/>
                </a:moveTo>
                <a:lnTo>
                  <a:pt x="152400" y="19050"/>
                </a:lnTo>
                <a:lnTo>
                  <a:pt x="152400" y="38100"/>
                </a:lnTo>
                <a:lnTo>
                  <a:pt x="152400" y="57150"/>
                </a:lnTo>
                <a:lnTo>
                  <a:pt x="152400" y="76200"/>
                </a:lnTo>
                <a:lnTo>
                  <a:pt x="152400" y="95250"/>
                </a:lnTo>
                <a:lnTo>
                  <a:pt x="152400" y="114300"/>
                </a:lnTo>
                <a:lnTo>
                  <a:pt x="152400" y="133350"/>
                </a:lnTo>
                <a:lnTo>
                  <a:pt x="152400" y="152400"/>
                </a:lnTo>
                <a:lnTo>
                  <a:pt x="152400" y="171450"/>
                </a:lnTo>
                <a:lnTo>
                  <a:pt x="152400" y="190500"/>
                </a:lnTo>
                <a:lnTo>
                  <a:pt x="152400" y="209550"/>
                </a:lnTo>
                <a:lnTo>
                  <a:pt x="152400" y="228600"/>
                </a:lnTo>
                <a:lnTo>
                  <a:pt x="152400" y="247650"/>
                </a:lnTo>
                <a:lnTo>
                  <a:pt x="152400" y="266700"/>
                </a:lnTo>
                <a:lnTo>
                  <a:pt x="152400" y="285750"/>
                </a:lnTo>
                <a:lnTo>
                  <a:pt x="152400" y="304800"/>
                </a:lnTo>
                <a:lnTo>
                  <a:pt x="152400" y="323850"/>
                </a:lnTo>
                <a:lnTo>
                  <a:pt x="152400" y="342900"/>
                </a:lnTo>
                <a:lnTo>
                  <a:pt x="152400" y="361950"/>
                </a:lnTo>
                <a:lnTo>
                  <a:pt x="152400" y="381000"/>
                </a:lnTo>
                <a:lnTo>
                  <a:pt x="152400" y="400050"/>
                </a:lnTo>
                <a:lnTo>
                  <a:pt x="152400" y="419100"/>
                </a:lnTo>
                <a:lnTo>
                  <a:pt x="152400" y="438150"/>
                </a:lnTo>
                <a:lnTo>
                  <a:pt x="152400" y="457200"/>
                </a:lnTo>
                <a:lnTo>
                  <a:pt x="152400" y="476250"/>
                </a:lnTo>
                <a:lnTo>
                  <a:pt x="152400" y="495300"/>
                </a:lnTo>
                <a:lnTo>
                  <a:pt x="152400" y="514350"/>
                </a:lnTo>
                <a:lnTo>
                  <a:pt x="152400" y="533400"/>
                </a:lnTo>
                <a:lnTo>
                  <a:pt x="152400" y="552450"/>
                </a:lnTo>
                <a:lnTo>
                  <a:pt x="152400" y="571500"/>
                </a:lnTo>
                <a:lnTo>
                  <a:pt x="152400" y="590550"/>
                </a:lnTo>
                <a:lnTo>
                  <a:pt x="152400" y="609600"/>
                </a:lnTo>
                <a:lnTo>
                  <a:pt x="152400" y="628650"/>
                </a:lnTo>
                <a:lnTo>
                  <a:pt x="152400" y="647700"/>
                </a:lnTo>
                <a:lnTo>
                  <a:pt x="152400" y="666750"/>
                </a:lnTo>
                <a:lnTo>
                  <a:pt x="152400" y="685800"/>
                </a:lnTo>
                <a:lnTo>
                  <a:pt x="152400" y="704850"/>
                </a:lnTo>
                <a:lnTo>
                  <a:pt x="152400" y="723900"/>
                </a:lnTo>
                <a:lnTo>
                  <a:pt x="152400" y="742950"/>
                </a:lnTo>
                <a:lnTo>
                  <a:pt x="152400" y="762000"/>
                </a:lnTo>
                <a:lnTo>
                  <a:pt x="152400" y="781050"/>
                </a:lnTo>
                <a:lnTo>
                  <a:pt x="152400" y="800100"/>
                </a:lnTo>
                <a:lnTo>
                  <a:pt x="152400" y="819150"/>
                </a:lnTo>
                <a:lnTo>
                  <a:pt x="152400" y="838200"/>
                </a:lnTo>
                <a:lnTo>
                  <a:pt x="152400" y="857250"/>
                </a:lnTo>
                <a:lnTo>
                  <a:pt x="152400" y="876300"/>
                </a:lnTo>
                <a:lnTo>
                  <a:pt x="152400" y="895350"/>
                </a:lnTo>
                <a:lnTo>
                  <a:pt x="152400" y="914400"/>
                </a:lnTo>
                <a:lnTo>
                  <a:pt x="152400" y="933450"/>
                </a:lnTo>
                <a:lnTo>
                  <a:pt x="152400" y="952500"/>
                </a:lnTo>
                <a:lnTo>
                  <a:pt x="152400" y="971550"/>
                </a:lnTo>
                <a:lnTo>
                  <a:pt x="152400" y="990600"/>
                </a:lnTo>
                <a:lnTo>
                  <a:pt x="152400" y="1009650"/>
                </a:lnTo>
                <a:lnTo>
                  <a:pt x="152400" y="1028700"/>
                </a:lnTo>
                <a:lnTo>
                  <a:pt x="152400" y="1047750"/>
                </a:lnTo>
                <a:lnTo>
                  <a:pt x="152400" y="1066800"/>
                </a:lnTo>
                <a:lnTo>
                  <a:pt x="152400" y="1085850"/>
                </a:lnTo>
                <a:lnTo>
                  <a:pt x="152400" y="1104900"/>
                </a:lnTo>
                <a:lnTo>
                  <a:pt x="152400" y="1123950"/>
                </a:lnTo>
                <a:lnTo>
                  <a:pt x="152400" y="1143000"/>
                </a:lnTo>
                <a:lnTo>
                  <a:pt x="152400" y="1162050"/>
                </a:lnTo>
                <a:lnTo>
                  <a:pt x="152400" y="1181100"/>
                </a:lnTo>
                <a:lnTo>
                  <a:pt x="152400" y="1200150"/>
                </a:lnTo>
                <a:lnTo>
                  <a:pt x="152400" y="1219200"/>
                </a:lnTo>
                <a:lnTo>
                  <a:pt x="152400" y="1238250"/>
                </a:lnTo>
                <a:lnTo>
                  <a:pt x="152400" y="1257300"/>
                </a:lnTo>
                <a:lnTo>
                  <a:pt x="152400" y="1276350"/>
                </a:lnTo>
                <a:lnTo>
                  <a:pt x="152400" y="1295400"/>
                </a:lnTo>
                <a:lnTo>
                  <a:pt x="152400" y="1314450"/>
                </a:lnTo>
                <a:lnTo>
                  <a:pt x="152400" y="1333500"/>
                </a:lnTo>
                <a:lnTo>
                  <a:pt x="152400" y="1352550"/>
                </a:lnTo>
                <a:lnTo>
                  <a:pt x="152400" y="1371600"/>
                </a:lnTo>
                <a:lnTo>
                  <a:pt x="152400" y="1390650"/>
                </a:lnTo>
                <a:lnTo>
                  <a:pt x="152400" y="1409700"/>
                </a:lnTo>
                <a:lnTo>
                  <a:pt x="152400" y="1428750"/>
                </a:lnTo>
                <a:lnTo>
                  <a:pt x="152400" y="1447800"/>
                </a:lnTo>
                <a:lnTo>
                  <a:pt x="152400" y="1466850"/>
                </a:lnTo>
                <a:lnTo>
                  <a:pt x="152400" y="1485900"/>
                </a:lnTo>
                <a:lnTo>
                  <a:pt x="152400" y="1504950"/>
                </a:lnTo>
                <a:lnTo>
                  <a:pt x="152400" y="1524000"/>
                </a:lnTo>
                <a:lnTo>
                  <a:pt x="152400" y="1543050"/>
                </a:lnTo>
                <a:lnTo>
                  <a:pt x="152400" y="1562100"/>
                </a:lnTo>
                <a:lnTo>
                  <a:pt x="152400" y="1581150"/>
                </a:lnTo>
                <a:lnTo>
                  <a:pt x="152400" y="1600200"/>
                </a:lnTo>
                <a:lnTo>
                  <a:pt x="152400" y="1619250"/>
                </a:lnTo>
                <a:lnTo>
                  <a:pt x="152400" y="1638300"/>
                </a:lnTo>
                <a:lnTo>
                  <a:pt x="152400" y="1657350"/>
                </a:lnTo>
                <a:lnTo>
                  <a:pt x="152400" y="1676400"/>
                </a:lnTo>
                <a:lnTo>
                  <a:pt x="152400" y="1695450"/>
                </a:lnTo>
                <a:lnTo>
                  <a:pt x="152400" y="1714500"/>
                </a:lnTo>
                <a:lnTo>
                  <a:pt x="152400" y="1733550"/>
                </a:lnTo>
                <a:lnTo>
                  <a:pt x="152400" y="1752600"/>
                </a:lnTo>
                <a:lnTo>
                  <a:pt x="152400" y="1771650"/>
                </a:lnTo>
                <a:lnTo>
                  <a:pt x="152400" y="1790700"/>
                </a:lnTo>
                <a:lnTo>
                  <a:pt x="152400" y="1809750"/>
                </a:lnTo>
                <a:lnTo>
                  <a:pt x="152400" y="1828800"/>
                </a:lnTo>
                <a:lnTo>
                  <a:pt x="152400" y="1847850"/>
                </a:lnTo>
                <a:lnTo>
                  <a:pt x="152400" y="1866900"/>
                </a:lnTo>
                <a:lnTo>
                  <a:pt x="152400" y="1885950"/>
                </a:lnTo>
                <a:lnTo>
                  <a:pt x="152400" y="1905000"/>
                </a:lnTo>
                <a:lnTo>
                  <a:pt x="152400" y="1924050"/>
                </a:lnTo>
                <a:lnTo>
                  <a:pt x="152400" y="1943100"/>
                </a:lnTo>
                <a:lnTo>
                  <a:pt x="152400" y="1962150"/>
                </a:lnTo>
                <a:lnTo>
                  <a:pt x="152400" y="1981200"/>
                </a:lnTo>
                <a:lnTo>
                  <a:pt x="152400" y="2000250"/>
                </a:lnTo>
                <a:lnTo>
                  <a:pt x="152400" y="2019300"/>
                </a:lnTo>
                <a:lnTo>
                  <a:pt x="152400" y="2038350"/>
                </a:lnTo>
                <a:lnTo>
                  <a:pt x="152400" y="2057400"/>
                </a:lnTo>
                <a:lnTo>
                  <a:pt x="152400" y="2076450"/>
                </a:lnTo>
                <a:lnTo>
                  <a:pt x="152400" y="2095500"/>
                </a:lnTo>
                <a:lnTo>
                  <a:pt x="152400" y="2114550"/>
                </a:lnTo>
                <a:lnTo>
                  <a:pt x="152400" y="2133600"/>
                </a:lnTo>
                <a:lnTo>
                  <a:pt x="152400" y="2152650"/>
                </a:lnTo>
                <a:lnTo>
                  <a:pt x="152400" y="2171700"/>
                </a:lnTo>
                <a:lnTo>
                  <a:pt x="152400" y="2190750"/>
                </a:lnTo>
                <a:lnTo>
                  <a:pt x="152400" y="2209800"/>
                </a:lnTo>
                <a:lnTo>
                  <a:pt x="152400" y="2228850"/>
                </a:lnTo>
                <a:lnTo>
                  <a:pt x="152400" y="2247900"/>
                </a:lnTo>
                <a:lnTo>
                  <a:pt x="152400" y="2266950"/>
                </a:lnTo>
                <a:lnTo>
                  <a:pt x="152400" y="2286000"/>
                </a:lnTo>
                <a:lnTo>
                  <a:pt x="152400" y="2305050"/>
                </a:lnTo>
                <a:lnTo>
                  <a:pt x="152400" y="2324100"/>
                </a:lnTo>
                <a:lnTo>
                  <a:pt x="152019" y="2343150"/>
                </a:lnTo>
                <a:lnTo>
                  <a:pt x="151257" y="2362200"/>
                </a:lnTo>
                <a:lnTo>
                  <a:pt x="150114" y="2381250"/>
                </a:lnTo>
                <a:lnTo>
                  <a:pt x="148590" y="2400300"/>
                </a:lnTo>
                <a:lnTo>
                  <a:pt x="146685" y="2419350"/>
                </a:lnTo>
                <a:lnTo>
                  <a:pt x="145161" y="2438400"/>
                </a:lnTo>
                <a:lnTo>
                  <a:pt x="144018" y="2457450"/>
                </a:lnTo>
                <a:lnTo>
                  <a:pt x="142875" y="2476500"/>
                </a:lnTo>
                <a:lnTo>
                  <a:pt x="141732" y="2495550"/>
                </a:lnTo>
                <a:lnTo>
                  <a:pt x="140589" y="2514600"/>
                </a:lnTo>
                <a:lnTo>
                  <a:pt x="139065" y="2533650"/>
                </a:lnTo>
                <a:lnTo>
                  <a:pt x="137160" y="2552700"/>
                </a:lnTo>
                <a:lnTo>
                  <a:pt x="135255" y="2571750"/>
                </a:lnTo>
                <a:lnTo>
                  <a:pt x="133350" y="2590800"/>
                </a:lnTo>
                <a:lnTo>
                  <a:pt x="131445" y="2609850"/>
                </a:lnTo>
                <a:lnTo>
                  <a:pt x="129159" y="2628900"/>
                </a:lnTo>
                <a:lnTo>
                  <a:pt x="126492" y="2647950"/>
                </a:lnTo>
                <a:lnTo>
                  <a:pt x="123444" y="2667000"/>
                </a:lnTo>
                <a:lnTo>
                  <a:pt x="120015" y="2686050"/>
                </a:lnTo>
                <a:lnTo>
                  <a:pt x="116205" y="2705100"/>
                </a:lnTo>
                <a:lnTo>
                  <a:pt x="112395" y="2724150"/>
                </a:lnTo>
                <a:lnTo>
                  <a:pt x="108585" y="2743200"/>
                </a:lnTo>
                <a:lnTo>
                  <a:pt x="104775" y="2762250"/>
                </a:lnTo>
                <a:lnTo>
                  <a:pt x="100965" y="2781300"/>
                </a:lnTo>
                <a:lnTo>
                  <a:pt x="96774" y="2800350"/>
                </a:lnTo>
                <a:lnTo>
                  <a:pt x="92202" y="2819400"/>
                </a:lnTo>
                <a:lnTo>
                  <a:pt x="87249" y="2838450"/>
                </a:lnTo>
                <a:lnTo>
                  <a:pt x="81915" y="2857500"/>
                </a:lnTo>
                <a:lnTo>
                  <a:pt x="76200" y="2876550"/>
                </a:lnTo>
                <a:lnTo>
                  <a:pt x="70485" y="2895600"/>
                </a:lnTo>
                <a:lnTo>
                  <a:pt x="65151" y="2914650"/>
                </a:lnTo>
                <a:lnTo>
                  <a:pt x="59817" y="2933700"/>
                </a:lnTo>
                <a:lnTo>
                  <a:pt x="54864" y="2952750"/>
                </a:lnTo>
                <a:lnTo>
                  <a:pt x="49911" y="2971800"/>
                </a:lnTo>
                <a:lnTo>
                  <a:pt x="45339" y="2990850"/>
                </a:lnTo>
                <a:lnTo>
                  <a:pt x="40386" y="3009900"/>
                </a:lnTo>
                <a:lnTo>
                  <a:pt x="35814" y="3028950"/>
                </a:lnTo>
                <a:lnTo>
                  <a:pt x="30861" y="3048000"/>
                </a:lnTo>
                <a:lnTo>
                  <a:pt x="26289" y="3067050"/>
                </a:lnTo>
                <a:lnTo>
                  <a:pt x="21717" y="3086100"/>
                </a:lnTo>
                <a:lnTo>
                  <a:pt x="17526" y="3105150"/>
                </a:lnTo>
                <a:lnTo>
                  <a:pt x="13335" y="3124200"/>
                </a:lnTo>
                <a:lnTo>
                  <a:pt x="9906" y="3143250"/>
                </a:lnTo>
                <a:lnTo>
                  <a:pt x="6858" y="3162300"/>
                </a:lnTo>
                <a:lnTo>
                  <a:pt x="4191" y="3181350"/>
                </a:lnTo>
                <a:lnTo>
                  <a:pt x="2286" y="3200400"/>
                </a:lnTo>
                <a:lnTo>
                  <a:pt x="1143" y="3219450"/>
                </a:lnTo>
                <a:lnTo>
                  <a:pt x="381" y="3238500"/>
                </a:lnTo>
                <a:lnTo>
                  <a:pt x="0" y="3257550"/>
                </a:lnTo>
                <a:lnTo>
                  <a:pt x="0" y="3276600"/>
                </a:lnTo>
                <a:lnTo>
                  <a:pt x="0" y="3295650"/>
                </a:lnTo>
                <a:lnTo>
                  <a:pt x="0" y="3314700"/>
                </a:lnTo>
                <a:lnTo>
                  <a:pt x="0" y="3333750"/>
                </a:lnTo>
                <a:lnTo>
                  <a:pt x="0" y="3352800"/>
                </a:lnTo>
                <a:lnTo>
                  <a:pt x="0" y="3371850"/>
                </a:lnTo>
                <a:lnTo>
                  <a:pt x="0" y="3390900"/>
                </a:lnTo>
                <a:lnTo>
                  <a:pt x="308610" y="3400425"/>
                </a:lnTo>
                <a:lnTo>
                  <a:pt x="310515" y="3381375"/>
                </a:lnTo>
                <a:lnTo>
                  <a:pt x="312039" y="3362325"/>
                </a:lnTo>
                <a:lnTo>
                  <a:pt x="313182" y="3343275"/>
                </a:lnTo>
                <a:lnTo>
                  <a:pt x="313944" y="3324225"/>
                </a:lnTo>
                <a:lnTo>
                  <a:pt x="314325" y="3305175"/>
                </a:lnTo>
                <a:lnTo>
                  <a:pt x="314325" y="3286125"/>
                </a:lnTo>
                <a:lnTo>
                  <a:pt x="314325" y="3267075"/>
                </a:lnTo>
                <a:lnTo>
                  <a:pt x="313944" y="3248025"/>
                </a:lnTo>
                <a:lnTo>
                  <a:pt x="312039" y="3228975"/>
                </a:lnTo>
                <a:lnTo>
                  <a:pt x="309753" y="3209925"/>
                </a:lnTo>
                <a:lnTo>
                  <a:pt x="306705" y="3190875"/>
                </a:lnTo>
                <a:lnTo>
                  <a:pt x="302895" y="3171825"/>
                </a:lnTo>
                <a:lnTo>
                  <a:pt x="299085" y="3152775"/>
                </a:lnTo>
                <a:lnTo>
                  <a:pt x="297180" y="3133725"/>
                </a:lnTo>
                <a:lnTo>
                  <a:pt x="294894" y="3114675"/>
                </a:lnTo>
                <a:lnTo>
                  <a:pt x="292608" y="3095625"/>
                </a:lnTo>
                <a:lnTo>
                  <a:pt x="289941" y="3076575"/>
                </a:lnTo>
                <a:lnTo>
                  <a:pt x="286512" y="3057525"/>
                </a:lnTo>
                <a:lnTo>
                  <a:pt x="281559" y="3038475"/>
                </a:lnTo>
                <a:lnTo>
                  <a:pt x="276225" y="3019425"/>
                </a:lnTo>
                <a:lnTo>
                  <a:pt x="270510" y="3000375"/>
                </a:lnTo>
                <a:lnTo>
                  <a:pt x="265176" y="2981325"/>
                </a:lnTo>
                <a:lnTo>
                  <a:pt x="259842" y="2962275"/>
                </a:lnTo>
                <a:lnTo>
                  <a:pt x="254889" y="2943225"/>
                </a:lnTo>
                <a:lnTo>
                  <a:pt x="249936" y="2924175"/>
                </a:lnTo>
                <a:lnTo>
                  <a:pt x="245364" y="2905125"/>
                </a:lnTo>
                <a:lnTo>
                  <a:pt x="240411" y="2886075"/>
                </a:lnTo>
                <a:lnTo>
                  <a:pt x="235839" y="2867025"/>
                </a:lnTo>
                <a:lnTo>
                  <a:pt x="230886" y="2847975"/>
                </a:lnTo>
                <a:lnTo>
                  <a:pt x="226314" y="2828925"/>
                </a:lnTo>
                <a:lnTo>
                  <a:pt x="221361" y="2809875"/>
                </a:lnTo>
                <a:lnTo>
                  <a:pt x="216789" y="2790825"/>
                </a:lnTo>
                <a:lnTo>
                  <a:pt x="211836" y="2771775"/>
                </a:lnTo>
                <a:lnTo>
                  <a:pt x="207264" y="2752725"/>
                </a:lnTo>
                <a:lnTo>
                  <a:pt x="202692" y="2733675"/>
                </a:lnTo>
                <a:lnTo>
                  <a:pt x="198882" y="2714625"/>
                </a:lnTo>
                <a:lnTo>
                  <a:pt x="195072" y="2695575"/>
                </a:lnTo>
                <a:lnTo>
                  <a:pt x="192024" y="2676525"/>
                </a:lnTo>
                <a:lnTo>
                  <a:pt x="189357" y="2657475"/>
                </a:lnTo>
                <a:lnTo>
                  <a:pt x="187071" y="2638425"/>
                </a:lnTo>
                <a:lnTo>
                  <a:pt x="184404" y="2619375"/>
                </a:lnTo>
                <a:lnTo>
                  <a:pt x="182118" y="2600325"/>
                </a:lnTo>
                <a:lnTo>
                  <a:pt x="179832" y="2581275"/>
                </a:lnTo>
                <a:lnTo>
                  <a:pt x="177546" y="2562225"/>
                </a:lnTo>
                <a:lnTo>
                  <a:pt x="175260" y="2543175"/>
                </a:lnTo>
                <a:lnTo>
                  <a:pt x="173736" y="2524125"/>
                </a:lnTo>
                <a:lnTo>
                  <a:pt x="172212" y="2505075"/>
                </a:lnTo>
                <a:lnTo>
                  <a:pt x="170688" y="2486025"/>
                </a:lnTo>
                <a:lnTo>
                  <a:pt x="169164" y="2466975"/>
                </a:lnTo>
                <a:lnTo>
                  <a:pt x="167640" y="2447925"/>
                </a:lnTo>
                <a:lnTo>
                  <a:pt x="165735" y="2428875"/>
                </a:lnTo>
                <a:lnTo>
                  <a:pt x="164211" y="2409825"/>
                </a:lnTo>
                <a:lnTo>
                  <a:pt x="163068" y="2390775"/>
                </a:lnTo>
                <a:lnTo>
                  <a:pt x="162306" y="2371725"/>
                </a:lnTo>
                <a:lnTo>
                  <a:pt x="161925" y="2352675"/>
                </a:lnTo>
                <a:lnTo>
                  <a:pt x="161925" y="2333625"/>
                </a:lnTo>
                <a:lnTo>
                  <a:pt x="161925" y="2314575"/>
                </a:lnTo>
                <a:lnTo>
                  <a:pt x="161925" y="2295525"/>
                </a:lnTo>
                <a:lnTo>
                  <a:pt x="161925" y="2276475"/>
                </a:lnTo>
                <a:lnTo>
                  <a:pt x="161925" y="2257425"/>
                </a:lnTo>
                <a:lnTo>
                  <a:pt x="161925" y="2238375"/>
                </a:lnTo>
                <a:lnTo>
                  <a:pt x="161925" y="2219325"/>
                </a:lnTo>
                <a:lnTo>
                  <a:pt x="161925" y="2200275"/>
                </a:lnTo>
                <a:lnTo>
                  <a:pt x="161925" y="2181225"/>
                </a:lnTo>
                <a:lnTo>
                  <a:pt x="161925" y="2162175"/>
                </a:lnTo>
                <a:lnTo>
                  <a:pt x="161925" y="2143125"/>
                </a:lnTo>
                <a:lnTo>
                  <a:pt x="161925" y="2124075"/>
                </a:lnTo>
                <a:lnTo>
                  <a:pt x="161925" y="2105025"/>
                </a:lnTo>
                <a:lnTo>
                  <a:pt x="161925" y="2085975"/>
                </a:lnTo>
                <a:lnTo>
                  <a:pt x="161925" y="2066925"/>
                </a:lnTo>
                <a:lnTo>
                  <a:pt x="161925" y="2047875"/>
                </a:lnTo>
                <a:lnTo>
                  <a:pt x="161925" y="2028825"/>
                </a:lnTo>
                <a:lnTo>
                  <a:pt x="161925" y="2009775"/>
                </a:lnTo>
                <a:lnTo>
                  <a:pt x="161925" y="1990725"/>
                </a:lnTo>
                <a:lnTo>
                  <a:pt x="161925" y="1971675"/>
                </a:lnTo>
                <a:lnTo>
                  <a:pt x="161925" y="1952625"/>
                </a:lnTo>
                <a:lnTo>
                  <a:pt x="161925" y="1933575"/>
                </a:lnTo>
                <a:lnTo>
                  <a:pt x="161925" y="1914525"/>
                </a:lnTo>
                <a:lnTo>
                  <a:pt x="161925" y="1895475"/>
                </a:lnTo>
                <a:lnTo>
                  <a:pt x="161925" y="1876425"/>
                </a:lnTo>
                <a:lnTo>
                  <a:pt x="161925" y="1857375"/>
                </a:lnTo>
                <a:lnTo>
                  <a:pt x="161925" y="1838325"/>
                </a:lnTo>
                <a:lnTo>
                  <a:pt x="161925" y="1819275"/>
                </a:lnTo>
                <a:lnTo>
                  <a:pt x="161925" y="1800225"/>
                </a:lnTo>
                <a:lnTo>
                  <a:pt x="161925" y="1781175"/>
                </a:lnTo>
                <a:lnTo>
                  <a:pt x="161925" y="1762125"/>
                </a:lnTo>
                <a:lnTo>
                  <a:pt x="161925" y="1743075"/>
                </a:lnTo>
                <a:lnTo>
                  <a:pt x="161925" y="1724025"/>
                </a:lnTo>
                <a:lnTo>
                  <a:pt x="161925" y="1704975"/>
                </a:lnTo>
                <a:lnTo>
                  <a:pt x="161925" y="1685925"/>
                </a:lnTo>
                <a:lnTo>
                  <a:pt x="161925" y="1666875"/>
                </a:lnTo>
                <a:lnTo>
                  <a:pt x="161925" y="1647825"/>
                </a:lnTo>
                <a:lnTo>
                  <a:pt x="161925" y="1628775"/>
                </a:lnTo>
                <a:lnTo>
                  <a:pt x="161925" y="1609725"/>
                </a:lnTo>
                <a:lnTo>
                  <a:pt x="161925" y="1590675"/>
                </a:lnTo>
                <a:lnTo>
                  <a:pt x="161925" y="1571625"/>
                </a:lnTo>
                <a:lnTo>
                  <a:pt x="161925" y="1552575"/>
                </a:lnTo>
                <a:lnTo>
                  <a:pt x="161925" y="1533525"/>
                </a:lnTo>
                <a:lnTo>
                  <a:pt x="161925" y="1514475"/>
                </a:lnTo>
                <a:lnTo>
                  <a:pt x="161925" y="1495425"/>
                </a:lnTo>
                <a:lnTo>
                  <a:pt x="161925" y="1476375"/>
                </a:lnTo>
                <a:lnTo>
                  <a:pt x="161925" y="1457325"/>
                </a:lnTo>
                <a:lnTo>
                  <a:pt x="161925" y="1438275"/>
                </a:lnTo>
                <a:lnTo>
                  <a:pt x="161925" y="1419225"/>
                </a:lnTo>
                <a:lnTo>
                  <a:pt x="161925" y="1400175"/>
                </a:lnTo>
                <a:lnTo>
                  <a:pt x="161925" y="1381125"/>
                </a:lnTo>
                <a:lnTo>
                  <a:pt x="161925" y="1362075"/>
                </a:lnTo>
                <a:lnTo>
                  <a:pt x="161925" y="1343025"/>
                </a:lnTo>
                <a:lnTo>
                  <a:pt x="161925" y="1323975"/>
                </a:lnTo>
                <a:lnTo>
                  <a:pt x="161925" y="1304925"/>
                </a:lnTo>
                <a:lnTo>
                  <a:pt x="161925" y="1285875"/>
                </a:lnTo>
                <a:lnTo>
                  <a:pt x="161925" y="1266825"/>
                </a:lnTo>
                <a:lnTo>
                  <a:pt x="161925" y="1247775"/>
                </a:lnTo>
                <a:lnTo>
                  <a:pt x="161925" y="1228725"/>
                </a:lnTo>
                <a:lnTo>
                  <a:pt x="161925" y="1209675"/>
                </a:lnTo>
                <a:lnTo>
                  <a:pt x="161925" y="1190625"/>
                </a:lnTo>
                <a:lnTo>
                  <a:pt x="161925" y="1171575"/>
                </a:lnTo>
                <a:lnTo>
                  <a:pt x="161925" y="1152525"/>
                </a:lnTo>
                <a:lnTo>
                  <a:pt x="161925" y="1133475"/>
                </a:lnTo>
                <a:lnTo>
                  <a:pt x="161925" y="1114425"/>
                </a:lnTo>
                <a:lnTo>
                  <a:pt x="161925" y="1095375"/>
                </a:lnTo>
                <a:lnTo>
                  <a:pt x="161925" y="1076325"/>
                </a:lnTo>
                <a:lnTo>
                  <a:pt x="161925" y="1057275"/>
                </a:lnTo>
                <a:lnTo>
                  <a:pt x="161925" y="1038225"/>
                </a:lnTo>
                <a:lnTo>
                  <a:pt x="161925" y="1019175"/>
                </a:lnTo>
                <a:lnTo>
                  <a:pt x="161925" y="1000125"/>
                </a:lnTo>
                <a:lnTo>
                  <a:pt x="161925" y="981075"/>
                </a:lnTo>
                <a:lnTo>
                  <a:pt x="161925" y="962025"/>
                </a:lnTo>
                <a:lnTo>
                  <a:pt x="161925" y="942975"/>
                </a:lnTo>
                <a:lnTo>
                  <a:pt x="161925" y="923925"/>
                </a:lnTo>
                <a:lnTo>
                  <a:pt x="161925" y="904875"/>
                </a:lnTo>
                <a:lnTo>
                  <a:pt x="161925" y="885825"/>
                </a:lnTo>
                <a:lnTo>
                  <a:pt x="161925" y="866775"/>
                </a:lnTo>
                <a:lnTo>
                  <a:pt x="161925" y="847725"/>
                </a:lnTo>
                <a:lnTo>
                  <a:pt x="161925" y="828675"/>
                </a:lnTo>
                <a:lnTo>
                  <a:pt x="161925" y="809625"/>
                </a:lnTo>
                <a:lnTo>
                  <a:pt x="161925" y="790575"/>
                </a:lnTo>
                <a:lnTo>
                  <a:pt x="161925" y="771525"/>
                </a:lnTo>
                <a:lnTo>
                  <a:pt x="161925" y="752475"/>
                </a:lnTo>
                <a:lnTo>
                  <a:pt x="161925" y="733425"/>
                </a:lnTo>
                <a:lnTo>
                  <a:pt x="161925" y="714375"/>
                </a:lnTo>
                <a:lnTo>
                  <a:pt x="161925" y="695325"/>
                </a:lnTo>
                <a:lnTo>
                  <a:pt x="161925" y="676275"/>
                </a:lnTo>
                <a:lnTo>
                  <a:pt x="161925" y="657225"/>
                </a:lnTo>
                <a:lnTo>
                  <a:pt x="161925" y="638175"/>
                </a:lnTo>
                <a:lnTo>
                  <a:pt x="161925" y="619125"/>
                </a:lnTo>
                <a:lnTo>
                  <a:pt x="161925" y="600075"/>
                </a:lnTo>
                <a:lnTo>
                  <a:pt x="161925" y="581025"/>
                </a:lnTo>
                <a:lnTo>
                  <a:pt x="161925" y="561975"/>
                </a:lnTo>
                <a:lnTo>
                  <a:pt x="161925" y="542925"/>
                </a:lnTo>
                <a:lnTo>
                  <a:pt x="161925" y="523875"/>
                </a:lnTo>
                <a:lnTo>
                  <a:pt x="161925" y="504825"/>
                </a:lnTo>
                <a:lnTo>
                  <a:pt x="161925" y="485775"/>
                </a:lnTo>
                <a:lnTo>
                  <a:pt x="161925" y="466725"/>
                </a:lnTo>
                <a:lnTo>
                  <a:pt x="161925" y="447675"/>
                </a:lnTo>
                <a:lnTo>
                  <a:pt x="161925" y="428625"/>
                </a:lnTo>
                <a:lnTo>
                  <a:pt x="161925" y="409575"/>
                </a:lnTo>
                <a:lnTo>
                  <a:pt x="161925" y="390525"/>
                </a:lnTo>
                <a:lnTo>
                  <a:pt x="161925" y="371475"/>
                </a:lnTo>
                <a:lnTo>
                  <a:pt x="161925" y="352425"/>
                </a:lnTo>
                <a:lnTo>
                  <a:pt x="161925" y="333375"/>
                </a:lnTo>
                <a:lnTo>
                  <a:pt x="161925" y="314325"/>
                </a:lnTo>
                <a:lnTo>
                  <a:pt x="161925" y="295275"/>
                </a:lnTo>
                <a:lnTo>
                  <a:pt x="161925" y="276225"/>
                </a:lnTo>
                <a:lnTo>
                  <a:pt x="161925" y="257175"/>
                </a:lnTo>
                <a:lnTo>
                  <a:pt x="161925" y="238125"/>
                </a:lnTo>
                <a:lnTo>
                  <a:pt x="161925" y="219075"/>
                </a:lnTo>
                <a:lnTo>
                  <a:pt x="161925" y="200025"/>
                </a:lnTo>
                <a:lnTo>
                  <a:pt x="161925" y="180975"/>
                </a:lnTo>
                <a:lnTo>
                  <a:pt x="161925" y="161925"/>
                </a:lnTo>
                <a:lnTo>
                  <a:pt x="161925" y="142875"/>
                </a:lnTo>
                <a:lnTo>
                  <a:pt x="161925" y="123825"/>
                </a:lnTo>
                <a:lnTo>
                  <a:pt x="161925" y="104775"/>
                </a:lnTo>
                <a:lnTo>
                  <a:pt x="161925" y="85725"/>
                </a:lnTo>
                <a:lnTo>
                  <a:pt x="161925" y="66675"/>
                </a:lnTo>
                <a:lnTo>
                  <a:pt x="161925" y="47625"/>
                </a:lnTo>
                <a:lnTo>
                  <a:pt x="161925" y="28575"/>
                </a:lnTo>
                <a:lnTo>
                  <a:pt x="161925" y="9525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801" name="SE-056-path-1801">
            <a:extLst xmlns:a="http://schemas.openxmlformats.org/drawingml/2006/main">
              <a:ext uri="{FF2B5EF4-FFF2-40B4-BE49-F238E27FC236}">
                <a16:creationId xmlns:a16="http://schemas.microsoft.com/office/drawing/2014/main" id="{2C0CB7E9-C92B-492D-BAB5-A342B84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638" y="37719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02" name="SE-056-path-1802">
            <a:extLst xmlns:a="http://schemas.openxmlformats.org/drawingml/2006/main">
              <a:ext uri="{FF2B5EF4-FFF2-40B4-BE49-F238E27FC236}">
                <a16:creationId xmlns:a16="http://schemas.microsoft.com/office/drawing/2014/main" id="{826C0095-A268-4E84-A1C5-D61EA74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888" y="37719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03" name="SE-056-path-1803">
            <a:extLst xmlns:a="http://schemas.openxmlformats.org/drawingml/2006/main">
              <a:ext uri="{FF2B5EF4-FFF2-40B4-BE49-F238E27FC236}">
                <a16:creationId xmlns:a16="http://schemas.microsoft.com/office/drawing/2014/main" id="{24C9129E-096E-43B9-A70F-D0937D0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7719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04" name="SE-056-path-1804">
            <a:extLst xmlns:a="http://schemas.openxmlformats.org/drawingml/2006/main">
              <a:ext uri="{FF2B5EF4-FFF2-40B4-BE49-F238E27FC236}">
                <a16:creationId xmlns:a16="http://schemas.microsoft.com/office/drawing/2014/main" id="{6F03F60A-EC7A-470B-A8CC-65F2D64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488" y="39290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805" name="SE-056-1805">
            <a:extLst xmlns:a="http://schemas.openxmlformats.org/drawingml/2006/main">
              <a:ext uri="{FF2B5EF4-FFF2-40B4-BE49-F238E27FC236}">
                <a16:creationId xmlns:a16="http://schemas.microsoft.com/office/drawing/2014/main" id="{D2531BF4-C097-4C06-8C79-BFDB758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38100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</a:t>
            </a:r>
          </a:p>
        </p:txBody>
      </p:sp>
      <p:sp>
        <p:nvSpPr>
          <p:cNvPr id="1806" name="SE-056-path-1806">
            <a:extLst xmlns:a="http://schemas.openxmlformats.org/drawingml/2006/main">
              <a:ext uri="{FF2B5EF4-FFF2-40B4-BE49-F238E27FC236}">
                <a16:creationId xmlns:a16="http://schemas.microsoft.com/office/drawing/2014/main" id="{5065E5E5-D0CB-454F-BC9E-D1E2C33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378" y="3981450"/>
            <a:ext cx="103918" cy="85725"/>
          </a:xfrm>
          <a:custGeom xmlns:a="http://schemas.openxmlformats.org/drawingml/2006/main">
            <a:pathLst>
              <a:path w="103918" h="85725">
                <a:moveTo>
                  <a:pt x="34100" y="0"/>
                </a:moveTo>
                <a:lnTo>
                  <a:pt x="28004" y="19050"/>
                </a:lnTo>
                <a:lnTo>
                  <a:pt x="19812" y="38100"/>
                </a:lnTo>
                <a:lnTo>
                  <a:pt x="9906" y="57150"/>
                </a:lnTo>
                <a:lnTo>
                  <a:pt x="0" y="76200"/>
                </a:lnTo>
                <a:lnTo>
                  <a:pt x="103918" y="85725"/>
                </a:lnTo>
                <a:lnTo>
                  <a:pt x="87535" y="66675"/>
                </a:lnTo>
                <a:lnTo>
                  <a:pt x="73057" y="47625"/>
                </a:lnTo>
                <a:lnTo>
                  <a:pt x="62008" y="28575"/>
                </a:lnTo>
                <a:lnTo>
                  <a:pt x="54388" y="9525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807" name="SE-056-1807">
            <a:extLst xmlns:a="http://schemas.openxmlformats.org/drawingml/2006/main">
              <a:ext uri="{FF2B5EF4-FFF2-40B4-BE49-F238E27FC236}">
                <a16:creationId xmlns:a16="http://schemas.microsoft.com/office/drawing/2014/main" id="{DC1264DE-951A-43E7-9CA7-FC3A7271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37433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1808" name="SE-056-path-1808">
            <a:extLst xmlns:a="http://schemas.openxmlformats.org/drawingml/2006/main">
              <a:ext uri="{FF2B5EF4-FFF2-40B4-BE49-F238E27FC236}">
                <a16:creationId xmlns:a16="http://schemas.microsoft.com/office/drawing/2014/main" id="{A57F9897-6082-4891-B777-919E125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811" y="523875"/>
            <a:ext cx="319659" cy="3495675"/>
          </a:xfrm>
          <a:custGeom xmlns:a="http://schemas.openxmlformats.org/drawingml/2006/main">
            <a:pathLst>
              <a:path w="319659" h="3495675">
                <a:moveTo>
                  <a:pt x="149352" y="0"/>
                </a:moveTo>
                <a:lnTo>
                  <a:pt x="149352" y="19050"/>
                </a:lnTo>
                <a:lnTo>
                  <a:pt x="149352" y="38100"/>
                </a:lnTo>
                <a:lnTo>
                  <a:pt x="149352" y="57150"/>
                </a:lnTo>
                <a:lnTo>
                  <a:pt x="149352" y="76200"/>
                </a:lnTo>
                <a:lnTo>
                  <a:pt x="149352" y="95250"/>
                </a:lnTo>
                <a:lnTo>
                  <a:pt x="149352" y="114300"/>
                </a:lnTo>
                <a:lnTo>
                  <a:pt x="149352" y="133350"/>
                </a:lnTo>
                <a:lnTo>
                  <a:pt x="149733" y="152400"/>
                </a:lnTo>
                <a:lnTo>
                  <a:pt x="150495" y="171450"/>
                </a:lnTo>
                <a:lnTo>
                  <a:pt x="151638" y="190500"/>
                </a:lnTo>
                <a:lnTo>
                  <a:pt x="153162" y="209550"/>
                </a:lnTo>
                <a:lnTo>
                  <a:pt x="155067" y="228600"/>
                </a:lnTo>
                <a:lnTo>
                  <a:pt x="156591" y="247650"/>
                </a:lnTo>
                <a:lnTo>
                  <a:pt x="157734" y="266700"/>
                </a:lnTo>
                <a:lnTo>
                  <a:pt x="158496" y="285750"/>
                </a:lnTo>
                <a:lnTo>
                  <a:pt x="158877" y="304800"/>
                </a:lnTo>
                <a:lnTo>
                  <a:pt x="158877" y="323850"/>
                </a:lnTo>
                <a:lnTo>
                  <a:pt x="158877" y="342900"/>
                </a:lnTo>
                <a:lnTo>
                  <a:pt x="158877" y="361950"/>
                </a:lnTo>
                <a:lnTo>
                  <a:pt x="158877" y="381000"/>
                </a:lnTo>
                <a:lnTo>
                  <a:pt x="158877" y="400050"/>
                </a:lnTo>
                <a:lnTo>
                  <a:pt x="158877" y="419100"/>
                </a:lnTo>
                <a:lnTo>
                  <a:pt x="158877" y="438150"/>
                </a:lnTo>
                <a:lnTo>
                  <a:pt x="158877" y="457200"/>
                </a:lnTo>
                <a:lnTo>
                  <a:pt x="158877" y="476250"/>
                </a:lnTo>
                <a:lnTo>
                  <a:pt x="158877" y="495300"/>
                </a:lnTo>
                <a:lnTo>
                  <a:pt x="158877" y="514350"/>
                </a:lnTo>
                <a:lnTo>
                  <a:pt x="158877" y="533400"/>
                </a:lnTo>
                <a:lnTo>
                  <a:pt x="158877" y="552450"/>
                </a:lnTo>
                <a:lnTo>
                  <a:pt x="158877" y="571500"/>
                </a:lnTo>
                <a:lnTo>
                  <a:pt x="158877" y="590550"/>
                </a:lnTo>
                <a:lnTo>
                  <a:pt x="158877" y="609600"/>
                </a:lnTo>
                <a:lnTo>
                  <a:pt x="158877" y="628650"/>
                </a:lnTo>
                <a:lnTo>
                  <a:pt x="158877" y="647700"/>
                </a:lnTo>
                <a:lnTo>
                  <a:pt x="158877" y="666750"/>
                </a:lnTo>
                <a:lnTo>
                  <a:pt x="158877" y="685800"/>
                </a:lnTo>
                <a:lnTo>
                  <a:pt x="158877" y="704850"/>
                </a:lnTo>
                <a:lnTo>
                  <a:pt x="158877" y="723900"/>
                </a:lnTo>
                <a:lnTo>
                  <a:pt x="158877" y="742950"/>
                </a:lnTo>
                <a:lnTo>
                  <a:pt x="158877" y="762000"/>
                </a:lnTo>
                <a:lnTo>
                  <a:pt x="158877" y="781050"/>
                </a:lnTo>
                <a:lnTo>
                  <a:pt x="158877" y="800100"/>
                </a:lnTo>
                <a:lnTo>
                  <a:pt x="158877" y="819150"/>
                </a:lnTo>
                <a:lnTo>
                  <a:pt x="158877" y="838200"/>
                </a:lnTo>
                <a:lnTo>
                  <a:pt x="158877" y="857250"/>
                </a:lnTo>
                <a:lnTo>
                  <a:pt x="158877" y="876300"/>
                </a:lnTo>
                <a:lnTo>
                  <a:pt x="158877" y="895350"/>
                </a:lnTo>
                <a:lnTo>
                  <a:pt x="158877" y="914400"/>
                </a:lnTo>
                <a:lnTo>
                  <a:pt x="158877" y="933450"/>
                </a:lnTo>
                <a:lnTo>
                  <a:pt x="158877" y="952500"/>
                </a:lnTo>
                <a:lnTo>
                  <a:pt x="158877" y="971550"/>
                </a:lnTo>
                <a:lnTo>
                  <a:pt x="158877" y="990600"/>
                </a:lnTo>
                <a:lnTo>
                  <a:pt x="158877" y="1009650"/>
                </a:lnTo>
                <a:lnTo>
                  <a:pt x="158877" y="1028700"/>
                </a:lnTo>
                <a:lnTo>
                  <a:pt x="158877" y="1047750"/>
                </a:lnTo>
                <a:lnTo>
                  <a:pt x="158877" y="1066800"/>
                </a:lnTo>
                <a:lnTo>
                  <a:pt x="158877" y="1085850"/>
                </a:lnTo>
                <a:lnTo>
                  <a:pt x="158877" y="1104900"/>
                </a:lnTo>
                <a:lnTo>
                  <a:pt x="158877" y="1123950"/>
                </a:lnTo>
                <a:lnTo>
                  <a:pt x="158877" y="1143000"/>
                </a:lnTo>
                <a:lnTo>
                  <a:pt x="158877" y="1162050"/>
                </a:lnTo>
                <a:lnTo>
                  <a:pt x="158877" y="1181100"/>
                </a:lnTo>
                <a:lnTo>
                  <a:pt x="158877" y="1200150"/>
                </a:lnTo>
                <a:lnTo>
                  <a:pt x="158877" y="1219200"/>
                </a:lnTo>
                <a:lnTo>
                  <a:pt x="158877" y="1238250"/>
                </a:lnTo>
                <a:lnTo>
                  <a:pt x="158877" y="1257300"/>
                </a:lnTo>
                <a:lnTo>
                  <a:pt x="158877" y="1276350"/>
                </a:lnTo>
                <a:lnTo>
                  <a:pt x="158877" y="1295400"/>
                </a:lnTo>
                <a:lnTo>
                  <a:pt x="158877" y="1314450"/>
                </a:lnTo>
                <a:lnTo>
                  <a:pt x="158877" y="1333500"/>
                </a:lnTo>
                <a:lnTo>
                  <a:pt x="158877" y="1352550"/>
                </a:lnTo>
                <a:lnTo>
                  <a:pt x="158877" y="1371600"/>
                </a:lnTo>
                <a:lnTo>
                  <a:pt x="158877" y="1390650"/>
                </a:lnTo>
                <a:lnTo>
                  <a:pt x="158877" y="1409700"/>
                </a:lnTo>
                <a:lnTo>
                  <a:pt x="158877" y="1428750"/>
                </a:lnTo>
                <a:lnTo>
                  <a:pt x="158877" y="1447800"/>
                </a:lnTo>
                <a:lnTo>
                  <a:pt x="158877" y="1466850"/>
                </a:lnTo>
                <a:lnTo>
                  <a:pt x="158877" y="1485900"/>
                </a:lnTo>
                <a:lnTo>
                  <a:pt x="158877" y="1504950"/>
                </a:lnTo>
                <a:lnTo>
                  <a:pt x="158877" y="1524000"/>
                </a:lnTo>
                <a:lnTo>
                  <a:pt x="158877" y="1543050"/>
                </a:lnTo>
                <a:lnTo>
                  <a:pt x="158877" y="1562100"/>
                </a:lnTo>
                <a:lnTo>
                  <a:pt x="158877" y="1581150"/>
                </a:lnTo>
                <a:lnTo>
                  <a:pt x="158877" y="1600200"/>
                </a:lnTo>
                <a:lnTo>
                  <a:pt x="158877" y="1619250"/>
                </a:lnTo>
                <a:lnTo>
                  <a:pt x="158877" y="1638300"/>
                </a:lnTo>
                <a:lnTo>
                  <a:pt x="158877" y="1657350"/>
                </a:lnTo>
                <a:lnTo>
                  <a:pt x="158877" y="1676400"/>
                </a:lnTo>
                <a:lnTo>
                  <a:pt x="158877" y="1695450"/>
                </a:lnTo>
                <a:lnTo>
                  <a:pt x="158877" y="1714500"/>
                </a:lnTo>
                <a:lnTo>
                  <a:pt x="158877" y="1733550"/>
                </a:lnTo>
                <a:lnTo>
                  <a:pt x="158877" y="1752600"/>
                </a:lnTo>
                <a:lnTo>
                  <a:pt x="158877" y="1771650"/>
                </a:lnTo>
                <a:lnTo>
                  <a:pt x="158877" y="1790700"/>
                </a:lnTo>
                <a:lnTo>
                  <a:pt x="158877" y="1809750"/>
                </a:lnTo>
                <a:lnTo>
                  <a:pt x="158877" y="1828800"/>
                </a:lnTo>
                <a:lnTo>
                  <a:pt x="158877" y="1847850"/>
                </a:lnTo>
                <a:lnTo>
                  <a:pt x="158877" y="1866900"/>
                </a:lnTo>
                <a:lnTo>
                  <a:pt x="158877" y="1885950"/>
                </a:lnTo>
                <a:lnTo>
                  <a:pt x="158877" y="1905000"/>
                </a:lnTo>
                <a:lnTo>
                  <a:pt x="158877" y="1924050"/>
                </a:lnTo>
                <a:lnTo>
                  <a:pt x="158877" y="1943100"/>
                </a:lnTo>
                <a:lnTo>
                  <a:pt x="158877" y="1962150"/>
                </a:lnTo>
                <a:lnTo>
                  <a:pt x="158877" y="1981200"/>
                </a:lnTo>
                <a:lnTo>
                  <a:pt x="158877" y="2000250"/>
                </a:lnTo>
                <a:lnTo>
                  <a:pt x="158877" y="2019300"/>
                </a:lnTo>
                <a:lnTo>
                  <a:pt x="158877" y="2038350"/>
                </a:lnTo>
                <a:lnTo>
                  <a:pt x="158877" y="2057400"/>
                </a:lnTo>
                <a:lnTo>
                  <a:pt x="158877" y="2076450"/>
                </a:lnTo>
                <a:lnTo>
                  <a:pt x="158877" y="2095500"/>
                </a:lnTo>
                <a:lnTo>
                  <a:pt x="158877" y="2114550"/>
                </a:lnTo>
                <a:lnTo>
                  <a:pt x="158877" y="2133600"/>
                </a:lnTo>
                <a:lnTo>
                  <a:pt x="158877" y="2152650"/>
                </a:lnTo>
                <a:lnTo>
                  <a:pt x="158877" y="2171700"/>
                </a:lnTo>
                <a:lnTo>
                  <a:pt x="158877" y="2190750"/>
                </a:lnTo>
                <a:lnTo>
                  <a:pt x="158877" y="2209800"/>
                </a:lnTo>
                <a:lnTo>
                  <a:pt x="158877" y="2228850"/>
                </a:lnTo>
                <a:lnTo>
                  <a:pt x="158877" y="2247900"/>
                </a:lnTo>
                <a:lnTo>
                  <a:pt x="158877" y="2266950"/>
                </a:lnTo>
                <a:lnTo>
                  <a:pt x="158877" y="2286000"/>
                </a:lnTo>
                <a:lnTo>
                  <a:pt x="158877" y="2305050"/>
                </a:lnTo>
                <a:lnTo>
                  <a:pt x="158496" y="2324100"/>
                </a:lnTo>
                <a:lnTo>
                  <a:pt x="157734" y="2343150"/>
                </a:lnTo>
                <a:lnTo>
                  <a:pt x="156591" y="2362200"/>
                </a:lnTo>
                <a:lnTo>
                  <a:pt x="155067" y="2381250"/>
                </a:lnTo>
                <a:lnTo>
                  <a:pt x="153162" y="2400300"/>
                </a:lnTo>
                <a:lnTo>
                  <a:pt x="151638" y="2419350"/>
                </a:lnTo>
                <a:lnTo>
                  <a:pt x="150495" y="2438400"/>
                </a:lnTo>
                <a:lnTo>
                  <a:pt x="149733" y="2457450"/>
                </a:lnTo>
                <a:lnTo>
                  <a:pt x="149352" y="2476500"/>
                </a:lnTo>
                <a:lnTo>
                  <a:pt x="148971" y="2495550"/>
                </a:lnTo>
                <a:lnTo>
                  <a:pt x="148209" y="2514600"/>
                </a:lnTo>
                <a:lnTo>
                  <a:pt x="147066" y="2533650"/>
                </a:lnTo>
                <a:lnTo>
                  <a:pt x="145542" y="2552700"/>
                </a:lnTo>
                <a:lnTo>
                  <a:pt x="143637" y="2571750"/>
                </a:lnTo>
                <a:lnTo>
                  <a:pt x="141732" y="2590800"/>
                </a:lnTo>
                <a:lnTo>
                  <a:pt x="139827" y="2609850"/>
                </a:lnTo>
                <a:lnTo>
                  <a:pt x="137922" y="2628900"/>
                </a:lnTo>
                <a:lnTo>
                  <a:pt x="136017" y="2647950"/>
                </a:lnTo>
                <a:lnTo>
                  <a:pt x="133731" y="2667000"/>
                </a:lnTo>
                <a:lnTo>
                  <a:pt x="131445" y="2686050"/>
                </a:lnTo>
                <a:lnTo>
                  <a:pt x="128778" y="2705100"/>
                </a:lnTo>
                <a:lnTo>
                  <a:pt x="125730" y="2724150"/>
                </a:lnTo>
                <a:lnTo>
                  <a:pt x="122301" y="2743200"/>
                </a:lnTo>
                <a:lnTo>
                  <a:pt x="118872" y="2762250"/>
                </a:lnTo>
                <a:lnTo>
                  <a:pt x="115062" y="2781300"/>
                </a:lnTo>
                <a:lnTo>
                  <a:pt x="111252" y="2800350"/>
                </a:lnTo>
                <a:lnTo>
                  <a:pt x="107442" y="2819400"/>
                </a:lnTo>
                <a:lnTo>
                  <a:pt x="103251" y="2838450"/>
                </a:lnTo>
                <a:lnTo>
                  <a:pt x="99060" y="2857500"/>
                </a:lnTo>
                <a:lnTo>
                  <a:pt x="94488" y="2876550"/>
                </a:lnTo>
                <a:lnTo>
                  <a:pt x="89916" y="2895600"/>
                </a:lnTo>
                <a:lnTo>
                  <a:pt x="84963" y="2914650"/>
                </a:lnTo>
                <a:lnTo>
                  <a:pt x="80391" y="2933700"/>
                </a:lnTo>
                <a:lnTo>
                  <a:pt x="75438" y="2952750"/>
                </a:lnTo>
                <a:lnTo>
                  <a:pt x="70866" y="2971800"/>
                </a:lnTo>
                <a:lnTo>
                  <a:pt x="65913" y="2990850"/>
                </a:lnTo>
                <a:lnTo>
                  <a:pt x="60960" y="3009900"/>
                </a:lnTo>
                <a:lnTo>
                  <a:pt x="55626" y="3028950"/>
                </a:lnTo>
                <a:lnTo>
                  <a:pt x="50292" y="3048000"/>
                </a:lnTo>
                <a:lnTo>
                  <a:pt x="44577" y="3067050"/>
                </a:lnTo>
                <a:lnTo>
                  <a:pt x="39243" y="3086100"/>
                </a:lnTo>
                <a:lnTo>
                  <a:pt x="34290" y="3105150"/>
                </a:lnTo>
                <a:lnTo>
                  <a:pt x="29718" y="3124200"/>
                </a:lnTo>
                <a:lnTo>
                  <a:pt x="25908" y="3143250"/>
                </a:lnTo>
                <a:lnTo>
                  <a:pt x="22479" y="3162300"/>
                </a:lnTo>
                <a:lnTo>
                  <a:pt x="19050" y="3181350"/>
                </a:lnTo>
                <a:lnTo>
                  <a:pt x="16002" y="3200400"/>
                </a:lnTo>
                <a:lnTo>
                  <a:pt x="12954" y="3219450"/>
                </a:lnTo>
                <a:lnTo>
                  <a:pt x="9525" y="3238500"/>
                </a:lnTo>
                <a:lnTo>
                  <a:pt x="6477" y="3257550"/>
                </a:lnTo>
                <a:lnTo>
                  <a:pt x="3810" y="3276600"/>
                </a:lnTo>
                <a:lnTo>
                  <a:pt x="1524" y="3295650"/>
                </a:lnTo>
                <a:lnTo>
                  <a:pt x="381" y="3314700"/>
                </a:lnTo>
                <a:lnTo>
                  <a:pt x="0" y="3333750"/>
                </a:lnTo>
                <a:lnTo>
                  <a:pt x="381" y="3352800"/>
                </a:lnTo>
                <a:lnTo>
                  <a:pt x="1524" y="3371850"/>
                </a:lnTo>
                <a:lnTo>
                  <a:pt x="2667" y="3390900"/>
                </a:lnTo>
                <a:lnTo>
                  <a:pt x="3429" y="3409950"/>
                </a:lnTo>
                <a:lnTo>
                  <a:pt x="4572" y="3429000"/>
                </a:lnTo>
                <a:lnTo>
                  <a:pt x="5334" y="3448050"/>
                </a:lnTo>
                <a:lnTo>
                  <a:pt x="5715" y="3467100"/>
                </a:lnTo>
                <a:lnTo>
                  <a:pt x="6096" y="3486150"/>
                </a:lnTo>
                <a:lnTo>
                  <a:pt x="306705" y="3495675"/>
                </a:lnTo>
                <a:lnTo>
                  <a:pt x="309753" y="3476625"/>
                </a:lnTo>
                <a:lnTo>
                  <a:pt x="312420" y="3457575"/>
                </a:lnTo>
                <a:lnTo>
                  <a:pt x="315087" y="3438525"/>
                </a:lnTo>
                <a:lnTo>
                  <a:pt x="316992" y="3419475"/>
                </a:lnTo>
                <a:lnTo>
                  <a:pt x="318135" y="3400425"/>
                </a:lnTo>
                <a:lnTo>
                  <a:pt x="318516" y="3381375"/>
                </a:lnTo>
                <a:lnTo>
                  <a:pt x="319278" y="3362325"/>
                </a:lnTo>
                <a:lnTo>
                  <a:pt x="319659" y="3343275"/>
                </a:lnTo>
                <a:lnTo>
                  <a:pt x="319659" y="3324225"/>
                </a:lnTo>
                <a:lnTo>
                  <a:pt x="317754" y="3305175"/>
                </a:lnTo>
                <a:lnTo>
                  <a:pt x="315468" y="3286125"/>
                </a:lnTo>
                <a:lnTo>
                  <a:pt x="312039" y="3267075"/>
                </a:lnTo>
                <a:lnTo>
                  <a:pt x="307848" y="3248025"/>
                </a:lnTo>
                <a:lnTo>
                  <a:pt x="303276" y="3228975"/>
                </a:lnTo>
                <a:lnTo>
                  <a:pt x="301371" y="3209925"/>
                </a:lnTo>
                <a:lnTo>
                  <a:pt x="298704" y="3190875"/>
                </a:lnTo>
                <a:lnTo>
                  <a:pt x="296037" y="3171825"/>
                </a:lnTo>
                <a:lnTo>
                  <a:pt x="292989" y="3152775"/>
                </a:lnTo>
                <a:lnTo>
                  <a:pt x="289941" y="3133725"/>
                </a:lnTo>
                <a:lnTo>
                  <a:pt x="284988" y="3114675"/>
                </a:lnTo>
                <a:lnTo>
                  <a:pt x="280416" y="3095625"/>
                </a:lnTo>
                <a:lnTo>
                  <a:pt x="275463" y="3076575"/>
                </a:lnTo>
                <a:lnTo>
                  <a:pt x="270891" y="3057525"/>
                </a:lnTo>
                <a:lnTo>
                  <a:pt x="265938" y="3038475"/>
                </a:lnTo>
                <a:lnTo>
                  <a:pt x="261366" y="3019425"/>
                </a:lnTo>
                <a:lnTo>
                  <a:pt x="256413" y="3000375"/>
                </a:lnTo>
                <a:lnTo>
                  <a:pt x="251841" y="2981325"/>
                </a:lnTo>
                <a:lnTo>
                  <a:pt x="246888" y="2962275"/>
                </a:lnTo>
                <a:lnTo>
                  <a:pt x="242316" y="2943225"/>
                </a:lnTo>
                <a:lnTo>
                  <a:pt x="237363" y="2924175"/>
                </a:lnTo>
                <a:lnTo>
                  <a:pt x="232791" y="2905125"/>
                </a:lnTo>
                <a:lnTo>
                  <a:pt x="227838" y="2886075"/>
                </a:lnTo>
                <a:lnTo>
                  <a:pt x="223266" y="2867025"/>
                </a:lnTo>
                <a:lnTo>
                  <a:pt x="218694" y="2847975"/>
                </a:lnTo>
                <a:lnTo>
                  <a:pt x="214503" y="2828925"/>
                </a:lnTo>
                <a:lnTo>
                  <a:pt x="210312" y="2809875"/>
                </a:lnTo>
                <a:lnTo>
                  <a:pt x="206502" y="2790825"/>
                </a:lnTo>
                <a:lnTo>
                  <a:pt x="202692" y="2771775"/>
                </a:lnTo>
                <a:lnTo>
                  <a:pt x="198882" y="2752725"/>
                </a:lnTo>
                <a:lnTo>
                  <a:pt x="195453" y="2733675"/>
                </a:lnTo>
                <a:lnTo>
                  <a:pt x="192024" y="2714625"/>
                </a:lnTo>
                <a:lnTo>
                  <a:pt x="188976" y="2695575"/>
                </a:lnTo>
                <a:lnTo>
                  <a:pt x="186309" y="2676525"/>
                </a:lnTo>
                <a:lnTo>
                  <a:pt x="184023" y="2657475"/>
                </a:lnTo>
                <a:lnTo>
                  <a:pt x="181737" y="2638425"/>
                </a:lnTo>
                <a:lnTo>
                  <a:pt x="180213" y="2619375"/>
                </a:lnTo>
                <a:lnTo>
                  <a:pt x="178689" y="2600325"/>
                </a:lnTo>
                <a:lnTo>
                  <a:pt x="177165" y="2581275"/>
                </a:lnTo>
                <a:lnTo>
                  <a:pt x="175641" y="2562225"/>
                </a:lnTo>
                <a:lnTo>
                  <a:pt x="174117" y="2543175"/>
                </a:lnTo>
                <a:lnTo>
                  <a:pt x="172212" y="2524125"/>
                </a:lnTo>
                <a:lnTo>
                  <a:pt x="170688" y="2505075"/>
                </a:lnTo>
                <a:lnTo>
                  <a:pt x="169545" y="2486025"/>
                </a:lnTo>
                <a:lnTo>
                  <a:pt x="168783" y="2466975"/>
                </a:lnTo>
                <a:lnTo>
                  <a:pt x="168402" y="2447925"/>
                </a:lnTo>
                <a:lnTo>
                  <a:pt x="168402" y="2428875"/>
                </a:lnTo>
                <a:lnTo>
                  <a:pt x="168402" y="2409825"/>
                </a:lnTo>
                <a:lnTo>
                  <a:pt x="168402" y="2390775"/>
                </a:lnTo>
                <a:lnTo>
                  <a:pt x="168402" y="2371725"/>
                </a:lnTo>
                <a:lnTo>
                  <a:pt x="168402" y="2352675"/>
                </a:lnTo>
                <a:lnTo>
                  <a:pt x="168402" y="2333625"/>
                </a:lnTo>
                <a:lnTo>
                  <a:pt x="168402" y="2314575"/>
                </a:lnTo>
                <a:lnTo>
                  <a:pt x="168402" y="2295525"/>
                </a:lnTo>
                <a:lnTo>
                  <a:pt x="168402" y="2276475"/>
                </a:lnTo>
                <a:lnTo>
                  <a:pt x="168402" y="2257425"/>
                </a:lnTo>
                <a:lnTo>
                  <a:pt x="168402" y="2238375"/>
                </a:lnTo>
                <a:lnTo>
                  <a:pt x="168402" y="2219325"/>
                </a:lnTo>
                <a:lnTo>
                  <a:pt x="168402" y="2200275"/>
                </a:lnTo>
                <a:lnTo>
                  <a:pt x="168402" y="2181225"/>
                </a:lnTo>
                <a:lnTo>
                  <a:pt x="168402" y="2162175"/>
                </a:lnTo>
                <a:lnTo>
                  <a:pt x="168402" y="2143125"/>
                </a:lnTo>
                <a:lnTo>
                  <a:pt x="168402" y="2124075"/>
                </a:lnTo>
                <a:lnTo>
                  <a:pt x="168402" y="2105025"/>
                </a:lnTo>
                <a:lnTo>
                  <a:pt x="168402" y="2085975"/>
                </a:lnTo>
                <a:lnTo>
                  <a:pt x="168402" y="2066925"/>
                </a:lnTo>
                <a:lnTo>
                  <a:pt x="168402" y="2047875"/>
                </a:lnTo>
                <a:lnTo>
                  <a:pt x="168402" y="2028825"/>
                </a:lnTo>
                <a:lnTo>
                  <a:pt x="168402" y="2009775"/>
                </a:lnTo>
                <a:lnTo>
                  <a:pt x="168402" y="1990725"/>
                </a:lnTo>
                <a:lnTo>
                  <a:pt x="168402" y="1971675"/>
                </a:lnTo>
                <a:lnTo>
                  <a:pt x="168402" y="1952625"/>
                </a:lnTo>
                <a:lnTo>
                  <a:pt x="168402" y="1933575"/>
                </a:lnTo>
                <a:lnTo>
                  <a:pt x="168402" y="1914525"/>
                </a:lnTo>
                <a:lnTo>
                  <a:pt x="168402" y="1895475"/>
                </a:lnTo>
                <a:lnTo>
                  <a:pt x="168402" y="1876425"/>
                </a:lnTo>
                <a:lnTo>
                  <a:pt x="168402" y="1857375"/>
                </a:lnTo>
                <a:lnTo>
                  <a:pt x="168402" y="1838325"/>
                </a:lnTo>
                <a:lnTo>
                  <a:pt x="168402" y="1819275"/>
                </a:lnTo>
                <a:lnTo>
                  <a:pt x="168402" y="1800225"/>
                </a:lnTo>
                <a:lnTo>
                  <a:pt x="168402" y="1781175"/>
                </a:lnTo>
                <a:lnTo>
                  <a:pt x="168402" y="1762125"/>
                </a:lnTo>
                <a:lnTo>
                  <a:pt x="168402" y="1743075"/>
                </a:lnTo>
                <a:lnTo>
                  <a:pt x="168402" y="1724025"/>
                </a:lnTo>
                <a:lnTo>
                  <a:pt x="168402" y="1704975"/>
                </a:lnTo>
                <a:lnTo>
                  <a:pt x="168402" y="1685925"/>
                </a:lnTo>
                <a:lnTo>
                  <a:pt x="168402" y="1666875"/>
                </a:lnTo>
                <a:lnTo>
                  <a:pt x="168402" y="1647825"/>
                </a:lnTo>
                <a:lnTo>
                  <a:pt x="168402" y="1628775"/>
                </a:lnTo>
                <a:lnTo>
                  <a:pt x="168402" y="1609725"/>
                </a:lnTo>
                <a:lnTo>
                  <a:pt x="168402" y="1590675"/>
                </a:lnTo>
                <a:lnTo>
                  <a:pt x="168402" y="1571625"/>
                </a:lnTo>
                <a:lnTo>
                  <a:pt x="168402" y="1552575"/>
                </a:lnTo>
                <a:lnTo>
                  <a:pt x="168402" y="1533525"/>
                </a:lnTo>
                <a:lnTo>
                  <a:pt x="168402" y="1514475"/>
                </a:lnTo>
                <a:lnTo>
                  <a:pt x="168402" y="1495425"/>
                </a:lnTo>
                <a:lnTo>
                  <a:pt x="168402" y="1476375"/>
                </a:lnTo>
                <a:lnTo>
                  <a:pt x="168402" y="1457325"/>
                </a:lnTo>
                <a:lnTo>
                  <a:pt x="168402" y="1438275"/>
                </a:lnTo>
                <a:lnTo>
                  <a:pt x="168402" y="1419225"/>
                </a:lnTo>
                <a:lnTo>
                  <a:pt x="168402" y="1400175"/>
                </a:lnTo>
                <a:lnTo>
                  <a:pt x="168402" y="1381125"/>
                </a:lnTo>
                <a:lnTo>
                  <a:pt x="168402" y="1362075"/>
                </a:lnTo>
                <a:lnTo>
                  <a:pt x="168402" y="1343025"/>
                </a:lnTo>
                <a:lnTo>
                  <a:pt x="168402" y="1323975"/>
                </a:lnTo>
                <a:lnTo>
                  <a:pt x="168402" y="1304925"/>
                </a:lnTo>
                <a:lnTo>
                  <a:pt x="168402" y="1285875"/>
                </a:lnTo>
                <a:lnTo>
                  <a:pt x="168402" y="1266825"/>
                </a:lnTo>
                <a:lnTo>
                  <a:pt x="168402" y="1247775"/>
                </a:lnTo>
                <a:lnTo>
                  <a:pt x="168402" y="1228725"/>
                </a:lnTo>
                <a:lnTo>
                  <a:pt x="168402" y="1209675"/>
                </a:lnTo>
                <a:lnTo>
                  <a:pt x="168402" y="1190625"/>
                </a:lnTo>
                <a:lnTo>
                  <a:pt x="168402" y="1171575"/>
                </a:lnTo>
                <a:lnTo>
                  <a:pt x="168402" y="1152525"/>
                </a:lnTo>
                <a:lnTo>
                  <a:pt x="168402" y="1133475"/>
                </a:lnTo>
                <a:lnTo>
                  <a:pt x="168402" y="1114425"/>
                </a:lnTo>
                <a:lnTo>
                  <a:pt x="168402" y="1095375"/>
                </a:lnTo>
                <a:lnTo>
                  <a:pt x="168402" y="1076325"/>
                </a:lnTo>
                <a:lnTo>
                  <a:pt x="168402" y="1057275"/>
                </a:lnTo>
                <a:lnTo>
                  <a:pt x="168402" y="1038225"/>
                </a:lnTo>
                <a:lnTo>
                  <a:pt x="168402" y="1019175"/>
                </a:lnTo>
                <a:lnTo>
                  <a:pt x="168402" y="1000125"/>
                </a:lnTo>
                <a:lnTo>
                  <a:pt x="168402" y="981075"/>
                </a:lnTo>
                <a:lnTo>
                  <a:pt x="168402" y="962025"/>
                </a:lnTo>
                <a:lnTo>
                  <a:pt x="168402" y="942975"/>
                </a:lnTo>
                <a:lnTo>
                  <a:pt x="168402" y="923925"/>
                </a:lnTo>
                <a:lnTo>
                  <a:pt x="168402" y="904875"/>
                </a:lnTo>
                <a:lnTo>
                  <a:pt x="168402" y="885825"/>
                </a:lnTo>
                <a:lnTo>
                  <a:pt x="168402" y="866775"/>
                </a:lnTo>
                <a:lnTo>
                  <a:pt x="168402" y="847725"/>
                </a:lnTo>
                <a:lnTo>
                  <a:pt x="168402" y="828675"/>
                </a:lnTo>
                <a:lnTo>
                  <a:pt x="168402" y="809625"/>
                </a:lnTo>
                <a:lnTo>
                  <a:pt x="168402" y="790575"/>
                </a:lnTo>
                <a:lnTo>
                  <a:pt x="168402" y="771525"/>
                </a:lnTo>
                <a:lnTo>
                  <a:pt x="168402" y="752475"/>
                </a:lnTo>
                <a:lnTo>
                  <a:pt x="168402" y="733425"/>
                </a:lnTo>
                <a:lnTo>
                  <a:pt x="168402" y="714375"/>
                </a:lnTo>
                <a:lnTo>
                  <a:pt x="168402" y="695325"/>
                </a:lnTo>
                <a:lnTo>
                  <a:pt x="168402" y="676275"/>
                </a:lnTo>
                <a:lnTo>
                  <a:pt x="168402" y="657225"/>
                </a:lnTo>
                <a:lnTo>
                  <a:pt x="168402" y="638175"/>
                </a:lnTo>
                <a:lnTo>
                  <a:pt x="168402" y="619125"/>
                </a:lnTo>
                <a:lnTo>
                  <a:pt x="168402" y="600075"/>
                </a:lnTo>
                <a:lnTo>
                  <a:pt x="168402" y="581025"/>
                </a:lnTo>
                <a:lnTo>
                  <a:pt x="168402" y="561975"/>
                </a:lnTo>
                <a:lnTo>
                  <a:pt x="168402" y="542925"/>
                </a:lnTo>
                <a:lnTo>
                  <a:pt x="168402" y="523875"/>
                </a:lnTo>
                <a:lnTo>
                  <a:pt x="168402" y="504825"/>
                </a:lnTo>
                <a:lnTo>
                  <a:pt x="168402" y="485775"/>
                </a:lnTo>
                <a:lnTo>
                  <a:pt x="168402" y="466725"/>
                </a:lnTo>
                <a:lnTo>
                  <a:pt x="168402" y="447675"/>
                </a:lnTo>
                <a:lnTo>
                  <a:pt x="168402" y="428625"/>
                </a:lnTo>
                <a:lnTo>
                  <a:pt x="168402" y="409575"/>
                </a:lnTo>
                <a:lnTo>
                  <a:pt x="168402" y="390525"/>
                </a:lnTo>
                <a:lnTo>
                  <a:pt x="168402" y="371475"/>
                </a:lnTo>
                <a:lnTo>
                  <a:pt x="168402" y="352425"/>
                </a:lnTo>
                <a:lnTo>
                  <a:pt x="168402" y="333375"/>
                </a:lnTo>
                <a:lnTo>
                  <a:pt x="168402" y="314325"/>
                </a:lnTo>
                <a:lnTo>
                  <a:pt x="168402" y="295275"/>
                </a:lnTo>
                <a:lnTo>
                  <a:pt x="168402" y="276225"/>
                </a:lnTo>
                <a:lnTo>
                  <a:pt x="168402" y="257175"/>
                </a:lnTo>
                <a:lnTo>
                  <a:pt x="168402" y="238125"/>
                </a:lnTo>
                <a:lnTo>
                  <a:pt x="168402" y="219075"/>
                </a:lnTo>
                <a:lnTo>
                  <a:pt x="168402" y="200025"/>
                </a:lnTo>
                <a:lnTo>
                  <a:pt x="168402" y="180975"/>
                </a:lnTo>
                <a:lnTo>
                  <a:pt x="168402" y="161925"/>
                </a:lnTo>
                <a:lnTo>
                  <a:pt x="168402" y="142875"/>
                </a:lnTo>
                <a:lnTo>
                  <a:pt x="168402" y="123825"/>
                </a:lnTo>
                <a:lnTo>
                  <a:pt x="168402" y="104775"/>
                </a:lnTo>
                <a:lnTo>
                  <a:pt x="168402" y="85725"/>
                </a:lnTo>
                <a:lnTo>
                  <a:pt x="168402" y="66675"/>
                </a:lnTo>
                <a:lnTo>
                  <a:pt x="168402" y="47625"/>
                </a:lnTo>
                <a:lnTo>
                  <a:pt x="168402" y="28575"/>
                </a:lnTo>
                <a:lnTo>
                  <a:pt x="168402" y="9525"/>
                </a:lnTo>
                <a:close/>
              </a:path>
            </a:pathLst>
          </a:custGeom>
          <a:solidFill xmlns:a="http://schemas.openxmlformats.org/drawingml/2006/main">
            <a:srgbClr val="E26768"/>
          </a:solidFill>
          <a:ln xmlns:a="http://schemas.openxmlformats.org/drawingml/2006/main" w="9525">
            <a:solidFill>
              <a:srgbClr val="4A4A4A"/>
            </a:solidFill>
          </a:ln>
        </p:spPr>
      </p:sp>
      <p:sp>
        <p:nvSpPr>
          <p:cNvPr id="1809" name="SE-056-path-1809">
            <a:extLst xmlns:a="http://schemas.openxmlformats.org/drawingml/2006/main">
              <a:ext uri="{FF2B5EF4-FFF2-40B4-BE49-F238E27FC236}">
                <a16:creationId xmlns:a16="http://schemas.microsoft.com/office/drawing/2014/main" id="{53FBC0BB-98D9-46B1-B645-EC0E599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913" y="375285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10" name="SE-056-path-1810">
            <a:extLst xmlns:a="http://schemas.openxmlformats.org/drawingml/2006/main">
              <a:ext uri="{FF2B5EF4-FFF2-40B4-BE49-F238E27FC236}">
                <a16:creationId xmlns:a16="http://schemas.microsoft.com/office/drawing/2014/main" id="{23335E1D-6320-43FA-BF9B-CD045E2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163" y="375285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11" name="SE-056-path-1811">
            <a:extLst xmlns:a="http://schemas.openxmlformats.org/drawingml/2006/main">
              <a:ext uri="{FF2B5EF4-FFF2-40B4-BE49-F238E27FC236}">
                <a16:creationId xmlns:a16="http://schemas.microsoft.com/office/drawing/2014/main" id="{C57B3D2A-1A95-491A-918D-D767267D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413" y="37528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12" name="SE-056-path-1812">
            <a:extLst xmlns:a="http://schemas.openxmlformats.org/drawingml/2006/main">
              <a:ext uri="{FF2B5EF4-FFF2-40B4-BE49-F238E27FC236}">
                <a16:creationId xmlns:a16="http://schemas.microsoft.com/office/drawing/2014/main" id="{9B9E8B61-BD01-4D8B-8646-52A6DFE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288" y="3905250"/>
            <a:ext cx="304800" cy="95"/>
          </a:xfrm>
          <a:custGeom xmlns:a="http://schemas.openxmlformats.org/drawingml/2006/main"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813" name="SE-056-1813">
            <a:extLst xmlns:a="http://schemas.openxmlformats.org/drawingml/2006/main">
              <a:ext uri="{FF2B5EF4-FFF2-40B4-BE49-F238E27FC236}">
                <a16:creationId xmlns:a16="http://schemas.microsoft.com/office/drawing/2014/main" id="{A9D45C74-AA45-4BD4-BD75-4E661AC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285750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</a:t>
            </a:r>
          </a:p>
        </p:txBody>
      </p:sp>
      <p:sp>
        <p:nvSpPr>
          <p:cNvPr id="1814" name="SE-056-1814">
            <a:extLst xmlns:a="http://schemas.openxmlformats.org/drawingml/2006/main">
              <a:ext uri="{FF2B5EF4-FFF2-40B4-BE49-F238E27FC236}">
                <a16:creationId xmlns:a16="http://schemas.microsoft.com/office/drawing/2014/main" id="{112D7F34-9D11-49E6-880C-4179C97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815" name="SE-056-1815">
            <a:extLst xmlns:a="http://schemas.openxmlformats.org/drawingml/2006/main">
              <a:ext uri="{FF2B5EF4-FFF2-40B4-BE49-F238E27FC236}">
                <a16:creationId xmlns:a16="http://schemas.microsoft.com/office/drawing/2014/main" id="{BAF53FA7-81A1-400D-AFCD-F40EA62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1243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</p:spTree>
    <p:extLst>
      <p:ext uri="{BB962C8B-B14F-4D97-AF65-F5344CB8AC3E}">
        <p14:creationId xmlns:p14="http://schemas.microsoft.com/office/powerpoint/2010/main" val="1233311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2026-09-05T16:20:13.7450000Z</dcterms:created>
  <dcterms:modified xsi:type="dcterms:W3CDTF">2026-09-05T16:20:13.7450000Z</dcterms:modified>
</coreProperties>
</file>