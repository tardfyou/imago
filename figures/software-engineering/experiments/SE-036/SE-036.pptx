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bcf3f8a014138" /><Relationship Type="http://schemas.openxmlformats.org/officeDocument/2006/relationships/extended-properties" Target="/docProps/app.xml" Id="R213ff5d4369d4f2f" /><Relationship Type="http://schemas.openxmlformats.org/officeDocument/2006/relationships/officeDocument" Target="/ppt/presentation.xml" Id="R75a9cfebbd7245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45448fcab14078"/>
  </p:sldMasterIdLst>
  <p:notesMasterIdLst>
    <p:notesMasterId xmlns:r="http://schemas.openxmlformats.org/officeDocument/2006/relationships" r:id="R30f42b17b2d84f60"/>
  </p:notesMasterIdLst>
  <p:sldIdLst>
    <p:sldId xmlns:r="http://schemas.openxmlformats.org/officeDocument/2006/relationships" id="256" r:id="R7a118803070a4a06"/>
  </p:sldIdLst>
  <p:sldSz cx="16747331" cy="1047731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61b1bfb2ca4d0d" /><Relationship Type="http://schemas.openxmlformats.org/officeDocument/2006/relationships/slideMaster" Target="/ppt/slideMasters/slideMaster1.xml" Id="R3445448fcab14078" /><Relationship Type="http://schemas.openxmlformats.org/officeDocument/2006/relationships/notesMaster" Target="/ppt/notesMasters/notesMaster1.xml" Id="R30f42b17b2d84f60" /><Relationship Type="http://schemas.openxmlformats.org/officeDocument/2006/relationships/presProps" Target="/ppt/presProps.xml" Id="R25ab23fccd234e3a" /><Relationship Type="http://schemas.openxmlformats.org/officeDocument/2006/relationships/tableStyles" Target="/ppt/tableStyles.xml" Id="Rc010617c6c944ec1" /><Relationship Type="http://schemas.openxmlformats.org/officeDocument/2006/relationships/slide" Target="/ppt/slides/slide1.xml" Id="R7a118803070a4a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300898dffb45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1c38f61627497d" /><Relationship Type="http://schemas.openxmlformats.org/officeDocument/2006/relationships/notesMaster" Target="/ppt/notesMasters/notesMaster1.xml" Id="R95a80a3717ed472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素材ID：SE-036</ns1:t>
            </ns1:r>
          </ns1:p>
          <ns1:p>
            <ns1:r>
              <ns1:t>论文：Unveiling the Energy Vampires: A Methodology for Debugging Software Energy Consumption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8，PDF第7页</ns1:t>
            </ns1:r>
          </ns1:p>
          <ns1:p>
            <ns1:r>
              <ns1:t>类型：实验图表</ns1:t>
            </ns1:r>
          </ns1:p>
          <ns1:p>
            <ns1:r>
              <ns1:t>借鉴点：双系统功耗曲线叠加分段函数时长柱，红色检查点联结两种测量尺度，适合性能根因、能耗和时序异常的证据图。</ns1:t>
            </ns1:r>
          </ns1:p>
          <ns1:p>
            <ns1:r>
              <ns1:t>论文URL：https://arxiv.org/pdf/2412.10063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编辑与保真说明：坐标轴、标注、柱形、事件线及曲线为原生对象。曲线路径按论文位图描摹，未恢复原始实验数据；Arial替代源图字体，极细波动和遮挡处仅作视觉近似。</ns1:t>
            </ns1:r>
          </ns1:p>
          <ns1:p>
            <ns1:r>
              <ns1:t>复刻方式：Manual native reconstruction; original chart dimensions and color geometry recovered from published raster; no screenshot embedded.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cae56f2c243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44434487b74775" /><Relationship Type="http://schemas.openxmlformats.org/officeDocument/2006/relationships/slideLayout" Target="/ppt/slideLayouts/slideLayout1.xml" Id="Rcf8dff940119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dff940119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2c5631cf04757" /><Relationship Type="http://schemas.openxmlformats.org/officeDocument/2006/relationships/notesSlide" Target="/ppt/notesSlides/notesSlide1.xml" Id="R1d0d2cdc5b8341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Ubuntu power trace (visually digitized)">
            <a:extLst xmlns:a="http://schemas.openxmlformats.org/drawingml/2006/main">
              <a:ext uri="{FF2B5EF4-FFF2-40B4-BE49-F238E27FC236}">
                <a16:creationId xmlns:a16="http://schemas.microsoft.com/office/drawing/2014/main" id="{A6F50636-C50E-4C69-BBAD-B36861BD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525" y="2331244"/>
            <a:ext cx="14754225" cy="6657975"/>
          </a:xfrm>
          <a:custGeom xmlns:a="http://schemas.openxmlformats.org/drawingml/2006/main">
            <a:pathLst>
              <a:path w="14754225" h="6657975">
                <a:moveTo>
                  <a:pt x="0" y="5038725"/>
                </a:moveTo>
                <a:lnTo>
                  <a:pt x="9525" y="5038725"/>
                </a:lnTo>
                <a:lnTo>
                  <a:pt x="19050" y="4995863"/>
                </a:lnTo>
                <a:lnTo>
                  <a:pt x="28575" y="4995863"/>
                </a:lnTo>
                <a:lnTo>
                  <a:pt x="38100" y="6172200"/>
                </a:lnTo>
                <a:lnTo>
                  <a:pt x="47625" y="6562725"/>
                </a:lnTo>
                <a:lnTo>
                  <a:pt x="57150" y="6572930"/>
                </a:lnTo>
                <a:lnTo>
                  <a:pt x="66675" y="6583136"/>
                </a:lnTo>
                <a:lnTo>
                  <a:pt x="76200" y="6593341"/>
                </a:lnTo>
                <a:lnTo>
                  <a:pt x="85725" y="6603546"/>
                </a:lnTo>
                <a:lnTo>
                  <a:pt x="95250" y="6613752"/>
                </a:lnTo>
                <a:lnTo>
                  <a:pt x="104775" y="6623957"/>
                </a:lnTo>
                <a:lnTo>
                  <a:pt x="114300" y="6634163"/>
                </a:lnTo>
                <a:lnTo>
                  <a:pt x="123825" y="6637338"/>
                </a:lnTo>
                <a:lnTo>
                  <a:pt x="133350" y="6640513"/>
                </a:lnTo>
                <a:lnTo>
                  <a:pt x="142875" y="6643688"/>
                </a:lnTo>
                <a:lnTo>
                  <a:pt x="152400" y="6635183"/>
                </a:lnTo>
                <a:lnTo>
                  <a:pt x="161925" y="6626679"/>
                </a:lnTo>
                <a:lnTo>
                  <a:pt x="171450" y="6618174"/>
                </a:lnTo>
                <a:lnTo>
                  <a:pt x="180975" y="6609670"/>
                </a:lnTo>
                <a:lnTo>
                  <a:pt x="190500" y="6601165"/>
                </a:lnTo>
                <a:lnTo>
                  <a:pt x="200025" y="6592661"/>
                </a:lnTo>
                <a:lnTo>
                  <a:pt x="209550" y="6584156"/>
                </a:lnTo>
                <a:lnTo>
                  <a:pt x="219075" y="6575652"/>
                </a:lnTo>
                <a:lnTo>
                  <a:pt x="228600" y="6567147"/>
                </a:lnTo>
                <a:lnTo>
                  <a:pt x="238125" y="6558643"/>
                </a:lnTo>
                <a:lnTo>
                  <a:pt x="247650" y="6550138"/>
                </a:lnTo>
                <a:lnTo>
                  <a:pt x="257175" y="6541634"/>
                </a:lnTo>
                <a:lnTo>
                  <a:pt x="266700" y="6533129"/>
                </a:lnTo>
                <a:lnTo>
                  <a:pt x="276225" y="6524625"/>
                </a:lnTo>
                <a:lnTo>
                  <a:pt x="285750" y="6457950"/>
                </a:lnTo>
                <a:lnTo>
                  <a:pt x="295275" y="6457950"/>
                </a:lnTo>
                <a:lnTo>
                  <a:pt x="304800" y="6643688"/>
                </a:lnTo>
                <a:lnTo>
                  <a:pt x="314325" y="6640966"/>
                </a:lnTo>
                <a:lnTo>
                  <a:pt x="323850" y="6638245"/>
                </a:lnTo>
                <a:lnTo>
                  <a:pt x="333375" y="6635523"/>
                </a:lnTo>
                <a:lnTo>
                  <a:pt x="342900" y="6632802"/>
                </a:lnTo>
                <a:lnTo>
                  <a:pt x="352425" y="6630080"/>
                </a:lnTo>
                <a:lnTo>
                  <a:pt x="361950" y="6627359"/>
                </a:lnTo>
                <a:lnTo>
                  <a:pt x="371475" y="6624638"/>
                </a:lnTo>
                <a:lnTo>
                  <a:pt x="381000" y="6621916"/>
                </a:lnTo>
                <a:lnTo>
                  <a:pt x="390525" y="6619195"/>
                </a:lnTo>
                <a:lnTo>
                  <a:pt x="400050" y="6616473"/>
                </a:lnTo>
                <a:lnTo>
                  <a:pt x="409575" y="6613752"/>
                </a:lnTo>
                <a:lnTo>
                  <a:pt x="419100" y="6611030"/>
                </a:lnTo>
                <a:lnTo>
                  <a:pt x="428625" y="6608309"/>
                </a:lnTo>
                <a:lnTo>
                  <a:pt x="438150" y="6605588"/>
                </a:lnTo>
                <a:lnTo>
                  <a:pt x="447675" y="6577489"/>
                </a:lnTo>
                <a:lnTo>
                  <a:pt x="457200" y="6549390"/>
                </a:lnTo>
                <a:lnTo>
                  <a:pt x="466725" y="6521291"/>
                </a:lnTo>
                <a:lnTo>
                  <a:pt x="476250" y="6493193"/>
                </a:lnTo>
                <a:lnTo>
                  <a:pt x="485775" y="6465094"/>
                </a:lnTo>
                <a:lnTo>
                  <a:pt x="495300" y="6436995"/>
                </a:lnTo>
                <a:lnTo>
                  <a:pt x="504825" y="6408896"/>
                </a:lnTo>
                <a:lnTo>
                  <a:pt x="514350" y="6380798"/>
                </a:lnTo>
                <a:lnTo>
                  <a:pt x="523875" y="6352699"/>
                </a:lnTo>
                <a:lnTo>
                  <a:pt x="533400" y="6324600"/>
                </a:lnTo>
                <a:lnTo>
                  <a:pt x="542925" y="6134100"/>
                </a:lnTo>
                <a:lnTo>
                  <a:pt x="552450" y="5857875"/>
                </a:lnTo>
                <a:lnTo>
                  <a:pt x="561975" y="5581650"/>
                </a:lnTo>
                <a:lnTo>
                  <a:pt x="571500" y="5305425"/>
                </a:lnTo>
                <a:lnTo>
                  <a:pt x="581025" y="1519238"/>
                </a:lnTo>
                <a:lnTo>
                  <a:pt x="590550" y="862013"/>
                </a:lnTo>
                <a:lnTo>
                  <a:pt x="600075" y="838200"/>
                </a:lnTo>
                <a:lnTo>
                  <a:pt x="609600" y="838200"/>
                </a:lnTo>
                <a:lnTo>
                  <a:pt x="619125" y="823913"/>
                </a:lnTo>
                <a:lnTo>
                  <a:pt x="628650" y="785813"/>
                </a:lnTo>
                <a:lnTo>
                  <a:pt x="638175" y="790575"/>
                </a:lnTo>
                <a:lnTo>
                  <a:pt x="647700" y="762000"/>
                </a:lnTo>
                <a:lnTo>
                  <a:pt x="657225" y="747713"/>
                </a:lnTo>
                <a:lnTo>
                  <a:pt x="666750" y="766763"/>
                </a:lnTo>
                <a:lnTo>
                  <a:pt x="676275" y="757238"/>
                </a:lnTo>
                <a:lnTo>
                  <a:pt x="685800" y="762000"/>
                </a:lnTo>
                <a:lnTo>
                  <a:pt x="695325" y="762794"/>
                </a:lnTo>
                <a:lnTo>
                  <a:pt x="704850" y="763588"/>
                </a:lnTo>
                <a:lnTo>
                  <a:pt x="714375" y="764381"/>
                </a:lnTo>
                <a:lnTo>
                  <a:pt x="723900" y="765175"/>
                </a:lnTo>
                <a:lnTo>
                  <a:pt x="733425" y="765969"/>
                </a:lnTo>
                <a:lnTo>
                  <a:pt x="742950" y="766763"/>
                </a:lnTo>
                <a:lnTo>
                  <a:pt x="752475" y="723900"/>
                </a:lnTo>
                <a:lnTo>
                  <a:pt x="762000" y="719138"/>
                </a:lnTo>
                <a:lnTo>
                  <a:pt x="771525" y="747713"/>
                </a:lnTo>
                <a:lnTo>
                  <a:pt x="781050" y="752475"/>
                </a:lnTo>
                <a:lnTo>
                  <a:pt x="790575" y="733425"/>
                </a:lnTo>
                <a:lnTo>
                  <a:pt x="800100" y="681038"/>
                </a:lnTo>
                <a:lnTo>
                  <a:pt x="809625" y="681038"/>
                </a:lnTo>
                <a:lnTo>
                  <a:pt x="819150" y="676275"/>
                </a:lnTo>
                <a:lnTo>
                  <a:pt x="828675" y="676275"/>
                </a:lnTo>
                <a:lnTo>
                  <a:pt x="838200" y="685800"/>
                </a:lnTo>
                <a:lnTo>
                  <a:pt x="847725" y="690563"/>
                </a:lnTo>
                <a:lnTo>
                  <a:pt x="857250" y="685800"/>
                </a:lnTo>
                <a:lnTo>
                  <a:pt x="866775" y="657225"/>
                </a:lnTo>
                <a:lnTo>
                  <a:pt x="876300" y="633413"/>
                </a:lnTo>
                <a:lnTo>
                  <a:pt x="885825" y="685800"/>
                </a:lnTo>
                <a:lnTo>
                  <a:pt x="895350" y="690563"/>
                </a:lnTo>
                <a:lnTo>
                  <a:pt x="904875" y="690563"/>
                </a:lnTo>
                <a:lnTo>
                  <a:pt x="914400" y="695325"/>
                </a:lnTo>
                <a:lnTo>
                  <a:pt x="923925" y="714375"/>
                </a:lnTo>
                <a:lnTo>
                  <a:pt x="933450" y="714375"/>
                </a:lnTo>
                <a:lnTo>
                  <a:pt x="942975" y="714375"/>
                </a:lnTo>
                <a:lnTo>
                  <a:pt x="952500" y="728663"/>
                </a:lnTo>
                <a:lnTo>
                  <a:pt x="962025" y="728663"/>
                </a:lnTo>
                <a:lnTo>
                  <a:pt x="971550" y="728663"/>
                </a:lnTo>
                <a:lnTo>
                  <a:pt x="981075" y="728663"/>
                </a:lnTo>
                <a:lnTo>
                  <a:pt x="990600" y="700088"/>
                </a:lnTo>
                <a:lnTo>
                  <a:pt x="1000125" y="647700"/>
                </a:lnTo>
                <a:lnTo>
                  <a:pt x="1009650" y="633413"/>
                </a:lnTo>
                <a:lnTo>
                  <a:pt x="1019175" y="633413"/>
                </a:lnTo>
                <a:lnTo>
                  <a:pt x="1028700" y="676275"/>
                </a:lnTo>
                <a:lnTo>
                  <a:pt x="1038225" y="676275"/>
                </a:lnTo>
                <a:lnTo>
                  <a:pt x="1047750" y="647700"/>
                </a:lnTo>
                <a:lnTo>
                  <a:pt x="1057275" y="690563"/>
                </a:lnTo>
                <a:lnTo>
                  <a:pt x="1066800" y="795338"/>
                </a:lnTo>
                <a:lnTo>
                  <a:pt x="1076325" y="804863"/>
                </a:lnTo>
                <a:lnTo>
                  <a:pt x="1085850" y="738188"/>
                </a:lnTo>
                <a:lnTo>
                  <a:pt x="1095375" y="733425"/>
                </a:lnTo>
                <a:lnTo>
                  <a:pt x="1104900" y="766763"/>
                </a:lnTo>
                <a:lnTo>
                  <a:pt x="1114425" y="747713"/>
                </a:lnTo>
                <a:lnTo>
                  <a:pt x="1123950" y="723900"/>
                </a:lnTo>
                <a:lnTo>
                  <a:pt x="1133475" y="733425"/>
                </a:lnTo>
                <a:lnTo>
                  <a:pt x="1143000" y="752475"/>
                </a:lnTo>
                <a:lnTo>
                  <a:pt x="1152525" y="790575"/>
                </a:lnTo>
                <a:lnTo>
                  <a:pt x="1162050" y="795338"/>
                </a:lnTo>
                <a:lnTo>
                  <a:pt x="1171575" y="752475"/>
                </a:lnTo>
                <a:lnTo>
                  <a:pt x="1181100" y="752475"/>
                </a:lnTo>
                <a:lnTo>
                  <a:pt x="1190625" y="742950"/>
                </a:lnTo>
                <a:lnTo>
                  <a:pt x="1200150" y="704850"/>
                </a:lnTo>
                <a:lnTo>
                  <a:pt x="1209675" y="714375"/>
                </a:lnTo>
                <a:lnTo>
                  <a:pt x="1219200" y="771525"/>
                </a:lnTo>
                <a:lnTo>
                  <a:pt x="1228725" y="766763"/>
                </a:lnTo>
                <a:lnTo>
                  <a:pt x="1238250" y="762000"/>
                </a:lnTo>
                <a:lnTo>
                  <a:pt x="1247775" y="800100"/>
                </a:lnTo>
                <a:lnTo>
                  <a:pt x="1257300" y="795338"/>
                </a:lnTo>
                <a:lnTo>
                  <a:pt x="1266825" y="771525"/>
                </a:lnTo>
                <a:lnTo>
                  <a:pt x="1276350" y="762000"/>
                </a:lnTo>
                <a:lnTo>
                  <a:pt x="1285875" y="766763"/>
                </a:lnTo>
                <a:lnTo>
                  <a:pt x="1295400" y="781050"/>
                </a:lnTo>
                <a:lnTo>
                  <a:pt x="1304925" y="752475"/>
                </a:lnTo>
                <a:lnTo>
                  <a:pt x="1314450" y="742950"/>
                </a:lnTo>
                <a:lnTo>
                  <a:pt x="1323975" y="757238"/>
                </a:lnTo>
                <a:lnTo>
                  <a:pt x="1333500" y="762000"/>
                </a:lnTo>
                <a:lnTo>
                  <a:pt x="1343025" y="766763"/>
                </a:lnTo>
                <a:lnTo>
                  <a:pt x="1352550" y="776288"/>
                </a:lnTo>
                <a:lnTo>
                  <a:pt x="1362075" y="785813"/>
                </a:lnTo>
                <a:lnTo>
                  <a:pt x="1371600" y="800100"/>
                </a:lnTo>
                <a:lnTo>
                  <a:pt x="1381125" y="795338"/>
                </a:lnTo>
                <a:lnTo>
                  <a:pt x="1390650" y="781050"/>
                </a:lnTo>
                <a:lnTo>
                  <a:pt x="1400175" y="785813"/>
                </a:lnTo>
                <a:lnTo>
                  <a:pt x="1409700" y="804863"/>
                </a:lnTo>
                <a:lnTo>
                  <a:pt x="1419225" y="819150"/>
                </a:lnTo>
                <a:lnTo>
                  <a:pt x="1428750" y="847725"/>
                </a:lnTo>
                <a:lnTo>
                  <a:pt x="1438275" y="847725"/>
                </a:lnTo>
                <a:lnTo>
                  <a:pt x="1447800" y="838200"/>
                </a:lnTo>
                <a:lnTo>
                  <a:pt x="1457325" y="833438"/>
                </a:lnTo>
                <a:lnTo>
                  <a:pt x="1466850" y="819150"/>
                </a:lnTo>
                <a:lnTo>
                  <a:pt x="1476375" y="833438"/>
                </a:lnTo>
                <a:lnTo>
                  <a:pt x="1485900" y="876300"/>
                </a:lnTo>
                <a:lnTo>
                  <a:pt x="1495425" y="876300"/>
                </a:lnTo>
                <a:lnTo>
                  <a:pt x="1504950" y="833438"/>
                </a:lnTo>
                <a:lnTo>
                  <a:pt x="1514475" y="819150"/>
                </a:lnTo>
                <a:lnTo>
                  <a:pt x="1524000" y="823913"/>
                </a:lnTo>
                <a:lnTo>
                  <a:pt x="1533525" y="823913"/>
                </a:lnTo>
                <a:lnTo>
                  <a:pt x="1543050" y="823913"/>
                </a:lnTo>
                <a:lnTo>
                  <a:pt x="1552575" y="785813"/>
                </a:lnTo>
                <a:lnTo>
                  <a:pt x="1562100" y="747713"/>
                </a:lnTo>
                <a:lnTo>
                  <a:pt x="1571625" y="752475"/>
                </a:lnTo>
                <a:lnTo>
                  <a:pt x="1581150" y="752475"/>
                </a:lnTo>
                <a:lnTo>
                  <a:pt x="1590675" y="752475"/>
                </a:lnTo>
                <a:lnTo>
                  <a:pt x="1600200" y="700088"/>
                </a:lnTo>
                <a:lnTo>
                  <a:pt x="1609725" y="671513"/>
                </a:lnTo>
                <a:lnTo>
                  <a:pt x="1619250" y="661988"/>
                </a:lnTo>
                <a:lnTo>
                  <a:pt x="1628775" y="700088"/>
                </a:lnTo>
                <a:lnTo>
                  <a:pt x="1638300" y="709613"/>
                </a:lnTo>
                <a:lnTo>
                  <a:pt x="1647825" y="704850"/>
                </a:lnTo>
                <a:lnTo>
                  <a:pt x="1657350" y="733425"/>
                </a:lnTo>
                <a:lnTo>
                  <a:pt x="1666875" y="747713"/>
                </a:lnTo>
                <a:lnTo>
                  <a:pt x="1676400" y="747713"/>
                </a:lnTo>
                <a:lnTo>
                  <a:pt x="1685925" y="757238"/>
                </a:lnTo>
                <a:lnTo>
                  <a:pt x="1695450" y="766763"/>
                </a:lnTo>
                <a:lnTo>
                  <a:pt x="1704975" y="757238"/>
                </a:lnTo>
                <a:lnTo>
                  <a:pt x="1714500" y="747713"/>
                </a:lnTo>
                <a:lnTo>
                  <a:pt x="1724025" y="723900"/>
                </a:lnTo>
                <a:lnTo>
                  <a:pt x="1733550" y="709613"/>
                </a:lnTo>
                <a:lnTo>
                  <a:pt x="1743075" y="704850"/>
                </a:lnTo>
                <a:lnTo>
                  <a:pt x="1752600" y="704850"/>
                </a:lnTo>
                <a:lnTo>
                  <a:pt x="1762125" y="719138"/>
                </a:lnTo>
                <a:lnTo>
                  <a:pt x="1771650" y="723900"/>
                </a:lnTo>
                <a:lnTo>
                  <a:pt x="1781175" y="709613"/>
                </a:lnTo>
                <a:lnTo>
                  <a:pt x="1790700" y="714375"/>
                </a:lnTo>
                <a:lnTo>
                  <a:pt x="1800225" y="742950"/>
                </a:lnTo>
                <a:lnTo>
                  <a:pt x="1809750" y="747713"/>
                </a:lnTo>
                <a:lnTo>
                  <a:pt x="1819275" y="742950"/>
                </a:lnTo>
                <a:lnTo>
                  <a:pt x="1828800" y="738188"/>
                </a:lnTo>
                <a:lnTo>
                  <a:pt x="1838325" y="733425"/>
                </a:lnTo>
                <a:lnTo>
                  <a:pt x="1847850" y="695325"/>
                </a:lnTo>
                <a:lnTo>
                  <a:pt x="1857375" y="661988"/>
                </a:lnTo>
                <a:lnTo>
                  <a:pt x="1866900" y="676275"/>
                </a:lnTo>
                <a:lnTo>
                  <a:pt x="1876425" y="685800"/>
                </a:lnTo>
                <a:lnTo>
                  <a:pt x="1885950" y="681038"/>
                </a:lnTo>
                <a:lnTo>
                  <a:pt x="1895475" y="685800"/>
                </a:lnTo>
                <a:lnTo>
                  <a:pt x="1905000" y="714375"/>
                </a:lnTo>
                <a:lnTo>
                  <a:pt x="1914525" y="709613"/>
                </a:lnTo>
                <a:lnTo>
                  <a:pt x="1924050" y="681038"/>
                </a:lnTo>
                <a:lnTo>
                  <a:pt x="1933575" y="733425"/>
                </a:lnTo>
                <a:lnTo>
                  <a:pt x="1943100" y="742950"/>
                </a:lnTo>
                <a:lnTo>
                  <a:pt x="1952625" y="742950"/>
                </a:lnTo>
                <a:lnTo>
                  <a:pt x="1962150" y="762000"/>
                </a:lnTo>
                <a:lnTo>
                  <a:pt x="1971675" y="733425"/>
                </a:lnTo>
                <a:lnTo>
                  <a:pt x="1981200" y="704850"/>
                </a:lnTo>
                <a:lnTo>
                  <a:pt x="1990725" y="690563"/>
                </a:lnTo>
                <a:lnTo>
                  <a:pt x="2000250" y="676275"/>
                </a:lnTo>
                <a:lnTo>
                  <a:pt x="2009775" y="681038"/>
                </a:lnTo>
                <a:lnTo>
                  <a:pt x="2019300" y="723900"/>
                </a:lnTo>
                <a:lnTo>
                  <a:pt x="2028825" y="742950"/>
                </a:lnTo>
                <a:lnTo>
                  <a:pt x="2038350" y="738188"/>
                </a:lnTo>
                <a:lnTo>
                  <a:pt x="2047875" y="738188"/>
                </a:lnTo>
                <a:lnTo>
                  <a:pt x="2057400" y="671513"/>
                </a:lnTo>
                <a:lnTo>
                  <a:pt x="2066925" y="628650"/>
                </a:lnTo>
                <a:lnTo>
                  <a:pt x="2076450" y="638175"/>
                </a:lnTo>
                <a:lnTo>
                  <a:pt x="2085975" y="785813"/>
                </a:lnTo>
                <a:lnTo>
                  <a:pt x="2095500" y="790575"/>
                </a:lnTo>
                <a:lnTo>
                  <a:pt x="2105025" y="790575"/>
                </a:lnTo>
                <a:lnTo>
                  <a:pt x="2114550" y="795338"/>
                </a:lnTo>
                <a:lnTo>
                  <a:pt x="2124075" y="809625"/>
                </a:lnTo>
                <a:lnTo>
                  <a:pt x="2133600" y="800100"/>
                </a:lnTo>
                <a:lnTo>
                  <a:pt x="2143125" y="790575"/>
                </a:lnTo>
                <a:lnTo>
                  <a:pt x="2152650" y="785813"/>
                </a:lnTo>
                <a:lnTo>
                  <a:pt x="2162175" y="785813"/>
                </a:lnTo>
                <a:lnTo>
                  <a:pt x="2171700" y="785813"/>
                </a:lnTo>
                <a:lnTo>
                  <a:pt x="2181225" y="795338"/>
                </a:lnTo>
                <a:lnTo>
                  <a:pt x="2190750" y="814388"/>
                </a:lnTo>
                <a:lnTo>
                  <a:pt x="2200275" y="795338"/>
                </a:lnTo>
                <a:lnTo>
                  <a:pt x="2209800" y="776288"/>
                </a:lnTo>
                <a:lnTo>
                  <a:pt x="2219325" y="776288"/>
                </a:lnTo>
                <a:lnTo>
                  <a:pt x="2228850" y="790575"/>
                </a:lnTo>
                <a:lnTo>
                  <a:pt x="2238375" y="790575"/>
                </a:lnTo>
                <a:lnTo>
                  <a:pt x="2247900" y="785813"/>
                </a:lnTo>
                <a:lnTo>
                  <a:pt x="2257425" y="785813"/>
                </a:lnTo>
                <a:lnTo>
                  <a:pt x="2266950" y="795338"/>
                </a:lnTo>
                <a:lnTo>
                  <a:pt x="2276475" y="800100"/>
                </a:lnTo>
                <a:lnTo>
                  <a:pt x="2286000" y="804863"/>
                </a:lnTo>
                <a:lnTo>
                  <a:pt x="2295525" y="842963"/>
                </a:lnTo>
                <a:lnTo>
                  <a:pt x="2305050" y="862013"/>
                </a:lnTo>
                <a:lnTo>
                  <a:pt x="2314575" y="857250"/>
                </a:lnTo>
                <a:lnTo>
                  <a:pt x="2324100" y="842963"/>
                </a:lnTo>
                <a:lnTo>
                  <a:pt x="2333625" y="809625"/>
                </a:lnTo>
                <a:lnTo>
                  <a:pt x="2343150" y="847725"/>
                </a:lnTo>
                <a:lnTo>
                  <a:pt x="2352675" y="876300"/>
                </a:lnTo>
                <a:lnTo>
                  <a:pt x="2362200" y="814388"/>
                </a:lnTo>
                <a:lnTo>
                  <a:pt x="2371725" y="785813"/>
                </a:lnTo>
                <a:lnTo>
                  <a:pt x="2381250" y="823913"/>
                </a:lnTo>
                <a:lnTo>
                  <a:pt x="2390775" y="833438"/>
                </a:lnTo>
                <a:lnTo>
                  <a:pt x="2400300" y="809625"/>
                </a:lnTo>
                <a:lnTo>
                  <a:pt x="2409825" y="781050"/>
                </a:lnTo>
                <a:lnTo>
                  <a:pt x="2419350" y="790575"/>
                </a:lnTo>
                <a:lnTo>
                  <a:pt x="2428875" y="781050"/>
                </a:lnTo>
                <a:lnTo>
                  <a:pt x="2438400" y="752475"/>
                </a:lnTo>
                <a:lnTo>
                  <a:pt x="2447925" y="757238"/>
                </a:lnTo>
                <a:lnTo>
                  <a:pt x="2457450" y="733425"/>
                </a:lnTo>
                <a:lnTo>
                  <a:pt x="2466975" y="766763"/>
                </a:lnTo>
                <a:lnTo>
                  <a:pt x="2476500" y="785813"/>
                </a:lnTo>
                <a:lnTo>
                  <a:pt x="2486025" y="781050"/>
                </a:lnTo>
                <a:lnTo>
                  <a:pt x="2495550" y="771525"/>
                </a:lnTo>
                <a:lnTo>
                  <a:pt x="2505075" y="766763"/>
                </a:lnTo>
                <a:lnTo>
                  <a:pt x="2514600" y="757238"/>
                </a:lnTo>
                <a:lnTo>
                  <a:pt x="2524125" y="776288"/>
                </a:lnTo>
                <a:lnTo>
                  <a:pt x="2533650" y="785813"/>
                </a:lnTo>
                <a:lnTo>
                  <a:pt x="2543175" y="795338"/>
                </a:lnTo>
                <a:lnTo>
                  <a:pt x="2552700" y="771525"/>
                </a:lnTo>
                <a:lnTo>
                  <a:pt x="2562225" y="657225"/>
                </a:lnTo>
                <a:lnTo>
                  <a:pt x="2571750" y="628650"/>
                </a:lnTo>
                <a:lnTo>
                  <a:pt x="2581275" y="685800"/>
                </a:lnTo>
                <a:lnTo>
                  <a:pt x="2590800" y="685800"/>
                </a:lnTo>
                <a:lnTo>
                  <a:pt x="2600325" y="685800"/>
                </a:lnTo>
                <a:lnTo>
                  <a:pt x="2609850" y="685800"/>
                </a:lnTo>
                <a:lnTo>
                  <a:pt x="2619375" y="723900"/>
                </a:lnTo>
                <a:lnTo>
                  <a:pt x="2628900" y="738188"/>
                </a:lnTo>
                <a:lnTo>
                  <a:pt x="2638425" y="723900"/>
                </a:lnTo>
                <a:lnTo>
                  <a:pt x="2647950" y="738188"/>
                </a:lnTo>
                <a:lnTo>
                  <a:pt x="2657475" y="804863"/>
                </a:lnTo>
                <a:lnTo>
                  <a:pt x="2667000" y="800100"/>
                </a:lnTo>
                <a:lnTo>
                  <a:pt x="2676525" y="771525"/>
                </a:lnTo>
                <a:lnTo>
                  <a:pt x="2686050" y="719138"/>
                </a:lnTo>
                <a:lnTo>
                  <a:pt x="2695575" y="695325"/>
                </a:lnTo>
                <a:lnTo>
                  <a:pt x="2705100" y="685800"/>
                </a:lnTo>
                <a:lnTo>
                  <a:pt x="2714625" y="690563"/>
                </a:lnTo>
                <a:lnTo>
                  <a:pt x="2724150" y="676275"/>
                </a:lnTo>
                <a:lnTo>
                  <a:pt x="2733675" y="700088"/>
                </a:lnTo>
                <a:lnTo>
                  <a:pt x="2743200" y="723900"/>
                </a:lnTo>
                <a:lnTo>
                  <a:pt x="2752725" y="747713"/>
                </a:lnTo>
                <a:lnTo>
                  <a:pt x="2762250" y="752475"/>
                </a:lnTo>
                <a:lnTo>
                  <a:pt x="2771775" y="766763"/>
                </a:lnTo>
                <a:lnTo>
                  <a:pt x="2781300" y="781050"/>
                </a:lnTo>
                <a:lnTo>
                  <a:pt x="2790825" y="804863"/>
                </a:lnTo>
                <a:lnTo>
                  <a:pt x="2800350" y="790575"/>
                </a:lnTo>
                <a:lnTo>
                  <a:pt x="2809875" y="757238"/>
                </a:lnTo>
                <a:lnTo>
                  <a:pt x="2819400" y="709613"/>
                </a:lnTo>
                <a:lnTo>
                  <a:pt x="2828925" y="661988"/>
                </a:lnTo>
                <a:lnTo>
                  <a:pt x="2838450" y="657225"/>
                </a:lnTo>
                <a:lnTo>
                  <a:pt x="2847975" y="728663"/>
                </a:lnTo>
                <a:lnTo>
                  <a:pt x="2857500" y="771525"/>
                </a:lnTo>
                <a:lnTo>
                  <a:pt x="2867025" y="852488"/>
                </a:lnTo>
                <a:lnTo>
                  <a:pt x="2876550" y="895350"/>
                </a:lnTo>
                <a:lnTo>
                  <a:pt x="2886075" y="890588"/>
                </a:lnTo>
                <a:lnTo>
                  <a:pt x="2895600" y="881063"/>
                </a:lnTo>
                <a:lnTo>
                  <a:pt x="2905125" y="881063"/>
                </a:lnTo>
                <a:lnTo>
                  <a:pt x="2914650" y="881063"/>
                </a:lnTo>
                <a:lnTo>
                  <a:pt x="2924175" y="919163"/>
                </a:lnTo>
                <a:lnTo>
                  <a:pt x="2933700" y="914400"/>
                </a:lnTo>
                <a:lnTo>
                  <a:pt x="2943225" y="881063"/>
                </a:lnTo>
                <a:lnTo>
                  <a:pt x="2952750" y="866775"/>
                </a:lnTo>
                <a:lnTo>
                  <a:pt x="2962275" y="852488"/>
                </a:lnTo>
                <a:lnTo>
                  <a:pt x="2971800" y="828675"/>
                </a:lnTo>
                <a:lnTo>
                  <a:pt x="2981325" y="819150"/>
                </a:lnTo>
                <a:lnTo>
                  <a:pt x="2990850" y="828675"/>
                </a:lnTo>
                <a:lnTo>
                  <a:pt x="3000375" y="804863"/>
                </a:lnTo>
                <a:lnTo>
                  <a:pt x="3009900" y="800100"/>
                </a:lnTo>
                <a:lnTo>
                  <a:pt x="3019425" y="790575"/>
                </a:lnTo>
                <a:lnTo>
                  <a:pt x="3028950" y="790575"/>
                </a:lnTo>
                <a:lnTo>
                  <a:pt x="3038475" y="795338"/>
                </a:lnTo>
                <a:lnTo>
                  <a:pt x="3048000" y="790575"/>
                </a:lnTo>
                <a:lnTo>
                  <a:pt x="3057525" y="785813"/>
                </a:lnTo>
                <a:lnTo>
                  <a:pt x="3067050" y="685800"/>
                </a:lnTo>
                <a:lnTo>
                  <a:pt x="3076575" y="614363"/>
                </a:lnTo>
                <a:lnTo>
                  <a:pt x="3086100" y="609600"/>
                </a:lnTo>
                <a:lnTo>
                  <a:pt x="3095625" y="642938"/>
                </a:lnTo>
                <a:lnTo>
                  <a:pt x="3105150" y="661988"/>
                </a:lnTo>
                <a:lnTo>
                  <a:pt x="3114675" y="676275"/>
                </a:lnTo>
                <a:lnTo>
                  <a:pt x="3124200" y="652463"/>
                </a:lnTo>
                <a:lnTo>
                  <a:pt x="3133725" y="676275"/>
                </a:lnTo>
                <a:lnTo>
                  <a:pt x="3143250" y="681038"/>
                </a:lnTo>
                <a:lnTo>
                  <a:pt x="3152775" y="671513"/>
                </a:lnTo>
                <a:lnTo>
                  <a:pt x="3162300" y="685800"/>
                </a:lnTo>
                <a:lnTo>
                  <a:pt x="3171825" y="685800"/>
                </a:lnTo>
                <a:lnTo>
                  <a:pt x="3181350" y="666750"/>
                </a:lnTo>
                <a:lnTo>
                  <a:pt x="3190875" y="638175"/>
                </a:lnTo>
                <a:lnTo>
                  <a:pt x="3200400" y="661988"/>
                </a:lnTo>
                <a:lnTo>
                  <a:pt x="3209925" y="685800"/>
                </a:lnTo>
                <a:lnTo>
                  <a:pt x="3219450" y="681038"/>
                </a:lnTo>
                <a:lnTo>
                  <a:pt x="3228975" y="681038"/>
                </a:lnTo>
                <a:lnTo>
                  <a:pt x="3238500" y="681038"/>
                </a:lnTo>
                <a:lnTo>
                  <a:pt x="3248025" y="671513"/>
                </a:lnTo>
                <a:lnTo>
                  <a:pt x="3257550" y="671513"/>
                </a:lnTo>
                <a:lnTo>
                  <a:pt x="3267075" y="661988"/>
                </a:lnTo>
                <a:lnTo>
                  <a:pt x="3276600" y="619125"/>
                </a:lnTo>
                <a:lnTo>
                  <a:pt x="3286125" y="619125"/>
                </a:lnTo>
                <a:lnTo>
                  <a:pt x="3295650" y="623888"/>
                </a:lnTo>
                <a:lnTo>
                  <a:pt x="3305175" y="628650"/>
                </a:lnTo>
                <a:lnTo>
                  <a:pt x="3314700" y="661988"/>
                </a:lnTo>
                <a:lnTo>
                  <a:pt x="3324225" y="681038"/>
                </a:lnTo>
                <a:lnTo>
                  <a:pt x="3333750" y="642938"/>
                </a:lnTo>
                <a:lnTo>
                  <a:pt x="3343275" y="642938"/>
                </a:lnTo>
                <a:lnTo>
                  <a:pt x="3352800" y="652463"/>
                </a:lnTo>
                <a:lnTo>
                  <a:pt x="3362325" y="666750"/>
                </a:lnTo>
                <a:lnTo>
                  <a:pt x="3371850" y="647700"/>
                </a:lnTo>
                <a:lnTo>
                  <a:pt x="3381375" y="642938"/>
                </a:lnTo>
                <a:lnTo>
                  <a:pt x="3390900" y="690563"/>
                </a:lnTo>
                <a:lnTo>
                  <a:pt x="3400425" y="704850"/>
                </a:lnTo>
                <a:lnTo>
                  <a:pt x="3409950" y="690563"/>
                </a:lnTo>
                <a:lnTo>
                  <a:pt x="3419475" y="700088"/>
                </a:lnTo>
                <a:lnTo>
                  <a:pt x="3429000" y="704850"/>
                </a:lnTo>
                <a:lnTo>
                  <a:pt x="3438525" y="685800"/>
                </a:lnTo>
                <a:lnTo>
                  <a:pt x="3448050" y="671513"/>
                </a:lnTo>
                <a:lnTo>
                  <a:pt x="3457575" y="652463"/>
                </a:lnTo>
                <a:lnTo>
                  <a:pt x="3467100" y="652463"/>
                </a:lnTo>
                <a:lnTo>
                  <a:pt x="3476625" y="647700"/>
                </a:lnTo>
                <a:lnTo>
                  <a:pt x="3486150" y="657225"/>
                </a:lnTo>
                <a:lnTo>
                  <a:pt x="3495675" y="676275"/>
                </a:lnTo>
                <a:lnTo>
                  <a:pt x="3505200" y="681038"/>
                </a:lnTo>
                <a:lnTo>
                  <a:pt x="3514725" y="685800"/>
                </a:lnTo>
                <a:lnTo>
                  <a:pt x="3524250" y="676275"/>
                </a:lnTo>
                <a:lnTo>
                  <a:pt x="3533775" y="666750"/>
                </a:lnTo>
                <a:lnTo>
                  <a:pt x="3543300" y="673894"/>
                </a:lnTo>
                <a:lnTo>
                  <a:pt x="3552825" y="681038"/>
                </a:lnTo>
                <a:lnTo>
                  <a:pt x="3562350" y="681038"/>
                </a:lnTo>
                <a:lnTo>
                  <a:pt x="3571875" y="681038"/>
                </a:lnTo>
                <a:lnTo>
                  <a:pt x="3581400" y="623888"/>
                </a:lnTo>
                <a:lnTo>
                  <a:pt x="3590925" y="609600"/>
                </a:lnTo>
                <a:lnTo>
                  <a:pt x="3600450" y="609600"/>
                </a:lnTo>
                <a:lnTo>
                  <a:pt x="3609975" y="604838"/>
                </a:lnTo>
                <a:lnTo>
                  <a:pt x="3619500" y="595313"/>
                </a:lnTo>
                <a:lnTo>
                  <a:pt x="3629025" y="647700"/>
                </a:lnTo>
                <a:lnTo>
                  <a:pt x="3638550" y="642938"/>
                </a:lnTo>
                <a:lnTo>
                  <a:pt x="3648075" y="642938"/>
                </a:lnTo>
                <a:lnTo>
                  <a:pt x="3657600" y="642938"/>
                </a:lnTo>
                <a:lnTo>
                  <a:pt x="3667125" y="671513"/>
                </a:lnTo>
                <a:lnTo>
                  <a:pt x="3676650" y="771525"/>
                </a:lnTo>
                <a:lnTo>
                  <a:pt x="3686175" y="857250"/>
                </a:lnTo>
                <a:lnTo>
                  <a:pt x="3695700" y="838200"/>
                </a:lnTo>
                <a:lnTo>
                  <a:pt x="3705225" y="771525"/>
                </a:lnTo>
                <a:lnTo>
                  <a:pt x="3714750" y="762000"/>
                </a:lnTo>
                <a:lnTo>
                  <a:pt x="3724275" y="762000"/>
                </a:lnTo>
                <a:lnTo>
                  <a:pt x="3733800" y="723900"/>
                </a:lnTo>
                <a:lnTo>
                  <a:pt x="3743325" y="723900"/>
                </a:lnTo>
                <a:lnTo>
                  <a:pt x="3752850" y="728663"/>
                </a:lnTo>
                <a:lnTo>
                  <a:pt x="3762375" y="733425"/>
                </a:lnTo>
                <a:lnTo>
                  <a:pt x="3771900" y="752475"/>
                </a:lnTo>
                <a:lnTo>
                  <a:pt x="3781425" y="757238"/>
                </a:lnTo>
                <a:lnTo>
                  <a:pt x="3790950" y="738188"/>
                </a:lnTo>
                <a:lnTo>
                  <a:pt x="3800475" y="728663"/>
                </a:lnTo>
                <a:lnTo>
                  <a:pt x="3810000" y="728663"/>
                </a:lnTo>
                <a:lnTo>
                  <a:pt x="3819525" y="719138"/>
                </a:lnTo>
                <a:lnTo>
                  <a:pt x="3829050" y="690563"/>
                </a:lnTo>
                <a:lnTo>
                  <a:pt x="3838575" y="695325"/>
                </a:lnTo>
                <a:lnTo>
                  <a:pt x="3848100" y="685800"/>
                </a:lnTo>
                <a:lnTo>
                  <a:pt x="3857625" y="690563"/>
                </a:lnTo>
                <a:lnTo>
                  <a:pt x="3867150" y="709613"/>
                </a:lnTo>
                <a:lnTo>
                  <a:pt x="3876675" y="766763"/>
                </a:lnTo>
                <a:lnTo>
                  <a:pt x="3886200" y="781050"/>
                </a:lnTo>
                <a:lnTo>
                  <a:pt x="3895725" y="795338"/>
                </a:lnTo>
                <a:lnTo>
                  <a:pt x="3905250" y="795338"/>
                </a:lnTo>
                <a:lnTo>
                  <a:pt x="3914775" y="771525"/>
                </a:lnTo>
                <a:lnTo>
                  <a:pt x="3924300" y="747713"/>
                </a:lnTo>
                <a:lnTo>
                  <a:pt x="3933825" y="742950"/>
                </a:lnTo>
                <a:lnTo>
                  <a:pt x="3943350" y="762000"/>
                </a:lnTo>
                <a:lnTo>
                  <a:pt x="3952875" y="781050"/>
                </a:lnTo>
                <a:lnTo>
                  <a:pt x="3962400" y="785813"/>
                </a:lnTo>
                <a:lnTo>
                  <a:pt x="3971925" y="809625"/>
                </a:lnTo>
                <a:lnTo>
                  <a:pt x="3981450" y="819150"/>
                </a:lnTo>
                <a:lnTo>
                  <a:pt x="3990975" y="819150"/>
                </a:lnTo>
                <a:lnTo>
                  <a:pt x="4000500" y="833438"/>
                </a:lnTo>
                <a:lnTo>
                  <a:pt x="4010025" y="804863"/>
                </a:lnTo>
                <a:lnTo>
                  <a:pt x="4019550" y="752475"/>
                </a:lnTo>
                <a:lnTo>
                  <a:pt x="4029075" y="757238"/>
                </a:lnTo>
                <a:lnTo>
                  <a:pt x="4038600" y="766763"/>
                </a:lnTo>
                <a:lnTo>
                  <a:pt x="4048125" y="795338"/>
                </a:lnTo>
                <a:lnTo>
                  <a:pt x="4057650" y="752475"/>
                </a:lnTo>
                <a:lnTo>
                  <a:pt x="4067175" y="709613"/>
                </a:lnTo>
                <a:lnTo>
                  <a:pt x="4076700" y="666750"/>
                </a:lnTo>
                <a:lnTo>
                  <a:pt x="4086225" y="623888"/>
                </a:lnTo>
                <a:lnTo>
                  <a:pt x="4095750" y="609600"/>
                </a:lnTo>
                <a:lnTo>
                  <a:pt x="4105275" y="685800"/>
                </a:lnTo>
                <a:lnTo>
                  <a:pt x="4114800" y="685800"/>
                </a:lnTo>
                <a:lnTo>
                  <a:pt x="4124325" y="695325"/>
                </a:lnTo>
                <a:lnTo>
                  <a:pt x="4133850" y="719138"/>
                </a:lnTo>
                <a:lnTo>
                  <a:pt x="4143375" y="742950"/>
                </a:lnTo>
                <a:lnTo>
                  <a:pt x="4152900" y="728663"/>
                </a:lnTo>
                <a:lnTo>
                  <a:pt x="4162425" y="666750"/>
                </a:lnTo>
                <a:lnTo>
                  <a:pt x="4171950" y="638175"/>
                </a:lnTo>
                <a:lnTo>
                  <a:pt x="4181475" y="633413"/>
                </a:lnTo>
                <a:lnTo>
                  <a:pt x="4191000" y="647700"/>
                </a:lnTo>
                <a:lnTo>
                  <a:pt x="4200525" y="695325"/>
                </a:lnTo>
                <a:lnTo>
                  <a:pt x="4210050" y="700088"/>
                </a:lnTo>
                <a:lnTo>
                  <a:pt x="4219575" y="647700"/>
                </a:lnTo>
                <a:lnTo>
                  <a:pt x="4229100" y="585788"/>
                </a:lnTo>
                <a:lnTo>
                  <a:pt x="4238625" y="576263"/>
                </a:lnTo>
                <a:lnTo>
                  <a:pt x="4248150" y="581025"/>
                </a:lnTo>
                <a:lnTo>
                  <a:pt x="4257675" y="576263"/>
                </a:lnTo>
                <a:lnTo>
                  <a:pt x="4267200" y="566738"/>
                </a:lnTo>
                <a:lnTo>
                  <a:pt x="4276725" y="557213"/>
                </a:lnTo>
                <a:lnTo>
                  <a:pt x="4286250" y="552450"/>
                </a:lnTo>
                <a:lnTo>
                  <a:pt x="4295775" y="552450"/>
                </a:lnTo>
                <a:lnTo>
                  <a:pt x="4305300" y="604838"/>
                </a:lnTo>
                <a:lnTo>
                  <a:pt x="4314825" y="600075"/>
                </a:lnTo>
                <a:lnTo>
                  <a:pt x="4324350" y="538163"/>
                </a:lnTo>
                <a:lnTo>
                  <a:pt x="4333875" y="528638"/>
                </a:lnTo>
                <a:lnTo>
                  <a:pt x="4343400" y="523875"/>
                </a:lnTo>
                <a:lnTo>
                  <a:pt x="4352925" y="519113"/>
                </a:lnTo>
                <a:lnTo>
                  <a:pt x="4362450" y="557213"/>
                </a:lnTo>
                <a:lnTo>
                  <a:pt x="4371975" y="628650"/>
                </a:lnTo>
                <a:lnTo>
                  <a:pt x="4381500" y="623888"/>
                </a:lnTo>
                <a:lnTo>
                  <a:pt x="4391025" y="619125"/>
                </a:lnTo>
                <a:lnTo>
                  <a:pt x="4400550" y="652463"/>
                </a:lnTo>
                <a:lnTo>
                  <a:pt x="4410075" y="676275"/>
                </a:lnTo>
                <a:lnTo>
                  <a:pt x="4419600" y="690563"/>
                </a:lnTo>
                <a:lnTo>
                  <a:pt x="4429125" y="704850"/>
                </a:lnTo>
                <a:lnTo>
                  <a:pt x="4438650" y="695325"/>
                </a:lnTo>
                <a:lnTo>
                  <a:pt x="4448175" y="676275"/>
                </a:lnTo>
                <a:lnTo>
                  <a:pt x="4457700" y="666750"/>
                </a:lnTo>
                <a:lnTo>
                  <a:pt x="4467225" y="676275"/>
                </a:lnTo>
                <a:lnTo>
                  <a:pt x="4476750" y="685800"/>
                </a:lnTo>
                <a:lnTo>
                  <a:pt x="4486275" y="700088"/>
                </a:lnTo>
                <a:lnTo>
                  <a:pt x="4495800" y="704850"/>
                </a:lnTo>
                <a:lnTo>
                  <a:pt x="4505325" y="685800"/>
                </a:lnTo>
                <a:lnTo>
                  <a:pt x="4514850" y="700088"/>
                </a:lnTo>
                <a:lnTo>
                  <a:pt x="4524375" y="714375"/>
                </a:lnTo>
                <a:lnTo>
                  <a:pt x="4533900" y="714375"/>
                </a:lnTo>
                <a:lnTo>
                  <a:pt x="4543425" y="690563"/>
                </a:lnTo>
                <a:lnTo>
                  <a:pt x="4552950" y="690563"/>
                </a:lnTo>
                <a:lnTo>
                  <a:pt x="4562475" y="690563"/>
                </a:lnTo>
                <a:lnTo>
                  <a:pt x="4572000" y="685800"/>
                </a:lnTo>
                <a:lnTo>
                  <a:pt x="4581525" y="661988"/>
                </a:lnTo>
                <a:lnTo>
                  <a:pt x="4591050" y="619125"/>
                </a:lnTo>
                <a:lnTo>
                  <a:pt x="4600575" y="619125"/>
                </a:lnTo>
                <a:lnTo>
                  <a:pt x="4610100" y="695325"/>
                </a:lnTo>
                <a:lnTo>
                  <a:pt x="4619625" y="747713"/>
                </a:lnTo>
                <a:lnTo>
                  <a:pt x="4629150" y="771525"/>
                </a:lnTo>
                <a:lnTo>
                  <a:pt x="4638675" y="771525"/>
                </a:lnTo>
                <a:lnTo>
                  <a:pt x="4648200" y="781050"/>
                </a:lnTo>
                <a:lnTo>
                  <a:pt x="4657725" y="828675"/>
                </a:lnTo>
                <a:lnTo>
                  <a:pt x="4667250" y="819150"/>
                </a:lnTo>
                <a:lnTo>
                  <a:pt x="4676775" y="795338"/>
                </a:lnTo>
                <a:lnTo>
                  <a:pt x="4686300" y="800100"/>
                </a:lnTo>
                <a:lnTo>
                  <a:pt x="4695825" y="881063"/>
                </a:lnTo>
                <a:lnTo>
                  <a:pt x="4705350" y="881063"/>
                </a:lnTo>
                <a:lnTo>
                  <a:pt x="4714875" y="847725"/>
                </a:lnTo>
                <a:lnTo>
                  <a:pt x="4724400" y="857250"/>
                </a:lnTo>
                <a:lnTo>
                  <a:pt x="4733925" y="819150"/>
                </a:lnTo>
                <a:lnTo>
                  <a:pt x="4743450" y="752475"/>
                </a:lnTo>
                <a:lnTo>
                  <a:pt x="4752975" y="762000"/>
                </a:lnTo>
                <a:lnTo>
                  <a:pt x="4762500" y="781050"/>
                </a:lnTo>
                <a:lnTo>
                  <a:pt x="4772025" y="781050"/>
                </a:lnTo>
                <a:lnTo>
                  <a:pt x="4781550" y="728663"/>
                </a:lnTo>
                <a:lnTo>
                  <a:pt x="4791075" y="714375"/>
                </a:lnTo>
                <a:lnTo>
                  <a:pt x="4800600" y="742950"/>
                </a:lnTo>
                <a:lnTo>
                  <a:pt x="4810125" y="742950"/>
                </a:lnTo>
                <a:lnTo>
                  <a:pt x="4819650" y="757238"/>
                </a:lnTo>
                <a:lnTo>
                  <a:pt x="4829175" y="742950"/>
                </a:lnTo>
                <a:lnTo>
                  <a:pt x="4838700" y="714375"/>
                </a:lnTo>
                <a:lnTo>
                  <a:pt x="4848225" y="728663"/>
                </a:lnTo>
                <a:lnTo>
                  <a:pt x="4857750" y="752475"/>
                </a:lnTo>
                <a:lnTo>
                  <a:pt x="4867275" y="757238"/>
                </a:lnTo>
                <a:lnTo>
                  <a:pt x="4876800" y="752475"/>
                </a:lnTo>
                <a:lnTo>
                  <a:pt x="4886325" y="709613"/>
                </a:lnTo>
                <a:lnTo>
                  <a:pt x="4895850" y="700088"/>
                </a:lnTo>
                <a:lnTo>
                  <a:pt x="4905375" y="742950"/>
                </a:lnTo>
                <a:lnTo>
                  <a:pt x="4914900" y="742950"/>
                </a:lnTo>
                <a:lnTo>
                  <a:pt x="4924425" y="752475"/>
                </a:lnTo>
                <a:lnTo>
                  <a:pt x="4933950" y="762000"/>
                </a:lnTo>
                <a:lnTo>
                  <a:pt x="4943475" y="781050"/>
                </a:lnTo>
                <a:lnTo>
                  <a:pt x="4953000" y="823913"/>
                </a:lnTo>
                <a:lnTo>
                  <a:pt x="4962525" y="804863"/>
                </a:lnTo>
                <a:lnTo>
                  <a:pt x="4972050" y="804863"/>
                </a:lnTo>
                <a:lnTo>
                  <a:pt x="4981575" y="814388"/>
                </a:lnTo>
                <a:lnTo>
                  <a:pt x="4991100" y="781050"/>
                </a:lnTo>
                <a:lnTo>
                  <a:pt x="5000625" y="776288"/>
                </a:lnTo>
                <a:lnTo>
                  <a:pt x="5010150" y="785813"/>
                </a:lnTo>
                <a:lnTo>
                  <a:pt x="5019675" y="795338"/>
                </a:lnTo>
                <a:lnTo>
                  <a:pt x="5029200" y="795338"/>
                </a:lnTo>
                <a:lnTo>
                  <a:pt x="5038725" y="790575"/>
                </a:lnTo>
                <a:lnTo>
                  <a:pt x="5048250" y="795338"/>
                </a:lnTo>
                <a:lnTo>
                  <a:pt x="5057775" y="795338"/>
                </a:lnTo>
                <a:lnTo>
                  <a:pt x="5067300" y="795338"/>
                </a:lnTo>
                <a:lnTo>
                  <a:pt x="5076825" y="800100"/>
                </a:lnTo>
                <a:lnTo>
                  <a:pt x="5086350" y="809625"/>
                </a:lnTo>
                <a:lnTo>
                  <a:pt x="5095875" y="752475"/>
                </a:lnTo>
                <a:lnTo>
                  <a:pt x="5105400" y="723900"/>
                </a:lnTo>
                <a:lnTo>
                  <a:pt x="5114925" y="785813"/>
                </a:lnTo>
                <a:lnTo>
                  <a:pt x="5124450" y="785813"/>
                </a:lnTo>
                <a:lnTo>
                  <a:pt x="5133975" y="771525"/>
                </a:lnTo>
                <a:lnTo>
                  <a:pt x="5143500" y="771525"/>
                </a:lnTo>
                <a:lnTo>
                  <a:pt x="5153025" y="814388"/>
                </a:lnTo>
                <a:lnTo>
                  <a:pt x="5162550" y="776288"/>
                </a:lnTo>
                <a:lnTo>
                  <a:pt x="5172075" y="714375"/>
                </a:lnTo>
                <a:lnTo>
                  <a:pt x="5181600" y="657225"/>
                </a:lnTo>
                <a:lnTo>
                  <a:pt x="5191125" y="652463"/>
                </a:lnTo>
                <a:lnTo>
                  <a:pt x="5200650" y="709613"/>
                </a:lnTo>
                <a:lnTo>
                  <a:pt x="5210175" y="752475"/>
                </a:lnTo>
                <a:lnTo>
                  <a:pt x="5219700" y="771525"/>
                </a:lnTo>
                <a:lnTo>
                  <a:pt x="5229225" y="766763"/>
                </a:lnTo>
                <a:lnTo>
                  <a:pt x="5238750" y="728663"/>
                </a:lnTo>
                <a:lnTo>
                  <a:pt x="5248275" y="695325"/>
                </a:lnTo>
                <a:lnTo>
                  <a:pt x="5257800" y="700088"/>
                </a:lnTo>
                <a:lnTo>
                  <a:pt x="5267325" y="781050"/>
                </a:lnTo>
                <a:lnTo>
                  <a:pt x="5276850" y="781050"/>
                </a:lnTo>
                <a:lnTo>
                  <a:pt x="5286375" y="762000"/>
                </a:lnTo>
                <a:lnTo>
                  <a:pt x="5295900" y="785813"/>
                </a:lnTo>
                <a:lnTo>
                  <a:pt x="5305425" y="776288"/>
                </a:lnTo>
                <a:lnTo>
                  <a:pt x="5314950" y="714375"/>
                </a:lnTo>
                <a:lnTo>
                  <a:pt x="5324475" y="633413"/>
                </a:lnTo>
                <a:lnTo>
                  <a:pt x="5334000" y="666750"/>
                </a:lnTo>
                <a:lnTo>
                  <a:pt x="5343525" y="666750"/>
                </a:lnTo>
                <a:lnTo>
                  <a:pt x="5353050" y="614363"/>
                </a:lnTo>
                <a:lnTo>
                  <a:pt x="5362575" y="614363"/>
                </a:lnTo>
                <a:lnTo>
                  <a:pt x="5372100" y="695325"/>
                </a:lnTo>
                <a:lnTo>
                  <a:pt x="5381625" y="704850"/>
                </a:lnTo>
                <a:lnTo>
                  <a:pt x="5391150" y="695325"/>
                </a:lnTo>
                <a:lnTo>
                  <a:pt x="5400675" y="709613"/>
                </a:lnTo>
                <a:lnTo>
                  <a:pt x="5410200" y="714375"/>
                </a:lnTo>
                <a:lnTo>
                  <a:pt x="5419725" y="738188"/>
                </a:lnTo>
                <a:lnTo>
                  <a:pt x="5429250" y="766763"/>
                </a:lnTo>
                <a:lnTo>
                  <a:pt x="5438775" y="814388"/>
                </a:lnTo>
                <a:lnTo>
                  <a:pt x="5448300" y="819150"/>
                </a:lnTo>
                <a:lnTo>
                  <a:pt x="5457825" y="828675"/>
                </a:lnTo>
                <a:lnTo>
                  <a:pt x="5467350" y="823913"/>
                </a:lnTo>
                <a:lnTo>
                  <a:pt x="5476875" y="823913"/>
                </a:lnTo>
                <a:lnTo>
                  <a:pt x="5486400" y="871538"/>
                </a:lnTo>
                <a:lnTo>
                  <a:pt x="5495925" y="876300"/>
                </a:lnTo>
                <a:lnTo>
                  <a:pt x="5505450" y="866775"/>
                </a:lnTo>
                <a:lnTo>
                  <a:pt x="5514975" y="871538"/>
                </a:lnTo>
                <a:lnTo>
                  <a:pt x="5524500" y="885825"/>
                </a:lnTo>
                <a:lnTo>
                  <a:pt x="5534025" y="885825"/>
                </a:lnTo>
                <a:lnTo>
                  <a:pt x="5543550" y="876300"/>
                </a:lnTo>
                <a:lnTo>
                  <a:pt x="5553075" y="895350"/>
                </a:lnTo>
                <a:lnTo>
                  <a:pt x="5562600" y="895350"/>
                </a:lnTo>
                <a:lnTo>
                  <a:pt x="5572125" y="895350"/>
                </a:lnTo>
                <a:lnTo>
                  <a:pt x="5581650" y="900113"/>
                </a:lnTo>
                <a:lnTo>
                  <a:pt x="5591175" y="914400"/>
                </a:lnTo>
                <a:lnTo>
                  <a:pt x="5600700" y="914400"/>
                </a:lnTo>
                <a:lnTo>
                  <a:pt x="5610225" y="790575"/>
                </a:lnTo>
                <a:lnTo>
                  <a:pt x="5619750" y="757238"/>
                </a:lnTo>
                <a:lnTo>
                  <a:pt x="5629275" y="800100"/>
                </a:lnTo>
                <a:lnTo>
                  <a:pt x="5638800" y="814388"/>
                </a:lnTo>
                <a:lnTo>
                  <a:pt x="5648325" y="785813"/>
                </a:lnTo>
                <a:lnTo>
                  <a:pt x="5657850" y="809625"/>
                </a:lnTo>
                <a:lnTo>
                  <a:pt x="5667375" y="800100"/>
                </a:lnTo>
                <a:lnTo>
                  <a:pt x="5676900" y="776288"/>
                </a:lnTo>
                <a:lnTo>
                  <a:pt x="5686425" y="795338"/>
                </a:lnTo>
                <a:lnTo>
                  <a:pt x="5695950" y="776288"/>
                </a:lnTo>
                <a:lnTo>
                  <a:pt x="5705475" y="762000"/>
                </a:lnTo>
                <a:lnTo>
                  <a:pt x="5715000" y="771525"/>
                </a:lnTo>
                <a:lnTo>
                  <a:pt x="5724525" y="776288"/>
                </a:lnTo>
                <a:lnTo>
                  <a:pt x="5734050" y="785813"/>
                </a:lnTo>
                <a:lnTo>
                  <a:pt x="5743575" y="790575"/>
                </a:lnTo>
                <a:lnTo>
                  <a:pt x="5753100" y="847725"/>
                </a:lnTo>
                <a:lnTo>
                  <a:pt x="5762625" y="866775"/>
                </a:lnTo>
                <a:lnTo>
                  <a:pt x="5772150" y="804863"/>
                </a:lnTo>
                <a:lnTo>
                  <a:pt x="5781675" y="776288"/>
                </a:lnTo>
                <a:lnTo>
                  <a:pt x="5791200" y="757238"/>
                </a:lnTo>
                <a:lnTo>
                  <a:pt x="5800725" y="661988"/>
                </a:lnTo>
                <a:lnTo>
                  <a:pt x="5810250" y="666750"/>
                </a:lnTo>
                <a:lnTo>
                  <a:pt x="5819775" y="771525"/>
                </a:lnTo>
                <a:lnTo>
                  <a:pt x="5829300" y="871538"/>
                </a:lnTo>
                <a:lnTo>
                  <a:pt x="5838825" y="890588"/>
                </a:lnTo>
                <a:lnTo>
                  <a:pt x="5848350" y="904875"/>
                </a:lnTo>
                <a:lnTo>
                  <a:pt x="5857875" y="866775"/>
                </a:lnTo>
                <a:lnTo>
                  <a:pt x="5867400" y="862013"/>
                </a:lnTo>
                <a:lnTo>
                  <a:pt x="5876925" y="876300"/>
                </a:lnTo>
                <a:lnTo>
                  <a:pt x="5886450" y="881063"/>
                </a:lnTo>
                <a:lnTo>
                  <a:pt x="5895975" y="857250"/>
                </a:lnTo>
                <a:lnTo>
                  <a:pt x="5905500" y="847725"/>
                </a:lnTo>
                <a:lnTo>
                  <a:pt x="5915025" y="852488"/>
                </a:lnTo>
                <a:lnTo>
                  <a:pt x="5924550" y="852488"/>
                </a:lnTo>
                <a:lnTo>
                  <a:pt x="5934075" y="819150"/>
                </a:lnTo>
                <a:lnTo>
                  <a:pt x="5943600" y="781050"/>
                </a:lnTo>
                <a:lnTo>
                  <a:pt x="5953125" y="714375"/>
                </a:lnTo>
                <a:lnTo>
                  <a:pt x="5962650" y="762000"/>
                </a:lnTo>
                <a:lnTo>
                  <a:pt x="5972175" y="814388"/>
                </a:lnTo>
                <a:lnTo>
                  <a:pt x="5981700" y="838200"/>
                </a:lnTo>
                <a:lnTo>
                  <a:pt x="5991225" y="828675"/>
                </a:lnTo>
                <a:lnTo>
                  <a:pt x="6000750" y="795338"/>
                </a:lnTo>
                <a:lnTo>
                  <a:pt x="6010275" y="775097"/>
                </a:lnTo>
                <a:lnTo>
                  <a:pt x="6019800" y="754856"/>
                </a:lnTo>
                <a:lnTo>
                  <a:pt x="6029325" y="734616"/>
                </a:lnTo>
                <a:lnTo>
                  <a:pt x="6038850" y="714375"/>
                </a:lnTo>
                <a:lnTo>
                  <a:pt x="6048375" y="685800"/>
                </a:lnTo>
                <a:lnTo>
                  <a:pt x="6057900" y="685800"/>
                </a:lnTo>
                <a:lnTo>
                  <a:pt x="6067425" y="685800"/>
                </a:lnTo>
                <a:lnTo>
                  <a:pt x="6076950" y="685800"/>
                </a:lnTo>
                <a:lnTo>
                  <a:pt x="6086475" y="681038"/>
                </a:lnTo>
                <a:lnTo>
                  <a:pt x="6096000" y="709613"/>
                </a:lnTo>
                <a:lnTo>
                  <a:pt x="6105525" y="733425"/>
                </a:lnTo>
                <a:lnTo>
                  <a:pt x="6115050" y="652463"/>
                </a:lnTo>
                <a:lnTo>
                  <a:pt x="6124575" y="652463"/>
                </a:lnTo>
                <a:lnTo>
                  <a:pt x="6134100" y="709613"/>
                </a:lnTo>
                <a:lnTo>
                  <a:pt x="6143625" y="752475"/>
                </a:lnTo>
                <a:lnTo>
                  <a:pt x="6153150" y="781050"/>
                </a:lnTo>
                <a:lnTo>
                  <a:pt x="6162675" y="776288"/>
                </a:lnTo>
                <a:lnTo>
                  <a:pt x="6172200" y="757238"/>
                </a:lnTo>
                <a:lnTo>
                  <a:pt x="6181725" y="766763"/>
                </a:lnTo>
                <a:lnTo>
                  <a:pt x="6191250" y="795338"/>
                </a:lnTo>
                <a:lnTo>
                  <a:pt x="6200775" y="771525"/>
                </a:lnTo>
                <a:lnTo>
                  <a:pt x="6210300" y="771525"/>
                </a:lnTo>
                <a:lnTo>
                  <a:pt x="6219825" y="823913"/>
                </a:lnTo>
                <a:lnTo>
                  <a:pt x="6229350" y="781050"/>
                </a:lnTo>
                <a:lnTo>
                  <a:pt x="6238875" y="742950"/>
                </a:lnTo>
                <a:lnTo>
                  <a:pt x="6248400" y="733425"/>
                </a:lnTo>
                <a:lnTo>
                  <a:pt x="6257925" y="742950"/>
                </a:lnTo>
                <a:lnTo>
                  <a:pt x="6267450" y="809625"/>
                </a:lnTo>
                <a:lnTo>
                  <a:pt x="6276975" y="819150"/>
                </a:lnTo>
                <a:lnTo>
                  <a:pt x="6286500" y="819150"/>
                </a:lnTo>
                <a:lnTo>
                  <a:pt x="6296025" y="833438"/>
                </a:lnTo>
                <a:lnTo>
                  <a:pt x="6305550" y="833438"/>
                </a:lnTo>
                <a:lnTo>
                  <a:pt x="6315075" y="828675"/>
                </a:lnTo>
                <a:lnTo>
                  <a:pt x="6324600" y="828675"/>
                </a:lnTo>
                <a:lnTo>
                  <a:pt x="6334125" y="828675"/>
                </a:lnTo>
                <a:lnTo>
                  <a:pt x="6343650" y="828675"/>
                </a:lnTo>
                <a:lnTo>
                  <a:pt x="6353175" y="823913"/>
                </a:lnTo>
                <a:lnTo>
                  <a:pt x="6362700" y="819150"/>
                </a:lnTo>
                <a:lnTo>
                  <a:pt x="6372225" y="790575"/>
                </a:lnTo>
                <a:lnTo>
                  <a:pt x="6381750" y="771525"/>
                </a:lnTo>
                <a:lnTo>
                  <a:pt x="6391275" y="819150"/>
                </a:lnTo>
                <a:lnTo>
                  <a:pt x="6400800" y="838200"/>
                </a:lnTo>
                <a:lnTo>
                  <a:pt x="6410325" y="814388"/>
                </a:lnTo>
                <a:lnTo>
                  <a:pt x="6419850" y="795338"/>
                </a:lnTo>
                <a:lnTo>
                  <a:pt x="6429375" y="785813"/>
                </a:lnTo>
                <a:lnTo>
                  <a:pt x="6438900" y="771525"/>
                </a:lnTo>
                <a:lnTo>
                  <a:pt x="6448425" y="785813"/>
                </a:lnTo>
                <a:lnTo>
                  <a:pt x="6457950" y="804863"/>
                </a:lnTo>
                <a:lnTo>
                  <a:pt x="6467475" y="857250"/>
                </a:lnTo>
                <a:lnTo>
                  <a:pt x="6477000" y="885825"/>
                </a:lnTo>
                <a:lnTo>
                  <a:pt x="6486525" y="890588"/>
                </a:lnTo>
                <a:lnTo>
                  <a:pt x="6496050" y="876300"/>
                </a:lnTo>
                <a:lnTo>
                  <a:pt x="6505575" y="823913"/>
                </a:lnTo>
                <a:lnTo>
                  <a:pt x="6515100" y="823913"/>
                </a:lnTo>
                <a:lnTo>
                  <a:pt x="6524625" y="819150"/>
                </a:lnTo>
                <a:lnTo>
                  <a:pt x="6534150" y="819150"/>
                </a:lnTo>
                <a:lnTo>
                  <a:pt x="6543675" y="804863"/>
                </a:lnTo>
                <a:lnTo>
                  <a:pt x="6553200" y="804863"/>
                </a:lnTo>
                <a:lnTo>
                  <a:pt x="6562725" y="890588"/>
                </a:lnTo>
                <a:lnTo>
                  <a:pt x="6572250" y="846137"/>
                </a:lnTo>
                <a:lnTo>
                  <a:pt x="6581775" y="801688"/>
                </a:lnTo>
                <a:lnTo>
                  <a:pt x="6591300" y="757238"/>
                </a:lnTo>
                <a:lnTo>
                  <a:pt x="6600825" y="742950"/>
                </a:lnTo>
                <a:lnTo>
                  <a:pt x="6610350" y="742950"/>
                </a:lnTo>
                <a:lnTo>
                  <a:pt x="6619875" y="700088"/>
                </a:lnTo>
                <a:lnTo>
                  <a:pt x="6629400" y="676275"/>
                </a:lnTo>
                <a:lnTo>
                  <a:pt x="6638925" y="704850"/>
                </a:lnTo>
                <a:lnTo>
                  <a:pt x="6648450" y="695325"/>
                </a:lnTo>
                <a:lnTo>
                  <a:pt x="6657975" y="685800"/>
                </a:lnTo>
                <a:lnTo>
                  <a:pt x="6667500" y="681038"/>
                </a:lnTo>
                <a:lnTo>
                  <a:pt x="6677025" y="685800"/>
                </a:lnTo>
                <a:lnTo>
                  <a:pt x="6686550" y="681038"/>
                </a:lnTo>
                <a:lnTo>
                  <a:pt x="6696075" y="661988"/>
                </a:lnTo>
                <a:lnTo>
                  <a:pt x="6705600" y="652463"/>
                </a:lnTo>
                <a:lnTo>
                  <a:pt x="6715125" y="623888"/>
                </a:lnTo>
                <a:lnTo>
                  <a:pt x="6724650" y="642938"/>
                </a:lnTo>
                <a:lnTo>
                  <a:pt x="6734175" y="690563"/>
                </a:lnTo>
                <a:lnTo>
                  <a:pt x="6743700" y="685800"/>
                </a:lnTo>
                <a:lnTo>
                  <a:pt x="6753225" y="681038"/>
                </a:lnTo>
                <a:lnTo>
                  <a:pt x="6762750" y="642938"/>
                </a:lnTo>
                <a:lnTo>
                  <a:pt x="6772275" y="638175"/>
                </a:lnTo>
                <a:lnTo>
                  <a:pt x="6781800" y="619125"/>
                </a:lnTo>
                <a:lnTo>
                  <a:pt x="6791325" y="638175"/>
                </a:lnTo>
                <a:lnTo>
                  <a:pt x="6800850" y="685800"/>
                </a:lnTo>
                <a:lnTo>
                  <a:pt x="6810375" y="671513"/>
                </a:lnTo>
                <a:lnTo>
                  <a:pt x="6819900" y="600075"/>
                </a:lnTo>
                <a:lnTo>
                  <a:pt x="6829425" y="576263"/>
                </a:lnTo>
                <a:lnTo>
                  <a:pt x="6838950" y="585788"/>
                </a:lnTo>
                <a:lnTo>
                  <a:pt x="6848475" y="609600"/>
                </a:lnTo>
                <a:lnTo>
                  <a:pt x="6858000" y="614363"/>
                </a:lnTo>
                <a:lnTo>
                  <a:pt x="6867525" y="614363"/>
                </a:lnTo>
                <a:lnTo>
                  <a:pt x="6877050" y="590550"/>
                </a:lnTo>
                <a:lnTo>
                  <a:pt x="6886575" y="576263"/>
                </a:lnTo>
                <a:lnTo>
                  <a:pt x="6896100" y="614363"/>
                </a:lnTo>
                <a:lnTo>
                  <a:pt x="6905625" y="647700"/>
                </a:lnTo>
                <a:lnTo>
                  <a:pt x="6915150" y="647700"/>
                </a:lnTo>
                <a:lnTo>
                  <a:pt x="6924675" y="661988"/>
                </a:lnTo>
                <a:lnTo>
                  <a:pt x="6934200" y="695325"/>
                </a:lnTo>
                <a:lnTo>
                  <a:pt x="6943725" y="695325"/>
                </a:lnTo>
                <a:lnTo>
                  <a:pt x="6953250" y="681038"/>
                </a:lnTo>
                <a:lnTo>
                  <a:pt x="6962775" y="661988"/>
                </a:lnTo>
                <a:lnTo>
                  <a:pt x="6972300" y="661988"/>
                </a:lnTo>
                <a:lnTo>
                  <a:pt x="6981825" y="714375"/>
                </a:lnTo>
                <a:lnTo>
                  <a:pt x="6991350" y="728663"/>
                </a:lnTo>
                <a:lnTo>
                  <a:pt x="7000875" y="700088"/>
                </a:lnTo>
                <a:lnTo>
                  <a:pt x="7010400" y="685800"/>
                </a:lnTo>
                <a:lnTo>
                  <a:pt x="7019925" y="685800"/>
                </a:lnTo>
                <a:lnTo>
                  <a:pt x="7029450" y="685800"/>
                </a:lnTo>
                <a:lnTo>
                  <a:pt x="7038975" y="714375"/>
                </a:lnTo>
                <a:lnTo>
                  <a:pt x="7048500" y="728663"/>
                </a:lnTo>
                <a:lnTo>
                  <a:pt x="7058025" y="700088"/>
                </a:lnTo>
                <a:lnTo>
                  <a:pt x="7067550" y="717947"/>
                </a:lnTo>
                <a:lnTo>
                  <a:pt x="7077075" y="735806"/>
                </a:lnTo>
                <a:lnTo>
                  <a:pt x="7086600" y="753666"/>
                </a:lnTo>
                <a:lnTo>
                  <a:pt x="7096125" y="771525"/>
                </a:lnTo>
                <a:lnTo>
                  <a:pt x="7105650" y="757238"/>
                </a:lnTo>
                <a:lnTo>
                  <a:pt x="7115175" y="747713"/>
                </a:lnTo>
                <a:lnTo>
                  <a:pt x="7124700" y="647700"/>
                </a:lnTo>
                <a:lnTo>
                  <a:pt x="7134225" y="633413"/>
                </a:lnTo>
                <a:lnTo>
                  <a:pt x="7143750" y="671513"/>
                </a:lnTo>
                <a:lnTo>
                  <a:pt x="7153275" y="695325"/>
                </a:lnTo>
                <a:lnTo>
                  <a:pt x="7162800" y="747713"/>
                </a:lnTo>
                <a:lnTo>
                  <a:pt x="7172325" y="728663"/>
                </a:lnTo>
                <a:lnTo>
                  <a:pt x="7181850" y="733425"/>
                </a:lnTo>
                <a:lnTo>
                  <a:pt x="7191375" y="762000"/>
                </a:lnTo>
                <a:lnTo>
                  <a:pt x="7200900" y="766763"/>
                </a:lnTo>
                <a:lnTo>
                  <a:pt x="7210425" y="781050"/>
                </a:lnTo>
                <a:lnTo>
                  <a:pt x="7219950" y="742950"/>
                </a:lnTo>
                <a:lnTo>
                  <a:pt x="7229475" y="704850"/>
                </a:lnTo>
                <a:lnTo>
                  <a:pt x="7239000" y="695325"/>
                </a:lnTo>
                <a:lnTo>
                  <a:pt x="7248525" y="714375"/>
                </a:lnTo>
                <a:lnTo>
                  <a:pt x="7258050" y="742950"/>
                </a:lnTo>
                <a:lnTo>
                  <a:pt x="7267575" y="766763"/>
                </a:lnTo>
                <a:lnTo>
                  <a:pt x="7277100" y="862013"/>
                </a:lnTo>
                <a:lnTo>
                  <a:pt x="7286625" y="957263"/>
                </a:lnTo>
                <a:lnTo>
                  <a:pt x="7296150" y="938213"/>
                </a:lnTo>
                <a:lnTo>
                  <a:pt x="7305675" y="928688"/>
                </a:lnTo>
                <a:lnTo>
                  <a:pt x="7315200" y="923925"/>
                </a:lnTo>
                <a:lnTo>
                  <a:pt x="7324725" y="900113"/>
                </a:lnTo>
                <a:lnTo>
                  <a:pt x="7334250" y="885825"/>
                </a:lnTo>
                <a:lnTo>
                  <a:pt x="7343775" y="890588"/>
                </a:lnTo>
                <a:lnTo>
                  <a:pt x="7353300" y="881063"/>
                </a:lnTo>
                <a:lnTo>
                  <a:pt x="7362825" y="842963"/>
                </a:lnTo>
                <a:lnTo>
                  <a:pt x="7372350" y="857250"/>
                </a:lnTo>
                <a:lnTo>
                  <a:pt x="7381875" y="866775"/>
                </a:lnTo>
                <a:lnTo>
                  <a:pt x="7391400" y="852488"/>
                </a:lnTo>
                <a:lnTo>
                  <a:pt x="7400925" y="838200"/>
                </a:lnTo>
                <a:lnTo>
                  <a:pt x="7410450" y="800100"/>
                </a:lnTo>
                <a:lnTo>
                  <a:pt x="7419975" y="766763"/>
                </a:lnTo>
                <a:lnTo>
                  <a:pt x="7429500" y="766763"/>
                </a:lnTo>
                <a:lnTo>
                  <a:pt x="7439025" y="785813"/>
                </a:lnTo>
                <a:lnTo>
                  <a:pt x="7448550" y="819150"/>
                </a:lnTo>
                <a:lnTo>
                  <a:pt x="7458075" y="847725"/>
                </a:lnTo>
                <a:lnTo>
                  <a:pt x="7467600" y="838200"/>
                </a:lnTo>
                <a:lnTo>
                  <a:pt x="7477125" y="819150"/>
                </a:lnTo>
                <a:lnTo>
                  <a:pt x="7486650" y="842963"/>
                </a:lnTo>
                <a:lnTo>
                  <a:pt x="7496175" y="928688"/>
                </a:lnTo>
                <a:lnTo>
                  <a:pt x="7505700" y="947738"/>
                </a:lnTo>
                <a:lnTo>
                  <a:pt x="7515225" y="919163"/>
                </a:lnTo>
                <a:lnTo>
                  <a:pt x="7524750" y="909638"/>
                </a:lnTo>
                <a:lnTo>
                  <a:pt x="7534275" y="890588"/>
                </a:lnTo>
                <a:lnTo>
                  <a:pt x="7543800" y="890588"/>
                </a:lnTo>
                <a:lnTo>
                  <a:pt x="7553325" y="947738"/>
                </a:lnTo>
                <a:lnTo>
                  <a:pt x="7562850" y="990600"/>
                </a:lnTo>
                <a:lnTo>
                  <a:pt x="7572375" y="977503"/>
                </a:lnTo>
                <a:lnTo>
                  <a:pt x="7581900" y="964406"/>
                </a:lnTo>
                <a:lnTo>
                  <a:pt x="7591425" y="951309"/>
                </a:lnTo>
                <a:lnTo>
                  <a:pt x="7600950" y="938213"/>
                </a:lnTo>
                <a:lnTo>
                  <a:pt x="7610475" y="919163"/>
                </a:lnTo>
                <a:lnTo>
                  <a:pt x="7620000" y="885825"/>
                </a:lnTo>
                <a:lnTo>
                  <a:pt x="7629525" y="871538"/>
                </a:lnTo>
                <a:lnTo>
                  <a:pt x="7639050" y="766763"/>
                </a:lnTo>
                <a:lnTo>
                  <a:pt x="7648575" y="762000"/>
                </a:lnTo>
                <a:lnTo>
                  <a:pt x="7658100" y="866775"/>
                </a:lnTo>
                <a:lnTo>
                  <a:pt x="7667625" y="857250"/>
                </a:lnTo>
                <a:lnTo>
                  <a:pt x="7677150" y="852488"/>
                </a:lnTo>
                <a:lnTo>
                  <a:pt x="7686675" y="847725"/>
                </a:lnTo>
                <a:lnTo>
                  <a:pt x="7696200" y="857250"/>
                </a:lnTo>
                <a:lnTo>
                  <a:pt x="7705725" y="833438"/>
                </a:lnTo>
                <a:lnTo>
                  <a:pt x="7715250" y="838200"/>
                </a:lnTo>
                <a:lnTo>
                  <a:pt x="7724775" y="766763"/>
                </a:lnTo>
                <a:lnTo>
                  <a:pt x="7734300" y="714375"/>
                </a:lnTo>
                <a:lnTo>
                  <a:pt x="7743825" y="776288"/>
                </a:lnTo>
                <a:lnTo>
                  <a:pt x="7753350" y="804863"/>
                </a:lnTo>
                <a:lnTo>
                  <a:pt x="7762875" y="842963"/>
                </a:lnTo>
                <a:lnTo>
                  <a:pt x="7772400" y="881063"/>
                </a:lnTo>
                <a:lnTo>
                  <a:pt x="7781925" y="862013"/>
                </a:lnTo>
                <a:lnTo>
                  <a:pt x="7791450" y="823913"/>
                </a:lnTo>
                <a:lnTo>
                  <a:pt x="7800975" y="833438"/>
                </a:lnTo>
                <a:lnTo>
                  <a:pt x="7810500" y="842963"/>
                </a:lnTo>
                <a:lnTo>
                  <a:pt x="7820025" y="814388"/>
                </a:lnTo>
                <a:lnTo>
                  <a:pt x="7829550" y="771525"/>
                </a:lnTo>
                <a:lnTo>
                  <a:pt x="7839075" y="714375"/>
                </a:lnTo>
                <a:lnTo>
                  <a:pt x="7848600" y="709613"/>
                </a:lnTo>
                <a:lnTo>
                  <a:pt x="7858125" y="771525"/>
                </a:lnTo>
                <a:lnTo>
                  <a:pt x="7867650" y="742950"/>
                </a:lnTo>
                <a:lnTo>
                  <a:pt x="7877175" y="738188"/>
                </a:lnTo>
                <a:lnTo>
                  <a:pt x="7886700" y="795338"/>
                </a:lnTo>
                <a:lnTo>
                  <a:pt x="7896225" y="795338"/>
                </a:lnTo>
                <a:lnTo>
                  <a:pt x="7905750" y="795338"/>
                </a:lnTo>
                <a:lnTo>
                  <a:pt x="7915275" y="819150"/>
                </a:lnTo>
                <a:lnTo>
                  <a:pt x="7924800" y="814388"/>
                </a:lnTo>
                <a:lnTo>
                  <a:pt x="7934325" y="809625"/>
                </a:lnTo>
                <a:lnTo>
                  <a:pt x="7943850" y="828675"/>
                </a:lnTo>
                <a:lnTo>
                  <a:pt x="7953375" y="771525"/>
                </a:lnTo>
                <a:lnTo>
                  <a:pt x="7962900" y="709613"/>
                </a:lnTo>
                <a:lnTo>
                  <a:pt x="7972425" y="723900"/>
                </a:lnTo>
                <a:lnTo>
                  <a:pt x="7981950" y="766763"/>
                </a:lnTo>
                <a:lnTo>
                  <a:pt x="7991475" y="766763"/>
                </a:lnTo>
                <a:lnTo>
                  <a:pt x="8001000" y="781050"/>
                </a:lnTo>
                <a:lnTo>
                  <a:pt x="8010525" y="833438"/>
                </a:lnTo>
                <a:lnTo>
                  <a:pt x="8020050" y="885825"/>
                </a:lnTo>
                <a:lnTo>
                  <a:pt x="8029575" y="881063"/>
                </a:lnTo>
                <a:lnTo>
                  <a:pt x="8039100" y="866775"/>
                </a:lnTo>
                <a:lnTo>
                  <a:pt x="8048625" y="747713"/>
                </a:lnTo>
                <a:lnTo>
                  <a:pt x="8058150" y="719138"/>
                </a:lnTo>
                <a:lnTo>
                  <a:pt x="8067675" y="690563"/>
                </a:lnTo>
                <a:lnTo>
                  <a:pt x="8077200" y="581025"/>
                </a:lnTo>
                <a:lnTo>
                  <a:pt x="8086725" y="581025"/>
                </a:lnTo>
                <a:lnTo>
                  <a:pt x="8096250" y="581025"/>
                </a:lnTo>
                <a:lnTo>
                  <a:pt x="8105775" y="501650"/>
                </a:lnTo>
                <a:lnTo>
                  <a:pt x="8115300" y="422275"/>
                </a:lnTo>
                <a:lnTo>
                  <a:pt x="8124825" y="342900"/>
                </a:lnTo>
                <a:lnTo>
                  <a:pt x="8134350" y="295275"/>
                </a:lnTo>
                <a:lnTo>
                  <a:pt x="8143875" y="171450"/>
                </a:lnTo>
                <a:lnTo>
                  <a:pt x="8153400" y="95250"/>
                </a:lnTo>
                <a:lnTo>
                  <a:pt x="8162925" y="142875"/>
                </a:lnTo>
                <a:lnTo>
                  <a:pt x="8172450" y="147638"/>
                </a:lnTo>
                <a:lnTo>
                  <a:pt x="8181975" y="90488"/>
                </a:lnTo>
                <a:lnTo>
                  <a:pt x="8191500" y="76200"/>
                </a:lnTo>
                <a:lnTo>
                  <a:pt x="8201025" y="104775"/>
                </a:lnTo>
                <a:lnTo>
                  <a:pt x="8210550" y="95250"/>
                </a:lnTo>
                <a:lnTo>
                  <a:pt x="8220075" y="85725"/>
                </a:lnTo>
                <a:lnTo>
                  <a:pt x="8229600" y="61913"/>
                </a:lnTo>
                <a:lnTo>
                  <a:pt x="8239125" y="42863"/>
                </a:lnTo>
                <a:lnTo>
                  <a:pt x="8248650" y="38100"/>
                </a:lnTo>
                <a:lnTo>
                  <a:pt x="8258175" y="42863"/>
                </a:lnTo>
                <a:lnTo>
                  <a:pt x="8267700" y="38100"/>
                </a:lnTo>
                <a:lnTo>
                  <a:pt x="8277225" y="52388"/>
                </a:lnTo>
                <a:lnTo>
                  <a:pt x="8286750" y="76200"/>
                </a:lnTo>
                <a:lnTo>
                  <a:pt x="8296275" y="80963"/>
                </a:lnTo>
                <a:lnTo>
                  <a:pt x="8305800" y="85725"/>
                </a:lnTo>
                <a:lnTo>
                  <a:pt x="8315325" y="85725"/>
                </a:lnTo>
                <a:lnTo>
                  <a:pt x="8324850" y="85725"/>
                </a:lnTo>
                <a:lnTo>
                  <a:pt x="8334375" y="71438"/>
                </a:lnTo>
                <a:lnTo>
                  <a:pt x="8343900" y="80963"/>
                </a:lnTo>
                <a:lnTo>
                  <a:pt x="8353425" y="90488"/>
                </a:lnTo>
                <a:lnTo>
                  <a:pt x="8362950" y="85725"/>
                </a:lnTo>
                <a:lnTo>
                  <a:pt x="8372475" y="76200"/>
                </a:lnTo>
                <a:lnTo>
                  <a:pt x="8382000" y="85725"/>
                </a:lnTo>
                <a:lnTo>
                  <a:pt x="8391525" y="100013"/>
                </a:lnTo>
                <a:lnTo>
                  <a:pt x="8401050" y="100013"/>
                </a:lnTo>
                <a:lnTo>
                  <a:pt x="8410575" y="109538"/>
                </a:lnTo>
                <a:lnTo>
                  <a:pt x="8420100" y="109538"/>
                </a:lnTo>
                <a:lnTo>
                  <a:pt x="8429625" y="85725"/>
                </a:lnTo>
                <a:lnTo>
                  <a:pt x="8439150" y="76200"/>
                </a:lnTo>
                <a:lnTo>
                  <a:pt x="8448675" y="71438"/>
                </a:lnTo>
                <a:lnTo>
                  <a:pt x="8458200" y="57150"/>
                </a:lnTo>
                <a:lnTo>
                  <a:pt x="8467725" y="47625"/>
                </a:lnTo>
                <a:lnTo>
                  <a:pt x="8477250" y="42863"/>
                </a:lnTo>
                <a:lnTo>
                  <a:pt x="8486775" y="42863"/>
                </a:lnTo>
                <a:lnTo>
                  <a:pt x="8496300" y="66675"/>
                </a:lnTo>
                <a:lnTo>
                  <a:pt x="8505825" y="85725"/>
                </a:lnTo>
                <a:lnTo>
                  <a:pt x="8515350" y="71438"/>
                </a:lnTo>
                <a:lnTo>
                  <a:pt x="8524875" y="61913"/>
                </a:lnTo>
                <a:lnTo>
                  <a:pt x="8534400" y="57150"/>
                </a:lnTo>
                <a:lnTo>
                  <a:pt x="8543925" y="57150"/>
                </a:lnTo>
                <a:lnTo>
                  <a:pt x="8553450" y="61913"/>
                </a:lnTo>
                <a:lnTo>
                  <a:pt x="8562975" y="66675"/>
                </a:lnTo>
                <a:lnTo>
                  <a:pt x="8572500" y="66675"/>
                </a:lnTo>
                <a:lnTo>
                  <a:pt x="8582025" y="57150"/>
                </a:lnTo>
                <a:lnTo>
                  <a:pt x="8591550" y="47625"/>
                </a:lnTo>
                <a:lnTo>
                  <a:pt x="8601075" y="42863"/>
                </a:lnTo>
                <a:lnTo>
                  <a:pt x="8610600" y="42863"/>
                </a:lnTo>
                <a:lnTo>
                  <a:pt x="8620125" y="42863"/>
                </a:lnTo>
                <a:lnTo>
                  <a:pt x="8629650" y="52388"/>
                </a:lnTo>
                <a:lnTo>
                  <a:pt x="8639175" y="57150"/>
                </a:lnTo>
                <a:lnTo>
                  <a:pt x="8648700" y="9525"/>
                </a:lnTo>
                <a:lnTo>
                  <a:pt x="8658225" y="0"/>
                </a:lnTo>
                <a:lnTo>
                  <a:pt x="8667750" y="19050"/>
                </a:lnTo>
                <a:lnTo>
                  <a:pt x="8677275" y="23813"/>
                </a:lnTo>
                <a:lnTo>
                  <a:pt x="8686800" y="28575"/>
                </a:lnTo>
                <a:lnTo>
                  <a:pt x="8696325" y="28575"/>
                </a:lnTo>
                <a:lnTo>
                  <a:pt x="8705850" y="27781"/>
                </a:lnTo>
                <a:lnTo>
                  <a:pt x="8715375" y="26988"/>
                </a:lnTo>
                <a:lnTo>
                  <a:pt x="8724900" y="26194"/>
                </a:lnTo>
                <a:lnTo>
                  <a:pt x="8734425" y="25400"/>
                </a:lnTo>
                <a:lnTo>
                  <a:pt x="8743950" y="24606"/>
                </a:lnTo>
                <a:lnTo>
                  <a:pt x="8753475" y="23813"/>
                </a:lnTo>
                <a:lnTo>
                  <a:pt x="8763000" y="52388"/>
                </a:lnTo>
                <a:lnTo>
                  <a:pt x="8772525" y="71438"/>
                </a:lnTo>
                <a:lnTo>
                  <a:pt x="8782050" y="80963"/>
                </a:lnTo>
                <a:lnTo>
                  <a:pt x="8791575" y="95250"/>
                </a:lnTo>
                <a:lnTo>
                  <a:pt x="8801100" y="109538"/>
                </a:lnTo>
                <a:lnTo>
                  <a:pt x="8810625" y="114300"/>
                </a:lnTo>
                <a:lnTo>
                  <a:pt x="8820150" y="119063"/>
                </a:lnTo>
                <a:lnTo>
                  <a:pt x="8829675" y="128588"/>
                </a:lnTo>
                <a:lnTo>
                  <a:pt x="8839200" y="128588"/>
                </a:lnTo>
                <a:lnTo>
                  <a:pt x="8848725" y="119063"/>
                </a:lnTo>
                <a:lnTo>
                  <a:pt x="8858250" y="114300"/>
                </a:lnTo>
                <a:lnTo>
                  <a:pt x="8867775" y="114300"/>
                </a:lnTo>
                <a:lnTo>
                  <a:pt x="8877300" y="114300"/>
                </a:lnTo>
                <a:lnTo>
                  <a:pt x="8886825" y="114300"/>
                </a:lnTo>
                <a:lnTo>
                  <a:pt x="8896350" y="128588"/>
                </a:lnTo>
                <a:lnTo>
                  <a:pt x="8905875" y="138113"/>
                </a:lnTo>
                <a:lnTo>
                  <a:pt x="8915400" y="142875"/>
                </a:lnTo>
                <a:lnTo>
                  <a:pt x="8924925" y="142875"/>
                </a:lnTo>
                <a:lnTo>
                  <a:pt x="8934450" y="142875"/>
                </a:lnTo>
                <a:lnTo>
                  <a:pt x="8943975" y="128588"/>
                </a:lnTo>
                <a:lnTo>
                  <a:pt x="8953500" y="119063"/>
                </a:lnTo>
                <a:lnTo>
                  <a:pt x="8963025" y="119063"/>
                </a:lnTo>
                <a:lnTo>
                  <a:pt x="8972550" y="104775"/>
                </a:lnTo>
                <a:lnTo>
                  <a:pt x="8982075" y="95250"/>
                </a:lnTo>
                <a:lnTo>
                  <a:pt x="8991600" y="95250"/>
                </a:lnTo>
                <a:lnTo>
                  <a:pt x="9001125" y="95250"/>
                </a:lnTo>
                <a:lnTo>
                  <a:pt x="9010650" y="119063"/>
                </a:lnTo>
                <a:lnTo>
                  <a:pt x="9020175" y="119063"/>
                </a:lnTo>
                <a:lnTo>
                  <a:pt x="9029700" y="114300"/>
                </a:lnTo>
                <a:lnTo>
                  <a:pt x="9039225" y="109538"/>
                </a:lnTo>
                <a:lnTo>
                  <a:pt x="9048750" y="104775"/>
                </a:lnTo>
                <a:lnTo>
                  <a:pt x="9058275" y="109538"/>
                </a:lnTo>
                <a:lnTo>
                  <a:pt x="9067800" y="80963"/>
                </a:lnTo>
                <a:lnTo>
                  <a:pt x="9077325" y="85725"/>
                </a:lnTo>
                <a:lnTo>
                  <a:pt x="9086850" y="100013"/>
                </a:lnTo>
                <a:lnTo>
                  <a:pt x="9096375" y="109538"/>
                </a:lnTo>
                <a:lnTo>
                  <a:pt x="9105900" y="114300"/>
                </a:lnTo>
                <a:lnTo>
                  <a:pt x="9115425" y="142875"/>
                </a:lnTo>
                <a:lnTo>
                  <a:pt x="9124950" y="147638"/>
                </a:lnTo>
                <a:lnTo>
                  <a:pt x="9134475" y="152400"/>
                </a:lnTo>
                <a:lnTo>
                  <a:pt x="9144000" y="147638"/>
                </a:lnTo>
                <a:lnTo>
                  <a:pt x="9153525" y="90488"/>
                </a:lnTo>
                <a:lnTo>
                  <a:pt x="9163050" y="66675"/>
                </a:lnTo>
                <a:lnTo>
                  <a:pt x="9172575" y="76200"/>
                </a:lnTo>
                <a:lnTo>
                  <a:pt x="9182100" y="119063"/>
                </a:lnTo>
                <a:lnTo>
                  <a:pt x="9191625" y="119063"/>
                </a:lnTo>
                <a:lnTo>
                  <a:pt x="9201150" y="100013"/>
                </a:lnTo>
                <a:lnTo>
                  <a:pt x="9210675" y="95250"/>
                </a:lnTo>
                <a:lnTo>
                  <a:pt x="9220200" y="119063"/>
                </a:lnTo>
                <a:lnTo>
                  <a:pt x="9229725" y="123825"/>
                </a:lnTo>
                <a:lnTo>
                  <a:pt x="9239250" y="114300"/>
                </a:lnTo>
                <a:lnTo>
                  <a:pt x="9248775" y="114300"/>
                </a:lnTo>
                <a:lnTo>
                  <a:pt x="9258300" y="147638"/>
                </a:lnTo>
                <a:lnTo>
                  <a:pt x="9267825" y="147638"/>
                </a:lnTo>
                <a:lnTo>
                  <a:pt x="9277350" y="142875"/>
                </a:lnTo>
                <a:lnTo>
                  <a:pt x="9286875" y="138113"/>
                </a:lnTo>
                <a:lnTo>
                  <a:pt x="9296400" y="133350"/>
                </a:lnTo>
                <a:lnTo>
                  <a:pt x="9305925" y="95250"/>
                </a:lnTo>
                <a:lnTo>
                  <a:pt x="9315450" y="90488"/>
                </a:lnTo>
                <a:lnTo>
                  <a:pt x="9324975" y="119063"/>
                </a:lnTo>
                <a:lnTo>
                  <a:pt x="9334500" y="109538"/>
                </a:lnTo>
                <a:lnTo>
                  <a:pt x="9344025" y="104775"/>
                </a:lnTo>
                <a:lnTo>
                  <a:pt x="9353550" y="109538"/>
                </a:lnTo>
                <a:lnTo>
                  <a:pt x="9363075" y="128588"/>
                </a:lnTo>
                <a:lnTo>
                  <a:pt x="9372600" y="138113"/>
                </a:lnTo>
                <a:lnTo>
                  <a:pt x="9382125" y="123825"/>
                </a:lnTo>
                <a:lnTo>
                  <a:pt x="9391650" y="123825"/>
                </a:lnTo>
                <a:lnTo>
                  <a:pt x="9401175" y="109538"/>
                </a:lnTo>
                <a:lnTo>
                  <a:pt x="9410700" y="109538"/>
                </a:lnTo>
                <a:lnTo>
                  <a:pt x="9420225" y="104775"/>
                </a:lnTo>
                <a:lnTo>
                  <a:pt x="9429750" y="90488"/>
                </a:lnTo>
                <a:lnTo>
                  <a:pt x="9439275" y="104775"/>
                </a:lnTo>
                <a:lnTo>
                  <a:pt x="9448800" y="119063"/>
                </a:lnTo>
                <a:lnTo>
                  <a:pt x="9458325" y="114300"/>
                </a:lnTo>
                <a:lnTo>
                  <a:pt x="9467850" y="114300"/>
                </a:lnTo>
                <a:lnTo>
                  <a:pt x="9477375" y="119063"/>
                </a:lnTo>
                <a:lnTo>
                  <a:pt x="9486900" y="128588"/>
                </a:lnTo>
                <a:lnTo>
                  <a:pt x="9496425" y="133350"/>
                </a:lnTo>
                <a:lnTo>
                  <a:pt x="9505950" y="138113"/>
                </a:lnTo>
                <a:lnTo>
                  <a:pt x="9515475" y="138113"/>
                </a:lnTo>
                <a:lnTo>
                  <a:pt x="9525000" y="142875"/>
                </a:lnTo>
                <a:lnTo>
                  <a:pt x="9534525" y="138113"/>
                </a:lnTo>
                <a:lnTo>
                  <a:pt x="9544050" y="128588"/>
                </a:lnTo>
                <a:lnTo>
                  <a:pt x="9553575" y="133350"/>
                </a:lnTo>
                <a:lnTo>
                  <a:pt x="9563100" y="123825"/>
                </a:lnTo>
                <a:lnTo>
                  <a:pt x="9572625" y="119063"/>
                </a:lnTo>
                <a:lnTo>
                  <a:pt x="9582150" y="109538"/>
                </a:lnTo>
                <a:lnTo>
                  <a:pt x="9591675" y="109538"/>
                </a:lnTo>
                <a:lnTo>
                  <a:pt x="9601200" y="114300"/>
                </a:lnTo>
                <a:lnTo>
                  <a:pt x="9610725" y="119063"/>
                </a:lnTo>
                <a:lnTo>
                  <a:pt x="9620250" y="152400"/>
                </a:lnTo>
                <a:lnTo>
                  <a:pt x="9629775" y="152400"/>
                </a:lnTo>
                <a:lnTo>
                  <a:pt x="9639300" y="138113"/>
                </a:lnTo>
                <a:lnTo>
                  <a:pt x="9648825" y="142875"/>
                </a:lnTo>
                <a:lnTo>
                  <a:pt x="9658350" y="133350"/>
                </a:lnTo>
                <a:lnTo>
                  <a:pt x="9667875" y="66675"/>
                </a:lnTo>
                <a:lnTo>
                  <a:pt x="9677400" y="57150"/>
                </a:lnTo>
                <a:lnTo>
                  <a:pt x="9686925" y="100013"/>
                </a:lnTo>
                <a:lnTo>
                  <a:pt x="9696450" y="152400"/>
                </a:lnTo>
                <a:lnTo>
                  <a:pt x="9705975" y="142875"/>
                </a:lnTo>
                <a:lnTo>
                  <a:pt x="9715500" y="128588"/>
                </a:lnTo>
                <a:lnTo>
                  <a:pt x="9725025" y="123825"/>
                </a:lnTo>
                <a:lnTo>
                  <a:pt x="9734550" y="119063"/>
                </a:lnTo>
                <a:lnTo>
                  <a:pt x="9744075" y="119063"/>
                </a:lnTo>
                <a:lnTo>
                  <a:pt x="9753600" y="109538"/>
                </a:lnTo>
                <a:lnTo>
                  <a:pt x="9763125" y="114300"/>
                </a:lnTo>
                <a:lnTo>
                  <a:pt x="9772650" y="128588"/>
                </a:lnTo>
                <a:lnTo>
                  <a:pt x="9782175" y="123825"/>
                </a:lnTo>
                <a:lnTo>
                  <a:pt x="9791700" y="123825"/>
                </a:lnTo>
                <a:lnTo>
                  <a:pt x="9801225" y="123825"/>
                </a:lnTo>
                <a:lnTo>
                  <a:pt x="9810750" y="133350"/>
                </a:lnTo>
                <a:lnTo>
                  <a:pt x="9820275" y="128588"/>
                </a:lnTo>
                <a:lnTo>
                  <a:pt x="9829800" y="133350"/>
                </a:lnTo>
                <a:lnTo>
                  <a:pt x="9839325" y="142875"/>
                </a:lnTo>
                <a:lnTo>
                  <a:pt x="9848850" y="128588"/>
                </a:lnTo>
                <a:lnTo>
                  <a:pt x="9858375" y="128588"/>
                </a:lnTo>
                <a:lnTo>
                  <a:pt x="9867900" y="133350"/>
                </a:lnTo>
                <a:lnTo>
                  <a:pt x="9877425" y="133350"/>
                </a:lnTo>
                <a:lnTo>
                  <a:pt x="9886950" y="133350"/>
                </a:lnTo>
                <a:lnTo>
                  <a:pt x="9896475" y="152400"/>
                </a:lnTo>
                <a:lnTo>
                  <a:pt x="9906000" y="152400"/>
                </a:lnTo>
                <a:lnTo>
                  <a:pt x="9915525" y="142875"/>
                </a:lnTo>
                <a:lnTo>
                  <a:pt x="9925050" y="152400"/>
                </a:lnTo>
                <a:lnTo>
                  <a:pt x="9934575" y="166688"/>
                </a:lnTo>
                <a:lnTo>
                  <a:pt x="9944100" y="171450"/>
                </a:lnTo>
                <a:lnTo>
                  <a:pt x="9953625" y="157163"/>
                </a:lnTo>
                <a:lnTo>
                  <a:pt x="9963150" y="157163"/>
                </a:lnTo>
                <a:lnTo>
                  <a:pt x="9972675" y="166688"/>
                </a:lnTo>
                <a:lnTo>
                  <a:pt x="9982200" y="161925"/>
                </a:lnTo>
                <a:lnTo>
                  <a:pt x="9991725" y="166688"/>
                </a:lnTo>
                <a:lnTo>
                  <a:pt x="10001250" y="161925"/>
                </a:lnTo>
                <a:lnTo>
                  <a:pt x="10010775" y="161925"/>
                </a:lnTo>
                <a:lnTo>
                  <a:pt x="10020300" y="142875"/>
                </a:lnTo>
                <a:lnTo>
                  <a:pt x="10029825" y="157163"/>
                </a:lnTo>
                <a:lnTo>
                  <a:pt x="10039350" y="147638"/>
                </a:lnTo>
                <a:lnTo>
                  <a:pt x="10048875" y="138113"/>
                </a:lnTo>
                <a:lnTo>
                  <a:pt x="10058400" y="133350"/>
                </a:lnTo>
                <a:lnTo>
                  <a:pt x="10067925" y="138113"/>
                </a:lnTo>
                <a:lnTo>
                  <a:pt x="10077450" y="138113"/>
                </a:lnTo>
                <a:lnTo>
                  <a:pt x="10086975" y="119063"/>
                </a:lnTo>
                <a:lnTo>
                  <a:pt x="10096500" y="119063"/>
                </a:lnTo>
                <a:lnTo>
                  <a:pt x="10106025" y="119063"/>
                </a:lnTo>
                <a:lnTo>
                  <a:pt x="10115550" y="114300"/>
                </a:lnTo>
                <a:lnTo>
                  <a:pt x="10125075" y="104775"/>
                </a:lnTo>
                <a:lnTo>
                  <a:pt x="10134600" y="123825"/>
                </a:lnTo>
                <a:lnTo>
                  <a:pt x="10144125" y="128588"/>
                </a:lnTo>
                <a:lnTo>
                  <a:pt x="10153650" y="109538"/>
                </a:lnTo>
                <a:lnTo>
                  <a:pt x="10163175" y="100013"/>
                </a:lnTo>
                <a:lnTo>
                  <a:pt x="10172700" y="47625"/>
                </a:lnTo>
                <a:lnTo>
                  <a:pt x="10182225" y="76200"/>
                </a:lnTo>
                <a:lnTo>
                  <a:pt x="10191750" y="109538"/>
                </a:lnTo>
                <a:lnTo>
                  <a:pt x="10201275" y="61913"/>
                </a:lnTo>
                <a:lnTo>
                  <a:pt x="10210800" y="66675"/>
                </a:lnTo>
                <a:lnTo>
                  <a:pt x="10220325" y="80963"/>
                </a:lnTo>
                <a:lnTo>
                  <a:pt x="10229850" y="71438"/>
                </a:lnTo>
                <a:lnTo>
                  <a:pt x="10239375" y="61913"/>
                </a:lnTo>
                <a:lnTo>
                  <a:pt x="10248900" y="57150"/>
                </a:lnTo>
                <a:lnTo>
                  <a:pt x="10258425" y="47625"/>
                </a:lnTo>
                <a:lnTo>
                  <a:pt x="10267950" y="76200"/>
                </a:lnTo>
                <a:lnTo>
                  <a:pt x="10277475" y="104775"/>
                </a:lnTo>
                <a:lnTo>
                  <a:pt x="10287000" y="109538"/>
                </a:lnTo>
                <a:lnTo>
                  <a:pt x="10296525" y="119063"/>
                </a:lnTo>
                <a:lnTo>
                  <a:pt x="10306050" y="123825"/>
                </a:lnTo>
                <a:lnTo>
                  <a:pt x="10315575" y="104775"/>
                </a:lnTo>
                <a:lnTo>
                  <a:pt x="10325100" y="80963"/>
                </a:lnTo>
                <a:lnTo>
                  <a:pt x="10334625" y="42863"/>
                </a:lnTo>
                <a:lnTo>
                  <a:pt x="10344150" y="52388"/>
                </a:lnTo>
                <a:lnTo>
                  <a:pt x="10353675" y="85725"/>
                </a:lnTo>
                <a:lnTo>
                  <a:pt x="10363200" y="104775"/>
                </a:lnTo>
                <a:lnTo>
                  <a:pt x="10372725" y="90488"/>
                </a:lnTo>
                <a:lnTo>
                  <a:pt x="10382250" y="85725"/>
                </a:lnTo>
                <a:lnTo>
                  <a:pt x="10391775" y="95250"/>
                </a:lnTo>
                <a:lnTo>
                  <a:pt x="10401300" y="100013"/>
                </a:lnTo>
                <a:lnTo>
                  <a:pt x="10410825" y="95250"/>
                </a:lnTo>
                <a:lnTo>
                  <a:pt x="10420350" y="109538"/>
                </a:lnTo>
                <a:lnTo>
                  <a:pt x="10429875" y="128588"/>
                </a:lnTo>
                <a:lnTo>
                  <a:pt x="10439400" y="138113"/>
                </a:lnTo>
                <a:lnTo>
                  <a:pt x="10448925" y="119063"/>
                </a:lnTo>
                <a:lnTo>
                  <a:pt x="10458450" y="100013"/>
                </a:lnTo>
                <a:lnTo>
                  <a:pt x="10467975" y="109538"/>
                </a:lnTo>
                <a:lnTo>
                  <a:pt x="10477500" y="138113"/>
                </a:lnTo>
                <a:lnTo>
                  <a:pt x="10487025" y="138113"/>
                </a:lnTo>
                <a:lnTo>
                  <a:pt x="10496550" y="138113"/>
                </a:lnTo>
                <a:lnTo>
                  <a:pt x="10506075" y="138113"/>
                </a:lnTo>
                <a:lnTo>
                  <a:pt x="10515600" y="138113"/>
                </a:lnTo>
                <a:lnTo>
                  <a:pt x="10525125" y="157163"/>
                </a:lnTo>
                <a:lnTo>
                  <a:pt x="10534650" y="152400"/>
                </a:lnTo>
                <a:lnTo>
                  <a:pt x="10544175" y="152400"/>
                </a:lnTo>
                <a:lnTo>
                  <a:pt x="10553700" y="147638"/>
                </a:lnTo>
                <a:lnTo>
                  <a:pt x="10563225" y="147638"/>
                </a:lnTo>
                <a:lnTo>
                  <a:pt x="10572750" y="147638"/>
                </a:lnTo>
                <a:lnTo>
                  <a:pt x="10582275" y="142875"/>
                </a:lnTo>
                <a:lnTo>
                  <a:pt x="10591800" y="128588"/>
                </a:lnTo>
                <a:lnTo>
                  <a:pt x="10601325" y="100013"/>
                </a:lnTo>
                <a:lnTo>
                  <a:pt x="10610850" y="90488"/>
                </a:lnTo>
                <a:lnTo>
                  <a:pt x="10620375" y="119063"/>
                </a:lnTo>
                <a:lnTo>
                  <a:pt x="10629900" y="147638"/>
                </a:lnTo>
                <a:lnTo>
                  <a:pt x="10639425" y="157163"/>
                </a:lnTo>
                <a:lnTo>
                  <a:pt x="10648950" y="157163"/>
                </a:lnTo>
                <a:lnTo>
                  <a:pt x="10658475" y="142875"/>
                </a:lnTo>
                <a:lnTo>
                  <a:pt x="10668000" y="114300"/>
                </a:lnTo>
                <a:lnTo>
                  <a:pt x="10677525" y="28575"/>
                </a:lnTo>
                <a:lnTo>
                  <a:pt x="10687050" y="23813"/>
                </a:lnTo>
                <a:lnTo>
                  <a:pt x="10696575" y="119063"/>
                </a:lnTo>
                <a:lnTo>
                  <a:pt x="10706100" y="133350"/>
                </a:lnTo>
                <a:lnTo>
                  <a:pt x="10715625" y="138113"/>
                </a:lnTo>
                <a:lnTo>
                  <a:pt x="10725150" y="138113"/>
                </a:lnTo>
                <a:lnTo>
                  <a:pt x="10734675" y="147638"/>
                </a:lnTo>
                <a:lnTo>
                  <a:pt x="10744200" y="142875"/>
                </a:lnTo>
                <a:lnTo>
                  <a:pt x="10753725" y="133350"/>
                </a:lnTo>
                <a:lnTo>
                  <a:pt x="10763250" y="123825"/>
                </a:lnTo>
                <a:lnTo>
                  <a:pt x="10772775" y="123825"/>
                </a:lnTo>
                <a:lnTo>
                  <a:pt x="10782300" y="128588"/>
                </a:lnTo>
                <a:lnTo>
                  <a:pt x="10791825" y="100013"/>
                </a:lnTo>
                <a:lnTo>
                  <a:pt x="10801350" y="100013"/>
                </a:lnTo>
                <a:lnTo>
                  <a:pt x="10810875" y="104775"/>
                </a:lnTo>
                <a:lnTo>
                  <a:pt x="10820400" y="109538"/>
                </a:lnTo>
                <a:lnTo>
                  <a:pt x="10829925" y="114300"/>
                </a:lnTo>
                <a:lnTo>
                  <a:pt x="10839450" y="109538"/>
                </a:lnTo>
                <a:lnTo>
                  <a:pt x="10848975" y="104775"/>
                </a:lnTo>
                <a:lnTo>
                  <a:pt x="10858500" y="90488"/>
                </a:lnTo>
                <a:lnTo>
                  <a:pt x="10868025" y="85725"/>
                </a:lnTo>
                <a:lnTo>
                  <a:pt x="10877550" y="90488"/>
                </a:lnTo>
                <a:lnTo>
                  <a:pt x="10887075" y="90488"/>
                </a:lnTo>
                <a:lnTo>
                  <a:pt x="10896600" y="85725"/>
                </a:lnTo>
                <a:lnTo>
                  <a:pt x="10906125" y="85725"/>
                </a:lnTo>
                <a:lnTo>
                  <a:pt x="10915650" y="119063"/>
                </a:lnTo>
                <a:lnTo>
                  <a:pt x="10925175" y="123825"/>
                </a:lnTo>
                <a:lnTo>
                  <a:pt x="10934700" y="104775"/>
                </a:lnTo>
                <a:lnTo>
                  <a:pt x="10944225" y="100013"/>
                </a:lnTo>
                <a:lnTo>
                  <a:pt x="10953750" y="109538"/>
                </a:lnTo>
                <a:lnTo>
                  <a:pt x="10963275" y="123825"/>
                </a:lnTo>
                <a:lnTo>
                  <a:pt x="10972800" y="123825"/>
                </a:lnTo>
                <a:lnTo>
                  <a:pt x="10982325" y="133350"/>
                </a:lnTo>
                <a:lnTo>
                  <a:pt x="10991850" y="142875"/>
                </a:lnTo>
                <a:lnTo>
                  <a:pt x="11001375" y="142875"/>
                </a:lnTo>
                <a:lnTo>
                  <a:pt x="11010900" y="133350"/>
                </a:lnTo>
                <a:lnTo>
                  <a:pt x="11020425" y="152400"/>
                </a:lnTo>
                <a:lnTo>
                  <a:pt x="11029950" y="147638"/>
                </a:lnTo>
                <a:lnTo>
                  <a:pt x="11039475" y="119063"/>
                </a:lnTo>
                <a:lnTo>
                  <a:pt x="11049000" y="114300"/>
                </a:lnTo>
                <a:lnTo>
                  <a:pt x="11058525" y="114300"/>
                </a:lnTo>
                <a:lnTo>
                  <a:pt x="11068050" y="114300"/>
                </a:lnTo>
                <a:lnTo>
                  <a:pt x="11077575" y="123825"/>
                </a:lnTo>
                <a:lnTo>
                  <a:pt x="11087100" y="133350"/>
                </a:lnTo>
                <a:lnTo>
                  <a:pt x="11096625" y="142875"/>
                </a:lnTo>
                <a:lnTo>
                  <a:pt x="11106150" y="152400"/>
                </a:lnTo>
                <a:lnTo>
                  <a:pt x="11115675" y="152400"/>
                </a:lnTo>
                <a:lnTo>
                  <a:pt x="11125200" y="147638"/>
                </a:lnTo>
                <a:lnTo>
                  <a:pt x="11134725" y="147638"/>
                </a:lnTo>
                <a:lnTo>
                  <a:pt x="11144250" y="147638"/>
                </a:lnTo>
                <a:lnTo>
                  <a:pt x="11153775" y="161925"/>
                </a:lnTo>
                <a:lnTo>
                  <a:pt x="11163300" y="161925"/>
                </a:lnTo>
                <a:lnTo>
                  <a:pt x="11172825" y="161925"/>
                </a:lnTo>
                <a:lnTo>
                  <a:pt x="11182350" y="90488"/>
                </a:lnTo>
                <a:lnTo>
                  <a:pt x="11191875" y="100013"/>
                </a:lnTo>
                <a:lnTo>
                  <a:pt x="11201400" y="190500"/>
                </a:lnTo>
                <a:lnTo>
                  <a:pt x="11210925" y="200025"/>
                </a:lnTo>
                <a:lnTo>
                  <a:pt x="11220450" y="176213"/>
                </a:lnTo>
                <a:lnTo>
                  <a:pt x="11229975" y="157163"/>
                </a:lnTo>
                <a:lnTo>
                  <a:pt x="11239500" y="147638"/>
                </a:lnTo>
                <a:lnTo>
                  <a:pt x="11249025" y="128588"/>
                </a:lnTo>
                <a:lnTo>
                  <a:pt x="11258550" y="138113"/>
                </a:lnTo>
                <a:lnTo>
                  <a:pt x="11268075" y="142875"/>
                </a:lnTo>
                <a:lnTo>
                  <a:pt x="11277600" y="138113"/>
                </a:lnTo>
                <a:lnTo>
                  <a:pt x="11287125" y="157163"/>
                </a:lnTo>
                <a:lnTo>
                  <a:pt x="11296650" y="180975"/>
                </a:lnTo>
                <a:lnTo>
                  <a:pt x="11306175" y="180975"/>
                </a:lnTo>
                <a:lnTo>
                  <a:pt x="11315700" y="166688"/>
                </a:lnTo>
                <a:lnTo>
                  <a:pt x="11325225" y="157163"/>
                </a:lnTo>
                <a:lnTo>
                  <a:pt x="11334750" y="171450"/>
                </a:lnTo>
                <a:lnTo>
                  <a:pt x="11344275" y="161925"/>
                </a:lnTo>
                <a:lnTo>
                  <a:pt x="11353800" y="138113"/>
                </a:lnTo>
                <a:lnTo>
                  <a:pt x="11363325" y="142875"/>
                </a:lnTo>
                <a:lnTo>
                  <a:pt x="11372850" y="152400"/>
                </a:lnTo>
                <a:lnTo>
                  <a:pt x="11382375" y="152400"/>
                </a:lnTo>
                <a:lnTo>
                  <a:pt x="11391900" y="176213"/>
                </a:lnTo>
                <a:lnTo>
                  <a:pt x="11401425" y="180975"/>
                </a:lnTo>
                <a:lnTo>
                  <a:pt x="11410950" y="171450"/>
                </a:lnTo>
                <a:lnTo>
                  <a:pt x="11420475" y="157163"/>
                </a:lnTo>
                <a:lnTo>
                  <a:pt x="11430000" y="171450"/>
                </a:lnTo>
                <a:lnTo>
                  <a:pt x="11439525" y="176213"/>
                </a:lnTo>
                <a:lnTo>
                  <a:pt x="11449050" y="171450"/>
                </a:lnTo>
                <a:lnTo>
                  <a:pt x="11458575" y="171450"/>
                </a:lnTo>
                <a:lnTo>
                  <a:pt x="11468100" y="161925"/>
                </a:lnTo>
                <a:lnTo>
                  <a:pt x="11477625" y="176213"/>
                </a:lnTo>
                <a:lnTo>
                  <a:pt x="11487150" y="176213"/>
                </a:lnTo>
                <a:lnTo>
                  <a:pt x="11496675" y="166688"/>
                </a:lnTo>
                <a:lnTo>
                  <a:pt x="11506200" y="157163"/>
                </a:lnTo>
                <a:lnTo>
                  <a:pt x="11515725" y="152400"/>
                </a:lnTo>
                <a:lnTo>
                  <a:pt x="11525250" y="142875"/>
                </a:lnTo>
                <a:lnTo>
                  <a:pt x="11534775" y="147638"/>
                </a:lnTo>
                <a:lnTo>
                  <a:pt x="11544300" y="166688"/>
                </a:lnTo>
                <a:lnTo>
                  <a:pt x="11553825" y="161925"/>
                </a:lnTo>
                <a:lnTo>
                  <a:pt x="11563350" y="152400"/>
                </a:lnTo>
                <a:lnTo>
                  <a:pt x="11572875" y="147638"/>
                </a:lnTo>
                <a:lnTo>
                  <a:pt x="11582400" y="152400"/>
                </a:lnTo>
                <a:lnTo>
                  <a:pt x="11591925" y="166688"/>
                </a:lnTo>
                <a:lnTo>
                  <a:pt x="11601450" y="171450"/>
                </a:lnTo>
                <a:lnTo>
                  <a:pt x="11610975" y="180975"/>
                </a:lnTo>
                <a:lnTo>
                  <a:pt x="11620500" y="176213"/>
                </a:lnTo>
                <a:lnTo>
                  <a:pt x="11630025" y="176213"/>
                </a:lnTo>
                <a:lnTo>
                  <a:pt x="11639550" y="180975"/>
                </a:lnTo>
                <a:lnTo>
                  <a:pt x="11649075" y="185738"/>
                </a:lnTo>
                <a:lnTo>
                  <a:pt x="11658600" y="195263"/>
                </a:lnTo>
                <a:lnTo>
                  <a:pt x="11668125" y="195263"/>
                </a:lnTo>
                <a:lnTo>
                  <a:pt x="11677650" y="185738"/>
                </a:lnTo>
                <a:lnTo>
                  <a:pt x="11687175" y="161925"/>
                </a:lnTo>
                <a:lnTo>
                  <a:pt x="11696700" y="161925"/>
                </a:lnTo>
                <a:lnTo>
                  <a:pt x="11706225" y="161925"/>
                </a:lnTo>
                <a:lnTo>
                  <a:pt x="11715750" y="161925"/>
                </a:lnTo>
                <a:lnTo>
                  <a:pt x="11725275" y="161925"/>
                </a:lnTo>
                <a:lnTo>
                  <a:pt x="11734800" y="166688"/>
                </a:lnTo>
                <a:lnTo>
                  <a:pt x="11744325" y="171450"/>
                </a:lnTo>
                <a:lnTo>
                  <a:pt x="11753850" y="176213"/>
                </a:lnTo>
                <a:lnTo>
                  <a:pt x="11763375" y="171450"/>
                </a:lnTo>
                <a:lnTo>
                  <a:pt x="11772900" y="176213"/>
                </a:lnTo>
                <a:lnTo>
                  <a:pt x="11782425" y="157163"/>
                </a:lnTo>
                <a:lnTo>
                  <a:pt x="11791950" y="152400"/>
                </a:lnTo>
                <a:lnTo>
                  <a:pt x="11801475" y="157163"/>
                </a:lnTo>
                <a:lnTo>
                  <a:pt x="11811000" y="161925"/>
                </a:lnTo>
                <a:lnTo>
                  <a:pt x="11820525" y="166688"/>
                </a:lnTo>
                <a:lnTo>
                  <a:pt x="11830050" y="195263"/>
                </a:lnTo>
                <a:lnTo>
                  <a:pt x="11839575" y="209550"/>
                </a:lnTo>
                <a:lnTo>
                  <a:pt x="11849100" y="195263"/>
                </a:lnTo>
                <a:lnTo>
                  <a:pt x="11858625" y="185738"/>
                </a:lnTo>
                <a:lnTo>
                  <a:pt x="11868150" y="219075"/>
                </a:lnTo>
                <a:lnTo>
                  <a:pt x="11877675" y="242888"/>
                </a:lnTo>
                <a:lnTo>
                  <a:pt x="11887200" y="233363"/>
                </a:lnTo>
                <a:lnTo>
                  <a:pt x="11896725" y="228600"/>
                </a:lnTo>
                <a:lnTo>
                  <a:pt x="11906250" y="247650"/>
                </a:lnTo>
                <a:lnTo>
                  <a:pt x="11915775" y="247650"/>
                </a:lnTo>
                <a:lnTo>
                  <a:pt x="11925300" y="242888"/>
                </a:lnTo>
                <a:lnTo>
                  <a:pt x="11934825" y="252413"/>
                </a:lnTo>
                <a:lnTo>
                  <a:pt x="11944350" y="271463"/>
                </a:lnTo>
                <a:lnTo>
                  <a:pt x="11953875" y="276225"/>
                </a:lnTo>
                <a:lnTo>
                  <a:pt x="11963400" y="252413"/>
                </a:lnTo>
                <a:lnTo>
                  <a:pt x="11972925" y="252413"/>
                </a:lnTo>
                <a:lnTo>
                  <a:pt x="11982450" y="266700"/>
                </a:lnTo>
                <a:lnTo>
                  <a:pt x="11991975" y="242888"/>
                </a:lnTo>
                <a:lnTo>
                  <a:pt x="12001500" y="214313"/>
                </a:lnTo>
                <a:lnTo>
                  <a:pt x="12011025" y="219075"/>
                </a:lnTo>
                <a:lnTo>
                  <a:pt x="12020550" y="233363"/>
                </a:lnTo>
                <a:lnTo>
                  <a:pt x="12030075" y="238125"/>
                </a:lnTo>
                <a:lnTo>
                  <a:pt x="12039600" y="238125"/>
                </a:lnTo>
                <a:lnTo>
                  <a:pt x="12049125" y="238125"/>
                </a:lnTo>
                <a:lnTo>
                  <a:pt x="12058650" y="223838"/>
                </a:lnTo>
                <a:lnTo>
                  <a:pt x="12068175" y="238125"/>
                </a:lnTo>
                <a:lnTo>
                  <a:pt x="12077700" y="247650"/>
                </a:lnTo>
                <a:lnTo>
                  <a:pt x="12087225" y="247650"/>
                </a:lnTo>
                <a:lnTo>
                  <a:pt x="12096750" y="233363"/>
                </a:lnTo>
                <a:lnTo>
                  <a:pt x="12106275" y="185738"/>
                </a:lnTo>
                <a:lnTo>
                  <a:pt x="12115800" y="180975"/>
                </a:lnTo>
                <a:lnTo>
                  <a:pt x="12125325" y="161925"/>
                </a:lnTo>
                <a:lnTo>
                  <a:pt x="12134850" y="180975"/>
                </a:lnTo>
                <a:lnTo>
                  <a:pt x="12144375" y="214313"/>
                </a:lnTo>
                <a:lnTo>
                  <a:pt x="12153900" y="228600"/>
                </a:lnTo>
                <a:lnTo>
                  <a:pt x="12163425" y="238125"/>
                </a:lnTo>
                <a:lnTo>
                  <a:pt x="12172950" y="238125"/>
                </a:lnTo>
                <a:lnTo>
                  <a:pt x="12182475" y="238125"/>
                </a:lnTo>
                <a:lnTo>
                  <a:pt x="12192000" y="223838"/>
                </a:lnTo>
                <a:lnTo>
                  <a:pt x="12201525" y="190500"/>
                </a:lnTo>
                <a:lnTo>
                  <a:pt x="12211050" y="209550"/>
                </a:lnTo>
                <a:lnTo>
                  <a:pt x="12220575" y="214313"/>
                </a:lnTo>
                <a:lnTo>
                  <a:pt x="12230100" y="219075"/>
                </a:lnTo>
                <a:lnTo>
                  <a:pt x="12239625" y="233363"/>
                </a:lnTo>
                <a:lnTo>
                  <a:pt x="12249150" y="233363"/>
                </a:lnTo>
                <a:lnTo>
                  <a:pt x="12258675" y="200025"/>
                </a:lnTo>
                <a:lnTo>
                  <a:pt x="12268200" y="157163"/>
                </a:lnTo>
                <a:lnTo>
                  <a:pt x="12277725" y="133350"/>
                </a:lnTo>
                <a:lnTo>
                  <a:pt x="12287250" y="133350"/>
                </a:lnTo>
                <a:lnTo>
                  <a:pt x="12296775" y="157163"/>
                </a:lnTo>
                <a:lnTo>
                  <a:pt x="12306300" y="176213"/>
                </a:lnTo>
                <a:lnTo>
                  <a:pt x="12315825" y="166688"/>
                </a:lnTo>
                <a:lnTo>
                  <a:pt x="12325350" y="152400"/>
                </a:lnTo>
                <a:lnTo>
                  <a:pt x="12334875" y="157163"/>
                </a:lnTo>
                <a:lnTo>
                  <a:pt x="12344400" y="171450"/>
                </a:lnTo>
                <a:lnTo>
                  <a:pt x="12353925" y="157163"/>
                </a:lnTo>
                <a:lnTo>
                  <a:pt x="12363450" y="171450"/>
                </a:lnTo>
                <a:lnTo>
                  <a:pt x="12372975" y="185738"/>
                </a:lnTo>
                <a:lnTo>
                  <a:pt x="12382500" y="209550"/>
                </a:lnTo>
                <a:lnTo>
                  <a:pt x="12392025" y="209550"/>
                </a:lnTo>
                <a:lnTo>
                  <a:pt x="12401550" y="200025"/>
                </a:lnTo>
                <a:lnTo>
                  <a:pt x="12411075" y="209550"/>
                </a:lnTo>
                <a:lnTo>
                  <a:pt x="12420600" y="233363"/>
                </a:lnTo>
                <a:lnTo>
                  <a:pt x="12430125" y="257175"/>
                </a:lnTo>
                <a:lnTo>
                  <a:pt x="12439650" y="266700"/>
                </a:lnTo>
                <a:lnTo>
                  <a:pt x="12449175" y="261938"/>
                </a:lnTo>
                <a:lnTo>
                  <a:pt x="12458700" y="257175"/>
                </a:lnTo>
                <a:lnTo>
                  <a:pt x="12468225" y="276225"/>
                </a:lnTo>
                <a:lnTo>
                  <a:pt x="12477750" y="276225"/>
                </a:lnTo>
                <a:lnTo>
                  <a:pt x="12487275" y="266700"/>
                </a:lnTo>
                <a:lnTo>
                  <a:pt x="12496800" y="257175"/>
                </a:lnTo>
                <a:lnTo>
                  <a:pt x="12506325" y="252413"/>
                </a:lnTo>
                <a:lnTo>
                  <a:pt x="12515850" y="242888"/>
                </a:lnTo>
                <a:lnTo>
                  <a:pt x="12525375" y="252413"/>
                </a:lnTo>
                <a:lnTo>
                  <a:pt x="12534900" y="266700"/>
                </a:lnTo>
                <a:lnTo>
                  <a:pt x="12544425" y="285750"/>
                </a:lnTo>
                <a:lnTo>
                  <a:pt x="12553950" y="285750"/>
                </a:lnTo>
                <a:lnTo>
                  <a:pt x="12563475" y="280988"/>
                </a:lnTo>
                <a:lnTo>
                  <a:pt x="12573000" y="266700"/>
                </a:lnTo>
                <a:lnTo>
                  <a:pt x="12582525" y="269081"/>
                </a:lnTo>
                <a:lnTo>
                  <a:pt x="12592050" y="271463"/>
                </a:lnTo>
                <a:lnTo>
                  <a:pt x="12601575" y="247650"/>
                </a:lnTo>
                <a:lnTo>
                  <a:pt x="12611100" y="252413"/>
                </a:lnTo>
                <a:lnTo>
                  <a:pt x="12620625" y="257175"/>
                </a:lnTo>
                <a:lnTo>
                  <a:pt x="12630150" y="266700"/>
                </a:lnTo>
                <a:lnTo>
                  <a:pt x="12639675" y="247650"/>
                </a:lnTo>
                <a:lnTo>
                  <a:pt x="12649200" y="190500"/>
                </a:lnTo>
                <a:lnTo>
                  <a:pt x="12658725" y="185738"/>
                </a:lnTo>
                <a:lnTo>
                  <a:pt x="12668250" y="204788"/>
                </a:lnTo>
                <a:lnTo>
                  <a:pt x="12677775" y="261938"/>
                </a:lnTo>
                <a:lnTo>
                  <a:pt x="12687300" y="261938"/>
                </a:lnTo>
                <a:lnTo>
                  <a:pt x="12696825" y="209550"/>
                </a:lnTo>
                <a:lnTo>
                  <a:pt x="12706350" y="4763"/>
                </a:lnTo>
                <a:lnTo>
                  <a:pt x="12715875" y="28575"/>
                </a:lnTo>
                <a:lnTo>
                  <a:pt x="12725400" y="247650"/>
                </a:lnTo>
                <a:lnTo>
                  <a:pt x="12734925" y="257175"/>
                </a:lnTo>
                <a:lnTo>
                  <a:pt x="12744450" y="261938"/>
                </a:lnTo>
                <a:lnTo>
                  <a:pt x="12753975" y="233363"/>
                </a:lnTo>
                <a:lnTo>
                  <a:pt x="12763500" y="204788"/>
                </a:lnTo>
                <a:lnTo>
                  <a:pt x="12773025" y="190500"/>
                </a:lnTo>
                <a:lnTo>
                  <a:pt x="12782550" y="190500"/>
                </a:lnTo>
                <a:lnTo>
                  <a:pt x="12792075" y="161925"/>
                </a:lnTo>
                <a:lnTo>
                  <a:pt x="12801600" y="133350"/>
                </a:lnTo>
                <a:lnTo>
                  <a:pt x="12811125" y="147638"/>
                </a:lnTo>
                <a:lnTo>
                  <a:pt x="12820650" y="214313"/>
                </a:lnTo>
                <a:lnTo>
                  <a:pt x="12830175" y="219075"/>
                </a:lnTo>
                <a:lnTo>
                  <a:pt x="12839700" y="214313"/>
                </a:lnTo>
                <a:lnTo>
                  <a:pt x="12849225" y="214313"/>
                </a:lnTo>
                <a:lnTo>
                  <a:pt x="12858750" y="204788"/>
                </a:lnTo>
                <a:lnTo>
                  <a:pt x="12868275" y="195263"/>
                </a:lnTo>
                <a:lnTo>
                  <a:pt x="12877800" y="200025"/>
                </a:lnTo>
                <a:lnTo>
                  <a:pt x="12887325" y="209550"/>
                </a:lnTo>
                <a:lnTo>
                  <a:pt x="12896850" y="204788"/>
                </a:lnTo>
                <a:lnTo>
                  <a:pt x="12906375" y="190500"/>
                </a:lnTo>
                <a:lnTo>
                  <a:pt x="12915900" y="195263"/>
                </a:lnTo>
                <a:lnTo>
                  <a:pt x="12925425" y="185738"/>
                </a:lnTo>
                <a:lnTo>
                  <a:pt x="12934950" y="176213"/>
                </a:lnTo>
                <a:lnTo>
                  <a:pt x="12944475" y="166688"/>
                </a:lnTo>
                <a:lnTo>
                  <a:pt x="12954000" y="219075"/>
                </a:lnTo>
                <a:lnTo>
                  <a:pt x="12963525" y="247650"/>
                </a:lnTo>
                <a:lnTo>
                  <a:pt x="12973050" y="200025"/>
                </a:lnTo>
                <a:lnTo>
                  <a:pt x="12982575" y="190500"/>
                </a:lnTo>
                <a:lnTo>
                  <a:pt x="12992100" y="190500"/>
                </a:lnTo>
                <a:lnTo>
                  <a:pt x="13001625" y="176213"/>
                </a:lnTo>
                <a:lnTo>
                  <a:pt x="13011150" y="176213"/>
                </a:lnTo>
                <a:lnTo>
                  <a:pt x="13020675" y="209550"/>
                </a:lnTo>
                <a:lnTo>
                  <a:pt x="13030200" y="209550"/>
                </a:lnTo>
                <a:lnTo>
                  <a:pt x="13039725" y="190500"/>
                </a:lnTo>
                <a:lnTo>
                  <a:pt x="13049250" y="185738"/>
                </a:lnTo>
                <a:lnTo>
                  <a:pt x="13058775" y="161925"/>
                </a:lnTo>
                <a:lnTo>
                  <a:pt x="13068300" y="147638"/>
                </a:lnTo>
                <a:lnTo>
                  <a:pt x="13077825" y="157163"/>
                </a:lnTo>
                <a:lnTo>
                  <a:pt x="13087350" y="119063"/>
                </a:lnTo>
                <a:lnTo>
                  <a:pt x="13096875" y="133350"/>
                </a:lnTo>
                <a:lnTo>
                  <a:pt x="13106400" y="138113"/>
                </a:lnTo>
                <a:lnTo>
                  <a:pt x="13115925" y="114300"/>
                </a:lnTo>
                <a:lnTo>
                  <a:pt x="13125450" y="195263"/>
                </a:lnTo>
                <a:lnTo>
                  <a:pt x="13134975" y="219075"/>
                </a:lnTo>
                <a:lnTo>
                  <a:pt x="13144500" y="204788"/>
                </a:lnTo>
                <a:lnTo>
                  <a:pt x="13154025" y="204788"/>
                </a:lnTo>
                <a:lnTo>
                  <a:pt x="13163550" y="219075"/>
                </a:lnTo>
                <a:lnTo>
                  <a:pt x="13173075" y="223838"/>
                </a:lnTo>
                <a:lnTo>
                  <a:pt x="13182600" y="238125"/>
                </a:lnTo>
                <a:lnTo>
                  <a:pt x="13192125" y="247650"/>
                </a:lnTo>
                <a:lnTo>
                  <a:pt x="13201650" y="242888"/>
                </a:lnTo>
                <a:lnTo>
                  <a:pt x="13211175" y="152400"/>
                </a:lnTo>
                <a:lnTo>
                  <a:pt x="13220700" y="133350"/>
                </a:lnTo>
                <a:lnTo>
                  <a:pt x="13230225" y="195263"/>
                </a:lnTo>
                <a:lnTo>
                  <a:pt x="13239750" y="214313"/>
                </a:lnTo>
                <a:lnTo>
                  <a:pt x="13249275" y="180975"/>
                </a:lnTo>
                <a:lnTo>
                  <a:pt x="13258800" y="180975"/>
                </a:lnTo>
                <a:lnTo>
                  <a:pt x="13268325" y="195263"/>
                </a:lnTo>
                <a:lnTo>
                  <a:pt x="13277850" y="200025"/>
                </a:lnTo>
                <a:lnTo>
                  <a:pt x="13287375" y="195263"/>
                </a:lnTo>
                <a:lnTo>
                  <a:pt x="13296900" y="204788"/>
                </a:lnTo>
                <a:lnTo>
                  <a:pt x="13306425" y="223838"/>
                </a:lnTo>
                <a:lnTo>
                  <a:pt x="13315950" y="219075"/>
                </a:lnTo>
                <a:lnTo>
                  <a:pt x="13325475" y="219075"/>
                </a:lnTo>
                <a:lnTo>
                  <a:pt x="13335000" y="219075"/>
                </a:lnTo>
                <a:lnTo>
                  <a:pt x="13344525" y="204788"/>
                </a:lnTo>
                <a:lnTo>
                  <a:pt x="13354050" y="180975"/>
                </a:lnTo>
                <a:lnTo>
                  <a:pt x="13363575" y="180975"/>
                </a:lnTo>
                <a:lnTo>
                  <a:pt x="13373100" y="176213"/>
                </a:lnTo>
                <a:lnTo>
                  <a:pt x="13382625" y="157163"/>
                </a:lnTo>
                <a:lnTo>
                  <a:pt x="13392150" y="157163"/>
                </a:lnTo>
                <a:lnTo>
                  <a:pt x="13401675" y="219075"/>
                </a:lnTo>
                <a:lnTo>
                  <a:pt x="13411200" y="233363"/>
                </a:lnTo>
                <a:lnTo>
                  <a:pt x="13420725" y="214313"/>
                </a:lnTo>
                <a:lnTo>
                  <a:pt x="13430250" y="204788"/>
                </a:lnTo>
                <a:lnTo>
                  <a:pt x="13439775" y="185738"/>
                </a:lnTo>
                <a:lnTo>
                  <a:pt x="13449300" y="166688"/>
                </a:lnTo>
                <a:lnTo>
                  <a:pt x="13458825" y="185738"/>
                </a:lnTo>
                <a:lnTo>
                  <a:pt x="13468350" y="204788"/>
                </a:lnTo>
                <a:lnTo>
                  <a:pt x="13477875" y="204788"/>
                </a:lnTo>
                <a:lnTo>
                  <a:pt x="13487400" y="209550"/>
                </a:lnTo>
                <a:lnTo>
                  <a:pt x="13496925" y="223838"/>
                </a:lnTo>
                <a:lnTo>
                  <a:pt x="13506450" y="242888"/>
                </a:lnTo>
                <a:lnTo>
                  <a:pt x="13515975" y="257175"/>
                </a:lnTo>
                <a:lnTo>
                  <a:pt x="13525500" y="242888"/>
                </a:lnTo>
                <a:lnTo>
                  <a:pt x="13535025" y="223838"/>
                </a:lnTo>
                <a:lnTo>
                  <a:pt x="13544550" y="190500"/>
                </a:lnTo>
                <a:lnTo>
                  <a:pt x="13554075" y="190500"/>
                </a:lnTo>
                <a:lnTo>
                  <a:pt x="13563600" y="209550"/>
                </a:lnTo>
                <a:lnTo>
                  <a:pt x="13573125" y="204788"/>
                </a:lnTo>
                <a:lnTo>
                  <a:pt x="13582650" y="200025"/>
                </a:lnTo>
                <a:lnTo>
                  <a:pt x="13592175" y="204788"/>
                </a:lnTo>
                <a:lnTo>
                  <a:pt x="13601700" y="204788"/>
                </a:lnTo>
                <a:lnTo>
                  <a:pt x="13611225" y="223838"/>
                </a:lnTo>
                <a:lnTo>
                  <a:pt x="13620750" y="219075"/>
                </a:lnTo>
                <a:lnTo>
                  <a:pt x="13630275" y="214313"/>
                </a:lnTo>
                <a:lnTo>
                  <a:pt x="13639800" y="219075"/>
                </a:lnTo>
                <a:lnTo>
                  <a:pt x="13649325" y="222885"/>
                </a:lnTo>
                <a:lnTo>
                  <a:pt x="13658850" y="226695"/>
                </a:lnTo>
                <a:lnTo>
                  <a:pt x="13668375" y="230505"/>
                </a:lnTo>
                <a:lnTo>
                  <a:pt x="13677900" y="234315"/>
                </a:lnTo>
                <a:lnTo>
                  <a:pt x="13687425" y="238125"/>
                </a:lnTo>
                <a:lnTo>
                  <a:pt x="13696950" y="233363"/>
                </a:lnTo>
                <a:lnTo>
                  <a:pt x="13706475" y="214313"/>
                </a:lnTo>
                <a:lnTo>
                  <a:pt x="13716000" y="185738"/>
                </a:lnTo>
                <a:lnTo>
                  <a:pt x="13725525" y="195263"/>
                </a:lnTo>
                <a:lnTo>
                  <a:pt x="13735050" y="228600"/>
                </a:lnTo>
                <a:lnTo>
                  <a:pt x="13744575" y="219075"/>
                </a:lnTo>
                <a:lnTo>
                  <a:pt x="13754100" y="176213"/>
                </a:lnTo>
                <a:lnTo>
                  <a:pt x="13763625" y="171450"/>
                </a:lnTo>
                <a:lnTo>
                  <a:pt x="13773150" y="166688"/>
                </a:lnTo>
                <a:lnTo>
                  <a:pt x="13782675" y="147638"/>
                </a:lnTo>
                <a:lnTo>
                  <a:pt x="13792200" y="147638"/>
                </a:lnTo>
                <a:lnTo>
                  <a:pt x="13801725" y="157163"/>
                </a:lnTo>
                <a:lnTo>
                  <a:pt x="13811250" y="171450"/>
                </a:lnTo>
                <a:lnTo>
                  <a:pt x="13820775" y="171450"/>
                </a:lnTo>
                <a:lnTo>
                  <a:pt x="13830300" y="176213"/>
                </a:lnTo>
                <a:lnTo>
                  <a:pt x="13839825" y="180975"/>
                </a:lnTo>
                <a:lnTo>
                  <a:pt x="13849350" y="176213"/>
                </a:lnTo>
                <a:lnTo>
                  <a:pt x="13858875" y="166688"/>
                </a:lnTo>
                <a:lnTo>
                  <a:pt x="13868400" y="161925"/>
                </a:lnTo>
                <a:lnTo>
                  <a:pt x="13877925" y="161925"/>
                </a:lnTo>
                <a:lnTo>
                  <a:pt x="13887450" y="161925"/>
                </a:lnTo>
                <a:lnTo>
                  <a:pt x="13896975" y="157163"/>
                </a:lnTo>
                <a:lnTo>
                  <a:pt x="13906500" y="166688"/>
                </a:lnTo>
                <a:lnTo>
                  <a:pt x="13916025" y="176213"/>
                </a:lnTo>
                <a:lnTo>
                  <a:pt x="13925550" y="209550"/>
                </a:lnTo>
                <a:lnTo>
                  <a:pt x="13935075" y="204788"/>
                </a:lnTo>
                <a:lnTo>
                  <a:pt x="13944600" y="204788"/>
                </a:lnTo>
                <a:lnTo>
                  <a:pt x="13954125" y="214313"/>
                </a:lnTo>
                <a:lnTo>
                  <a:pt x="13963650" y="209550"/>
                </a:lnTo>
                <a:lnTo>
                  <a:pt x="13973175" y="190500"/>
                </a:lnTo>
                <a:lnTo>
                  <a:pt x="13982700" y="161925"/>
                </a:lnTo>
                <a:lnTo>
                  <a:pt x="13992225" y="157163"/>
                </a:lnTo>
                <a:lnTo>
                  <a:pt x="14001750" y="166688"/>
                </a:lnTo>
                <a:lnTo>
                  <a:pt x="14011275" y="195263"/>
                </a:lnTo>
                <a:lnTo>
                  <a:pt x="14020800" y="209550"/>
                </a:lnTo>
                <a:lnTo>
                  <a:pt x="14030325" y="209550"/>
                </a:lnTo>
                <a:lnTo>
                  <a:pt x="14039850" y="214313"/>
                </a:lnTo>
                <a:lnTo>
                  <a:pt x="14049375" y="200025"/>
                </a:lnTo>
                <a:lnTo>
                  <a:pt x="14058900" y="190500"/>
                </a:lnTo>
                <a:lnTo>
                  <a:pt x="14068425" y="209550"/>
                </a:lnTo>
                <a:lnTo>
                  <a:pt x="14077950" y="214313"/>
                </a:lnTo>
                <a:lnTo>
                  <a:pt x="14087475" y="209550"/>
                </a:lnTo>
                <a:lnTo>
                  <a:pt x="14097000" y="209550"/>
                </a:lnTo>
                <a:lnTo>
                  <a:pt x="14106525" y="209550"/>
                </a:lnTo>
                <a:lnTo>
                  <a:pt x="14116050" y="209550"/>
                </a:lnTo>
                <a:lnTo>
                  <a:pt x="14125575" y="195263"/>
                </a:lnTo>
                <a:lnTo>
                  <a:pt x="14135100" y="209550"/>
                </a:lnTo>
                <a:lnTo>
                  <a:pt x="14144625" y="219075"/>
                </a:lnTo>
                <a:lnTo>
                  <a:pt x="14154150" y="223838"/>
                </a:lnTo>
                <a:lnTo>
                  <a:pt x="14163675" y="219075"/>
                </a:lnTo>
                <a:lnTo>
                  <a:pt x="14173200" y="228600"/>
                </a:lnTo>
                <a:lnTo>
                  <a:pt x="14182725" y="228600"/>
                </a:lnTo>
                <a:lnTo>
                  <a:pt x="14192250" y="214313"/>
                </a:lnTo>
                <a:lnTo>
                  <a:pt x="14201775" y="240506"/>
                </a:lnTo>
                <a:lnTo>
                  <a:pt x="14211300" y="266700"/>
                </a:lnTo>
                <a:lnTo>
                  <a:pt x="14220825" y="261938"/>
                </a:lnTo>
                <a:lnTo>
                  <a:pt x="14230350" y="328613"/>
                </a:lnTo>
                <a:lnTo>
                  <a:pt x="14239875" y="461963"/>
                </a:lnTo>
                <a:lnTo>
                  <a:pt x="14249400" y="533400"/>
                </a:lnTo>
                <a:lnTo>
                  <a:pt x="14258925" y="1981200"/>
                </a:lnTo>
                <a:lnTo>
                  <a:pt x="14268450" y="4533900"/>
                </a:lnTo>
                <a:lnTo>
                  <a:pt x="14277975" y="6343650"/>
                </a:lnTo>
                <a:lnTo>
                  <a:pt x="14287500" y="6505575"/>
                </a:lnTo>
                <a:lnTo>
                  <a:pt x="14297025" y="6596063"/>
                </a:lnTo>
                <a:lnTo>
                  <a:pt x="14306550" y="6572250"/>
                </a:lnTo>
                <a:lnTo>
                  <a:pt x="14316075" y="6557963"/>
                </a:lnTo>
                <a:lnTo>
                  <a:pt x="14325600" y="6600825"/>
                </a:lnTo>
                <a:lnTo>
                  <a:pt x="14335125" y="6605588"/>
                </a:lnTo>
                <a:lnTo>
                  <a:pt x="14344650" y="6605588"/>
                </a:lnTo>
                <a:lnTo>
                  <a:pt x="14354175" y="6634163"/>
                </a:lnTo>
                <a:lnTo>
                  <a:pt x="14363700" y="6610350"/>
                </a:lnTo>
                <a:lnTo>
                  <a:pt x="14373225" y="6615113"/>
                </a:lnTo>
                <a:lnTo>
                  <a:pt x="14382750" y="6643688"/>
                </a:lnTo>
                <a:lnTo>
                  <a:pt x="14392275" y="6638925"/>
                </a:lnTo>
                <a:lnTo>
                  <a:pt x="14401800" y="6657975"/>
                </a:lnTo>
                <a:lnTo>
                  <a:pt x="14411325" y="6657975"/>
                </a:lnTo>
                <a:lnTo>
                  <a:pt x="14420850" y="6653213"/>
                </a:lnTo>
                <a:lnTo>
                  <a:pt x="14430375" y="6657975"/>
                </a:lnTo>
                <a:lnTo>
                  <a:pt x="14439900" y="6648450"/>
                </a:lnTo>
                <a:lnTo>
                  <a:pt x="14449425" y="6648450"/>
                </a:lnTo>
                <a:lnTo>
                  <a:pt x="14458950" y="6657975"/>
                </a:lnTo>
                <a:lnTo>
                  <a:pt x="14468475" y="6657975"/>
                </a:lnTo>
                <a:lnTo>
                  <a:pt x="14478000" y="6657975"/>
                </a:lnTo>
                <a:lnTo>
                  <a:pt x="14487525" y="6657975"/>
                </a:lnTo>
                <a:lnTo>
                  <a:pt x="14497050" y="6653213"/>
                </a:lnTo>
                <a:lnTo>
                  <a:pt x="14506575" y="6657975"/>
                </a:lnTo>
                <a:lnTo>
                  <a:pt x="14516100" y="6648450"/>
                </a:lnTo>
                <a:lnTo>
                  <a:pt x="14525625" y="6643688"/>
                </a:lnTo>
                <a:lnTo>
                  <a:pt x="14535150" y="6648450"/>
                </a:lnTo>
                <a:lnTo>
                  <a:pt x="14544675" y="6657975"/>
                </a:lnTo>
                <a:lnTo>
                  <a:pt x="14554200" y="6657975"/>
                </a:lnTo>
                <a:lnTo>
                  <a:pt x="14563725" y="6657975"/>
                </a:lnTo>
                <a:lnTo>
                  <a:pt x="14573250" y="6657975"/>
                </a:lnTo>
                <a:lnTo>
                  <a:pt x="14582775" y="6657975"/>
                </a:lnTo>
                <a:lnTo>
                  <a:pt x="14592300" y="6657975"/>
                </a:lnTo>
                <a:lnTo>
                  <a:pt x="14601825" y="6657975"/>
                </a:lnTo>
                <a:lnTo>
                  <a:pt x="14611350" y="6657975"/>
                </a:lnTo>
                <a:lnTo>
                  <a:pt x="14620875" y="6643688"/>
                </a:lnTo>
                <a:lnTo>
                  <a:pt x="14630400" y="6643688"/>
                </a:lnTo>
                <a:lnTo>
                  <a:pt x="14639925" y="6657975"/>
                </a:lnTo>
                <a:lnTo>
                  <a:pt x="14649450" y="6657975"/>
                </a:lnTo>
                <a:lnTo>
                  <a:pt x="14658975" y="6657975"/>
                </a:lnTo>
                <a:lnTo>
                  <a:pt x="14668500" y="6657975"/>
                </a:lnTo>
                <a:lnTo>
                  <a:pt x="14678025" y="6657975"/>
                </a:lnTo>
                <a:lnTo>
                  <a:pt x="14687550" y="6657975"/>
                </a:lnTo>
                <a:lnTo>
                  <a:pt x="14697075" y="6657975"/>
                </a:lnTo>
                <a:lnTo>
                  <a:pt x="14706600" y="6657975"/>
                </a:lnTo>
                <a:lnTo>
                  <a:pt x="14716125" y="6653213"/>
                </a:lnTo>
                <a:lnTo>
                  <a:pt x="14725650" y="6643688"/>
                </a:lnTo>
                <a:lnTo>
                  <a:pt x="14735175" y="6472238"/>
                </a:lnTo>
                <a:lnTo>
                  <a:pt x="14744700" y="6472238"/>
                </a:lnTo>
                <a:lnTo>
                  <a:pt x="14754225" y="6472238"/>
                </a:lnTo>
              </a:path>
            </a:pathLst>
          </a:custGeom>
          <a:noFill xmlns:a="http://schemas.openxmlformats.org/drawingml/2006/main"/>
          <a:ln xmlns:a="http://schemas.openxmlformats.org/drawingml/2006/main" w="19812">
            <a:solidFill>
              <a:srgbClr val="1F77B4"/>
            </a:solidFill>
          </a:ln>
        </p:spPr>
      </p:sp>
      <p:sp>
        <p:nvSpPr>
          <p:cNvPr id="2" name="Alpinejem power trace (visually digitized)">
            <a:extLst xmlns:a="http://schemas.openxmlformats.org/drawingml/2006/main">
              <a:ext uri="{FF2B5EF4-FFF2-40B4-BE49-F238E27FC236}">
                <a16:creationId xmlns:a16="http://schemas.microsoft.com/office/drawing/2014/main" id="{064DF031-D634-4E68-8B17-611C6215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525" y="1040606"/>
            <a:ext cx="14478000" cy="7929563"/>
          </a:xfrm>
          <a:custGeom xmlns:a="http://schemas.openxmlformats.org/drawingml/2006/main">
            <a:pathLst>
              <a:path w="14478000" h="7929563">
                <a:moveTo>
                  <a:pt x="0" y="6858000"/>
                </a:moveTo>
                <a:lnTo>
                  <a:pt x="9525" y="6858000"/>
                </a:lnTo>
                <a:lnTo>
                  <a:pt x="19050" y="6853238"/>
                </a:lnTo>
                <a:lnTo>
                  <a:pt x="28575" y="6853238"/>
                </a:lnTo>
                <a:lnTo>
                  <a:pt x="38100" y="6910388"/>
                </a:lnTo>
                <a:lnTo>
                  <a:pt x="47625" y="7005638"/>
                </a:lnTo>
                <a:lnTo>
                  <a:pt x="57150" y="7500938"/>
                </a:lnTo>
                <a:lnTo>
                  <a:pt x="66675" y="7867650"/>
                </a:lnTo>
                <a:lnTo>
                  <a:pt x="76200" y="7900988"/>
                </a:lnTo>
                <a:lnTo>
                  <a:pt x="85725" y="7910513"/>
                </a:lnTo>
                <a:lnTo>
                  <a:pt x="95250" y="7877175"/>
                </a:lnTo>
                <a:lnTo>
                  <a:pt x="104775" y="7858125"/>
                </a:lnTo>
                <a:lnTo>
                  <a:pt x="114300" y="7853363"/>
                </a:lnTo>
                <a:lnTo>
                  <a:pt x="123825" y="7886700"/>
                </a:lnTo>
                <a:lnTo>
                  <a:pt x="133350" y="7891463"/>
                </a:lnTo>
                <a:lnTo>
                  <a:pt x="142875" y="7886700"/>
                </a:lnTo>
                <a:lnTo>
                  <a:pt x="152400" y="7886700"/>
                </a:lnTo>
                <a:lnTo>
                  <a:pt x="161925" y="7920038"/>
                </a:lnTo>
                <a:lnTo>
                  <a:pt x="171450" y="7929563"/>
                </a:lnTo>
                <a:lnTo>
                  <a:pt x="180975" y="7929563"/>
                </a:lnTo>
                <a:lnTo>
                  <a:pt x="190500" y="7929563"/>
                </a:lnTo>
                <a:lnTo>
                  <a:pt x="200025" y="7924800"/>
                </a:lnTo>
                <a:lnTo>
                  <a:pt x="209550" y="7920038"/>
                </a:lnTo>
                <a:lnTo>
                  <a:pt x="219075" y="7915275"/>
                </a:lnTo>
                <a:lnTo>
                  <a:pt x="228600" y="7910513"/>
                </a:lnTo>
                <a:lnTo>
                  <a:pt x="238125" y="7905750"/>
                </a:lnTo>
                <a:lnTo>
                  <a:pt x="247650" y="7915275"/>
                </a:lnTo>
                <a:lnTo>
                  <a:pt x="257175" y="7924800"/>
                </a:lnTo>
                <a:lnTo>
                  <a:pt x="266700" y="7924800"/>
                </a:lnTo>
                <a:lnTo>
                  <a:pt x="276225" y="7929563"/>
                </a:lnTo>
                <a:lnTo>
                  <a:pt x="285750" y="7920038"/>
                </a:lnTo>
                <a:lnTo>
                  <a:pt x="295275" y="7867650"/>
                </a:lnTo>
                <a:lnTo>
                  <a:pt x="304800" y="7858125"/>
                </a:lnTo>
                <a:lnTo>
                  <a:pt x="314325" y="7905750"/>
                </a:lnTo>
                <a:lnTo>
                  <a:pt x="323850" y="7920038"/>
                </a:lnTo>
                <a:lnTo>
                  <a:pt x="333375" y="7915275"/>
                </a:lnTo>
                <a:lnTo>
                  <a:pt x="342900" y="7920038"/>
                </a:lnTo>
                <a:lnTo>
                  <a:pt x="352425" y="7924800"/>
                </a:lnTo>
                <a:lnTo>
                  <a:pt x="361950" y="7905750"/>
                </a:lnTo>
                <a:lnTo>
                  <a:pt x="371475" y="7905750"/>
                </a:lnTo>
                <a:lnTo>
                  <a:pt x="381000" y="7915275"/>
                </a:lnTo>
                <a:lnTo>
                  <a:pt x="390525" y="7915275"/>
                </a:lnTo>
                <a:lnTo>
                  <a:pt x="400050" y="7920038"/>
                </a:lnTo>
                <a:lnTo>
                  <a:pt x="409575" y="7910513"/>
                </a:lnTo>
                <a:lnTo>
                  <a:pt x="419100" y="7905750"/>
                </a:lnTo>
                <a:lnTo>
                  <a:pt x="428625" y="7910513"/>
                </a:lnTo>
                <a:lnTo>
                  <a:pt x="438150" y="7920038"/>
                </a:lnTo>
                <a:lnTo>
                  <a:pt x="447675" y="7924800"/>
                </a:lnTo>
                <a:lnTo>
                  <a:pt x="457200" y="7922419"/>
                </a:lnTo>
                <a:lnTo>
                  <a:pt x="466725" y="7920038"/>
                </a:lnTo>
                <a:lnTo>
                  <a:pt x="476250" y="7924800"/>
                </a:lnTo>
                <a:lnTo>
                  <a:pt x="485775" y="7929563"/>
                </a:lnTo>
                <a:lnTo>
                  <a:pt x="495300" y="7920038"/>
                </a:lnTo>
                <a:lnTo>
                  <a:pt x="504825" y="7915275"/>
                </a:lnTo>
                <a:lnTo>
                  <a:pt x="514350" y="7924800"/>
                </a:lnTo>
                <a:lnTo>
                  <a:pt x="523875" y="7924800"/>
                </a:lnTo>
                <a:lnTo>
                  <a:pt x="533400" y="7929563"/>
                </a:lnTo>
                <a:lnTo>
                  <a:pt x="542925" y="7915275"/>
                </a:lnTo>
                <a:lnTo>
                  <a:pt x="552450" y="7734300"/>
                </a:lnTo>
                <a:lnTo>
                  <a:pt x="561975" y="7729538"/>
                </a:lnTo>
                <a:lnTo>
                  <a:pt x="571500" y="7786688"/>
                </a:lnTo>
                <a:lnTo>
                  <a:pt x="581025" y="7443788"/>
                </a:lnTo>
                <a:lnTo>
                  <a:pt x="590550" y="5362575"/>
                </a:lnTo>
                <a:lnTo>
                  <a:pt x="600075" y="3105150"/>
                </a:lnTo>
                <a:lnTo>
                  <a:pt x="609600" y="2195513"/>
                </a:lnTo>
                <a:lnTo>
                  <a:pt x="619125" y="2228850"/>
                </a:lnTo>
                <a:lnTo>
                  <a:pt x="628650" y="2243138"/>
                </a:lnTo>
                <a:lnTo>
                  <a:pt x="638175" y="2228850"/>
                </a:lnTo>
                <a:lnTo>
                  <a:pt x="647700" y="2219325"/>
                </a:lnTo>
                <a:lnTo>
                  <a:pt x="657225" y="2214563"/>
                </a:lnTo>
                <a:lnTo>
                  <a:pt x="666750" y="2185988"/>
                </a:lnTo>
                <a:lnTo>
                  <a:pt x="676275" y="2185988"/>
                </a:lnTo>
                <a:lnTo>
                  <a:pt x="685800" y="2157413"/>
                </a:lnTo>
                <a:lnTo>
                  <a:pt x="695325" y="2119313"/>
                </a:lnTo>
                <a:lnTo>
                  <a:pt x="704850" y="2052638"/>
                </a:lnTo>
                <a:lnTo>
                  <a:pt x="714375" y="2038350"/>
                </a:lnTo>
                <a:lnTo>
                  <a:pt x="723900" y="2043113"/>
                </a:lnTo>
                <a:lnTo>
                  <a:pt x="733425" y="1985963"/>
                </a:lnTo>
                <a:lnTo>
                  <a:pt x="742950" y="1943100"/>
                </a:lnTo>
                <a:lnTo>
                  <a:pt x="752475" y="1909763"/>
                </a:lnTo>
                <a:lnTo>
                  <a:pt x="762000" y="1900238"/>
                </a:lnTo>
                <a:lnTo>
                  <a:pt x="771525" y="1938338"/>
                </a:lnTo>
                <a:lnTo>
                  <a:pt x="781050" y="1952625"/>
                </a:lnTo>
                <a:lnTo>
                  <a:pt x="790575" y="1890713"/>
                </a:lnTo>
                <a:lnTo>
                  <a:pt x="800100" y="1885950"/>
                </a:lnTo>
                <a:lnTo>
                  <a:pt x="809625" y="1876425"/>
                </a:lnTo>
                <a:lnTo>
                  <a:pt x="819150" y="1885950"/>
                </a:lnTo>
                <a:lnTo>
                  <a:pt x="828675" y="1881188"/>
                </a:lnTo>
                <a:lnTo>
                  <a:pt x="838200" y="1828800"/>
                </a:lnTo>
                <a:lnTo>
                  <a:pt x="847725" y="1800225"/>
                </a:lnTo>
                <a:lnTo>
                  <a:pt x="857250" y="1828800"/>
                </a:lnTo>
                <a:lnTo>
                  <a:pt x="866775" y="1828800"/>
                </a:lnTo>
                <a:lnTo>
                  <a:pt x="876300" y="1804988"/>
                </a:lnTo>
                <a:lnTo>
                  <a:pt x="885825" y="1809750"/>
                </a:lnTo>
                <a:lnTo>
                  <a:pt x="895350" y="1876425"/>
                </a:lnTo>
                <a:lnTo>
                  <a:pt x="904875" y="1857375"/>
                </a:lnTo>
                <a:lnTo>
                  <a:pt x="914400" y="1819275"/>
                </a:lnTo>
                <a:lnTo>
                  <a:pt x="923925" y="1838325"/>
                </a:lnTo>
                <a:lnTo>
                  <a:pt x="933450" y="1914525"/>
                </a:lnTo>
                <a:lnTo>
                  <a:pt x="942975" y="1924050"/>
                </a:lnTo>
                <a:lnTo>
                  <a:pt x="952500" y="1871663"/>
                </a:lnTo>
                <a:lnTo>
                  <a:pt x="962025" y="1857375"/>
                </a:lnTo>
                <a:lnTo>
                  <a:pt x="971550" y="1857375"/>
                </a:lnTo>
                <a:lnTo>
                  <a:pt x="981075" y="1857375"/>
                </a:lnTo>
                <a:lnTo>
                  <a:pt x="990600" y="1843088"/>
                </a:lnTo>
                <a:lnTo>
                  <a:pt x="1000125" y="1838325"/>
                </a:lnTo>
                <a:lnTo>
                  <a:pt x="1009650" y="1847850"/>
                </a:lnTo>
                <a:lnTo>
                  <a:pt x="1019175" y="1847850"/>
                </a:lnTo>
                <a:lnTo>
                  <a:pt x="1028700" y="1814513"/>
                </a:lnTo>
                <a:lnTo>
                  <a:pt x="1038225" y="1804988"/>
                </a:lnTo>
                <a:lnTo>
                  <a:pt x="1047750" y="1824038"/>
                </a:lnTo>
                <a:lnTo>
                  <a:pt x="1057275" y="1843088"/>
                </a:lnTo>
                <a:lnTo>
                  <a:pt x="1066800" y="1833563"/>
                </a:lnTo>
                <a:lnTo>
                  <a:pt x="1076325" y="1847850"/>
                </a:lnTo>
                <a:lnTo>
                  <a:pt x="1085850" y="1881188"/>
                </a:lnTo>
                <a:lnTo>
                  <a:pt x="1095375" y="1871663"/>
                </a:lnTo>
                <a:lnTo>
                  <a:pt x="1104900" y="1876425"/>
                </a:lnTo>
                <a:lnTo>
                  <a:pt x="1114425" y="1871663"/>
                </a:lnTo>
                <a:lnTo>
                  <a:pt x="1123950" y="1866900"/>
                </a:lnTo>
                <a:lnTo>
                  <a:pt x="1133475" y="1862138"/>
                </a:lnTo>
                <a:lnTo>
                  <a:pt x="1143000" y="1900238"/>
                </a:lnTo>
                <a:lnTo>
                  <a:pt x="1152525" y="1905000"/>
                </a:lnTo>
                <a:lnTo>
                  <a:pt x="1162050" y="1895475"/>
                </a:lnTo>
                <a:lnTo>
                  <a:pt x="1171575" y="1900238"/>
                </a:lnTo>
                <a:lnTo>
                  <a:pt x="1181100" y="1914525"/>
                </a:lnTo>
                <a:lnTo>
                  <a:pt x="1190625" y="1900238"/>
                </a:lnTo>
                <a:lnTo>
                  <a:pt x="1200150" y="1871663"/>
                </a:lnTo>
                <a:lnTo>
                  <a:pt x="1209675" y="1876425"/>
                </a:lnTo>
                <a:lnTo>
                  <a:pt x="1219200" y="1900238"/>
                </a:lnTo>
                <a:lnTo>
                  <a:pt x="1228725" y="1933575"/>
                </a:lnTo>
                <a:lnTo>
                  <a:pt x="1238250" y="1947863"/>
                </a:lnTo>
                <a:lnTo>
                  <a:pt x="1247775" y="1919288"/>
                </a:lnTo>
                <a:lnTo>
                  <a:pt x="1257300" y="1947863"/>
                </a:lnTo>
                <a:lnTo>
                  <a:pt x="1266825" y="1952625"/>
                </a:lnTo>
                <a:lnTo>
                  <a:pt x="1276350" y="1909763"/>
                </a:lnTo>
                <a:lnTo>
                  <a:pt x="1285875" y="1909763"/>
                </a:lnTo>
                <a:lnTo>
                  <a:pt x="1295400" y="1876425"/>
                </a:lnTo>
                <a:lnTo>
                  <a:pt x="1304925" y="1866900"/>
                </a:lnTo>
                <a:lnTo>
                  <a:pt x="1314450" y="1919288"/>
                </a:lnTo>
                <a:lnTo>
                  <a:pt x="1323975" y="1909763"/>
                </a:lnTo>
                <a:lnTo>
                  <a:pt x="1333500" y="1871663"/>
                </a:lnTo>
                <a:lnTo>
                  <a:pt x="1343025" y="1866900"/>
                </a:lnTo>
                <a:lnTo>
                  <a:pt x="1352550" y="1900238"/>
                </a:lnTo>
                <a:lnTo>
                  <a:pt x="1362075" y="1909763"/>
                </a:lnTo>
                <a:lnTo>
                  <a:pt x="1371600" y="1914525"/>
                </a:lnTo>
                <a:lnTo>
                  <a:pt x="1381125" y="1919288"/>
                </a:lnTo>
                <a:lnTo>
                  <a:pt x="1390650" y="1876425"/>
                </a:lnTo>
                <a:lnTo>
                  <a:pt x="1400175" y="1871663"/>
                </a:lnTo>
                <a:lnTo>
                  <a:pt x="1409700" y="1871663"/>
                </a:lnTo>
                <a:lnTo>
                  <a:pt x="1419225" y="1862138"/>
                </a:lnTo>
                <a:lnTo>
                  <a:pt x="1428750" y="1824038"/>
                </a:lnTo>
                <a:lnTo>
                  <a:pt x="1438275" y="1833563"/>
                </a:lnTo>
                <a:lnTo>
                  <a:pt x="1447800" y="1876425"/>
                </a:lnTo>
                <a:lnTo>
                  <a:pt x="1457325" y="1871663"/>
                </a:lnTo>
                <a:lnTo>
                  <a:pt x="1466850" y="1876425"/>
                </a:lnTo>
                <a:lnTo>
                  <a:pt x="1476375" y="1952625"/>
                </a:lnTo>
                <a:lnTo>
                  <a:pt x="1485900" y="1947863"/>
                </a:lnTo>
                <a:lnTo>
                  <a:pt x="1495425" y="1909763"/>
                </a:lnTo>
                <a:lnTo>
                  <a:pt x="1504950" y="1919288"/>
                </a:lnTo>
                <a:lnTo>
                  <a:pt x="1514475" y="1924050"/>
                </a:lnTo>
                <a:lnTo>
                  <a:pt x="1524000" y="1943100"/>
                </a:lnTo>
                <a:lnTo>
                  <a:pt x="1533525" y="1995488"/>
                </a:lnTo>
                <a:lnTo>
                  <a:pt x="1543050" y="1995488"/>
                </a:lnTo>
                <a:lnTo>
                  <a:pt x="1552575" y="1957388"/>
                </a:lnTo>
                <a:lnTo>
                  <a:pt x="1562100" y="1947863"/>
                </a:lnTo>
                <a:lnTo>
                  <a:pt x="1571625" y="1924050"/>
                </a:lnTo>
                <a:lnTo>
                  <a:pt x="1581150" y="1924050"/>
                </a:lnTo>
                <a:lnTo>
                  <a:pt x="1590675" y="1928813"/>
                </a:lnTo>
                <a:lnTo>
                  <a:pt x="1600200" y="1885950"/>
                </a:lnTo>
                <a:lnTo>
                  <a:pt x="1609725" y="1828800"/>
                </a:lnTo>
                <a:lnTo>
                  <a:pt x="1619250" y="1838325"/>
                </a:lnTo>
                <a:lnTo>
                  <a:pt x="1628775" y="1847850"/>
                </a:lnTo>
                <a:lnTo>
                  <a:pt x="1638300" y="1838325"/>
                </a:lnTo>
                <a:lnTo>
                  <a:pt x="1647825" y="1833563"/>
                </a:lnTo>
                <a:lnTo>
                  <a:pt x="1657350" y="1866900"/>
                </a:lnTo>
                <a:lnTo>
                  <a:pt x="1666875" y="1881188"/>
                </a:lnTo>
                <a:lnTo>
                  <a:pt x="1676400" y="1881188"/>
                </a:lnTo>
                <a:lnTo>
                  <a:pt x="1685925" y="1885950"/>
                </a:lnTo>
                <a:lnTo>
                  <a:pt x="1695450" y="1866900"/>
                </a:lnTo>
                <a:lnTo>
                  <a:pt x="1704975" y="1814513"/>
                </a:lnTo>
                <a:lnTo>
                  <a:pt x="1714500" y="1790700"/>
                </a:lnTo>
                <a:lnTo>
                  <a:pt x="1724025" y="1814513"/>
                </a:lnTo>
                <a:lnTo>
                  <a:pt x="1733550" y="1857375"/>
                </a:lnTo>
                <a:lnTo>
                  <a:pt x="1743075" y="1857375"/>
                </a:lnTo>
                <a:lnTo>
                  <a:pt x="1752600" y="1847850"/>
                </a:lnTo>
                <a:lnTo>
                  <a:pt x="1762125" y="1857375"/>
                </a:lnTo>
                <a:lnTo>
                  <a:pt x="1771650" y="1824038"/>
                </a:lnTo>
                <a:lnTo>
                  <a:pt x="1781175" y="1819275"/>
                </a:lnTo>
                <a:lnTo>
                  <a:pt x="1790700" y="1876425"/>
                </a:lnTo>
                <a:lnTo>
                  <a:pt x="1800225" y="1876425"/>
                </a:lnTo>
                <a:lnTo>
                  <a:pt x="1809750" y="1857375"/>
                </a:lnTo>
                <a:lnTo>
                  <a:pt x="1819275" y="1809750"/>
                </a:lnTo>
                <a:lnTo>
                  <a:pt x="1828800" y="1733550"/>
                </a:lnTo>
                <a:lnTo>
                  <a:pt x="1838325" y="1671638"/>
                </a:lnTo>
                <a:lnTo>
                  <a:pt x="1847850" y="1671638"/>
                </a:lnTo>
                <a:lnTo>
                  <a:pt x="1857375" y="1743075"/>
                </a:lnTo>
                <a:lnTo>
                  <a:pt x="1866900" y="1757363"/>
                </a:lnTo>
                <a:lnTo>
                  <a:pt x="1876425" y="1619250"/>
                </a:lnTo>
                <a:lnTo>
                  <a:pt x="1885950" y="1557338"/>
                </a:lnTo>
                <a:lnTo>
                  <a:pt x="1895475" y="1576388"/>
                </a:lnTo>
                <a:lnTo>
                  <a:pt x="1905000" y="1638300"/>
                </a:lnTo>
                <a:lnTo>
                  <a:pt x="1914525" y="1685925"/>
                </a:lnTo>
                <a:lnTo>
                  <a:pt x="1924050" y="1795463"/>
                </a:lnTo>
                <a:lnTo>
                  <a:pt x="1933575" y="1790700"/>
                </a:lnTo>
                <a:lnTo>
                  <a:pt x="1943100" y="1790700"/>
                </a:lnTo>
                <a:lnTo>
                  <a:pt x="1952625" y="1800225"/>
                </a:lnTo>
                <a:lnTo>
                  <a:pt x="1962150" y="1800225"/>
                </a:lnTo>
                <a:lnTo>
                  <a:pt x="1971675" y="1790700"/>
                </a:lnTo>
                <a:lnTo>
                  <a:pt x="1981200" y="1738313"/>
                </a:lnTo>
                <a:lnTo>
                  <a:pt x="1990725" y="1738313"/>
                </a:lnTo>
                <a:lnTo>
                  <a:pt x="2000250" y="1757363"/>
                </a:lnTo>
                <a:lnTo>
                  <a:pt x="2009775" y="1766888"/>
                </a:lnTo>
                <a:lnTo>
                  <a:pt x="2019300" y="1781175"/>
                </a:lnTo>
                <a:lnTo>
                  <a:pt x="2028825" y="1762125"/>
                </a:lnTo>
                <a:lnTo>
                  <a:pt x="2038350" y="1714500"/>
                </a:lnTo>
                <a:lnTo>
                  <a:pt x="2047875" y="1714500"/>
                </a:lnTo>
                <a:lnTo>
                  <a:pt x="2057400" y="1781175"/>
                </a:lnTo>
                <a:lnTo>
                  <a:pt x="2066925" y="1819275"/>
                </a:lnTo>
                <a:lnTo>
                  <a:pt x="2076450" y="1819275"/>
                </a:lnTo>
                <a:lnTo>
                  <a:pt x="2085975" y="1776413"/>
                </a:lnTo>
                <a:lnTo>
                  <a:pt x="2095500" y="1819275"/>
                </a:lnTo>
                <a:lnTo>
                  <a:pt x="2105025" y="1819275"/>
                </a:lnTo>
                <a:lnTo>
                  <a:pt x="2114550" y="1771650"/>
                </a:lnTo>
                <a:lnTo>
                  <a:pt x="2124075" y="1814513"/>
                </a:lnTo>
                <a:lnTo>
                  <a:pt x="2133600" y="1809750"/>
                </a:lnTo>
                <a:lnTo>
                  <a:pt x="2143125" y="1804988"/>
                </a:lnTo>
                <a:lnTo>
                  <a:pt x="2152650" y="1804988"/>
                </a:lnTo>
                <a:lnTo>
                  <a:pt x="2162175" y="1800225"/>
                </a:lnTo>
                <a:lnTo>
                  <a:pt x="2171700" y="1790700"/>
                </a:lnTo>
                <a:lnTo>
                  <a:pt x="2181225" y="1781175"/>
                </a:lnTo>
                <a:lnTo>
                  <a:pt x="2190750" y="1804988"/>
                </a:lnTo>
                <a:lnTo>
                  <a:pt x="2200275" y="1795463"/>
                </a:lnTo>
                <a:lnTo>
                  <a:pt x="2209800" y="1785938"/>
                </a:lnTo>
                <a:lnTo>
                  <a:pt x="2219325" y="1795463"/>
                </a:lnTo>
                <a:lnTo>
                  <a:pt x="2228850" y="1795463"/>
                </a:lnTo>
                <a:lnTo>
                  <a:pt x="2238375" y="1814513"/>
                </a:lnTo>
                <a:lnTo>
                  <a:pt x="2247900" y="1852613"/>
                </a:lnTo>
                <a:lnTo>
                  <a:pt x="2257425" y="1843088"/>
                </a:lnTo>
                <a:lnTo>
                  <a:pt x="2266950" y="1804988"/>
                </a:lnTo>
                <a:lnTo>
                  <a:pt x="2276475" y="1804988"/>
                </a:lnTo>
                <a:lnTo>
                  <a:pt x="2286000" y="1809750"/>
                </a:lnTo>
                <a:lnTo>
                  <a:pt x="2295525" y="1828800"/>
                </a:lnTo>
                <a:lnTo>
                  <a:pt x="2305050" y="1833563"/>
                </a:lnTo>
                <a:lnTo>
                  <a:pt x="2314575" y="1833563"/>
                </a:lnTo>
                <a:lnTo>
                  <a:pt x="2324100" y="1833563"/>
                </a:lnTo>
                <a:lnTo>
                  <a:pt x="2333625" y="1824038"/>
                </a:lnTo>
                <a:lnTo>
                  <a:pt x="2343150" y="1738313"/>
                </a:lnTo>
                <a:lnTo>
                  <a:pt x="2352675" y="1733550"/>
                </a:lnTo>
                <a:lnTo>
                  <a:pt x="2362200" y="1785938"/>
                </a:lnTo>
                <a:lnTo>
                  <a:pt x="2371725" y="1814513"/>
                </a:lnTo>
                <a:lnTo>
                  <a:pt x="2381250" y="1847850"/>
                </a:lnTo>
                <a:lnTo>
                  <a:pt x="2390775" y="1838325"/>
                </a:lnTo>
                <a:lnTo>
                  <a:pt x="2400300" y="1833563"/>
                </a:lnTo>
                <a:lnTo>
                  <a:pt x="2409825" y="1757363"/>
                </a:lnTo>
                <a:lnTo>
                  <a:pt x="2419350" y="1747838"/>
                </a:lnTo>
                <a:lnTo>
                  <a:pt x="2428875" y="1776413"/>
                </a:lnTo>
                <a:lnTo>
                  <a:pt x="2438400" y="1790700"/>
                </a:lnTo>
                <a:lnTo>
                  <a:pt x="2447925" y="1771650"/>
                </a:lnTo>
                <a:lnTo>
                  <a:pt x="2457450" y="1747838"/>
                </a:lnTo>
                <a:lnTo>
                  <a:pt x="2466975" y="1747838"/>
                </a:lnTo>
                <a:lnTo>
                  <a:pt x="2476500" y="1757363"/>
                </a:lnTo>
                <a:lnTo>
                  <a:pt x="2486025" y="1833563"/>
                </a:lnTo>
                <a:lnTo>
                  <a:pt x="2495550" y="1847850"/>
                </a:lnTo>
                <a:lnTo>
                  <a:pt x="2505075" y="1833563"/>
                </a:lnTo>
                <a:lnTo>
                  <a:pt x="2514600" y="1819275"/>
                </a:lnTo>
                <a:lnTo>
                  <a:pt x="2524125" y="1814513"/>
                </a:lnTo>
                <a:lnTo>
                  <a:pt x="2533650" y="1814513"/>
                </a:lnTo>
                <a:lnTo>
                  <a:pt x="2543175" y="1800225"/>
                </a:lnTo>
                <a:lnTo>
                  <a:pt x="2552700" y="1747838"/>
                </a:lnTo>
                <a:lnTo>
                  <a:pt x="2562225" y="1743075"/>
                </a:lnTo>
                <a:lnTo>
                  <a:pt x="2571750" y="1800225"/>
                </a:lnTo>
                <a:lnTo>
                  <a:pt x="2581275" y="1766888"/>
                </a:lnTo>
                <a:lnTo>
                  <a:pt x="2590800" y="1766888"/>
                </a:lnTo>
                <a:lnTo>
                  <a:pt x="2600325" y="1766888"/>
                </a:lnTo>
                <a:lnTo>
                  <a:pt x="2609850" y="1766888"/>
                </a:lnTo>
                <a:lnTo>
                  <a:pt x="2619375" y="1833563"/>
                </a:lnTo>
                <a:lnTo>
                  <a:pt x="2628900" y="1838325"/>
                </a:lnTo>
                <a:lnTo>
                  <a:pt x="2638425" y="1838325"/>
                </a:lnTo>
                <a:lnTo>
                  <a:pt x="2647950" y="1833563"/>
                </a:lnTo>
                <a:lnTo>
                  <a:pt x="2657475" y="1828800"/>
                </a:lnTo>
                <a:lnTo>
                  <a:pt x="2667000" y="1824038"/>
                </a:lnTo>
                <a:lnTo>
                  <a:pt x="2676525" y="1800225"/>
                </a:lnTo>
                <a:lnTo>
                  <a:pt x="2686050" y="1766888"/>
                </a:lnTo>
                <a:lnTo>
                  <a:pt x="2695575" y="1738313"/>
                </a:lnTo>
                <a:lnTo>
                  <a:pt x="2705100" y="1752600"/>
                </a:lnTo>
                <a:lnTo>
                  <a:pt x="2714625" y="1747838"/>
                </a:lnTo>
                <a:lnTo>
                  <a:pt x="2724150" y="1743075"/>
                </a:lnTo>
                <a:lnTo>
                  <a:pt x="2733675" y="1719263"/>
                </a:lnTo>
                <a:lnTo>
                  <a:pt x="2743200" y="1719263"/>
                </a:lnTo>
                <a:lnTo>
                  <a:pt x="2752725" y="1814513"/>
                </a:lnTo>
                <a:lnTo>
                  <a:pt x="2762250" y="1814513"/>
                </a:lnTo>
                <a:lnTo>
                  <a:pt x="2771775" y="1776413"/>
                </a:lnTo>
                <a:lnTo>
                  <a:pt x="2781300" y="1800225"/>
                </a:lnTo>
                <a:lnTo>
                  <a:pt x="2790825" y="1809750"/>
                </a:lnTo>
                <a:lnTo>
                  <a:pt x="2800350" y="1814513"/>
                </a:lnTo>
                <a:lnTo>
                  <a:pt x="2809875" y="1804988"/>
                </a:lnTo>
                <a:lnTo>
                  <a:pt x="2819400" y="1804988"/>
                </a:lnTo>
                <a:lnTo>
                  <a:pt x="2828925" y="1833563"/>
                </a:lnTo>
                <a:lnTo>
                  <a:pt x="2838450" y="1809750"/>
                </a:lnTo>
                <a:lnTo>
                  <a:pt x="2847975" y="1790700"/>
                </a:lnTo>
                <a:lnTo>
                  <a:pt x="2857500" y="1833563"/>
                </a:lnTo>
                <a:lnTo>
                  <a:pt x="2867025" y="1833563"/>
                </a:lnTo>
                <a:lnTo>
                  <a:pt x="2876550" y="1838325"/>
                </a:lnTo>
                <a:lnTo>
                  <a:pt x="2886075" y="1857375"/>
                </a:lnTo>
                <a:lnTo>
                  <a:pt x="2895600" y="1862138"/>
                </a:lnTo>
                <a:lnTo>
                  <a:pt x="2905125" y="1824038"/>
                </a:lnTo>
                <a:lnTo>
                  <a:pt x="2914650" y="1781175"/>
                </a:lnTo>
                <a:lnTo>
                  <a:pt x="2924175" y="1804988"/>
                </a:lnTo>
                <a:lnTo>
                  <a:pt x="2933700" y="1814513"/>
                </a:lnTo>
                <a:lnTo>
                  <a:pt x="2943225" y="1795463"/>
                </a:lnTo>
                <a:lnTo>
                  <a:pt x="2952750" y="1804988"/>
                </a:lnTo>
                <a:lnTo>
                  <a:pt x="2962275" y="1824038"/>
                </a:lnTo>
                <a:lnTo>
                  <a:pt x="2971800" y="1814513"/>
                </a:lnTo>
                <a:lnTo>
                  <a:pt x="2981325" y="1824038"/>
                </a:lnTo>
                <a:lnTo>
                  <a:pt x="2990850" y="1814513"/>
                </a:lnTo>
                <a:lnTo>
                  <a:pt x="3000375" y="1781175"/>
                </a:lnTo>
                <a:lnTo>
                  <a:pt x="3009900" y="1776413"/>
                </a:lnTo>
                <a:lnTo>
                  <a:pt x="3019425" y="1762125"/>
                </a:lnTo>
                <a:lnTo>
                  <a:pt x="3028950" y="1757363"/>
                </a:lnTo>
                <a:lnTo>
                  <a:pt x="3038475" y="1766888"/>
                </a:lnTo>
                <a:lnTo>
                  <a:pt x="3048000" y="1731962"/>
                </a:lnTo>
                <a:lnTo>
                  <a:pt x="3057525" y="1697038"/>
                </a:lnTo>
                <a:lnTo>
                  <a:pt x="3067050" y="1662113"/>
                </a:lnTo>
                <a:lnTo>
                  <a:pt x="3076575" y="1538288"/>
                </a:lnTo>
                <a:lnTo>
                  <a:pt x="3086100" y="1438275"/>
                </a:lnTo>
                <a:lnTo>
                  <a:pt x="3095625" y="1295400"/>
                </a:lnTo>
                <a:lnTo>
                  <a:pt x="3105150" y="1300163"/>
                </a:lnTo>
                <a:lnTo>
                  <a:pt x="3114675" y="1400175"/>
                </a:lnTo>
                <a:lnTo>
                  <a:pt x="3124200" y="1400175"/>
                </a:lnTo>
                <a:lnTo>
                  <a:pt x="3133725" y="1362075"/>
                </a:lnTo>
                <a:lnTo>
                  <a:pt x="3143250" y="1357313"/>
                </a:lnTo>
                <a:lnTo>
                  <a:pt x="3152775" y="1343025"/>
                </a:lnTo>
                <a:lnTo>
                  <a:pt x="3162300" y="1314450"/>
                </a:lnTo>
                <a:lnTo>
                  <a:pt x="3171825" y="1300163"/>
                </a:lnTo>
                <a:lnTo>
                  <a:pt x="3181350" y="1271588"/>
                </a:lnTo>
                <a:lnTo>
                  <a:pt x="3190875" y="1285875"/>
                </a:lnTo>
                <a:lnTo>
                  <a:pt x="3200400" y="1323975"/>
                </a:lnTo>
                <a:lnTo>
                  <a:pt x="3209925" y="1338263"/>
                </a:lnTo>
                <a:lnTo>
                  <a:pt x="3219450" y="1352550"/>
                </a:lnTo>
                <a:lnTo>
                  <a:pt x="3228975" y="1352550"/>
                </a:lnTo>
                <a:lnTo>
                  <a:pt x="3238500" y="1357313"/>
                </a:lnTo>
                <a:lnTo>
                  <a:pt x="3248025" y="1347788"/>
                </a:lnTo>
                <a:lnTo>
                  <a:pt x="3257550" y="1338263"/>
                </a:lnTo>
                <a:lnTo>
                  <a:pt x="3267075" y="1343025"/>
                </a:lnTo>
                <a:lnTo>
                  <a:pt x="3276600" y="1352550"/>
                </a:lnTo>
                <a:lnTo>
                  <a:pt x="3286125" y="1352550"/>
                </a:lnTo>
                <a:lnTo>
                  <a:pt x="3295650" y="1338263"/>
                </a:lnTo>
                <a:lnTo>
                  <a:pt x="3305175" y="1338263"/>
                </a:lnTo>
                <a:lnTo>
                  <a:pt x="3314700" y="1352550"/>
                </a:lnTo>
                <a:lnTo>
                  <a:pt x="3324225" y="1343025"/>
                </a:lnTo>
                <a:lnTo>
                  <a:pt x="3333750" y="1328738"/>
                </a:lnTo>
                <a:lnTo>
                  <a:pt x="3343275" y="1304925"/>
                </a:lnTo>
                <a:lnTo>
                  <a:pt x="3352800" y="1304925"/>
                </a:lnTo>
                <a:lnTo>
                  <a:pt x="3362325" y="1309688"/>
                </a:lnTo>
                <a:lnTo>
                  <a:pt x="3371850" y="1304925"/>
                </a:lnTo>
                <a:lnTo>
                  <a:pt x="3381375" y="1314450"/>
                </a:lnTo>
                <a:lnTo>
                  <a:pt x="3390900" y="1323975"/>
                </a:lnTo>
                <a:lnTo>
                  <a:pt x="3400425" y="1295400"/>
                </a:lnTo>
                <a:lnTo>
                  <a:pt x="3409950" y="1262063"/>
                </a:lnTo>
                <a:lnTo>
                  <a:pt x="3419475" y="1247775"/>
                </a:lnTo>
                <a:lnTo>
                  <a:pt x="3429000" y="1266825"/>
                </a:lnTo>
                <a:lnTo>
                  <a:pt x="3438525" y="1271588"/>
                </a:lnTo>
                <a:lnTo>
                  <a:pt x="3448050" y="1295400"/>
                </a:lnTo>
                <a:lnTo>
                  <a:pt x="3457575" y="1309688"/>
                </a:lnTo>
                <a:lnTo>
                  <a:pt x="3467100" y="1300163"/>
                </a:lnTo>
                <a:lnTo>
                  <a:pt x="3476625" y="1309688"/>
                </a:lnTo>
                <a:lnTo>
                  <a:pt x="3486150" y="1333500"/>
                </a:lnTo>
                <a:lnTo>
                  <a:pt x="3495675" y="1328738"/>
                </a:lnTo>
                <a:lnTo>
                  <a:pt x="3505200" y="1309688"/>
                </a:lnTo>
                <a:lnTo>
                  <a:pt x="3514725" y="1304925"/>
                </a:lnTo>
                <a:lnTo>
                  <a:pt x="3524250" y="1333500"/>
                </a:lnTo>
                <a:lnTo>
                  <a:pt x="3533775" y="1328738"/>
                </a:lnTo>
                <a:lnTo>
                  <a:pt x="3543300" y="1338263"/>
                </a:lnTo>
                <a:lnTo>
                  <a:pt x="3552825" y="1343025"/>
                </a:lnTo>
                <a:lnTo>
                  <a:pt x="3562350" y="1347788"/>
                </a:lnTo>
                <a:lnTo>
                  <a:pt x="3571875" y="1347788"/>
                </a:lnTo>
                <a:lnTo>
                  <a:pt x="3581400" y="1347788"/>
                </a:lnTo>
                <a:lnTo>
                  <a:pt x="3590925" y="1366838"/>
                </a:lnTo>
                <a:lnTo>
                  <a:pt x="3600450" y="1395413"/>
                </a:lnTo>
                <a:lnTo>
                  <a:pt x="3609975" y="1381125"/>
                </a:lnTo>
                <a:lnTo>
                  <a:pt x="3619500" y="1447800"/>
                </a:lnTo>
                <a:lnTo>
                  <a:pt x="3629025" y="1543050"/>
                </a:lnTo>
                <a:lnTo>
                  <a:pt x="3638550" y="1647825"/>
                </a:lnTo>
                <a:lnTo>
                  <a:pt x="3648075" y="1600200"/>
                </a:lnTo>
                <a:lnTo>
                  <a:pt x="3657600" y="1609725"/>
                </a:lnTo>
                <a:lnTo>
                  <a:pt x="3667125" y="1543050"/>
                </a:lnTo>
                <a:lnTo>
                  <a:pt x="3676650" y="1547813"/>
                </a:lnTo>
                <a:lnTo>
                  <a:pt x="3686175" y="1519238"/>
                </a:lnTo>
                <a:lnTo>
                  <a:pt x="3695700" y="1738313"/>
                </a:lnTo>
                <a:lnTo>
                  <a:pt x="3705225" y="1757363"/>
                </a:lnTo>
                <a:lnTo>
                  <a:pt x="3714750" y="1785938"/>
                </a:lnTo>
                <a:lnTo>
                  <a:pt x="3724275" y="1785938"/>
                </a:lnTo>
                <a:lnTo>
                  <a:pt x="3733800" y="1795463"/>
                </a:lnTo>
                <a:lnTo>
                  <a:pt x="3743325" y="1800225"/>
                </a:lnTo>
                <a:lnTo>
                  <a:pt x="3752850" y="1766888"/>
                </a:lnTo>
                <a:lnTo>
                  <a:pt x="3762375" y="1771650"/>
                </a:lnTo>
                <a:lnTo>
                  <a:pt x="3771900" y="1819275"/>
                </a:lnTo>
                <a:lnTo>
                  <a:pt x="3781425" y="1824038"/>
                </a:lnTo>
                <a:lnTo>
                  <a:pt x="3790950" y="1833563"/>
                </a:lnTo>
                <a:lnTo>
                  <a:pt x="3800475" y="1838325"/>
                </a:lnTo>
                <a:lnTo>
                  <a:pt x="3810000" y="1847850"/>
                </a:lnTo>
                <a:lnTo>
                  <a:pt x="3819525" y="1833563"/>
                </a:lnTo>
                <a:lnTo>
                  <a:pt x="3829050" y="1819275"/>
                </a:lnTo>
                <a:lnTo>
                  <a:pt x="3838575" y="1833563"/>
                </a:lnTo>
                <a:lnTo>
                  <a:pt x="3848100" y="1852613"/>
                </a:lnTo>
                <a:lnTo>
                  <a:pt x="3857625" y="1871663"/>
                </a:lnTo>
                <a:lnTo>
                  <a:pt x="3867150" y="1876425"/>
                </a:lnTo>
                <a:lnTo>
                  <a:pt x="3876675" y="1866900"/>
                </a:lnTo>
                <a:lnTo>
                  <a:pt x="3886200" y="1847850"/>
                </a:lnTo>
                <a:lnTo>
                  <a:pt x="3895725" y="1852613"/>
                </a:lnTo>
                <a:lnTo>
                  <a:pt x="3905250" y="1847850"/>
                </a:lnTo>
                <a:lnTo>
                  <a:pt x="3914775" y="1833563"/>
                </a:lnTo>
                <a:lnTo>
                  <a:pt x="3924300" y="1828800"/>
                </a:lnTo>
                <a:lnTo>
                  <a:pt x="3933825" y="1800225"/>
                </a:lnTo>
                <a:lnTo>
                  <a:pt x="3943350" y="1790700"/>
                </a:lnTo>
                <a:lnTo>
                  <a:pt x="3952875" y="1781175"/>
                </a:lnTo>
                <a:lnTo>
                  <a:pt x="3962400" y="1790700"/>
                </a:lnTo>
                <a:lnTo>
                  <a:pt x="3971925" y="1804988"/>
                </a:lnTo>
                <a:lnTo>
                  <a:pt x="3981450" y="1804988"/>
                </a:lnTo>
                <a:lnTo>
                  <a:pt x="3990975" y="1804988"/>
                </a:lnTo>
                <a:lnTo>
                  <a:pt x="4000500" y="1781175"/>
                </a:lnTo>
                <a:lnTo>
                  <a:pt x="4010025" y="1766888"/>
                </a:lnTo>
                <a:lnTo>
                  <a:pt x="4019550" y="1781175"/>
                </a:lnTo>
                <a:lnTo>
                  <a:pt x="4029075" y="1776413"/>
                </a:lnTo>
                <a:lnTo>
                  <a:pt x="4038600" y="1771650"/>
                </a:lnTo>
                <a:lnTo>
                  <a:pt x="4048125" y="1771650"/>
                </a:lnTo>
                <a:lnTo>
                  <a:pt x="4057650" y="1771650"/>
                </a:lnTo>
                <a:lnTo>
                  <a:pt x="4067175" y="1766888"/>
                </a:lnTo>
                <a:lnTo>
                  <a:pt x="4076700" y="1771650"/>
                </a:lnTo>
                <a:lnTo>
                  <a:pt x="4086225" y="1776413"/>
                </a:lnTo>
                <a:lnTo>
                  <a:pt x="4095750" y="1728788"/>
                </a:lnTo>
                <a:lnTo>
                  <a:pt x="4105275" y="1709738"/>
                </a:lnTo>
                <a:lnTo>
                  <a:pt x="4114800" y="1700213"/>
                </a:lnTo>
                <a:lnTo>
                  <a:pt x="4124325" y="1704975"/>
                </a:lnTo>
                <a:lnTo>
                  <a:pt x="4133850" y="1743075"/>
                </a:lnTo>
                <a:lnTo>
                  <a:pt x="4143375" y="1752600"/>
                </a:lnTo>
                <a:lnTo>
                  <a:pt x="4152900" y="1743075"/>
                </a:lnTo>
                <a:lnTo>
                  <a:pt x="4162425" y="1728788"/>
                </a:lnTo>
                <a:lnTo>
                  <a:pt x="4171950" y="1728788"/>
                </a:lnTo>
                <a:lnTo>
                  <a:pt x="4181475" y="1747838"/>
                </a:lnTo>
                <a:lnTo>
                  <a:pt x="4191000" y="1762125"/>
                </a:lnTo>
                <a:lnTo>
                  <a:pt x="4200525" y="1766888"/>
                </a:lnTo>
                <a:lnTo>
                  <a:pt x="4210050" y="1762125"/>
                </a:lnTo>
                <a:lnTo>
                  <a:pt x="4219575" y="1724025"/>
                </a:lnTo>
                <a:lnTo>
                  <a:pt x="4229100" y="1704975"/>
                </a:lnTo>
                <a:lnTo>
                  <a:pt x="4238625" y="1719263"/>
                </a:lnTo>
                <a:lnTo>
                  <a:pt x="4248150" y="1728788"/>
                </a:lnTo>
                <a:lnTo>
                  <a:pt x="4257675" y="1747838"/>
                </a:lnTo>
                <a:lnTo>
                  <a:pt x="4267200" y="1766888"/>
                </a:lnTo>
                <a:lnTo>
                  <a:pt x="4276725" y="1752600"/>
                </a:lnTo>
                <a:lnTo>
                  <a:pt x="4286250" y="1747838"/>
                </a:lnTo>
                <a:lnTo>
                  <a:pt x="4295775" y="1724025"/>
                </a:lnTo>
                <a:lnTo>
                  <a:pt x="4305300" y="1695450"/>
                </a:lnTo>
                <a:lnTo>
                  <a:pt x="4314825" y="1700213"/>
                </a:lnTo>
                <a:lnTo>
                  <a:pt x="4324350" y="1700213"/>
                </a:lnTo>
                <a:lnTo>
                  <a:pt x="4333875" y="1704975"/>
                </a:lnTo>
                <a:lnTo>
                  <a:pt x="4343400" y="1724025"/>
                </a:lnTo>
                <a:lnTo>
                  <a:pt x="4352925" y="1728788"/>
                </a:lnTo>
                <a:lnTo>
                  <a:pt x="4362450" y="1752600"/>
                </a:lnTo>
                <a:lnTo>
                  <a:pt x="4371975" y="1747838"/>
                </a:lnTo>
                <a:lnTo>
                  <a:pt x="4381500" y="1733550"/>
                </a:lnTo>
                <a:lnTo>
                  <a:pt x="4391025" y="1733550"/>
                </a:lnTo>
                <a:lnTo>
                  <a:pt x="4400550" y="1733550"/>
                </a:lnTo>
                <a:lnTo>
                  <a:pt x="4410075" y="1728788"/>
                </a:lnTo>
                <a:lnTo>
                  <a:pt x="4419600" y="1709738"/>
                </a:lnTo>
                <a:lnTo>
                  <a:pt x="4429125" y="1685925"/>
                </a:lnTo>
                <a:lnTo>
                  <a:pt x="4438650" y="1676400"/>
                </a:lnTo>
                <a:lnTo>
                  <a:pt x="4448175" y="1695450"/>
                </a:lnTo>
                <a:lnTo>
                  <a:pt x="4457700" y="1724025"/>
                </a:lnTo>
                <a:lnTo>
                  <a:pt x="4467225" y="1719263"/>
                </a:lnTo>
                <a:lnTo>
                  <a:pt x="4476750" y="1700213"/>
                </a:lnTo>
                <a:lnTo>
                  <a:pt x="4486275" y="1700213"/>
                </a:lnTo>
                <a:lnTo>
                  <a:pt x="4495800" y="1690688"/>
                </a:lnTo>
                <a:lnTo>
                  <a:pt x="4505325" y="1624013"/>
                </a:lnTo>
                <a:lnTo>
                  <a:pt x="4514850" y="1619250"/>
                </a:lnTo>
                <a:lnTo>
                  <a:pt x="4524375" y="1643063"/>
                </a:lnTo>
                <a:lnTo>
                  <a:pt x="4533900" y="1643063"/>
                </a:lnTo>
                <a:lnTo>
                  <a:pt x="4543425" y="1662113"/>
                </a:lnTo>
                <a:lnTo>
                  <a:pt x="4552950" y="1662113"/>
                </a:lnTo>
                <a:lnTo>
                  <a:pt x="4562475" y="1662113"/>
                </a:lnTo>
                <a:lnTo>
                  <a:pt x="4572000" y="1662113"/>
                </a:lnTo>
                <a:lnTo>
                  <a:pt x="4581525" y="1666875"/>
                </a:lnTo>
                <a:lnTo>
                  <a:pt x="4591050" y="1728788"/>
                </a:lnTo>
                <a:lnTo>
                  <a:pt x="4600575" y="1733550"/>
                </a:lnTo>
                <a:lnTo>
                  <a:pt x="4610100" y="1728788"/>
                </a:lnTo>
                <a:lnTo>
                  <a:pt x="4619625" y="1676400"/>
                </a:lnTo>
                <a:lnTo>
                  <a:pt x="4629150" y="1666875"/>
                </a:lnTo>
                <a:lnTo>
                  <a:pt x="4638675" y="1700213"/>
                </a:lnTo>
                <a:lnTo>
                  <a:pt x="4648200" y="1709738"/>
                </a:lnTo>
                <a:lnTo>
                  <a:pt x="4657725" y="1714500"/>
                </a:lnTo>
                <a:lnTo>
                  <a:pt x="4667250" y="1724025"/>
                </a:lnTo>
                <a:lnTo>
                  <a:pt x="4676775" y="1733550"/>
                </a:lnTo>
                <a:lnTo>
                  <a:pt x="4686300" y="1747838"/>
                </a:lnTo>
                <a:lnTo>
                  <a:pt x="4695825" y="1681163"/>
                </a:lnTo>
                <a:lnTo>
                  <a:pt x="4705350" y="1652588"/>
                </a:lnTo>
                <a:lnTo>
                  <a:pt x="4714875" y="1647825"/>
                </a:lnTo>
                <a:lnTo>
                  <a:pt x="4724400" y="1662113"/>
                </a:lnTo>
                <a:lnTo>
                  <a:pt x="4733925" y="1695450"/>
                </a:lnTo>
                <a:lnTo>
                  <a:pt x="4743450" y="1690688"/>
                </a:lnTo>
                <a:lnTo>
                  <a:pt x="4752975" y="1676400"/>
                </a:lnTo>
                <a:lnTo>
                  <a:pt x="4762500" y="1695450"/>
                </a:lnTo>
                <a:lnTo>
                  <a:pt x="4772025" y="1757363"/>
                </a:lnTo>
                <a:lnTo>
                  <a:pt x="4781550" y="1733550"/>
                </a:lnTo>
                <a:lnTo>
                  <a:pt x="4791075" y="1676400"/>
                </a:lnTo>
                <a:lnTo>
                  <a:pt x="4800600" y="1633538"/>
                </a:lnTo>
                <a:lnTo>
                  <a:pt x="4810125" y="1628775"/>
                </a:lnTo>
                <a:lnTo>
                  <a:pt x="4819650" y="1638300"/>
                </a:lnTo>
                <a:lnTo>
                  <a:pt x="4829175" y="1652588"/>
                </a:lnTo>
                <a:lnTo>
                  <a:pt x="4838700" y="1638300"/>
                </a:lnTo>
                <a:lnTo>
                  <a:pt x="4848225" y="1647825"/>
                </a:lnTo>
                <a:lnTo>
                  <a:pt x="4857750" y="1719263"/>
                </a:lnTo>
                <a:lnTo>
                  <a:pt x="4867275" y="1714500"/>
                </a:lnTo>
                <a:lnTo>
                  <a:pt x="4876800" y="1709738"/>
                </a:lnTo>
                <a:lnTo>
                  <a:pt x="4886325" y="1700213"/>
                </a:lnTo>
                <a:lnTo>
                  <a:pt x="4895850" y="1704975"/>
                </a:lnTo>
                <a:lnTo>
                  <a:pt x="4905375" y="1709738"/>
                </a:lnTo>
                <a:lnTo>
                  <a:pt x="4914900" y="1704975"/>
                </a:lnTo>
                <a:lnTo>
                  <a:pt x="4924425" y="1695450"/>
                </a:lnTo>
                <a:lnTo>
                  <a:pt x="4933950" y="1733550"/>
                </a:lnTo>
                <a:lnTo>
                  <a:pt x="4943475" y="1752600"/>
                </a:lnTo>
                <a:lnTo>
                  <a:pt x="4953000" y="1733550"/>
                </a:lnTo>
                <a:lnTo>
                  <a:pt x="4962525" y="1781175"/>
                </a:lnTo>
                <a:lnTo>
                  <a:pt x="4972050" y="1795463"/>
                </a:lnTo>
                <a:lnTo>
                  <a:pt x="4981575" y="1776413"/>
                </a:lnTo>
                <a:lnTo>
                  <a:pt x="4991100" y="1771650"/>
                </a:lnTo>
                <a:lnTo>
                  <a:pt x="5000625" y="1800225"/>
                </a:lnTo>
                <a:lnTo>
                  <a:pt x="5010150" y="1795463"/>
                </a:lnTo>
                <a:lnTo>
                  <a:pt x="5019675" y="1776413"/>
                </a:lnTo>
                <a:lnTo>
                  <a:pt x="5029200" y="1762125"/>
                </a:lnTo>
                <a:lnTo>
                  <a:pt x="5038725" y="1733550"/>
                </a:lnTo>
                <a:lnTo>
                  <a:pt x="5048250" y="1662113"/>
                </a:lnTo>
                <a:lnTo>
                  <a:pt x="5057775" y="1662113"/>
                </a:lnTo>
                <a:lnTo>
                  <a:pt x="5067300" y="1666875"/>
                </a:lnTo>
                <a:lnTo>
                  <a:pt x="5076825" y="1766888"/>
                </a:lnTo>
                <a:lnTo>
                  <a:pt x="5086350" y="1752600"/>
                </a:lnTo>
                <a:lnTo>
                  <a:pt x="5095875" y="1743075"/>
                </a:lnTo>
                <a:lnTo>
                  <a:pt x="5105400" y="1709738"/>
                </a:lnTo>
                <a:lnTo>
                  <a:pt x="5114925" y="1719263"/>
                </a:lnTo>
                <a:lnTo>
                  <a:pt x="5124450" y="1743075"/>
                </a:lnTo>
                <a:lnTo>
                  <a:pt x="5133975" y="1714500"/>
                </a:lnTo>
                <a:lnTo>
                  <a:pt x="5143500" y="1728788"/>
                </a:lnTo>
                <a:lnTo>
                  <a:pt x="5153025" y="1795463"/>
                </a:lnTo>
                <a:lnTo>
                  <a:pt x="5162550" y="1814513"/>
                </a:lnTo>
                <a:lnTo>
                  <a:pt x="5172075" y="1833563"/>
                </a:lnTo>
                <a:lnTo>
                  <a:pt x="5181600" y="1833563"/>
                </a:lnTo>
                <a:lnTo>
                  <a:pt x="5191125" y="1843088"/>
                </a:lnTo>
                <a:lnTo>
                  <a:pt x="5200650" y="1843088"/>
                </a:lnTo>
                <a:lnTo>
                  <a:pt x="5210175" y="1824038"/>
                </a:lnTo>
                <a:lnTo>
                  <a:pt x="5219700" y="1819275"/>
                </a:lnTo>
                <a:lnTo>
                  <a:pt x="5229225" y="1800225"/>
                </a:lnTo>
                <a:lnTo>
                  <a:pt x="5238750" y="1804988"/>
                </a:lnTo>
                <a:lnTo>
                  <a:pt x="5248275" y="1795463"/>
                </a:lnTo>
                <a:lnTo>
                  <a:pt x="5257800" y="1795463"/>
                </a:lnTo>
                <a:lnTo>
                  <a:pt x="5267325" y="1804988"/>
                </a:lnTo>
                <a:lnTo>
                  <a:pt x="5276850" y="1828800"/>
                </a:lnTo>
                <a:lnTo>
                  <a:pt x="5286375" y="1833563"/>
                </a:lnTo>
                <a:lnTo>
                  <a:pt x="5295900" y="1828800"/>
                </a:lnTo>
                <a:lnTo>
                  <a:pt x="5305425" y="1833563"/>
                </a:lnTo>
                <a:lnTo>
                  <a:pt x="5314950" y="1828800"/>
                </a:lnTo>
                <a:lnTo>
                  <a:pt x="5324475" y="1824038"/>
                </a:lnTo>
                <a:lnTo>
                  <a:pt x="5334000" y="1828800"/>
                </a:lnTo>
                <a:lnTo>
                  <a:pt x="5343525" y="1852613"/>
                </a:lnTo>
                <a:lnTo>
                  <a:pt x="5353050" y="1862138"/>
                </a:lnTo>
                <a:lnTo>
                  <a:pt x="5362575" y="1857375"/>
                </a:lnTo>
                <a:lnTo>
                  <a:pt x="5372100" y="1857375"/>
                </a:lnTo>
                <a:lnTo>
                  <a:pt x="5381625" y="1876425"/>
                </a:lnTo>
                <a:lnTo>
                  <a:pt x="5391150" y="1866900"/>
                </a:lnTo>
                <a:lnTo>
                  <a:pt x="5400675" y="1857375"/>
                </a:lnTo>
                <a:lnTo>
                  <a:pt x="5410200" y="1857375"/>
                </a:lnTo>
                <a:lnTo>
                  <a:pt x="5419725" y="1876425"/>
                </a:lnTo>
                <a:lnTo>
                  <a:pt x="5429250" y="1876425"/>
                </a:lnTo>
                <a:lnTo>
                  <a:pt x="5438775" y="1876425"/>
                </a:lnTo>
                <a:lnTo>
                  <a:pt x="5448300" y="1876425"/>
                </a:lnTo>
                <a:lnTo>
                  <a:pt x="5457825" y="1876425"/>
                </a:lnTo>
                <a:lnTo>
                  <a:pt x="5467350" y="1866900"/>
                </a:lnTo>
                <a:lnTo>
                  <a:pt x="5476875" y="1847850"/>
                </a:lnTo>
                <a:lnTo>
                  <a:pt x="5486400" y="1843088"/>
                </a:lnTo>
                <a:lnTo>
                  <a:pt x="5495925" y="1833563"/>
                </a:lnTo>
                <a:lnTo>
                  <a:pt x="5505450" y="1790700"/>
                </a:lnTo>
                <a:lnTo>
                  <a:pt x="5514975" y="1771650"/>
                </a:lnTo>
                <a:lnTo>
                  <a:pt x="5524500" y="1757363"/>
                </a:lnTo>
                <a:lnTo>
                  <a:pt x="5534025" y="1747838"/>
                </a:lnTo>
                <a:lnTo>
                  <a:pt x="5543550" y="1752600"/>
                </a:lnTo>
                <a:lnTo>
                  <a:pt x="5553075" y="1781175"/>
                </a:lnTo>
                <a:lnTo>
                  <a:pt x="5562600" y="1776413"/>
                </a:lnTo>
                <a:lnTo>
                  <a:pt x="5572125" y="1771650"/>
                </a:lnTo>
                <a:lnTo>
                  <a:pt x="5581650" y="1766888"/>
                </a:lnTo>
                <a:lnTo>
                  <a:pt x="5591175" y="1776413"/>
                </a:lnTo>
                <a:lnTo>
                  <a:pt x="5600700" y="1795463"/>
                </a:lnTo>
                <a:lnTo>
                  <a:pt x="5610225" y="1785938"/>
                </a:lnTo>
                <a:lnTo>
                  <a:pt x="5619750" y="1743075"/>
                </a:lnTo>
                <a:lnTo>
                  <a:pt x="5629275" y="1714500"/>
                </a:lnTo>
                <a:lnTo>
                  <a:pt x="5638800" y="1704975"/>
                </a:lnTo>
                <a:lnTo>
                  <a:pt x="5648325" y="1714500"/>
                </a:lnTo>
                <a:lnTo>
                  <a:pt x="5657850" y="1719263"/>
                </a:lnTo>
                <a:lnTo>
                  <a:pt x="5667375" y="1766888"/>
                </a:lnTo>
                <a:lnTo>
                  <a:pt x="5676900" y="1766888"/>
                </a:lnTo>
                <a:lnTo>
                  <a:pt x="5686425" y="1766888"/>
                </a:lnTo>
                <a:lnTo>
                  <a:pt x="5695950" y="1776413"/>
                </a:lnTo>
                <a:lnTo>
                  <a:pt x="5705475" y="1776413"/>
                </a:lnTo>
                <a:lnTo>
                  <a:pt x="5715000" y="1757363"/>
                </a:lnTo>
                <a:lnTo>
                  <a:pt x="5724525" y="1724025"/>
                </a:lnTo>
                <a:lnTo>
                  <a:pt x="5734050" y="1709738"/>
                </a:lnTo>
                <a:lnTo>
                  <a:pt x="5743575" y="1709738"/>
                </a:lnTo>
                <a:lnTo>
                  <a:pt x="5753100" y="1738313"/>
                </a:lnTo>
                <a:lnTo>
                  <a:pt x="5762625" y="1743075"/>
                </a:lnTo>
                <a:lnTo>
                  <a:pt x="5772150" y="1738313"/>
                </a:lnTo>
                <a:lnTo>
                  <a:pt x="5781675" y="1662113"/>
                </a:lnTo>
                <a:lnTo>
                  <a:pt x="5791200" y="1662113"/>
                </a:lnTo>
                <a:lnTo>
                  <a:pt x="5800725" y="1709738"/>
                </a:lnTo>
                <a:lnTo>
                  <a:pt x="5810250" y="1747838"/>
                </a:lnTo>
                <a:lnTo>
                  <a:pt x="5819775" y="1752600"/>
                </a:lnTo>
                <a:lnTo>
                  <a:pt x="5829300" y="1743075"/>
                </a:lnTo>
                <a:lnTo>
                  <a:pt x="5838825" y="1719263"/>
                </a:lnTo>
                <a:lnTo>
                  <a:pt x="5848350" y="1709738"/>
                </a:lnTo>
                <a:lnTo>
                  <a:pt x="5857875" y="1666875"/>
                </a:lnTo>
                <a:lnTo>
                  <a:pt x="5867400" y="1557338"/>
                </a:lnTo>
                <a:lnTo>
                  <a:pt x="5876925" y="1590675"/>
                </a:lnTo>
                <a:lnTo>
                  <a:pt x="5886450" y="1724025"/>
                </a:lnTo>
                <a:lnTo>
                  <a:pt x="5895975" y="1766888"/>
                </a:lnTo>
                <a:lnTo>
                  <a:pt x="5905500" y="1814513"/>
                </a:lnTo>
                <a:lnTo>
                  <a:pt x="5915025" y="1809750"/>
                </a:lnTo>
                <a:lnTo>
                  <a:pt x="5924550" y="1800225"/>
                </a:lnTo>
                <a:lnTo>
                  <a:pt x="5934075" y="1804988"/>
                </a:lnTo>
                <a:lnTo>
                  <a:pt x="5943600" y="1824038"/>
                </a:lnTo>
                <a:lnTo>
                  <a:pt x="5953125" y="1852613"/>
                </a:lnTo>
                <a:lnTo>
                  <a:pt x="5962650" y="1824038"/>
                </a:lnTo>
                <a:lnTo>
                  <a:pt x="5972175" y="1771650"/>
                </a:lnTo>
                <a:lnTo>
                  <a:pt x="5981700" y="1762125"/>
                </a:lnTo>
                <a:lnTo>
                  <a:pt x="5991225" y="1695450"/>
                </a:lnTo>
                <a:lnTo>
                  <a:pt x="6000750" y="1681163"/>
                </a:lnTo>
                <a:lnTo>
                  <a:pt x="6010275" y="1640681"/>
                </a:lnTo>
                <a:lnTo>
                  <a:pt x="6019800" y="1600200"/>
                </a:lnTo>
                <a:lnTo>
                  <a:pt x="6029325" y="1559719"/>
                </a:lnTo>
                <a:lnTo>
                  <a:pt x="6038850" y="1519238"/>
                </a:lnTo>
                <a:lnTo>
                  <a:pt x="6048375" y="1571625"/>
                </a:lnTo>
                <a:lnTo>
                  <a:pt x="6057900" y="1609725"/>
                </a:lnTo>
                <a:lnTo>
                  <a:pt x="6067425" y="1552575"/>
                </a:lnTo>
                <a:lnTo>
                  <a:pt x="6076950" y="1500188"/>
                </a:lnTo>
                <a:lnTo>
                  <a:pt x="6086475" y="1552575"/>
                </a:lnTo>
                <a:lnTo>
                  <a:pt x="6096000" y="1600200"/>
                </a:lnTo>
                <a:lnTo>
                  <a:pt x="6105525" y="1585913"/>
                </a:lnTo>
                <a:lnTo>
                  <a:pt x="6115050" y="1557338"/>
                </a:lnTo>
                <a:lnTo>
                  <a:pt x="6124575" y="1547813"/>
                </a:lnTo>
                <a:lnTo>
                  <a:pt x="6134100" y="1619250"/>
                </a:lnTo>
                <a:lnTo>
                  <a:pt x="6143625" y="1719263"/>
                </a:lnTo>
                <a:lnTo>
                  <a:pt x="6153150" y="1719263"/>
                </a:lnTo>
                <a:lnTo>
                  <a:pt x="6162675" y="1695450"/>
                </a:lnTo>
                <a:lnTo>
                  <a:pt x="6172200" y="1704975"/>
                </a:lnTo>
                <a:lnTo>
                  <a:pt x="6181725" y="1717675"/>
                </a:lnTo>
                <a:lnTo>
                  <a:pt x="6191250" y="1730375"/>
                </a:lnTo>
                <a:lnTo>
                  <a:pt x="6200775" y="1743075"/>
                </a:lnTo>
                <a:lnTo>
                  <a:pt x="6210300" y="1743075"/>
                </a:lnTo>
                <a:lnTo>
                  <a:pt x="6219825" y="1770697"/>
                </a:lnTo>
                <a:lnTo>
                  <a:pt x="6229350" y="1798320"/>
                </a:lnTo>
                <a:lnTo>
                  <a:pt x="6238875" y="1825943"/>
                </a:lnTo>
                <a:lnTo>
                  <a:pt x="6248400" y="1853565"/>
                </a:lnTo>
                <a:lnTo>
                  <a:pt x="6257925" y="1881188"/>
                </a:lnTo>
                <a:lnTo>
                  <a:pt x="6267450" y="1881188"/>
                </a:lnTo>
                <a:lnTo>
                  <a:pt x="6276975" y="1876425"/>
                </a:lnTo>
                <a:lnTo>
                  <a:pt x="6286500" y="1807369"/>
                </a:lnTo>
                <a:lnTo>
                  <a:pt x="6296025" y="1738313"/>
                </a:lnTo>
                <a:lnTo>
                  <a:pt x="6305550" y="1733550"/>
                </a:lnTo>
                <a:lnTo>
                  <a:pt x="6315075" y="1789112"/>
                </a:lnTo>
                <a:lnTo>
                  <a:pt x="6324600" y="1844675"/>
                </a:lnTo>
                <a:lnTo>
                  <a:pt x="6334125" y="1900238"/>
                </a:lnTo>
                <a:lnTo>
                  <a:pt x="6343650" y="1900238"/>
                </a:lnTo>
                <a:lnTo>
                  <a:pt x="6353175" y="1866900"/>
                </a:lnTo>
                <a:lnTo>
                  <a:pt x="6362700" y="1824038"/>
                </a:lnTo>
                <a:lnTo>
                  <a:pt x="6372225" y="1847850"/>
                </a:lnTo>
                <a:lnTo>
                  <a:pt x="6381750" y="1871663"/>
                </a:lnTo>
                <a:lnTo>
                  <a:pt x="6391275" y="1876425"/>
                </a:lnTo>
                <a:lnTo>
                  <a:pt x="6400800" y="1876425"/>
                </a:lnTo>
                <a:lnTo>
                  <a:pt x="6410325" y="1890713"/>
                </a:lnTo>
                <a:lnTo>
                  <a:pt x="6419850" y="1895475"/>
                </a:lnTo>
                <a:lnTo>
                  <a:pt x="6429375" y="1905000"/>
                </a:lnTo>
                <a:lnTo>
                  <a:pt x="6438900" y="1971675"/>
                </a:lnTo>
                <a:lnTo>
                  <a:pt x="6448425" y="1966913"/>
                </a:lnTo>
                <a:lnTo>
                  <a:pt x="6457950" y="1924050"/>
                </a:lnTo>
                <a:lnTo>
                  <a:pt x="6467475" y="1928813"/>
                </a:lnTo>
                <a:lnTo>
                  <a:pt x="6477000" y="1943100"/>
                </a:lnTo>
                <a:lnTo>
                  <a:pt x="6486525" y="1952625"/>
                </a:lnTo>
                <a:lnTo>
                  <a:pt x="6496050" y="1947863"/>
                </a:lnTo>
                <a:lnTo>
                  <a:pt x="6505575" y="1933575"/>
                </a:lnTo>
                <a:lnTo>
                  <a:pt x="6515100" y="1919288"/>
                </a:lnTo>
                <a:lnTo>
                  <a:pt x="6524625" y="1909763"/>
                </a:lnTo>
                <a:lnTo>
                  <a:pt x="6534150" y="1895475"/>
                </a:lnTo>
                <a:lnTo>
                  <a:pt x="6543675" y="1885950"/>
                </a:lnTo>
                <a:lnTo>
                  <a:pt x="6553200" y="1866900"/>
                </a:lnTo>
                <a:lnTo>
                  <a:pt x="6562725" y="1830388"/>
                </a:lnTo>
                <a:lnTo>
                  <a:pt x="6572250" y="1793875"/>
                </a:lnTo>
                <a:lnTo>
                  <a:pt x="6581775" y="1757363"/>
                </a:lnTo>
                <a:lnTo>
                  <a:pt x="6591300" y="1762125"/>
                </a:lnTo>
                <a:lnTo>
                  <a:pt x="6600825" y="1766888"/>
                </a:lnTo>
                <a:lnTo>
                  <a:pt x="6610350" y="1733550"/>
                </a:lnTo>
                <a:lnTo>
                  <a:pt x="6619875" y="1652588"/>
                </a:lnTo>
                <a:lnTo>
                  <a:pt x="6629400" y="1643063"/>
                </a:lnTo>
                <a:lnTo>
                  <a:pt x="6638925" y="1638300"/>
                </a:lnTo>
                <a:lnTo>
                  <a:pt x="6648450" y="1633538"/>
                </a:lnTo>
                <a:lnTo>
                  <a:pt x="6657975" y="1628775"/>
                </a:lnTo>
                <a:lnTo>
                  <a:pt x="6667500" y="1676400"/>
                </a:lnTo>
                <a:lnTo>
                  <a:pt x="6677025" y="1724025"/>
                </a:lnTo>
                <a:lnTo>
                  <a:pt x="6686550" y="1714500"/>
                </a:lnTo>
                <a:lnTo>
                  <a:pt x="6696075" y="1728788"/>
                </a:lnTo>
                <a:lnTo>
                  <a:pt x="6705600" y="1676400"/>
                </a:lnTo>
                <a:lnTo>
                  <a:pt x="6715125" y="1643063"/>
                </a:lnTo>
                <a:lnTo>
                  <a:pt x="6724650" y="1638300"/>
                </a:lnTo>
                <a:lnTo>
                  <a:pt x="6734175" y="1647825"/>
                </a:lnTo>
                <a:lnTo>
                  <a:pt x="6743700" y="1652588"/>
                </a:lnTo>
                <a:lnTo>
                  <a:pt x="6753225" y="1681163"/>
                </a:lnTo>
                <a:lnTo>
                  <a:pt x="6762750" y="1678781"/>
                </a:lnTo>
                <a:lnTo>
                  <a:pt x="6772275" y="1676400"/>
                </a:lnTo>
                <a:lnTo>
                  <a:pt x="6781800" y="1671638"/>
                </a:lnTo>
                <a:lnTo>
                  <a:pt x="6791325" y="1671638"/>
                </a:lnTo>
                <a:lnTo>
                  <a:pt x="6800850" y="1676400"/>
                </a:lnTo>
                <a:lnTo>
                  <a:pt x="6810375" y="1671638"/>
                </a:lnTo>
                <a:lnTo>
                  <a:pt x="6819900" y="1652588"/>
                </a:lnTo>
                <a:lnTo>
                  <a:pt x="6829425" y="1662113"/>
                </a:lnTo>
                <a:lnTo>
                  <a:pt x="6838950" y="1695450"/>
                </a:lnTo>
                <a:lnTo>
                  <a:pt x="6848475" y="1695450"/>
                </a:lnTo>
                <a:lnTo>
                  <a:pt x="6858000" y="1676400"/>
                </a:lnTo>
                <a:lnTo>
                  <a:pt x="6867525" y="1657350"/>
                </a:lnTo>
                <a:lnTo>
                  <a:pt x="6877050" y="1662113"/>
                </a:lnTo>
                <a:lnTo>
                  <a:pt x="6886575" y="1666875"/>
                </a:lnTo>
                <a:lnTo>
                  <a:pt x="6896100" y="1681163"/>
                </a:lnTo>
                <a:lnTo>
                  <a:pt x="6905625" y="1671638"/>
                </a:lnTo>
                <a:lnTo>
                  <a:pt x="6915150" y="1647825"/>
                </a:lnTo>
                <a:lnTo>
                  <a:pt x="6924675" y="1643063"/>
                </a:lnTo>
                <a:lnTo>
                  <a:pt x="6934200" y="1638300"/>
                </a:lnTo>
                <a:lnTo>
                  <a:pt x="6943725" y="1652588"/>
                </a:lnTo>
                <a:lnTo>
                  <a:pt x="6953250" y="1652588"/>
                </a:lnTo>
                <a:lnTo>
                  <a:pt x="6962775" y="1657350"/>
                </a:lnTo>
                <a:lnTo>
                  <a:pt x="6972300" y="1657350"/>
                </a:lnTo>
                <a:lnTo>
                  <a:pt x="6981825" y="1666875"/>
                </a:lnTo>
                <a:lnTo>
                  <a:pt x="6991350" y="1666875"/>
                </a:lnTo>
                <a:lnTo>
                  <a:pt x="7000875" y="1662113"/>
                </a:lnTo>
                <a:lnTo>
                  <a:pt x="7010400" y="1657350"/>
                </a:lnTo>
                <a:lnTo>
                  <a:pt x="7019925" y="1652588"/>
                </a:lnTo>
                <a:lnTo>
                  <a:pt x="7029450" y="1652588"/>
                </a:lnTo>
                <a:lnTo>
                  <a:pt x="7038975" y="1647825"/>
                </a:lnTo>
                <a:lnTo>
                  <a:pt x="7048500" y="1647825"/>
                </a:lnTo>
                <a:lnTo>
                  <a:pt x="7058025" y="1624013"/>
                </a:lnTo>
                <a:lnTo>
                  <a:pt x="7067550" y="1662113"/>
                </a:lnTo>
                <a:lnTo>
                  <a:pt x="7077075" y="1662113"/>
                </a:lnTo>
                <a:lnTo>
                  <a:pt x="7086600" y="1666875"/>
                </a:lnTo>
                <a:lnTo>
                  <a:pt x="7096125" y="1671638"/>
                </a:lnTo>
                <a:lnTo>
                  <a:pt x="7105650" y="1671638"/>
                </a:lnTo>
                <a:lnTo>
                  <a:pt x="7115175" y="1652588"/>
                </a:lnTo>
                <a:lnTo>
                  <a:pt x="7124700" y="1652588"/>
                </a:lnTo>
                <a:lnTo>
                  <a:pt x="7134225" y="1676400"/>
                </a:lnTo>
                <a:lnTo>
                  <a:pt x="7143750" y="1700213"/>
                </a:lnTo>
                <a:lnTo>
                  <a:pt x="7153275" y="1724025"/>
                </a:lnTo>
                <a:lnTo>
                  <a:pt x="7162800" y="1697831"/>
                </a:lnTo>
                <a:lnTo>
                  <a:pt x="7172325" y="1671638"/>
                </a:lnTo>
                <a:lnTo>
                  <a:pt x="7181850" y="1657350"/>
                </a:lnTo>
                <a:lnTo>
                  <a:pt x="7191375" y="1662113"/>
                </a:lnTo>
                <a:lnTo>
                  <a:pt x="7200900" y="1704975"/>
                </a:lnTo>
                <a:lnTo>
                  <a:pt x="7210425" y="1719263"/>
                </a:lnTo>
                <a:lnTo>
                  <a:pt x="7219950" y="1733550"/>
                </a:lnTo>
                <a:lnTo>
                  <a:pt x="7229475" y="1752600"/>
                </a:lnTo>
                <a:lnTo>
                  <a:pt x="7239000" y="1790700"/>
                </a:lnTo>
                <a:lnTo>
                  <a:pt x="7248525" y="1795463"/>
                </a:lnTo>
                <a:lnTo>
                  <a:pt x="7258050" y="1795463"/>
                </a:lnTo>
                <a:lnTo>
                  <a:pt x="7267575" y="1793081"/>
                </a:lnTo>
                <a:lnTo>
                  <a:pt x="7277100" y="1790700"/>
                </a:lnTo>
                <a:lnTo>
                  <a:pt x="7286625" y="1790700"/>
                </a:lnTo>
                <a:lnTo>
                  <a:pt x="7296150" y="1724025"/>
                </a:lnTo>
                <a:lnTo>
                  <a:pt x="7305675" y="1733550"/>
                </a:lnTo>
                <a:lnTo>
                  <a:pt x="7315200" y="1800225"/>
                </a:lnTo>
                <a:lnTo>
                  <a:pt x="7324725" y="1824038"/>
                </a:lnTo>
                <a:lnTo>
                  <a:pt x="7334250" y="1876425"/>
                </a:lnTo>
                <a:lnTo>
                  <a:pt x="7343775" y="1876425"/>
                </a:lnTo>
                <a:lnTo>
                  <a:pt x="7353300" y="1862138"/>
                </a:lnTo>
                <a:lnTo>
                  <a:pt x="7362825" y="1857375"/>
                </a:lnTo>
                <a:lnTo>
                  <a:pt x="7372350" y="1809750"/>
                </a:lnTo>
                <a:lnTo>
                  <a:pt x="7381875" y="1828800"/>
                </a:lnTo>
                <a:lnTo>
                  <a:pt x="7391400" y="1838325"/>
                </a:lnTo>
                <a:lnTo>
                  <a:pt x="7400925" y="1843088"/>
                </a:lnTo>
                <a:lnTo>
                  <a:pt x="7410450" y="1847850"/>
                </a:lnTo>
                <a:lnTo>
                  <a:pt x="7419975" y="1862138"/>
                </a:lnTo>
                <a:lnTo>
                  <a:pt x="7429500" y="1885950"/>
                </a:lnTo>
                <a:lnTo>
                  <a:pt x="7439025" y="1890713"/>
                </a:lnTo>
                <a:lnTo>
                  <a:pt x="7448550" y="1895475"/>
                </a:lnTo>
                <a:lnTo>
                  <a:pt x="7458075" y="1895475"/>
                </a:lnTo>
                <a:lnTo>
                  <a:pt x="7467600" y="1895475"/>
                </a:lnTo>
                <a:lnTo>
                  <a:pt x="7477125" y="1900238"/>
                </a:lnTo>
                <a:lnTo>
                  <a:pt x="7486650" y="1890713"/>
                </a:lnTo>
                <a:lnTo>
                  <a:pt x="7496175" y="1824038"/>
                </a:lnTo>
                <a:lnTo>
                  <a:pt x="7505700" y="1819275"/>
                </a:lnTo>
                <a:lnTo>
                  <a:pt x="7515225" y="1814513"/>
                </a:lnTo>
                <a:lnTo>
                  <a:pt x="7524750" y="1804988"/>
                </a:lnTo>
                <a:lnTo>
                  <a:pt x="7534275" y="1800225"/>
                </a:lnTo>
                <a:lnTo>
                  <a:pt x="7543800" y="1800225"/>
                </a:lnTo>
                <a:lnTo>
                  <a:pt x="7553325" y="1785938"/>
                </a:lnTo>
                <a:lnTo>
                  <a:pt x="7562850" y="1700213"/>
                </a:lnTo>
                <a:lnTo>
                  <a:pt x="7572375" y="1707356"/>
                </a:lnTo>
                <a:lnTo>
                  <a:pt x="7581900" y="1714500"/>
                </a:lnTo>
                <a:lnTo>
                  <a:pt x="7591425" y="1628775"/>
                </a:lnTo>
                <a:lnTo>
                  <a:pt x="7600950" y="1624013"/>
                </a:lnTo>
                <a:lnTo>
                  <a:pt x="7610475" y="1600200"/>
                </a:lnTo>
                <a:lnTo>
                  <a:pt x="7620000" y="1543050"/>
                </a:lnTo>
                <a:lnTo>
                  <a:pt x="7629525" y="1466850"/>
                </a:lnTo>
                <a:lnTo>
                  <a:pt x="7639050" y="1414463"/>
                </a:lnTo>
                <a:lnTo>
                  <a:pt x="7648575" y="1371600"/>
                </a:lnTo>
                <a:lnTo>
                  <a:pt x="7658100" y="1371600"/>
                </a:lnTo>
                <a:lnTo>
                  <a:pt x="7667625" y="1385888"/>
                </a:lnTo>
                <a:lnTo>
                  <a:pt x="7677150" y="1323975"/>
                </a:lnTo>
                <a:lnTo>
                  <a:pt x="7686675" y="1262063"/>
                </a:lnTo>
                <a:lnTo>
                  <a:pt x="7696200" y="1276350"/>
                </a:lnTo>
                <a:lnTo>
                  <a:pt x="7705725" y="1314450"/>
                </a:lnTo>
                <a:lnTo>
                  <a:pt x="7715250" y="1290638"/>
                </a:lnTo>
                <a:lnTo>
                  <a:pt x="7724775" y="1300163"/>
                </a:lnTo>
                <a:lnTo>
                  <a:pt x="7734300" y="1319213"/>
                </a:lnTo>
                <a:lnTo>
                  <a:pt x="7743825" y="1319213"/>
                </a:lnTo>
                <a:lnTo>
                  <a:pt x="7753350" y="1300163"/>
                </a:lnTo>
                <a:lnTo>
                  <a:pt x="7762875" y="1290638"/>
                </a:lnTo>
                <a:lnTo>
                  <a:pt x="7772400" y="1290638"/>
                </a:lnTo>
                <a:lnTo>
                  <a:pt x="7781925" y="1290638"/>
                </a:lnTo>
                <a:lnTo>
                  <a:pt x="7791450" y="1281113"/>
                </a:lnTo>
                <a:lnTo>
                  <a:pt x="7800975" y="1285875"/>
                </a:lnTo>
                <a:lnTo>
                  <a:pt x="7810500" y="1285875"/>
                </a:lnTo>
                <a:lnTo>
                  <a:pt x="7820025" y="1290638"/>
                </a:lnTo>
                <a:lnTo>
                  <a:pt x="7829550" y="1295400"/>
                </a:lnTo>
                <a:lnTo>
                  <a:pt x="7839075" y="1276350"/>
                </a:lnTo>
                <a:lnTo>
                  <a:pt x="7848600" y="1262063"/>
                </a:lnTo>
                <a:lnTo>
                  <a:pt x="7858125" y="1266825"/>
                </a:lnTo>
                <a:lnTo>
                  <a:pt x="7867650" y="1266825"/>
                </a:lnTo>
                <a:lnTo>
                  <a:pt x="7877175" y="1262063"/>
                </a:lnTo>
                <a:lnTo>
                  <a:pt x="7886700" y="1271588"/>
                </a:lnTo>
                <a:lnTo>
                  <a:pt x="7896225" y="1276350"/>
                </a:lnTo>
                <a:lnTo>
                  <a:pt x="7905750" y="1281113"/>
                </a:lnTo>
                <a:lnTo>
                  <a:pt x="7915275" y="1285875"/>
                </a:lnTo>
                <a:lnTo>
                  <a:pt x="7924800" y="1304925"/>
                </a:lnTo>
                <a:lnTo>
                  <a:pt x="7934325" y="1295400"/>
                </a:lnTo>
                <a:lnTo>
                  <a:pt x="7943850" y="1285875"/>
                </a:lnTo>
                <a:lnTo>
                  <a:pt x="7953375" y="1276350"/>
                </a:lnTo>
                <a:lnTo>
                  <a:pt x="7962900" y="1295400"/>
                </a:lnTo>
                <a:lnTo>
                  <a:pt x="7972425" y="1290638"/>
                </a:lnTo>
                <a:lnTo>
                  <a:pt x="7981950" y="1233488"/>
                </a:lnTo>
                <a:lnTo>
                  <a:pt x="7991475" y="1238250"/>
                </a:lnTo>
                <a:lnTo>
                  <a:pt x="8001000" y="1281113"/>
                </a:lnTo>
                <a:lnTo>
                  <a:pt x="8010525" y="1300163"/>
                </a:lnTo>
                <a:lnTo>
                  <a:pt x="8020050" y="1290638"/>
                </a:lnTo>
                <a:lnTo>
                  <a:pt x="8029575" y="1290638"/>
                </a:lnTo>
                <a:lnTo>
                  <a:pt x="8039100" y="1285875"/>
                </a:lnTo>
                <a:lnTo>
                  <a:pt x="8048625" y="1285875"/>
                </a:lnTo>
                <a:lnTo>
                  <a:pt x="8058150" y="1252538"/>
                </a:lnTo>
                <a:lnTo>
                  <a:pt x="8067675" y="1233488"/>
                </a:lnTo>
                <a:lnTo>
                  <a:pt x="8077200" y="1243013"/>
                </a:lnTo>
                <a:lnTo>
                  <a:pt x="8086725" y="1143000"/>
                </a:lnTo>
                <a:lnTo>
                  <a:pt x="8096250" y="1052513"/>
                </a:lnTo>
                <a:lnTo>
                  <a:pt x="8105775" y="876300"/>
                </a:lnTo>
                <a:lnTo>
                  <a:pt x="8115300" y="871538"/>
                </a:lnTo>
                <a:lnTo>
                  <a:pt x="8124825" y="871538"/>
                </a:lnTo>
                <a:lnTo>
                  <a:pt x="8134350" y="814388"/>
                </a:lnTo>
                <a:lnTo>
                  <a:pt x="8143875" y="771525"/>
                </a:lnTo>
                <a:lnTo>
                  <a:pt x="8153400" y="728663"/>
                </a:lnTo>
                <a:lnTo>
                  <a:pt x="8162925" y="733425"/>
                </a:lnTo>
                <a:lnTo>
                  <a:pt x="8172450" y="723900"/>
                </a:lnTo>
                <a:lnTo>
                  <a:pt x="8181975" y="709613"/>
                </a:lnTo>
                <a:lnTo>
                  <a:pt x="8191500" y="681038"/>
                </a:lnTo>
                <a:lnTo>
                  <a:pt x="8201025" y="685800"/>
                </a:lnTo>
                <a:lnTo>
                  <a:pt x="8210550" y="709613"/>
                </a:lnTo>
                <a:lnTo>
                  <a:pt x="8220075" y="723900"/>
                </a:lnTo>
                <a:lnTo>
                  <a:pt x="8229600" y="728663"/>
                </a:lnTo>
                <a:lnTo>
                  <a:pt x="8239125" y="723900"/>
                </a:lnTo>
                <a:lnTo>
                  <a:pt x="8248650" y="728663"/>
                </a:lnTo>
                <a:lnTo>
                  <a:pt x="8258175" y="700088"/>
                </a:lnTo>
                <a:lnTo>
                  <a:pt x="8267700" y="685800"/>
                </a:lnTo>
                <a:lnTo>
                  <a:pt x="8277225" y="700088"/>
                </a:lnTo>
                <a:lnTo>
                  <a:pt x="8286750" y="709613"/>
                </a:lnTo>
                <a:lnTo>
                  <a:pt x="8296275" y="719138"/>
                </a:lnTo>
                <a:lnTo>
                  <a:pt x="8305800" y="700088"/>
                </a:lnTo>
                <a:lnTo>
                  <a:pt x="8315325" y="681038"/>
                </a:lnTo>
                <a:lnTo>
                  <a:pt x="8324850" y="681038"/>
                </a:lnTo>
                <a:lnTo>
                  <a:pt x="8334375" y="681038"/>
                </a:lnTo>
                <a:lnTo>
                  <a:pt x="8343900" y="676275"/>
                </a:lnTo>
                <a:lnTo>
                  <a:pt x="8353425" y="676275"/>
                </a:lnTo>
                <a:lnTo>
                  <a:pt x="8362950" y="681038"/>
                </a:lnTo>
                <a:lnTo>
                  <a:pt x="8372475" y="681038"/>
                </a:lnTo>
                <a:lnTo>
                  <a:pt x="8382000" y="676275"/>
                </a:lnTo>
                <a:lnTo>
                  <a:pt x="8391525" y="681038"/>
                </a:lnTo>
                <a:lnTo>
                  <a:pt x="8401050" y="685800"/>
                </a:lnTo>
                <a:lnTo>
                  <a:pt x="8410575" y="685800"/>
                </a:lnTo>
                <a:lnTo>
                  <a:pt x="8420100" y="695325"/>
                </a:lnTo>
                <a:lnTo>
                  <a:pt x="8429625" y="700088"/>
                </a:lnTo>
                <a:lnTo>
                  <a:pt x="8439150" y="704850"/>
                </a:lnTo>
                <a:lnTo>
                  <a:pt x="8448675" y="690563"/>
                </a:lnTo>
                <a:lnTo>
                  <a:pt x="8458200" y="685800"/>
                </a:lnTo>
                <a:lnTo>
                  <a:pt x="8467725" y="681038"/>
                </a:lnTo>
                <a:lnTo>
                  <a:pt x="8477250" y="685800"/>
                </a:lnTo>
                <a:lnTo>
                  <a:pt x="8486775" y="690563"/>
                </a:lnTo>
                <a:lnTo>
                  <a:pt x="8496300" y="685800"/>
                </a:lnTo>
                <a:lnTo>
                  <a:pt x="8505825" y="681038"/>
                </a:lnTo>
                <a:lnTo>
                  <a:pt x="8515350" y="695325"/>
                </a:lnTo>
                <a:lnTo>
                  <a:pt x="8524875" y="690563"/>
                </a:lnTo>
                <a:lnTo>
                  <a:pt x="8534400" y="685800"/>
                </a:lnTo>
                <a:lnTo>
                  <a:pt x="8543925" y="685800"/>
                </a:lnTo>
                <a:lnTo>
                  <a:pt x="8553450" y="690563"/>
                </a:lnTo>
                <a:lnTo>
                  <a:pt x="8562975" y="695325"/>
                </a:lnTo>
                <a:lnTo>
                  <a:pt x="8572500" y="690563"/>
                </a:lnTo>
                <a:lnTo>
                  <a:pt x="8582025" y="671513"/>
                </a:lnTo>
                <a:lnTo>
                  <a:pt x="8591550" y="666750"/>
                </a:lnTo>
                <a:lnTo>
                  <a:pt x="8601075" y="657225"/>
                </a:lnTo>
                <a:lnTo>
                  <a:pt x="8610600" y="676275"/>
                </a:lnTo>
                <a:lnTo>
                  <a:pt x="8620125" y="685800"/>
                </a:lnTo>
                <a:lnTo>
                  <a:pt x="8629650" y="681038"/>
                </a:lnTo>
                <a:lnTo>
                  <a:pt x="8639175" y="676275"/>
                </a:lnTo>
                <a:lnTo>
                  <a:pt x="8648700" y="671513"/>
                </a:lnTo>
                <a:lnTo>
                  <a:pt x="8658225" y="666750"/>
                </a:lnTo>
                <a:lnTo>
                  <a:pt x="8667750" y="685800"/>
                </a:lnTo>
                <a:lnTo>
                  <a:pt x="8677275" y="681038"/>
                </a:lnTo>
                <a:lnTo>
                  <a:pt x="8686800" y="671513"/>
                </a:lnTo>
                <a:lnTo>
                  <a:pt x="8696325" y="661988"/>
                </a:lnTo>
                <a:lnTo>
                  <a:pt x="8705850" y="659606"/>
                </a:lnTo>
                <a:lnTo>
                  <a:pt x="8715375" y="657225"/>
                </a:lnTo>
                <a:lnTo>
                  <a:pt x="8724900" y="654844"/>
                </a:lnTo>
                <a:lnTo>
                  <a:pt x="8734425" y="652463"/>
                </a:lnTo>
                <a:lnTo>
                  <a:pt x="8743950" y="650081"/>
                </a:lnTo>
                <a:lnTo>
                  <a:pt x="8753475" y="647700"/>
                </a:lnTo>
                <a:lnTo>
                  <a:pt x="8763000" y="609600"/>
                </a:lnTo>
                <a:lnTo>
                  <a:pt x="8772525" y="581025"/>
                </a:lnTo>
                <a:lnTo>
                  <a:pt x="8782050" y="581025"/>
                </a:lnTo>
                <a:lnTo>
                  <a:pt x="8791575" y="585788"/>
                </a:lnTo>
                <a:lnTo>
                  <a:pt x="8801100" y="571500"/>
                </a:lnTo>
                <a:lnTo>
                  <a:pt x="8810625" y="504825"/>
                </a:lnTo>
                <a:lnTo>
                  <a:pt x="8820150" y="490538"/>
                </a:lnTo>
                <a:lnTo>
                  <a:pt x="8829675" y="481013"/>
                </a:lnTo>
                <a:lnTo>
                  <a:pt x="8839200" y="495300"/>
                </a:lnTo>
                <a:lnTo>
                  <a:pt x="8848725" y="485775"/>
                </a:lnTo>
                <a:lnTo>
                  <a:pt x="8858250" y="461963"/>
                </a:lnTo>
                <a:lnTo>
                  <a:pt x="8867775" y="461963"/>
                </a:lnTo>
                <a:lnTo>
                  <a:pt x="8877300" y="471488"/>
                </a:lnTo>
                <a:lnTo>
                  <a:pt x="8886825" y="466725"/>
                </a:lnTo>
                <a:lnTo>
                  <a:pt x="8896350" y="461963"/>
                </a:lnTo>
                <a:lnTo>
                  <a:pt x="8905875" y="461963"/>
                </a:lnTo>
                <a:lnTo>
                  <a:pt x="8915400" y="457200"/>
                </a:lnTo>
                <a:lnTo>
                  <a:pt x="8924925" y="466725"/>
                </a:lnTo>
                <a:lnTo>
                  <a:pt x="8934450" y="476250"/>
                </a:lnTo>
                <a:lnTo>
                  <a:pt x="8943975" y="476250"/>
                </a:lnTo>
                <a:lnTo>
                  <a:pt x="8953500" y="466725"/>
                </a:lnTo>
                <a:lnTo>
                  <a:pt x="8963025" y="471488"/>
                </a:lnTo>
                <a:lnTo>
                  <a:pt x="8972550" y="485775"/>
                </a:lnTo>
                <a:lnTo>
                  <a:pt x="8982075" y="481013"/>
                </a:lnTo>
                <a:lnTo>
                  <a:pt x="8991600" y="466725"/>
                </a:lnTo>
                <a:lnTo>
                  <a:pt x="9001125" y="461963"/>
                </a:lnTo>
                <a:lnTo>
                  <a:pt x="9010650" y="461963"/>
                </a:lnTo>
                <a:lnTo>
                  <a:pt x="9020175" y="461963"/>
                </a:lnTo>
                <a:lnTo>
                  <a:pt x="9029700" y="461963"/>
                </a:lnTo>
                <a:lnTo>
                  <a:pt x="9039225" y="466725"/>
                </a:lnTo>
                <a:lnTo>
                  <a:pt x="9048750" y="476250"/>
                </a:lnTo>
                <a:lnTo>
                  <a:pt x="9058275" y="476250"/>
                </a:lnTo>
                <a:lnTo>
                  <a:pt x="9067800" y="466725"/>
                </a:lnTo>
                <a:lnTo>
                  <a:pt x="9077325" y="466725"/>
                </a:lnTo>
                <a:lnTo>
                  <a:pt x="9086850" y="466725"/>
                </a:lnTo>
                <a:lnTo>
                  <a:pt x="9096375" y="461963"/>
                </a:lnTo>
                <a:lnTo>
                  <a:pt x="9105900" y="461963"/>
                </a:lnTo>
                <a:lnTo>
                  <a:pt x="9115425" y="466725"/>
                </a:lnTo>
                <a:lnTo>
                  <a:pt x="9124950" y="466725"/>
                </a:lnTo>
                <a:lnTo>
                  <a:pt x="9134475" y="457200"/>
                </a:lnTo>
                <a:lnTo>
                  <a:pt x="9144000" y="457200"/>
                </a:lnTo>
                <a:lnTo>
                  <a:pt x="9153525" y="471488"/>
                </a:lnTo>
                <a:lnTo>
                  <a:pt x="9163050" y="466725"/>
                </a:lnTo>
                <a:lnTo>
                  <a:pt x="9172575" y="466725"/>
                </a:lnTo>
                <a:lnTo>
                  <a:pt x="9182100" y="466725"/>
                </a:lnTo>
                <a:lnTo>
                  <a:pt x="9191625" y="466725"/>
                </a:lnTo>
                <a:lnTo>
                  <a:pt x="9201150" y="452438"/>
                </a:lnTo>
                <a:lnTo>
                  <a:pt x="9210675" y="438150"/>
                </a:lnTo>
                <a:lnTo>
                  <a:pt x="9220200" y="466725"/>
                </a:lnTo>
                <a:lnTo>
                  <a:pt x="9229725" y="485775"/>
                </a:lnTo>
                <a:lnTo>
                  <a:pt x="9239250" y="471488"/>
                </a:lnTo>
                <a:lnTo>
                  <a:pt x="9248775" y="471488"/>
                </a:lnTo>
                <a:lnTo>
                  <a:pt x="9258300" y="481013"/>
                </a:lnTo>
                <a:lnTo>
                  <a:pt x="9267825" y="485775"/>
                </a:lnTo>
                <a:lnTo>
                  <a:pt x="9277350" y="481013"/>
                </a:lnTo>
                <a:lnTo>
                  <a:pt x="9286875" y="466725"/>
                </a:lnTo>
                <a:lnTo>
                  <a:pt x="9296400" y="476250"/>
                </a:lnTo>
                <a:lnTo>
                  <a:pt x="9305925" y="481013"/>
                </a:lnTo>
                <a:lnTo>
                  <a:pt x="9315450" y="457200"/>
                </a:lnTo>
                <a:lnTo>
                  <a:pt x="9324975" y="461963"/>
                </a:lnTo>
                <a:lnTo>
                  <a:pt x="9334500" y="490538"/>
                </a:lnTo>
                <a:lnTo>
                  <a:pt x="9344025" y="490538"/>
                </a:lnTo>
                <a:lnTo>
                  <a:pt x="9353550" y="490538"/>
                </a:lnTo>
                <a:lnTo>
                  <a:pt x="9363075" y="490538"/>
                </a:lnTo>
                <a:lnTo>
                  <a:pt x="9372600" y="500063"/>
                </a:lnTo>
                <a:lnTo>
                  <a:pt x="9382125" y="490538"/>
                </a:lnTo>
                <a:lnTo>
                  <a:pt x="9391650" y="495300"/>
                </a:lnTo>
                <a:lnTo>
                  <a:pt x="9401175" y="490538"/>
                </a:lnTo>
                <a:lnTo>
                  <a:pt x="9410700" y="495300"/>
                </a:lnTo>
                <a:lnTo>
                  <a:pt x="9420225" y="495300"/>
                </a:lnTo>
                <a:lnTo>
                  <a:pt x="9429750" y="500063"/>
                </a:lnTo>
                <a:lnTo>
                  <a:pt x="9439275" y="509588"/>
                </a:lnTo>
                <a:lnTo>
                  <a:pt x="9448800" y="509588"/>
                </a:lnTo>
                <a:lnTo>
                  <a:pt x="9458325" y="504825"/>
                </a:lnTo>
                <a:lnTo>
                  <a:pt x="9467850" y="504825"/>
                </a:lnTo>
                <a:lnTo>
                  <a:pt x="9477375" y="514350"/>
                </a:lnTo>
                <a:lnTo>
                  <a:pt x="9486900" y="509588"/>
                </a:lnTo>
                <a:lnTo>
                  <a:pt x="9496425" y="500063"/>
                </a:lnTo>
                <a:lnTo>
                  <a:pt x="9505950" y="504825"/>
                </a:lnTo>
                <a:lnTo>
                  <a:pt x="9515475" y="504825"/>
                </a:lnTo>
                <a:lnTo>
                  <a:pt x="9525000" y="495300"/>
                </a:lnTo>
                <a:lnTo>
                  <a:pt x="9534525" y="495300"/>
                </a:lnTo>
                <a:lnTo>
                  <a:pt x="9544050" y="495300"/>
                </a:lnTo>
                <a:lnTo>
                  <a:pt x="9553575" y="495300"/>
                </a:lnTo>
                <a:lnTo>
                  <a:pt x="9563100" y="500063"/>
                </a:lnTo>
                <a:lnTo>
                  <a:pt x="9572625" y="500063"/>
                </a:lnTo>
                <a:lnTo>
                  <a:pt x="9582150" y="495300"/>
                </a:lnTo>
                <a:lnTo>
                  <a:pt x="9591675" y="490538"/>
                </a:lnTo>
                <a:lnTo>
                  <a:pt x="9601200" y="500063"/>
                </a:lnTo>
                <a:lnTo>
                  <a:pt x="9610725" y="500063"/>
                </a:lnTo>
                <a:lnTo>
                  <a:pt x="9620250" y="495300"/>
                </a:lnTo>
                <a:lnTo>
                  <a:pt x="9629775" y="495300"/>
                </a:lnTo>
                <a:lnTo>
                  <a:pt x="9639300" y="495300"/>
                </a:lnTo>
                <a:lnTo>
                  <a:pt x="9648825" y="495300"/>
                </a:lnTo>
                <a:lnTo>
                  <a:pt x="9658350" y="490538"/>
                </a:lnTo>
                <a:lnTo>
                  <a:pt x="9667875" y="490538"/>
                </a:lnTo>
                <a:lnTo>
                  <a:pt x="9677400" y="495300"/>
                </a:lnTo>
                <a:lnTo>
                  <a:pt x="9686925" y="504825"/>
                </a:lnTo>
                <a:lnTo>
                  <a:pt x="9696450" y="504825"/>
                </a:lnTo>
                <a:lnTo>
                  <a:pt x="9705975" y="504825"/>
                </a:lnTo>
                <a:lnTo>
                  <a:pt x="9715500" y="495300"/>
                </a:lnTo>
                <a:lnTo>
                  <a:pt x="9725025" y="481013"/>
                </a:lnTo>
                <a:lnTo>
                  <a:pt x="9734550" y="495300"/>
                </a:lnTo>
                <a:lnTo>
                  <a:pt x="9744075" y="509588"/>
                </a:lnTo>
                <a:lnTo>
                  <a:pt x="9753600" y="500063"/>
                </a:lnTo>
                <a:lnTo>
                  <a:pt x="9763125" y="490538"/>
                </a:lnTo>
                <a:lnTo>
                  <a:pt x="9772650" y="490538"/>
                </a:lnTo>
                <a:lnTo>
                  <a:pt x="9782175" y="490538"/>
                </a:lnTo>
                <a:lnTo>
                  <a:pt x="9791700" y="495300"/>
                </a:lnTo>
                <a:lnTo>
                  <a:pt x="9801225" y="495300"/>
                </a:lnTo>
                <a:lnTo>
                  <a:pt x="9810750" y="490538"/>
                </a:lnTo>
                <a:lnTo>
                  <a:pt x="9820275" y="490538"/>
                </a:lnTo>
                <a:lnTo>
                  <a:pt x="9829800" y="490538"/>
                </a:lnTo>
                <a:lnTo>
                  <a:pt x="9839325" y="504825"/>
                </a:lnTo>
                <a:lnTo>
                  <a:pt x="9848850" y="504825"/>
                </a:lnTo>
                <a:lnTo>
                  <a:pt x="9858375" y="509588"/>
                </a:lnTo>
                <a:lnTo>
                  <a:pt x="9867900" y="509588"/>
                </a:lnTo>
                <a:lnTo>
                  <a:pt x="9877425" y="509588"/>
                </a:lnTo>
                <a:lnTo>
                  <a:pt x="9886950" y="504825"/>
                </a:lnTo>
                <a:lnTo>
                  <a:pt x="9896475" y="500063"/>
                </a:lnTo>
                <a:lnTo>
                  <a:pt x="9906000" y="500063"/>
                </a:lnTo>
                <a:lnTo>
                  <a:pt x="9915525" y="504825"/>
                </a:lnTo>
                <a:lnTo>
                  <a:pt x="9925050" y="500063"/>
                </a:lnTo>
                <a:lnTo>
                  <a:pt x="9934575" y="495300"/>
                </a:lnTo>
                <a:lnTo>
                  <a:pt x="9944100" y="495300"/>
                </a:lnTo>
                <a:lnTo>
                  <a:pt x="9953625" y="500063"/>
                </a:lnTo>
                <a:lnTo>
                  <a:pt x="9963150" y="490538"/>
                </a:lnTo>
                <a:lnTo>
                  <a:pt x="9972675" y="466725"/>
                </a:lnTo>
                <a:lnTo>
                  <a:pt x="9982200" y="495300"/>
                </a:lnTo>
                <a:lnTo>
                  <a:pt x="9991725" y="495300"/>
                </a:lnTo>
                <a:lnTo>
                  <a:pt x="10001250" y="477837"/>
                </a:lnTo>
                <a:lnTo>
                  <a:pt x="10010775" y="460375"/>
                </a:lnTo>
                <a:lnTo>
                  <a:pt x="10020300" y="442913"/>
                </a:lnTo>
                <a:lnTo>
                  <a:pt x="10029825" y="390525"/>
                </a:lnTo>
                <a:lnTo>
                  <a:pt x="10039350" y="280988"/>
                </a:lnTo>
                <a:lnTo>
                  <a:pt x="10048875" y="228600"/>
                </a:lnTo>
                <a:lnTo>
                  <a:pt x="10058400" y="242888"/>
                </a:lnTo>
                <a:lnTo>
                  <a:pt x="10067925" y="247650"/>
                </a:lnTo>
                <a:lnTo>
                  <a:pt x="10077450" y="228600"/>
                </a:lnTo>
                <a:lnTo>
                  <a:pt x="10086975" y="185738"/>
                </a:lnTo>
                <a:lnTo>
                  <a:pt x="10096500" y="190500"/>
                </a:lnTo>
                <a:lnTo>
                  <a:pt x="10106025" y="133350"/>
                </a:lnTo>
                <a:lnTo>
                  <a:pt x="10115550" y="123825"/>
                </a:lnTo>
                <a:lnTo>
                  <a:pt x="10125075" y="138113"/>
                </a:lnTo>
                <a:lnTo>
                  <a:pt x="10134600" y="114300"/>
                </a:lnTo>
                <a:lnTo>
                  <a:pt x="10144125" y="114300"/>
                </a:lnTo>
                <a:lnTo>
                  <a:pt x="10153650" y="147638"/>
                </a:lnTo>
                <a:lnTo>
                  <a:pt x="10163175" y="171450"/>
                </a:lnTo>
                <a:lnTo>
                  <a:pt x="10172700" y="176213"/>
                </a:lnTo>
                <a:lnTo>
                  <a:pt x="10182225" y="180975"/>
                </a:lnTo>
                <a:lnTo>
                  <a:pt x="10191750" y="190500"/>
                </a:lnTo>
                <a:lnTo>
                  <a:pt x="10201275" y="166688"/>
                </a:lnTo>
                <a:lnTo>
                  <a:pt x="10210800" y="171450"/>
                </a:lnTo>
                <a:lnTo>
                  <a:pt x="10220325" y="180975"/>
                </a:lnTo>
                <a:lnTo>
                  <a:pt x="10229850" y="142875"/>
                </a:lnTo>
                <a:lnTo>
                  <a:pt x="10239375" y="119063"/>
                </a:lnTo>
                <a:lnTo>
                  <a:pt x="10248900" y="133350"/>
                </a:lnTo>
                <a:lnTo>
                  <a:pt x="10258425" y="142875"/>
                </a:lnTo>
                <a:lnTo>
                  <a:pt x="10267950" y="133350"/>
                </a:lnTo>
                <a:lnTo>
                  <a:pt x="10277475" y="133350"/>
                </a:lnTo>
                <a:lnTo>
                  <a:pt x="10287000" y="133350"/>
                </a:lnTo>
                <a:lnTo>
                  <a:pt x="10296525" y="123825"/>
                </a:lnTo>
                <a:lnTo>
                  <a:pt x="10306050" y="119063"/>
                </a:lnTo>
                <a:lnTo>
                  <a:pt x="10315575" y="109538"/>
                </a:lnTo>
                <a:lnTo>
                  <a:pt x="10325100" y="104775"/>
                </a:lnTo>
                <a:lnTo>
                  <a:pt x="10334625" y="128588"/>
                </a:lnTo>
                <a:lnTo>
                  <a:pt x="10344150" y="128588"/>
                </a:lnTo>
                <a:lnTo>
                  <a:pt x="10353675" y="100013"/>
                </a:lnTo>
                <a:lnTo>
                  <a:pt x="10363200" y="90488"/>
                </a:lnTo>
                <a:lnTo>
                  <a:pt x="10372725" y="90488"/>
                </a:lnTo>
                <a:lnTo>
                  <a:pt x="10382250" y="80963"/>
                </a:lnTo>
                <a:lnTo>
                  <a:pt x="10391775" y="57150"/>
                </a:lnTo>
                <a:lnTo>
                  <a:pt x="10401300" y="47625"/>
                </a:lnTo>
                <a:lnTo>
                  <a:pt x="10410825" y="57150"/>
                </a:lnTo>
                <a:lnTo>
                  <a:pt x="10420350" y="85725"/>
                </a:lnTo>
                <a:lnTo>
                  <a:pt x="10429875" y="104775"/>
                </a:lnTo>
                <a:lnTo>
                  <a:pt x="10439400" y="114300"/>
                </a:lnTo>
                <a:lnTo>
                  <a:pt x="10448925" y="109538"/>
                </a:lnTo>
                <a:lnTo>
                  <a:pt x="10458450" y="114300"/>
                </a:lnTo>
                <a:lnTo>
                  <a:pt x="10467975" y="104775"/>
                </a:lnTo>
                <a:lnTo>
                  <a:pt x="10477500" y="119063"/>
                </a:lnTo>
                <a:lnTo>
                  <a:pt x="10487025" y="128588"/>
                </a:lnTo>
                <a:lnTo>
                  <a:pt x="10496550" y="100013"/>
                </a:lnTo>
                <a:lnTo>
                  <a:pt x="10506075" y="90488"/>
                </a:lnTo>
                <a:lnTo>
                  <a:pt x="10515600" y="85725"/>
                </a:lnTo>
                <a:lnTo>
                  <a:pt x="10525125" y="90488"/>
                </a:lnTo>
                <a:lnTo>
                  <a:pt x="10534650" y="119063"/>
                </a:lnTo>
                <a:lnTo>
                  <a:pt x="10544175" y="114300"/>
                </a:lnTo>
                <a:lnTo>
                  <a:pt x="10553700" y="109538"/>
                </a:lnTo>
                <a:lnTo>
                  <a:pt x="10563225" y="76200"/>
                </a:lnTo>
                <a:lnTo>
                  <a:pt x="10572750" y="61913"/>
                </a:lnTo>
                <a:lnTo>
                  <a:pt x="10582275" y="61913"/>
                </a:lnTo>
                <a:lnTo>
                  <a:pt x="10591800" y="71438"/>
                </a:lnTo>
                <a:lnTo>
                  <a:pt x="10601325" y="71438"/>
                </a:lnTo>
                <a:lnTo>
                  <a:pt x="10610850" y="76200"/>
                </a:lnTo>
                <a:lnTo>
                  <a:pt x="10620375" y="90488"/>
                </a:lnTo>
                <a:lnTo>
                  <a:pt x="10629900" y="114300"/>
                </a:lnTo>
                <a:lnTo>
                  <a:pt x="10639425" y="104775"/>
                </a:lnTo>
                <a:lnTo>
                  <a:pt x="10648950" y="80963"/>
                </a:lnTo>
                <a:lnTo>
                  <a:pt x="10658475" y="100013"/>
                </a:lnTo>
                <a:lnTo>
                  <a:pt x="10668000" y="100013"/>
                </a:lnTo>
                <a:lnTo>
                  <a:pt x="10677525" y="76200"/>
                </a:lnTo>
                <a:lnTo>
                  <a:pt x="10687050" y="80963"/>
                </a:lnTo>
                <a:lnTo>
                  <a:pt x="10696575" y="90488"/>
                </a:lnTo>
                <a:lnTo>
                  <a:pt x="10706100" y="104775"/>
                </a:lnTo>
                <a:lnTo>
                  <a:pt x="10715625" y="104775"/>
                </a:lnTo>
                <a:lnTo>
                  <a:pt x="10725150" y="109538"/>
                </a:lnTo>
                <a:lnTo>
                  <a:pt x="10734675" y="80963"/>
                </a:lnTo>
                <a:lnTo>
                  <a:pt x="10744200" y="61913"/>
                </a:lnTo>
                <a:lnTo>
                  <a:pt x="10753725" y="66675"/>
                </a:lnTo>
                <a:lnTo>
                  <a:pt x="10763250" y="71438"/>
                </a:lnTo>
                <a:lnTo>
                  <a:pt x="10772775" y="76200"/>
                </a:lnTo>
                <a:lnTo>
                  <a:pt x="10782300" y="80963"/>
                </a:lnTo>
                <a:lnTo>
                  <a:pt x="10791825" y="66675"/>
                </a:lnTo>
                <a:lnTo>
                  <a:pt x="10801350" y="52388"/>
                </a:lnTo>
                <a:lnTo>
                  <a:pt x="10810875" y="47625"/>
                </a:lnTo>
                <a:lnTo>
                  <a:pt x="10820400" y="57150"/>
                </a:lnTo>
                <a:lnTo>
                  <a:pt x="10829925" y="66675"/>
                </a:lnTo>
                <a:lnTo>
                  <a:pt x="10839450" y="76200"/>
                </a:lnTo>
                <a:lnTo>
                  <a:pt x="10848975" y="90488"/>
                </a:lnTo>
                <a:lnTo>
                  <a:pt x="10858500" y="95250"/>
                </a:lnTo>
                <a:lnTo>
                  <a:pt x="10868025" y="100013"/>
                </a:lnTo>
                <a:lnTo>
                  <a:pt x="10877550" y="85725"/>
                </a:lnTo>
                <a:lnTo>
                  <a:pt x="10887075" y="85725"/>
                </a:lnTo>
                <a:lnTo>
                  <a:pt x="10896600" y="71438"/>
                </a:lnTo>
                <a:lnTo>
                  <a:pt x="10906125" y="61913"/>
                </a:lnTo>
                <a:lnTo>
                  <a:pt x="10915650" y="66675"/>
                </a:lnTo>
                <a:lnTo>
                  <a:pt x="10925175" y="57150"/>
                </a:lnTo>
                <a:lnTo>
                  <a:pt x="10934700" y="61913"/>
                </a:lnTo>
                <a:lnTo>
                  <a:pt x="10944225" y="80963"/>
                </a:lnTo>
                <a:lnTo>
                  <a:pt x="10953750" y="90488"/>
                </a:lnTo>
                <a:lnTo>
                  <a:pt x="10963275" y="100013"/>
                </a:lnTo>
                <a:lnTo>
                  <a:pt x="10972800" y="104775"/>
                </a:lnTo>
                <a:lnTo>
                  <a:pt x="10982325" y="133350"/>
                </a:lnTo>
                <a:lnTo>
                  <a:pt x="10991850" y="152400"/>
                </a:lnTo>
                <a:lnTo>
                  <a:pt x="11001375" y="157163"/>
                </a:lnTo>
                <a:lnTo>
                  <a:pt x="11010900" y="166688"/>
                </a:lnTo>
                <a:lnTo>
                  <a:pt x="11020425" y="157163"/>
                </a:lnTo>
                <a:lnTo>
                  <a:pt x="11029950" y="157163"/>
                </a:lnTo>
                <a:lnTo>
                  <a:pt x="11039475" y="161925"/>
                </a:lnTo>
                <a:lnTo>
                  <a:pt x="11049000" y="138113"/>
                </a:lnTo>
                <a:lnTo>
                  <a:pt x="11058525" y="128588"/>
                </a:lnTo>
                <a:lnTo>
                  <a:pt x="11068050" y="104775"/>
                </a:lnTo>
                <a:lnTo>
                  <a:pt x="11077575" y="100013"/>
                </a:lnTo>
                <a:lnTo>
                  <a:pt x="11087100" y="133350"/>
                </a:lnTo>
                <a:lnTo>
                  <a:pt x="11096625" y="147638"/>
                </a:lnTo>
                <a:lnTo>
                  <a:pt x="11106150" y="157163"/>
                </a:lnTo>
                <a:lnTo>
                  <a:pt x="11115675" y="171450"/>
                </a:lnTo>
                <a:lnTo>
                  <a:pt x="11125200" y="157163"/>
                </a:lnTo>
                <a:lnTo>
                  <a:pt x="11134725" y="147638"/>
                </a:lnTo>
                <a:lnTo>
                  <a:pt x="11144250" y="128588"/>
                </a:lnTo>
                <a:lnTo>
                  <a:pt x="11153775" y="104775"/>
                </a:lnTo>
                <a:lnTo>
                  <a:pt x="11163300" y="109538"/>
                </a:lnTo>
                <a:lnTo>
                  <a:pt x="11172825" y="104775"/>
                </a:lnTo>
                <a:lnTo>
                  <a:pt x="11182350" y="80963"/>
                </a:lnTo>
                <a:lnTo>
                  <a:pt x="11191875" y="76200"/>
                </a:lnTo>
                <a:lnTo>
                  <a:pt x="11201400" y="90488"/>
                </a:lnTo>
                <a:lnTo>
                  <a:pt x="11210925" y="114300"/>
                </a:lnTo>
                <a:lnTo>
                  <a:pt x="11220450" y="109538"/>
                </a:lnTo>
                <a:lnTo>
                  <a:pt x="11229975" y="114300"/>
                </a:lnTo>
                <a:lnTo>
                  <a:pt x="11239500" y="114300"/>
                </a:lnTo>
                <a:lnTo>
                  <a:pt x="11249025" y="95250"/>
                </a:lnTo>
                <a:lnTo>
                  <a:pt x="11258550" y="114300"/>
                </a:lnTo>
                <a:lnTo>
                  <a:pt x="11268075" y="119063"/>
                </a:lnTo>
                <a:lnTo>
                  <a:pt x="11277600" y="109538"/>
                </a:lnTo>
                <a:lnTo>
                  <a:pt x="11287125" y="114300"/>
                </a:lnTo>
                <a:lnTo>
                  <a:pt x="11296650" y="123825"/>
                </a:lnTo>
                <a:lnTo>
                  <a:pt x="11306175" y="104775"/>
                </a:lnTo>
                <a:lnTo>
                  <a:pt x="11315700" y="85725"/>
                </a:lnTo>
                <a:lnTo>
                  <a:pt x="11325225" y="85725"/>
                </a:lnTo>
                <a:lnTo>
                  <a:pt x="11334750" y="104775"/>
                </a:lnTo>
                <a:lnTo>
                  <a:pt x="11344275" y="104775"/>
                </a:lnTo>
                <a:lnTo>
                  <a:pt x="11353800" y="95250"/>
                </a:lnTo>
                <a:lnTo>
                  <a:pt x="11363325" y="95250"/>
                </a:lnTo>
                <a:lnTo>
                  <a:pt x="11372850" y="95250"/>
                </a:lnTo>
                <a:lnTo>
                  <a:pt x="11382375" y="100013"/>
                </a:lnTo>
                <a:lnTo>
                  <a:pt x="11391900" y="95250"/>
                </a:lnTo>
                <a:lnTo>
                  <a:pt x="11401425" y="95250"/>
                </a:lnTo>
                <a:lnTo>
                  <a:pt x="11410950" y="123825"/>
                </a:lnTo>
                <a:lnTo>
                  <a:pt x="11420475" y="133350"/>
                </a:lnTo>
                <a:lnTo>
                  <a:pt x="11430000" y="133350"/>
                </a:lnTo>
                <a:lnTo>
                  <a:pt x="11439525" y="142875"/>
                </a:lnTo>
                <a:lnTo>
                  <a:pt x="11449050" y="147638"/>
                </a:lnTo>
                <a:lnTo>
                  <a:pt x="11458575" y="133350"/>
                </a:lnTo>
                <a:lnTo>
                  <a:pt x="11468100" y="133350"/>
                </a:lnTo>
                <a:lnTo>
                  <a:pt x="11477625" y="133350"/>
                </a:lnTo>
                <a:lnTo>
                  <a:pt x="11487150" y="109538"/>
                </a:lnTo>
                <a:lnTo>
                  <a:pt x="11496675" y="80963"/>
                </a:lnTo>
                <a:lnTo>
                  <a:pt x="11506200" y="80963"/>
                </a:lnTo>
                <a:lnTo>
                  <a:pt x="11515725" y="100013"/>
                </a:lnTo>
                <a:lnTo>
                  <a:pt x="11525250" y="100013"/>
                </a:lnTo>
                <a:lnTo>
                  <a:pt x="11534775" y="85725"/>
                </a:lnTo>
                <a:lnTo>
                  <a:pt x="11544300" y="85725"/>
                </a:lnTo>
                <a:lnTo>
                  <a:pt x="11553825" y="90488"/>
                </a:lnTo>
                <a:lnTo>
                  <a:pt x="11563350" y="85725"/>
                </a:lnTo>
                <a:lnTo>
                  <a:pt x="11572875" y="90488"/>
                </a:lnTo>
                <a:lnTo>
                  <a:pt x="11582400" y="114300"/>
                </a:lnTo>
                <a:lnTo>
                  <a:pt x="11591925" y="128588"/>
                </a:lnTo>
                <a:lnTo>
                  <a:pt x="11601450" y="123825"/>
                </a:lnTo>
                <a:lnTo>
                  <a:pt x="11610975" y="119063"/>
                </a:lnTo>
                <a:lnTo>
                  <a:pt x="11620500" y="119063"/>
                </a:lnTo>
                <a:lnTo>
                  <a:pt x="11630025" y="114300"/>
                </a:lnTo>
                <a:lnTo>
                  <a:pt x="11639550" y="95250"/>
                </a:lnTo>
                <a:lnTo>
                  <a:pt x="11649075" y="114300"/>
                </a:lnTo>
                <a:lnTo>
                  <a:pt x="11658600" y="133350"/>
                </a:lnTo>
                <a:lnTo>
                  <a:pt x="11668125" y="147638"/>
                </a:lnTo>
                <a:lnTo>
                  <a:pt x="11677650" y="114300"/>
                </a:lnTo>
                <a:lnTo>
                  <a:pt x="11687175" y="95250"/>
                </a:lnTo>
                <a:lnTo>
                  <a:pt x="11696700" y="101203"/>
                </a:lnTo>
                <a:lnTo>
                  <a:pt x="11706225" y="107156"/>
                </a:lnTo>
                <a:lnTo>
                  <a:pt x="11715750" y="113109"/>
                </a:lnTo>
                <a:lnTo>
                  <a:pt x="11725275" y="119063"/>
                </a:lnTo>
                <a:lnTo>
                  <a:pt x="11734800" y="76200"/>
                </a:lnTo>
                <a:lnTo>
                  <a:pt x="11744325" y="76200"/>
                </a:lnTo>
                <a:lnTo>
                  <a:pt x="11753850" y="80963"/>
                </a:lnTo>
                <a:lnTo>
                  <a:pt x="11763375" y="85725"/>
                </a:lnTo>
                <a:lnTo>
                  <a:pt x="11772900" y="85725"/>
                </a:lnTo>
                <a:lnTo>
                  <a:pt x="11782425" y="95250"/>
                </a:lnTo>
                <a:lnTo>
                  <a:pt x="11791950" y="119063"/>
                </a:lnTo>
                <a:lnTo>
                  <a:pt x="11801475" y="100013"/>
                </a:lnTo>
                <a:lnTo>
                  <a:pt x="11811000" y="61913"/>
                </a:lnTo>
                <a:lnTo>
                  <a:pt x="11820525" y="90488"/>
                </a:lnTo>
                <a:lnTo>
                  <a:pt x="11830050" y="90488"/>
                </a:lnTo>
                <a:lnTo>
                  <a:pt x="11839575" y="80963"/>
                </a:lnTo>
                <a:lnTo>
                  <a:pt x="11849100" y="71438"/>
                </a:lnTo>
                <a:lnTo>
                  <a:pt x="11858625" y="76200"/>
                </a:lnTo>
                <a:lnTo>
                  <a:pt x="11868150" y="104775"/>
                </a:lnTo>
                <a:lnTo>
                  <a:pt x="11877675" y="114300"/>
                </a:lnTo>
                <a:lnTo>
                  <a:pt x="11887200" y="95250"/>
                </a:lnTo>
                <a:lnTo>
                  <a:pt x="11896725" y="66675"/>
                </a:lnTo>
                <a:lnTo>
                  <a:pt x="11906250" y="57150"/>
                </a:lnTo>
                <a:lnTo>
                  <a:pt x="11915775" y="66675"/>
                </a:lnTo>
                <a:lnTo>
                  <a:pt x="11925300" y="80963"/>
                </a:lnTo>
                <a:lnTo>
                  <a:pt x="11934825" y="76200"/>
                </a:lnTo>
                <a:lnTo>
                  <a:pt x="11944350" y="71438"/>
                </a:lnTo>
                <a:lnTo>
                  <a:pt x="11953875" y="95250"/>
                </a:lnTo>
                <a:lnTo>
                  <a:pt x="11963400" y="90488"/>
                </a:lnTo>
                <a:lnTo>
                  <a:pt x="11972925" y="95250"/>
                </a:lnTo>
                <a:lnTo>
                  <a:pt x="11982450" y="100013"/>
                </a:lnTo>
                <a:lnTo>
                  <a:pt x="11991975" y="76200"/>
                </a:lnTo>
                <a:lnTo>
                  <a:pt x="12001500" y="76200"/>
                </a:lnTo>
                <a:lnTo>
                  <a:pt x="12011025" y="90488"/>
                </a:lnTo>
                <a:lnTo>
                  <a:pt x="12020550" y="90488"/>
                </a:lnTo>
                <a:lnTo>
                  <a:pt x="12030075" y="66675"/>
                </a:lnTo>
                <a:lnTo>
                  <a:pt x="12039600" y="47625"/>
                </a:lnTo>
                <a:lnTo>
                  <a:pt x="12049125" y="28575"/>
                </a:lnTo>
                <a:lnTo>
                  <a:pt x="12058650" y="28575"/>
                </a:lnTo>
                <a:lnTo>
                  <a:pt x="12068175" y="57150"/>
                </a:lnTo>
                <a:lnTo>
                  <a:pt x="12077700" y="66675"/>
                </a:lnTo>
                <a:lnTo>
                  <a:pt x="12087225" y="66675"/>
                </a:lnTo>
                <a:lnTo>
                  <a:pt x="12096750" y="42863"/>
                </a:lnTo>
                <a:lnTo>
                  <a:pt x="12106275" y="42863"/>
                </a:lnTo>
                <a:lnTo>
                  <a:pt x="12115800" y="38100"/>
                </a:lnTo>
                <a:lnTo>
                  <a:pt x="12125325" y="33338"/>
                </a:lnTo>
                <a:lnTo>
                  <a:pt x="12134850" y="33338"/>
                </a:lnTo>
                <a:lnTo>
                  <a:pt x="12144375" y="28575"/>
                </a:lnTo>
                <a:lnTo>
                  <a:pt x="12153900" y="4763"/>
                </a:lnTo>
                <a:lnTo>
                  <a:pt x="12163425" y="0"/>
                </a:lnTo>
                <a:lnTo>
                  <a:pt x="12172950" y="9525"/>
                </a:lnTo>
                <a:lnTo>
                  <a:pt x="12182475" y="23813"/>
                </a:lnTo>
                <a:lnTo>
                  <a:pt x="12192000" y="28575"/>
                </a:lnTo>
                <a:lnTo>
                  <a:pt x="12201525" y="33338"/>
                </a:lnTo>
                <a:lnTo>
                  <a:pt x="12211050" y="23813"/>
                </a:lnTo>
                <a:lnTo>
                  <a:pt x="12220575" y="9525"/>
                </a:lnTo>
                <a:lnTo>
                  <a:pt x="12230100" y="38100"/>
                </a:lnTo>
                <a:lnTo>
                  <a:pt x="12239625" y="47625"/>
                </a:lnTo>
                <a:lnTo>
                  <a:pt x="12249150" y="52388"/>
                </a:lnTo>
                <a:lnTo>
                  <a:pt x="12258675" y="38100"/>
                </a:lnTo>
                <a:lnTo>
                  <a:pt x="12268200" y="33338"/>
                </a:lnTo>
                <a:lnTo>
                  <a:pt x="12277725" y="90488"/>
                </a:lnTo>
                <a:lnTo>
                  <a:pt x="12287250" y="109538"/>
                </a:lnTo>
                <a:lnTo>
                  <a:pt x="12296775" y="109538"/>
                </a:lnTo>
                <a:lnTo>
                  <a:pt x="12306300" y="114300"/>
                </a:lnTo>
                <a:lnTo>
                  <a:pt x="12315825" y="123825"/>
                </a:lnTo>
                <a:lnTo>
                  <a:pt x="12325350" y="114300"/>
                </a:lnTo>
                <a:lnTo>
                  <a:pt x="12334875" y="119063"/>
                </a:lnTo>
                <a:lnTo>
                  <a:pt x="12344400" y="114300"/>
                </a:lnTo>
                <a:lnTo>
                  <a:pt x="12353925" y="100013"/>
                </a:lnTo>
                <a:lnTo>
                  <a:pt x="12363450" y="97631"/>
                </a:lnTo>
                <a:lnTo>
                  <a:pt x="12372975" y="95250"/>
                </a:lnTo>
                <a:lnTo>
                  <a:pt x="12382500" y="95250"/>
                </a:lnTo>
                <a:lnTo>
                  <a:pt x="12392025" y="109538"/>
                </a:lnTo>
                <a:lnTo>
                  <a:pt x="12401550" y="104775"/>
                </a:lnTo>
                <a:lnTo>
                  <a:pt x="12411075" y="90488"/>
                </a:lnTo>
                <a:lnTo>
                  <a:pt x="12420600" y="95250"/>
                </a:lnTo>
                <a:lnTo>
                  <a:pt x="12430125" y="100013"/>
                </a:lnTo>
                <a:lnTo>
                  <a:pt x="12439650" y="76200"/>
                </a:lnTo>
                <a:lnTo>
                  <a:pt x="12449175" y="80963"/>
                </a:lnTo>
                <a:lnTo>
                  <a:pt x="12458700" y="109538"/>
                </a:lnTo>
                <a:lnTo>
                  <a:pt x="12468225" y="104775"/>
                </a:lnTo>
                <a:lnTo>
                  <a:pt x="12477750" y="104775"/>
                </a:lnTo>
                <a:lnTo>
                  <a:pt x="12487275" y="95250"/>
                </a:lnTo>
                <a:lnTo>
                  <a:pt x="12496800" y="95250"/>
                </a:lnTo>
                <a:lnTo>
                  <a:pt x="12506325" y="95250"/>
                </a:lnTo>
                <a:lnTo>
                  <a:pt x="12515850" y="85725"/>
                </a:lnTo>
                <a:lnTo>
                  <a:pt x="12525375" y="71438"/>
                </a:lnTo>
                <a:lnTo>
                  <a:pt x="12534900" y="85725"/>
                </a:lnTo>
                <a:lnTo>
                  <a:pt x="12544425" y="90488"/>
                </a:lnTo>
                <a:lnTo>
                  <a:pt x="12553950" y="100013"/>
                </a:lnTo>
                <a:lnTo>
                  <a:pt x="12563475" y="90488"/>
                </a:lnTo>
                <a:lnTo>
                  <a:pt x="12573000" y="90488"/>
                </a:lnTo>
                <a:lnTo>
                  <a:pt x="12582525" y="92869"/>
                </a:lnTo>
                <a:lnTo>
                  <a:pt x="12592050" y="95250"/>
                </a:lnTo>
                <a:lnTo>
                  <a:pt x="12601575" y="104775"/>
                </a:lnTo>
                <a:lnTo>
                  <a:pt x="12611100" y="123825"/>
                </a:lnTo>
                <a:lnTo>
                  <a:pt x="12620625" y="114300"/>
                </a:lnTo>
                <a:lnTo>
                  <a:pt x="12630150" y="90488"/>
                </a:lnTo>
                <a:lnTo>
                  <a:pt x="12639675" y="90488"/>
                </a:lnTo>
                <a:lnTo>
                  <a:pt x="12649200" y="95250"/>
                </a:lnTo>
                <a:lnTo>
                  <a:pt x="12658725" y="80963"/>
                </a:lnTo>
                <a:lnTo>
                  <a:pt x="12668250" y="76200"/>
                </a:lnTo>
                <a:lnTo>
                  <a:pt x="12677775" y="85725"/>
                </a:lnTo>
                <a:lnTo>
                  <a:pt x="12687300" y="76200"/>
                </a:lnTo>
                <a:lnTo>
                  <a:pt x="12696825" y="66675"/>
                </a:lnTo>
                <a:lnTo>
                  <a:pt x="12706350" y="66675"/>
                </a:lnTo>
                <a:lnTo>
                  <a:pt x="12715875" y="66675"/>
                </a:lnTo>
                <a:lnTo>
                  <a:pt x="12725400" y="57150"/>
                </a:lnTo>
                <a:lnTo>
                  <a:pt x="12734925" y="47625"/>
                </a:lnTo>
                <a:lnTo>
                  <a:pt x="12744450" y="47625"/>
                </a:lnTo>
                <a:lnTo>
                  <a:pt x="12753975" y="52388"/>
                </a:lnTo>
                <a:lnTo>
                  <a:pt x="12763500" y="52388"/>
                </a:lnTo>
                <a:lnTo>
                  <a:pt x="12773025" y="42863"/>
                </a:lnTo>
                <a:lnTo>
                  <a:pt x="12782550" y="28575"/>
                </a:lnTo>
                <a:lnTo>
                  <a:pt x="12792075" y="42863"/>
                </a:lnTo>
                <a:lnTo>
                  <a:pt x="12801600" y="42863"/>
                </a:lnTo>
                <a:lnTo>
                  <a:pt x="12811125" y="33338"/>
                </a:lnTo>
                <a:lnTo>
                  <a:pt x="12820650" y="42863"/>
                </a:lnTo>
                <a:lnTo>
                  <a:pt x="12830175" y="61913"/>
                </a:lnTo>
                <a:lnTo>
                  <a:pt x="12839700" y="80963"/>
                </a:lnTo>
                <a:lnTo>
                  <a:pt x="12849225" y="80963"/>
                </a:lnTo>
                <a:lnTo>
                  <a:pt x="12858750" y="100013"/>
                </a:lnTo>
                <a:lnTo>
                  <a:pt x="12868275" y="114300"/>
                </a:lnTo>
                <a:lnTo>
                  <a:pt x="12877800" y="109538"/>
                </a:lnTo>
                <a:lnTo>
                  <a:pt x="12887325" y="85725"/>
                </a:lnTo>
                <a:lnTo>
                  <a:pt x="12896850" y="104775"/>
                </a:lnTo>
                <a:lnTo>
                  <a:pt x="12906375" y="104775"/>
                </a:lnTo>
                <a:lnTo>
                  <a:pt x="12915900" y="95250"/>
                </a:lnTo>
                <a:lnTo>
                  <a:pt x="12925425" y="100013"/>
                </a:lnTo>
                <a:lnTo>
                  <a:pt x="12934950" y="133350"/>
                </a:lnTo>
                <a:lnTo>
                  <a:pt x="12944475" y="133350"/>
                </a:lnTo>
                <a:lnTo>
                  <a:pt x="12954000" y="123825"/>
                </a:lnTo>
                <a:lnTo>
                  <a:pt x="12963525" y="104775"/>
                </a:lnTo>
                <a:lnTo>
                  <a:pt x="12973050" y="104775"/>
                </a:lnTo>
                <a:lnTo>
                  <a:pt x="12982575" y="109538"/>
                </a:lnTo>
                <a:lnTo>
                  <a:pt x="12992100" y="100013"/>
                </a:lnTo>
                <a:lnTo>
                  <a:pt x="13001625" y="90488"/>
                </a:lnTo>
                <a:lnTo>
                  <a:pt x="13011150" y="90488"/>
                </a:lnTo>
                <a:lnTo>
                  <a:pt x="13020675" y="85725"/>
                </a:lnTo>
                <a:lnTo>
                  <a:pt x="13030200" y="66675"/>
                </a:lnTo>
                <a:lnTo>
                  <a:pt x="13039725" y="80963"/>
                </a:lnTo>
                <a:lnTo>
                  <a:pt x="13049250" y="90488"/>
                </a:lnTo>
                <a:lnTo>
                  <a:pt x="13058775" y="80963"/>
                </a:lnTo>
                <a:lnTo>
                  <a:pt x="13068300" y="95250"/>
                </a:lnTo>
                <a:lnTo>
                  <a:pt x="13077825" y="123825"/>
                </a:lnTo>
                <a:lnTo>
                  <a:pt x="13087350" y="119063"/>
                </a:lnTo>
                <a:lnTo>
                  <a:pt x="13096875" y="109538"/>
                </a:lnTo>
                <a:lnTo>
                  <a:pt x="13106400" y="104775"/>
                </a:lnTo>
                <a:lnTo>
                  <a:pt x="13115925" y="95250"/>
                </a:lnTo>
                <a:lnTo>
                  <a:pt x="13125450" y="95250"/>
                </a:lnTo>
                <a:lnTo>
                  <a:pt x="13134975" y="80963"/>
                </a:lnTo>
                <a:lnTo>
                  <a:pt x="13144500" y="85725"/>
                </a:lnTo>
                <a:lnTo>
                  <a:pt x="13154025" y="95250"/>
                </a:lnTo>
                <a:lnTo>
                  <a:pt x="13163550" y="109538"/>
                </a:lnTo>
                <a:lnTo>
                  <a:pt x="13173075" y="95250"/>
                </a:lnTo>
                <a:lnTo>
                  <a:pt x="13182600" y="90488"/>
                </a:lnTo>
                <a:lnTo>
                  <a:pt x="13192125" y="95250"/>
                </a:lnTo>
                <a:lnTo>
                  <a:pt x="13201650" y="95250"/>
                </a:lnTo>
                <a:lnTo>
                  <a:pt x="13211175" y="104775"/>
                </a:lnTo>
                <a:lnTo>
                  <a:pt x="13220700" y="123825"/>
                </a:lnTo>
                <a:lnTo>
                  <a:pt x="13230225" y="128588"/>
                </a:lnTo>
                <a:lnTo>
                  <a:pt x="13239750" y="128588"/>
                </a:lnTo>
                <a:lnTo>
                  <a:pt x="13249275" y="85725"/>
                </a:lnTo>
                <a:lnTo>
                  <a:pt x="13258800" y="90488"/>
                </a:lnTo>
                <a:lnTo>
                  <a:pt x="13268325" y="114300"/>
                </a:lnTo>
                <a:lnTo>
                  <a:pt x="13277850" y="104775"/>
                </a:lnTo>
                <a:lnTo>
                  <a:pt x="13287375" y="100013"/>
                </a:lnTo>
                <a:lnTo>
                  <a:pt x="13296900" y="123825"/>
                </a:lnTo>
                <a:lnTo>
                  <a:pt x="13306425" y="95250"/>
                </a:lnTo>
                <a:lnTo>
                  <a:pt x="13315950" y="47625"/>
                </a:lnTo>
                <a:lnTo>
                  <a:pt x="13325475" y="66675"/>
                </a:lnTo>
                <a:lnTo>
                  <a:pt x="13335000" y="71438"/>
                </a:lnTo>
                <a:lnTo>
                  <a:pt x="13344525" y="80963"/>
                </a:lnTo>
                <a:lnTo>
                  <a:pt x="13354050" y="90488"/>
                </a:lnTo>
                <a:lnTo>
                  <a:pt x="13363575" y="100013"/>
                </a:lnTo>
                <a:lnTo>
                  <a:pt x="13373100" y="90488"/>
                </a:lnTo>
                <a:lnTo>
                  <a:pt x="13382625" y="85725"/>
                </a:lnTo>
                <a:lnTo>
                  <a:pt x="13392150" y="90488"/>
                </a:lnTo>
                <a:lnTo>
                  <a:pt x="13401675" y="100013"/>
                </a:lnTo>
                <a:lnTo>
                  <a:pt x="13411200" y="100013"/>
                </a:lnTo>
                <a:lnTo>
                  <a:pt x="13420725" y="76200"/>
                </a:lnTo>
                <a:lnTo>
                  <a:pt x="13430250" y="80963"/>
                </a:lnTo>
                <a:lnTo>
                  <a:pt x="13439775" y="109538"/>
                </a:lnTo>
                <a:lnTo>
                  <a:pt x="13449300" y="119063"/>
                </a:lnTo>
                <a:lnTo>
                  <a:pt x="13458825" y="85725"/>
                </a:lnTo>
                <a:lnTo>
                  <a:pt x="13468350" y="80963"/>
                </a:lnTo>
                <a:lnTo>
                  <a:pt x="13477875" y="80963"/>
                </a:lnTo>
                <a:lnTo>
                  <a:pt x="13487400" y="85725"/>
                </a:lnTo>
                <a:lnTo>
                  <a:pt x="13496925" y="71438"/>
                </a:lnTo>
                <a:lnTo>
                  <a:pt x="13506450" y="76200"/>
                </a:lnTo>
                <a:lnTo>
                  <a:pt x="13515975" y="100013"/>
                </a:lnTo>
                <a:lnTo>
                  <a:pt x="13525500" y="119063"/>
                </a:lnTo>
                <a:lnTo>
                  <a:pt x="13535025" y="109538"/>
                </a:lnTo>
                <a:lnTo>
                  <a:pt x="13544550" y="85725"/>
                </a:lnTo>
                <a:lnTo>
                  <a:pt x="13554075" y="90488"/>
                </a:lnTo>
                <a:lnTo>
                  <a:pt x="13563600" y="90488"/>
                </a:lnTo>
                <a:lnTo>
                  <a:pt x="13573125" y="90488"/>
                </a:lnTo>
                <a:lnTo>
                  <a:pt x="13582650" y="90488"/>
                </a:lnTo>
                <a:lnTo>
                  <a:pt x="13592175" y="85725"/>
                </a:lnTo>
                <a:lnTo>
                  <a:pt x="13601700" y="104775"/>
                </a:lnTo>
                <a:lnTo>
                  <a:pt x="13611225" y="114300"/>
                </a:lnTo>
                <a:lnTo>
                  <a:pt x="13620750" y="128588"/>
                </a:lnTo>
                <a:lnTo>
                  <a:pt x="13630275" y="142875"/>
                </a:lnTo>
                <a:lnTo>
                  <a:pt x="13639800" y="157163"/>
                </a:lnTo>
                <a:lnTo>
                  <a:pt x="13649325" y="166688"/>
                </a:lnTo>
                <a:lnTo>
                  <a:pt x="13658850" y="180975"/>
                </a:lnTo>
                <a:lnTo>
                  <a:pt x="13668375" y="180975"/>
                </a:lnTo>
                <a:lnTo>
                  <a:pt x="13677900" y="190500"/>
                </a:lnTo>
                <a:lnTo>
                  <a:pt x="13687425" y="247650"/>
                </a:lnTo>
                <a:lnTo>
                  <a:pt x="13696950" y="376238"/>
                </a:lnTo>
                <a:lnTo>
                  <a:pt x="13706475" y="619125"/>
                </a:lnTo>
                <a:lnTo>
                  <a:pt x="13716000" y="1014413"/>
                </a:lnTo>
                <a:lnTo>
                  <a:pt x="13725525" y="1033463"/>
                </a:lnTo>
                <a:lnTo>
                  <a:pt x="13735050" y="1038225"/>
                </a:lnTo>
                <a:lnTo>
                  <a:pt x="13744575" y="1152525"/>
                </a:lnTo>
                <a:lnTo>
                  <a:pt x="13754100" y="1185863"/>
                </a:lnTo>
                <a:lnTo>
                  <a:pt x="13763625" y="1214438"/>
                </a:lnTo>
                <a:lnTo>
                  <a:pt x="13773150" y="1209675"/>
                </a:lnTo>
                <a:lnTo>
                  <a:pt x="13782675" y="1233488"/>
                </a:lnTo>
                <a:lnTo>
                  <a:pt x="13792200" y="1162050"/>
                </a:lnTo>
                <a:lnTo>
                  <a:pt x="13801725" y="1143000"/>
                </a:lnTo>
                <a:lnTo>
                  <a:pt x="13811250" y="1233488"/>
                </a:lnTo>
                <a:lnTo>
                  <a:pt x="13820775" y="1266825"/>
                </a:lnTo>
                <a:lnTo>
                  <a:pt x="13830300" y="1285875"/>
                </a:lnTo>
                <a:lnTo>
                  <a:pt x="13839825" y="1290638"/>
                </a:lnTo>
                <a:lnTo>
                  <a:pt x="13849350" y="1323975"/>
                </a:lnTo>
                <a:lnTo>
                  <a:pt x="13858875" y="1323975"/>
                </a:lnTo>
                <a:lnTo>
                  <a:pt x="13868400" y="1314450"/>
                </a:lnTo>
                <a:lnTo>
                  <a:pt x="13877925" y="1319213"/>
                </a:lnTo>
                <a:lnTo>
                  <a:pt x="13887450" y="1328738"/>
                </a:lnTo>
                <a:lnTo>
                  <a:pt x="13896975" y="1328738"/>
                </a:lnTo>
                <a:lnTo>
                  <a:pt x="13906500" y="1338263"/>
                </a:lnTo>
                <a:lnTo>
                  <a:pt x="13916025" y="1347788"/>
                </a:lnTo>
                <a:lnTo>
                  <a:pt x="13925550" y="1338263"/>
                </a:lnTo>
                <a:lnTo>
                  <a:pt x="13935075" y="1347788"/>
                </a:lnTo>
                <a:lnTo>
                  <a:pt x="13944600" y="1362075"/>
                </a:lnTo>
                <a:lnTo>
                  <a:pt x="13954125" y="1357313"/>
                </a:lnTo>
                <a:lnTo>
                  <a:pt x="13963650" y="1323975"/>
                </a:lnTo>
                <a:lnTo>
                  <a:pt x="13973175" y="1314450"/>
                </a:lnTo>
                <a:lnTo>
                  <a:pt x="13982700" y="1309688"/>
                </a:lnTo>
                <a:lnTo>
                  <a:pt x="13992225" y="1304925"/>
                </a:lnTo>
                <a:lnTo>
                  <a:pt x="14001750" y="1309688"/>
                </a:lnTo>
                <a:lnTo>
                  <a:pt x="14011275" y="1323975"/>
                </a:lnTo>
                <a:lnTo>
                  <a:pt x="14020800" y="1319213"/>
                </a:lnTo>
                <a:lnTo>
                  <a:pt x="14030325" y="1319213"/>
                </a:lnTo>
                <a:lnTo>
                  <a:pt x="14039850" y="1323975"/>
                </a:lnTo>
                <a:lnTo>
                  <a:pt x="14049375" y="1314450"/>
                </a:lnTo>
                <a:lnTo>
                  <a:pt x="14058900" y="1314450"/>
                </a:lnTo>
                <a:lnTo>
                  <a:pt x="14068425" y="1309688"/>
                </a:lnTo>
                <a:lnTo>
                  <a:pt x="14077950" y="1300163"/>
                </a:lnTo>
                <a:lnTo>
                  <a:pt x="14087475" y="1309688"/>
                </a:lnTo>
                <a:lnTo>
                  <a:pt x="14097000" y="1319213"/>
                </a:lnTo>
                <a:lnTo>
                  <a:pt x="14106525" y="1319213"/>
                </a:lnTo>
                <a:lnTo>
                  <a:pt x="14116050" y="1347788"/>
                </a:lnTo>
                <a:lnTo>
                  <a:pt x="14125575" y="1352550"/>
                </a:lnTo>
                <a:lnTo>
                  <a:pt x="14135100" y="1347788"/>
                </a:lnTo>
                <a:lnTo>
                  <a:pt x="14144625" y="1333500"/>
                </a:lnTo>
                <a:lnTo>
                  <a:pt x="14154150" y="1347788"/>
                </a:lnTo>
                <a:lnTo>
                  <a:pt x="14163675" y="1333500"/>
                </a:lnTo>
                <a:lnTo>
                  <a:pt x="14173200" y="1319213"/>
                </a:lnTo>
                <a:lnTo>
                  <a:pt x="14182725" y="1314450"/>
                </a:lnTo>
                <a:lnTo>
                  <a:pt x="14192250" y="1328738"/>
                </a:lnTo>
                <a:lnTo>
                  <a:pt x="14201775" y="1328738"/>
                </a:lnTo>
                <a:lnTo>
                  <a:pt x="14211300" y="1357313"/>
                </a:lnTo>
                <a:lnTo>
                  <a:pt x="14220825" y="1357313"/>
                </a:lnTo>
                <a:lnTo>
                  <a:pt x="14230350" y="1409700"/>
                </a:lnTo>
                <a:lnTo>
                  <a:pt x="14239875" y="1433513"/>
                </a:lnTo>
                <a:lnTo>
                  <a:pt x="14249400" y="1404938"/>
                </a:lnTo>
                <a:lnTo>
                  <a:pt x="14258925" y="1371600"/>
                </a:lnTo>
                <a:lnTo>
                  <a:pt x="14268450" y="1462088"/>
                </a:lnTo>
                <a:lnTo>
                  <a:pt x="14277975" y="1457325"/>
                </a:lnTo>
                <a:lnTo>
                  <a:pt x="14287500" y="1519238"/>
                </a:lnTo>
                <a:lnTo>
                  <a:pt x="14297025" y="1552575"/>
                </a:lnTo>
                <a:lnTo>
                  <a:pt x="14306550" y="1514475"/>
                </a:lnTo>
                <a:lnTo>
                  <a:pt x="14316075" y="1485900"/>
                </a:lnTo>
                <a:lnTo>
                  <a:pt x="14325600" y="1400175"/>
                </a:lnTo>
                <a:lnTo>
                  <a:pt x="14335125" y="1352550"/>
                </a:lnTo>
                <a:lnTo>
                  <a:pt x="14344650" y="1323975"/>
                </a:lnTo>
                <a:lnTo>
                  <a:pt x="14354175" y="1438275"/>
                </a:lnTo>
                <a:lnTo>
                  <a:pt x="14363700" y="3409950"/>
                </a:lnTo>
                <a:lnTo>
                  <a:pt x="14373225" y="3409950"/>
                </a:lnTo>
                <a:lnTo>
                  <a:pt x="14382750" y="3676650"/>
                </a:lnTo>
                <a:lnTo>
                  <a:pt x="14392275" y="5557838"/>
                </a:lnTo>
                <a:lnTo>
                  <a:pt x="14401800" y="5043488"/>
                </a:lnTo>
                <a:lnTo>
                  <a:pt x="14411325" y="4576763"/>
                </a:lnTo>
                <a:lnTo>
                  <a:pt x="14420850" y="4891088"/>
                </a:lnTo>
                <a:lnTo>
                  <a:pt x="14430375" y="5267325"/>
                </a:lnTo>
                <a:lnTo>
                  <a:pt x="14439900" y="4533900"/>
                </a:lnTo>
                <a:lnTo>
                  <a:pt x="14449425" y="4452938"/>
                </a:lnTo>
                <a:lnTo>
                  <a:pt x="14458950" y="3309938"/>
                </a:lnTo>
                <a:lnTo>
                  <a:pt x="14468475" y="4991100"/>
                </a:lnTo>
                <a:lnTo>
                  <a:pt x="14478000" y="7924800"/>
                </a:lnTo>
              </a:path>
            </a:pathLst>
          </a:custGeom>
          <a:noFill xmlns:a="http://schemas.openxmlformats.org/drawingml/2006/main"/>
          <a:ln xmlns:a="http://schemas.openxmlformats.org/drawingml/2006/main" w="19812">
            <a:solidFill>
              <a:srgbClr val="FF7F0E"/>
            </a:solidFill>
          </a:ln>
        </p:spPr>
      </p:sp>
      <p:sp>
        <p:nvSpPr>
          <p:cNvPr id="3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E8B237FA-AC33-4F24-B431-32659AAB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78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4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31E803D1-3B9A-4A31-BD8B-93AC5E7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08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5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26C62DA5-6785-405E-BB8C-D883CBA4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28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6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1AD4F1F2-0F5F-4F88-898F-5257199A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112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7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BA66A204-2339-4E51-8BA1-323652CA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93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8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5E6527E7-D828-437D-9800-B07D4F4E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23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9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F4C7B041-2D64-43C4-9D85-FCE71EC0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062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0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998984D5-8F15-4117-B713-C4A2BF71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88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1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6128D356-F07F-4D6B-B6DD-30D4558D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18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2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A9769A1E-DE45-4E9C-BEB5-543DD076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012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3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33B09B3B-B5E4-4AB5-9112-7C2E50A7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83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4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319C7545-70C6-4BD2-8176-B89F0362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5662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5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1E4D71DD-5DB4-4CF6-8F11-707FEF9D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48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6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8BEC059F-5556-4AC6-990E-5BAE920E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18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7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56EEB12B-5A4D-4F1B-9B77-4A5EE0A7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012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8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F1F10274-1B62-43F0-AAE8-BF0FBBBA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98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19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BFDBDF0D-6E04-4F02-84C5-5E965CF9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2137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20" name="Event checkpoint">
            <a:extLst xmlns:a="http://schemas.openxmlformats.org/drawingml/2006/main">
              <a:ext uri="{FF2B5EF4-FFF2-40B4-BE49-F238E27FC236}">
                <a16:creationId xmlns:a16="http://schemas.microsoft.com/office/drawing/2014/main" id="{53534FDD-176A-4259-9684-2C8A3695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3225" y="621506"/>
            <a:ext cx="10" cy="8810625"/>
          </a:xfrm>
          <a:custGeom xmlns:a="http://schemas.openxmlformats.org/drawingml/2006/main">
            <a:pathLst>
              <a:path w="10" h="8810625">
                <a:moveTo>
                  <a:pt x="0" y="0"/>
                </a:moveTo>
                <a:lnTo>
                  <a:pt x="0" y="85725"/>
                </a:lnTo>
                <a:moveTo>
                  <a:pt x="0" y="123825"/>
                </a:moveTo>
                <a:lnTo>
                  <a:pt x="0" y="209550"/>
                </a:lnTo>
                <a:moveTo>
                  <a:pt x="0" y="247650"/>
                </a:moveTo>
                <a:lnTo>
                  <a:pt x="0" y="333375"/>
                </a:lnTo>
                <a:moveTo>
                  <a:pt x="0" y="371475"/>
                </a:moveTo>
                <a:lnTo>
                  <a:pt x="0" y="457200"/>
                </a:lnTo>
                <a:moveTo>
                  <a:pt x="0" y="495300"/>
                </a:moveTo>
                <a:lnTo>
                  <a:pt x="0" y="581025"/>
                </a:lnTo>
                <a:moveTo>
                  <a:pt x="0" y="619125"/>
                </a:moveTo>
                <a:lnTo>
                  <a:pt x="0" y="704850"/>
                </a:lnTo>
                <a:moveTo>
                  <a:pt x="0" y="742950"/>
                </a:moveTo>
                <a:lnTo>
                  <a:pt x="0" y="828675"/>
                </a:lnTo>
                <a:moveTo>
                  <a:pt x="0" y="866775"/>
                </a:moveTo>
                <a:lnTo>
                  <a:pt x="0" y="952500"/>
                </a:lnTo>
                <a:moveTo>
                  <a:pt x="0" y="990600"/>
                </a:moveTo>
                <a:lnTo>
                  <a:pt x="0" y="1076325"/>
                </a:lnTo>
                <a:moveTo>
                  <a:pt x="0" y="1114425"/>
                </a:moveTo>
                <a:lnTo>
                  <a:pt x="0" y="1200150"/>
                </a:lnTo>
                <a:moveTo>
                  <a:pt x="0" y="1238250"/>
                </a:moveTo>
                <a:lnTo>
                  <a:pt x="0" y="1323975"/>
                </a:lnTo>
                <a:moveTo>
                  <a:pt x="0" y="1362075"/>
                </a:moveTo>
                <a:lnTo>
                  <a:pt x="0" y="1447800"/>
                </a:lnTo>
                <a:moveTo>
                  <a:pt x="0" y="1485900"/>
                </a:moveTo>
                <a:lnTo>
                  <a:pt x="0" y="1571625"/>
                </a:lnTo>
                <a:moveTo>
                  <a:pt x="0" y="1609725"/>
                </a:moveTo>
                <a:lnTo>
                  <a:pt x="0" y="1695450"/>
                </a:lnTo>
                <a:moveTo>
                  <a:pt x="0" y="1733550"/>
                </a:moveTo>
                <a:lnTo>
                  <a:pt x="0" y="1819275"/>
                </a:lnTo>
                <a:moveTo>
                  <a:pt x="0" y="1857375"/>
                </a:moveTo>
                <a:lnTo>
                  <a:pt x="0" y="1943100"/>
                </a:lnTo>
                <a:moveTo>
                  <a:pt x="0" y="1981200"/>
                </a:moveTo>
                <a:lnTo>
                  <a:pt x="0" y="2066925"/>
                </a:lnTo>
                <a:moveTo>
                  <a:pt x="0" y="2105025"/>
                </a:moveTo>
                <a:lnTo>
                  <a:pt x="0" y="2190750"/>
                </a:lnTo>
                <a:moveTo>
                  <a:pt x="0" y="2228850"/>
                </a:moveTo>
                <a:lnTo>
                  <a:pt x="0" y="2314575"/>
                </a:lnTo>
                <a:moveTo>
                  <a:pt x="0" y="2352675"/>
                </a:moveTo>
                <a:lnTo>
                  <a:pt x="0" y="2438400"/>
                </a:lnTo>
                <a:moveTo>
                  <a:pt x="0" y="2476500"/>
                </a:moveTo>
                <a:lnTo>
                  <a:pt x="0" y="2562225"/>
                </a:lnTo>
                <a:moveTo>
                  <a:pt x="0" y="2600325"/>
                </a:moveTo>
                <a:lnTo>
                  <a:pt x="0" y="2686050"/>
                </a:lnTo>
                <a:moveTo>
                  <a:pt x="0" y="2724150"/>
                </a:moveTo>
                <a:lnTo>
                  <a:pt x="0" y="2809875"/>
                </a:lnTo>
                <a:moveTo>
                  <a:pt x="0" y="2847975"/>
                </a:moveTo>
                <a:lnTo>
                  <a:pt x="0" y="2933700"/>
                </a:lnTo>
                <a:moveTo>
                  <a:pt x="0" y="2971800"/>
                </a:moveTo>
                <a:lnTo>
                  <a:pt x="0" y="3057525"/>
                </a:lnTo>
                <a:moveTo>
                  <a:pt x="0" y="3095625"/>
                </a:moveTo>
                <a:lnTo>
                  <a:pt x="0" y="3181350"/>
                </a:lnTo>
                <a:moveTo>
                  <a:pt x="0" y="3219450"/>
                </a:moveTo>
                <a:lnTo>
                  <a:pt x="0" y="3305175"/>
                </a:lnTo>
                <a:moveTo>
                  <a:pt x="0" y="3343275"/>
                </a:moveTo>
                <a:lnTo>
                  <a:pt x="0" y="3429000"/>
                </a:lnTo>
                <a:moveTo>
                  <a:pt x="0" y="3467100"/>
                </a:moveTo>
                <a:lnTo>
                  <a:pt x="0" y="3552825"/>
                </a:lnTo>
                <a:moveTo>
                  <a:pt x="0" y="3590925"/>
                </a:moveTo>
                <a:lnTo>
                  <a:pt x="0" y="3676650"/>
                </a:lnTo>
                <a:moveTo>
                  <a:pt x="0" y="3714750"/>
                </a:moveTo>
                <a:lnTo>
                  <a:pt x="0" y="3800475"/>
                </a:lnTo>
                <a:moveTo>
                  <a:pt x="0" y="3838575"/>
                </a:moveTo>
                <a:lnTo>
                  <a:pt x="0" y="3924300"/>
                </a:lnTo>
                <a:moveTo>
                  <a:pt x="0" y="3962400"/>
                </a:moveTo>
                <a:lnTo>
                  <a:pt x="0" y="4048125"/>
                </a:lnTo>
                <a:moveTo>
                  <a:pt x="0" y="4086225"/>
                </a:moveTo>
                <a:lnTo>
                  <a:pt x="0" y="4171950"/>
                </a:lnTo>
                <a:moveTo>
                  <a:pt x="0" y="4210050"/>
                </a:moveTo>
                <a:lnTo>
                  <a:pt x="0" y="4295775"/>
                </a:lnTo>
                <a:moveTo>
                  <a:pt x="0" y="4333875"/>
                </a:moveTo>
                <a:lnTo>
                  <a:pt x="0" y="4419600"/>
                </a:lnTo>
                <a:moveTo>
                  <a:pt x="0" y="4457700"/>
                </a:moveTo>
                <a:lnTo>
                  <a:pt x="0" y="4543425"/>
                </a:lnTo>
                <a:moveTo>
                  <a:pt x="0" y="4581525"/>
                </a:moveTo>
                <a:lnTo>
                  <a:pt x="0" y="4667250"/>
                </a:lnTo>
                <a:moveTo>
                  <a:pt x="0" y="4705350"/>
                </a:moveTo>
                <a:lnTo>
                  <a:pt x="0" y="4791075"/>
                </a:lnTo>
                <a:moveTo>
                  <a:pt x="0" y="4829175"/>
                </a:moveTo>
                <a:lnTo>
                  <a:pt x="0" y="4914900"/>
                </a:lnTo>
                <a:moveTo>
                  <a:pt x="0" y="4953000"/>
                </a:moveTo>
                <a:lnTo>
                  <a:pt x="0" y="5038725"/>
                </a:lnTo>
                <a:moveTo>
                  <a:pt x="0" y="5076825"/>
                </a:moveTo>
                <a:lnTo>
                  <a:pt x="0" y="5162550"/>
                </a:lnTo>
                <a:moveTo>
                  <a:pt x="0" y="5200650"/>
                </a:moveTo>
                <a:lnTo>
                  <a:pt x="0" y="5286375"/>
                </a:lnTo>
                <a:moveTo>
                  <a:pt x="0" y="5324475"/>
                </a:moveTo>
                <a:lnTo>
                  <a:pt x="0" y="5410200"/>
                </a:lnTo>
                <a:moveTo>
                  <a:pt x="0" y="5448300"/>
                </a:moveTo>
                <a:lnTo>
                  <a:pt x="0" y="5534025"/>
                </a:lnTo>
                <a:moveTo>
                  <a:pt x="0" y="5572125"/>
                </a:moveTo>
                <a:lnTo>
                  <a:pt x="0" y="5657850"/>
                </a:lnTo>
                <a:moveTo>
                  <a:pt x="0" y="5695950"/>
                </a:moveTo>
                <a:lnTo>
                  <a:pt x="0" y="5781675"/>
                </a:lnTo>
                <a:moveTo>
                  <a:pt x="0" y="5819775"/>
                </a:moveTo>
                <a:lnTo>
                  <a:pt x="0" y="5905500"/>
                </a:lnTo>
                <a:moveTo>
                  <a:pt x="0" y="5943600"/>
                </a:moveTo>
                <a:lnTo>
                  <a:pt x="0" y="6029325"/>
                </a:lnTo>
                <a:moveTo>
                  <a:pt x="0" y="6067425"/>
                </a:moveTo>
                <a:lnTo>
                  <a:pt x="0" y="6153150"/>
                </a:lnTo>
                <a:moveTo>
                  <a:pt x="0" y="6191250"/>
                </a:moveTo>
                <a:lnTo>
                  <a:pt x="0" y="6276975"/>
                </a:lnTo>
                <a:moveTo>
                  <a:pt x="0" y="6315075"/>
                </a:moveTo>
                <a:lnTo>
                  <a:pt x="0" y="6400800"/>
                </a:lnTo>
                <a:moveTo>
                  <a:pt x="0" y="6438900"/>
                </a:moveTo>
                <a:lnTo>
                  <a:pt x="0" y="6524625"/>
                </a:lnTo>
                <a:moveTo>
                  <a:pt x="0" y="6562725"/>
                </a:moveTo>
                <a:lnTo>
                  <a:pt x="0" y="6648450"/>
                </a:lnTo>
                <a:moveTo>
                  <a:pt x="0" y="6686550"/>
                </a:moveTo>
                <a:lnTo>
                  <a:pt x="0" y="6772275"/>
                </a:lnTo>
                <a:moveTo>
                  <a:pt x="0" y="6810375"/>
                </a:moveTo>
                <a:lnTo>
                  <a:pt x="0" y="6896100"/>
                </a:lnTo>
                <a:moveTo>
                  <a:pt x="0" y="6934200"/>
                </a:moveTo>
                <a:lnTo>
                  <a:pt x="0" y="7019925"/>
                </a:lnTo>
                <a:moveTo>
                  <a:pt x="0" y="7058025"/>
                </a:moveTo>
                <a:lnTo>
                  <a:pt x="0" y="7143750"/>
                </a:lnTo>
                <a:moveTo>
                  <a:pt x="0" y="7181850"/>
                </a:moveTo>
                <a:lnTo>
                  <a:pt x="0" y="7267575"/>
                </a:lnTo>
                <a:moveTo>
                  <a:pt x="0" y="7305675"/>
                </a:moveTo>
                <a:lnTo>
                  <a:pt x="0" y="7391400"/>
                </a:lnTo>
                <a:moveTo>
                  <a:pt x="0" y="7429500"/>
                </a:moveTo>
                <a:lnTo>
                  <a:pt x="0" y="7515225"/>
                </a:lnTo>
                <a:moveTo>
                  <a:pt x="0" y="7553325"/>
                </a:moveTo>
                <a:lnTo>
                  <a:pt x="0" y="7639050"/>
                </a:lnTo>
                <a:moveTo>
                  <a:pt x="0" y="7677150"/>
                </a:moveTo>
                <a:lnTo>
                  <a:pt x="0" y="7762875"/>
                </a:lnTo>
                <a:moveTo>
                  <a:pt x="0" y="7800975"/>
                </a:moveTo>
                <a:lnTo>
                  <a:pt x="0" y="7886700"/>
                </a:lnTo>
                <a:moveTo>
                  <a:pt x="0" y="7924800"/>
                </a:moveTo>
                <a:lnTo>
                  <a:pt x="0" y="8010525"/>
                </a:lnTo>
                <a:moveTo>
                  <a:pt x="0" y="8048625"/>
                </a:moveTo>
                <a:lnTo>
                  <a:pt x="0" y="8134350"/>
                </a:lnTo>
                <a:moveTo>
                  <a:pt x="0" y="8172450"/>
                </a:moveTo>
                <a:lnTo>
                  <a:pt x="0" y="8258175"/>
                </a:lnTo>
                <a:moveTo>
                  <a:pt x="0" y="8296275"/>
                </a:moveTo>
                <a:lnTo>
                  <a:pt x="0" y="8382000"/>
                </a:lnTo>
                <a:moveTo>
                  <a:pt x="0" y="8420100"/>
                </a:moveTo>
                <a:lnTo>
                  <a:pt x="0" y="8505825"/>
                </a:lnTo>
                <a:moveTo>
                  <a:pt x="0" y="8543925"/>
                </a:moveTo>
                <a:lnTo>
                  <a:pt x="0" y="8629650"/>
                </a:lnTo>
                <a:moveTo>
                  <a:pt x="0" y="8667750"/>
                </a:moveTo>
                <a:lnTo>
                  <a:pt x="0" y="8753475"/>
                </a:lnTo>
                <a:moveTo>
                  <a:pt x="0" y="8791575"/>
                </a:moveTo>
                <a:lnTo>
                  <a:pt x="0" y="88106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0000"/>
            </a:solidFill>
          </a:ln>
        </p:spPr>
      </p:sp>
      <p:sp>
        <p:nvSpPr>
          <p:cNvPr id="2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341860A-F466-4275-A7ED-3E5176C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287" y="4017169"/>
            <a:ext cx="219075" cy="494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2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021B51E7-6CD1-439A-8ACF-53E400C1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8312" y="8627269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2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7434C580-5E69-4C97-BE45-50E7F951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3612" y="8217694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24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34784B11-C90F-4343-A717-1A052CDA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812" y="8093869"/>
            <a:ext cx="571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25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53B3041F-EA57-4F4F-A26E-C47FB57C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5637" y="7998619"/>
            <a:ext cx="5715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26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6FD3689D-5067-4473-9920-7650E20E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0462" y="8379619"/>
            <a:ext cx="57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27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1BD7EB33-1D12-4E11-B920-BF7450F4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762" y="8055769"/>
            <a:ext cx="571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28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E75D35DB-6B84-447B-93F3-11101ABE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0587" y="8341519"/>
            <a:ext cx="571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29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3B3B3F73-D4E0-4CE8-B005-F71AA51B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5412" y="8446294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0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7B3251FA-CD72-462E-ABCA-BDA13732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0712" y="8398669"/>
            <a:ext cx="571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D5B1983E-F826-4307-AD2C-865490A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537" y="7989094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620C7EFC-8D6C-4DCA-8315-A9148531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0362" y="8960644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AC562604-4456-408D-AE7D-7587B430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5187" y="9141619"/>
            <a:ext cx="571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4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BFB5402-5788-4F73-8496-C25393D3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0012" y="8636794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5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EB6F6ED-A543-47A3-8465-E9F8FF3E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7712" y="8370094"/>
            <a:ext cx="142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6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5533002A-19EB-4053-8EDC-071651D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4537" y="8160544"/>
            <a:ext cx="19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7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9BE18468-13AE-4151-B080-A65B7BD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9512" y="7160419"/>
            <a:ext cx="21907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8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CD6D62E7-F654-4394-99FA-7E388E9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362" y="7446169"/>
            <a:ext cx="238125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39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79334922-6960-4DE2-B8EA-3E33C5F9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5462" y="9141619"/>
            <a:ext cx="47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0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C5E0C9FE-7C02-48C2-9EC0-84B711E3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762" y="9008269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9F2A57D8-026D-439E-8BE6-C3859FD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962" y="8960644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DE749349-3095-46B0-890D-028A34BB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2787" y="8903494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395B5D2E-E375-4C19-84BA-2FEF59B4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612" y="9027319"/>
            <a:ext cx="476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4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BE6E338C-1D46-4059-B96D-76E855E6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2912" y="8893969"/>
            <a:ext cx="57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5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4A6D5CD-5ADE-4B69-8B6B-32FC7691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7737" y="9008269"/>
            <a:ext cx="571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6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7E28D0C7-A3A9-45E6-975E-1716997D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2562" y="9065419"/>
            <a:ext cx="47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7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18361153-90AE-4279-B92A-B30C562D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862" y="9027319"/>
            <a:ext cx="571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8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A3591E12-E07E-48A5-A017-FCCD6FE8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2687" y="8865394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49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74FC93B6-EE18-48BE-BC51-7A42BD93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7512" y="9255919"/>
            <a:ext cx="57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0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8DF30E63-F8DF-4206-AE87-D4A9B30F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2337" y="9332119"/>
            <a:ext cx="57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CD0ADCB9-F6F9-47C1-A3E6-61CB0CCF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6687" y="9160669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71B76F44-2A68-491E-ADC4-E8060A9D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0587" y="9074944"/>
            <a:ext cx="142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6680EE9F-7231-43A0-89AD-19B49F31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5037" y="8998744"/>
            <a:ext cx="1809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4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F8659941-C4D3-4B6D-B8A4-AB7F78A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8587" y="8655844"/>
            <a:ext cx="2190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5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A7CFCE60-16CF-4A68-8DB6-0EB6116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487" y="8579644"/>
            <a:ext cx="76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6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D141D555-EBB1-40C9-95AF-AB6CE0A2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0487" y="8579644"/>
            <a:ext cx="238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7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136DD3C8-E286-453F-B89F-940C7F2E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3087" y="9322594"/>
            <a:ext cx="57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8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08892CD6-C1BF-4A37-B887-80B66F9B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8387" y="9303544"/>
            <a:ext cx="47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59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F52317D9-088C-4845-BC8C-BB397EA2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5112" y="9284494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0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F4711E73-DFBA-434F-B3AC-839C0DBD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937" y="9303544"/>
            <a:ext cx="47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A47C5CF6-EA6F-44C7-B4AB-96361136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5237" y="9284494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2FB8F558-F2BA-4008-B81C-AD255EAE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0062" y="9246394"/>
            <a:ext cx="5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230F0061-FCFD-49E1-BBDE-5C2510A0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887" y="9179719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4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35E7CC4C-A829-41CD-A564-0CB2F61F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0187" y="9341644"/>
            <a:ext cx="57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5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B78EA421-45CD-488B-8BFC-F95807C3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5012" y="9255919"/>
            <a:ext cx="571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6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52BEEAA8-B347-415C-81F4-422A0EA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837" y="9189244"/>
            <a:ext cx="57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7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1BCE20EE-0E05-44D8-9798-8456E903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4662" y="9379744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8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868E4C71-AA5D-437B-8D4C-82DA9C21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887" y="9389269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69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D84BDDA-C9C3-4C43-A1A4-F98AD481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3462" y="9379744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0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20B0E0F9-7FB9-4025-AC7A-AC7FAB4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6012" y="9370219"/>
            <a:ext cx="19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C3C8B147-CE67-4252-AF3C-D64DD4B5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8612" y="9217819"/>
            <a:ext cx="228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55CEE8AD-05DC-4903-9AF4-61416832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0237" y="9389269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58DDAC6D-6EA3-4A2E-9B1A-17DA18F2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6012" y="936069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4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D1B5F58D-9CCF-4D23-8B94-455577E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2262" y="9351169"/>
            <a:ext cx="57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5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9997BB86-188C-484B-BBC9-F0798548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7562" y="9332119"/>
            <a:ext cx="57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6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AA3EDC69-FFD2-4017-960F-25090A0E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2387" y="9370219"/>
            <a:ext cx="57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7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3D5849D5-33B9-4F33-8328-E9E64122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7212" y="9351169"/>
            <a:ext cx="47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8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E2364B03-56D0-4A0F-AC36-38865ACA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2512" y="9389269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79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A4BA38A2-5546-4357-80D7-8428FE1E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162" y="9389269"/>
            <a:ext cx="5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0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01FCBB1B-1BF6-4E4F-850F-9737AD26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987" y="9370219"/>
            <a:ext cx="57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3BD4C170-00C4-48D8-96B5-8652853F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812" y="8989219"/>
            <a:ext cx="57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5027D794-6F92-48FB-94CA-665BE562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6637" y="8884444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1BA6159D-C96F-4C0E-88D3-00B2310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9087" y="7350919"/>
            <a:ext cx="66675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4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B5DF2808-0EDF-4A09-A479-74D0B2CF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812" y="4683919"/>
            <a:ext cx="142875" cy="473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5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E9940DB7-25BB-4617-9476-80224283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6512" y="1245394"/>
            <a:ext cx="190500" cy="817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6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8AC9EAB9-56A9-4D91-ACE6-92AA918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6737" y="1045369"/>
            <a:ext cx="219075" cy="837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7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5F1633A-B64B-4FA5-9E67-B7226435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7212" y="9246394"/>
            <a:ext cx="238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7BD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8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5950A266-D98D-49CC-A3E1-6B81AAF7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9412" y="9370219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7BD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89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7216DD8D-39C1-404F-A5F1-2245B9AC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712" y="9370219"/>
            <a:ext cx="57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7BD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0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4D90C8D-6735-4057-B647-B18010C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9537" y="9379744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7BD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8F0AFD25-DABF-4607-A7AA-E9B6770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4487" y="9332119"/>
            <a:ext cx="571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7BD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A481CB67-E311-469F-8F46-F93FA3DF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9312" y="936069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7BD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DC74FA72-845A-4C81-8EFD-01A27C9A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4137" y="9370219"/>
            <a:ext cx="57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7BD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4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F983375D-7DC9-4D63-B54A-B591DCC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4537" y="9398794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64B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5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D2A1938F-2052-4DBD-8522-A643329E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0787" y="9379744"/>
            <a:ext cx="47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64B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6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D7741CF9-895D-488E-B9B8-AB0C6425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987" y="9360694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64B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7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9A4953E-47A5-4969-9B25-186E4699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962" y="9398794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64B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8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93A001A5-48E0-465A-AC18-FEA1C801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2562" y="9398794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64B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99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2726C496-88B2-4A2C-A2F8-5DD4EFA2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7512" y="9389269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64B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100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265BDFAF-A82E-4CFF-A230-815760E8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887" y="9198769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64B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101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145B4402-2E59-4F42-AE93-4F3F1250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962" y="9379744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7C2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102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A054189A-DC79-4304-9F8E-8AF710FA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937" y="9379744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103" name="Function runtime bar">
            <a:extLst xmlns:a="http://schemas.openxmlformats.org/drawingml/2006/main">
              <a:ext uri="{FF2B5EF4-FFF2-40B4-BE49-F238E27FC236}">
                <a16:creationId xmlns:a16="http://schemas.microsoft.com/office/drawing/2014/main" id="{44CAF560-BB28-4B20-B154-6E222D45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3512" y="9189244"/>
            <a:ext cx="21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>
              <a:alpha val="75000"/>
            </a:srgbClr>
          </a:solidFill>
          <a:ln xmlns:a="http://schemas.openxmlformats.org/drawingml/2006/main" w="4763">
            <a:solidFill>
              <a:srgbClr val="333333">
                <a:alpha val="80000"/>
              </a:srgbClr>
            </a:solidFill>
          </a:ln>
        </p:spPr>
      </p:sp>
      <p:sp>
        <p:nvSpPr>
          <p:cNvPr id="104" name="SE-036-1">
            <a:extLst xmlns:a="http://schemas.openxmlformats.org/drawingml/2006/main">
              <a:ext uri="{FF2B5EF4-FFF2-40B4-BE49-F238E27FC236}">
                <a16:creationId xmlns:a16="http://schemas.microsoft.com/office/drawing/2014/main" id="{0ABF9435-1BB4-4FD3-BE8E-D53C38CD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000" y="621506"/>
            <a:ext cx="14763750" cy="881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05" name="trace">
            <a:extLst xmlns:a="http://schemas.openxmlformats.org/drawingml/2006/main">
              <a:ext uri="{FF2B5EF4-FFF2-40B4-BE49-F238E27FC236}">
                <a16:creationId xmlns:a16="http://schemas.microsoft.com/office/drawing/2014/main" id="{A4436206-017B-4FF0-903A-2B5F609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9030176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06" name="Text 0">
            <a:extLst xmlns:a="http://schemas.openxmlformats.org/drawingml/2006/main">
              <a:ext uri="{FF2B5EF4-FFF2-40B4-BE49-F238E27FC236}">
                <a16:creationId xmlns:a16="http://schemas.microsoft.com/office/drawing/2014/main" id="{D958F1F0-8064-46A0-BF0E-5401665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50" y="8820626"/>
            <a:ext cx="39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7" name="trace">
            <a:extLst xmlns:a="http://schemas.openxmlformats.org/drawingml/2006/main">
              <a:ext uri="{FF2B5EF4-FFF2-40B4-BE49-F238E27FC236}">
                <a16:creationId xmlns:a16="http://schemas.microsoft.com/office/drawing/2014/main" id="{595DC2EE-0C64-41F8-A29D-9DF51D4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780297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08" name="Text 1">
            <a:extLst xmlns:a="http://schemas.openxmlformats.org/drawingml/2006/main">
              <a:ext uri="{FF2B5EF4-FFF2-40B4-BE49-F238E27FC236}">
                <a16:creationId xmlns:a16="http://schemas.microsoft.com/office/drawing/2014/main" id="{54236B68-0B03-49C0-A1EF-87EA2108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50" y="7593425"/>
            <a:ext cx="39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9" name="trace">
            <a:extLst xmlns:a="http://schemas.openxmlformats.org/drawingml/2006/main">
              <a:ext uri="{FF2B5EF4-FFF2-40B4-BE49-F238E27FC236}">
                <a16:creationId xmlns:a16="http://schemas.microsoft.com/office/drawing/2014/main" id="{4FD84654-F3AF-4868-836F-00CCC02F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6575774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10" name="Text 2">
            <a:extLst xmlns:a="http://schemas.openxmlformats.org/drawingml/2006/main">
              <a:ext uri="{FF2B5EF4-FFF2-40B4-BE49-F238E27FC236}">
                <a16:creationId xmlns:a16="http://schemas.microsoft.com/office/drawing/2014/main" id="{A0179D22-26A7-43A7-862B-B7546B30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50" y="6366224"/>
            <a:ext cx="39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1" name="trace">
            <a:extLst xmlns:a="http://schemas.openxmlformats.org/drawingml/2006/main">
              <a:ext uri="{FF2B5EF4-FFF2-40B4-BE49-F238E27FC236}">
                <a16:creationId xmlns:a16="http://schemas.microsoft.com/office/drawing/2014/main" id="{F0763DCD-EAEC-4A75-B2A6-BB05374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5348573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12" name="Text 3">
            <a:extLst xmlns:a="http://schemas.openxmlformats.org/drawingml/2006/main">
              <a:ext uri="{FF2B5EF4-FFF2-40B4-BE49-F238E27FC236}">
                <a16:creationId xmlns:a16="http://schemas.microsoft.com/office/drawing/2014/main" id="{68FF9112-3EC0-46D5-9B94-50F85FA4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50" y="5139023"/>
            <a:ext cx="39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3" name="trace">
            <a:extLst xmlns:a="http://schemas.openxmlformats.org/drawingml/2006/main">
              <a:ext uri="{FF2B5EF4-FFF2-40B4-BE49-F238E27FC236}">
                <a16:creationId xmlns:a16="http://schemas.microsoft.com/office/drawing/2014/main" id="{755FF8F5-C159-4C54-9512-1EAE3C24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4121372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14" name="Text 4">
            <a:extLst xmlns:a="http://schemas.openxmlformats.org/drawingml/2006/main">
              <a:ext uri="{FF2B5EF4-FFF2-40B4-BE49-F238E27FC236}">
                <a16:creationId xmlns:a16="http://schemas.microsoft.com/office/drawing/2014/main" id="{2BA8AC59-DBBD-4D01-A10E-2431E690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50" y="3911822"/>
            <a:ext cx="39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5" name="trace">
            <a:extLst xmlns:a="http://schemas.openxmlformats.org/drawingml/2006/main">
              <a:ext uri="{FF2B5EF4-FFF2-40B4-BE49-F238E27FC236}">
                <a16:creationId xmlns:a16="http://schemas.microsoft.com/office/drawing/2014/main" id="{84C7AD79-7442-458E-A753-C32ED6E1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2894171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16" name="Text 5">
            <a:extLst xmlns:a="http://schemas.openxmlformats.org/drawingml/2006/main">
              <a:ext uri="{FF2B5EF4-FFF2-40B4-BE49-F238E27FC236}">
                <a16:creationId xmlns:a16="http://schemas.microsoft.com/office/drawing/2014/main" id="{65AEFAB4-BF18-40C3-B94D-8FEB4E5D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50" y="2684621"/>
            <a:ext cx="39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7" name="trace">
            <a:extLst xmlns:a="http://schemas.openxmlformats.org/drawingml/2006/main">
              <a:ext uri="{FF2B5EF4-FFF2-40B4-BE49-F238E27FC236}">
                <a16:creationId xmlns:a16="http://schemas.microsoft.com/office/drawing/2014/main" id="{BECBA507-D483-45FC-800C-43809E58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850" y="1666970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18" name="Text 6">
            <a:extLst xmlns:a="http://schemas.openxmlformats.org/drawingml/2006/main">
              <a:ext uri="{FF2B5EF4-FFF2-40B4-BE49-F238E27FC236}">
                <a16:creationId xmlns:a16="http://schemas.microsoft.com/office/drawing/2014/main" id="{076CFAA1-7122-4C07-A1A3-7C47D177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650" y="1457420"/>
            <a:ext cx="39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9" name="trace">
            <a:extLst xmlns:a="http://schemas.openxmlformats.org/drawingml/2006/main">
              <a:ext uri="{FF2B5EF4-FFF2-40B4-BE49-F238E27FC236}">
                <a16:creationId xmlns:a16="http://schemas.microsoft.com/office/drawing/2014/main" id="{8AB7F9E8-2BC9-4B08-A916-0EDA4881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00" y="9432131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20" name="Text 0">
            <a:extLst xmlns:a="http://schemas.openxmlformats.org/drawingml/2006/main">
              <a:ext uri="{FF2B5EF4-FFF2-40B4-BE49-F238E27FC236}">
                <a16:creationId xmlns:a16="http://schemas.microsoft.com/office/drawing/2014/main" id="{B47B3CC9-69CC-49FE-9050-B2282608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500" y="9460706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1" name="trace">
            <a:extLst xmlns:a="http://schemas.openxmlformats.org/drawingml/2006/main">
              <a:ext uri="{FF2B5EF4-FFF2-40B4-BE49-F238E27FC236}">
                <a16:creationId xmlns:a16="http://schemas.microsoft.com/office/drawing/2014/main" id="{07CA44B8-E839-485C-9117-CC94C3B9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259" y="9432131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22" name="Text 500">
            <a:extLst xmlns:a="http://schemas.openxmlformats.org/drawingml/2006/main">
              <a:ext uri="{FF2B5EF4-FFF2-40B4-BE49-F238E27FC236}">
                <a16:creationId xmlns:a16="http://schemas.microsoft.com/office/drawing/2014/main" id="{91D0F54F-223C-4444-BD75-54013E48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759" y="9460706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123" name="trace">
            <a:extLst xmlns:a="http://schemas.openxmlformats.org/drawingml/2006/main">
              <a:ext uri="{FF2B5EF4-FFF2-40B4-BE49-F238E27FC236}">
                <a16:creationId xmlns:a16="http://schemas.microsoft.com/office/drawing/2014/main" id="{4C9CCD0D-15F9-4B95-BA98-D1A2395E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520" y="9432131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24" name="Text 1000">
            <a:extLst xmlns:a="http://schemas.openxmlformats.org/drawingml/2006/main">
              <a:ext uri="{FF2B5EF4-FFF2-40B4-BE49-F238E27FC236}">
                <a16:creationId xmlns:a16="http://schemas.microsoft.com/office/drawing/2014/main" id="{97B0CB48-A6E7-47F1-9440-E5BCC91C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0020" y="9460706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1000</a:t>
            </a:r>
          </a:p>
        </p:txBody>
      </p:sp>
      <p:sp>
        <p:nvSpPr>
          <p:cNvPr id="125" name="trace">
            <a:extLst xmlns:a="http://schemas.openxmlformats.org/drawingml/2006/main">
              <a:ext uri="{FF2B5EF4-FFF2-40B4-BE49-F238E27FC236}">
                <a16:creationId xmlns:a16="http://schemas.microsoft.com/office/drawing/2014/main" id="{C3B4EED2-5AC3-4090-8877-614006D9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780" y="9432131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26" name="Text 1500">
            <a:extLst xmlns:a="http://schemas.openxmlformats.org/drawingml/2006/main">
              <a:ext uri="{FF2B5EF4-FFF2-40B4-BE49-F238E27FC236}">
                <a16:creationId xmlns:a16="http://schemas.microsoft.com/office/drawing/2014/main" id="{6D211CD0-3481-4C6A-BEF2-BBC08D74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280" y="9460706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1500</a:t>
            </a:r>
          </a:p>
        </p:txBody>
      </p:sp>
      <p:sp>
        <p:nvSpPr>
          <p:cNvPr id="127" name="trace">
            <a:extLst xmlns:a="http://schemas.openxmlformats.org/drawingml/2006/main">
              <a:ext uri="{FF2B5EF4-FFF2-40B4-BE49-F238E27FC236}">
                <a16:creationId xmlns:a16="http://schemas.microsoft.com/office/drawing/2014/main" id="{CA6550FE-D3DF-4CEE-BB97-D0162250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039" y="9432131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28" name="Text 2000">
            <a:extLst xmlns:a="http://schemas.openxmlformats.org/drawingml/2006/main">
              <a:ext uri="{FF2B5EF4-FFF2-40B4-BE49-F238E27FC236}">
                <a16:creationId xmlns:a16="http://schemas.microsoft.com/office/drawing/2014/main" id="{12D13DB6-7BC8-4D18-8AB1-E06E7EE6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2539" y="9460706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</a:t>
            </a:r>
          </a:p>
        </p:txBody>
      </p:sp>
      <p:sp>
        <p:nvSpPr>
          <p:cNvPr id="129" name="trace">
            <a:extLst xmlns:a="http://schemas.openxmlformats.org/drawingml/2006/main">
              <a:ext uri="{FF2B5EF4-FFF2-40B4-BE49-F238E27FC236}">
                <a16:creationId xmlns:a16="http://schemas.microsoft.com/office/drawing/2014/main" id="{B6BDBF51-0532-4F10-BE9B-1AE9557C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300" y="9432131"/>
            <a:ext cx="10" cy="57150"/>
          </a:xfrm>
          <a:custGeom xmlns:a="http://schemas.openxmlformats.org/drawingml/2006/main">
            <a:pathLst>
              <a:path w="10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30" name="Text 2500">
            <a:extLst xmlns:a="http://schemas.openxmlformats.org/drawingml/2006/main">
              <a:ext uri="{FF2B5EF4-FFF2-40B4-BE49-F238E27FC236}">
                <a16:creationId xmlns:a16="http://schemas.microsoft.com/office/drawing/2014/main" id="{3F3DEBFB-EC9A-432F-972A-5A6864E3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3800" y="9460706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2500</a:t>
            </a:r>
          </a:p>
        </p:txBody>
      </p:sp>
      <p:sp>
        <p:nvSpPr>
          <p:cNvPr id="131" name="trace">
            <a:extLst xmlns:a="http://schemas.openxmlformats.org/drawingml/2006/main">
              <a:ext uri="{FF2B5EF4-FFF2-40B4-BE49-F238E27FC236}">
                <a16:creationId xmlns:a16="http://schemas.microsoft.com/office/drawing/2014/main" id="{549A0D67-29A5-4162-AE21-6A2137B5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2750" y="9422606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32" name="Text 0.0">
            <a:extLst xmlns:a="http://schemas.openxmlformats.org/drawingml/2006/main">
              <a:ext uri="{FF2B5EF4-FFF2-40B4-BE49-F238E27FC236}">
                <a16:creationId xmlns:a16="http://schemas.microsoft.com/office/drawing/2014/main" id="{51A410F4-11C2-4D91-8099-72D192B3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8475" y="9308306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33" name="trace">
            <a:extLst xmlns:a="http://schemas.openxmlformats.org/drawingml/2006/main">
              <a:ext uri="{FF2B5EF4-FFF2-40B4-BE49-F238E27FC236}">
                <a16:creationId xmlns:a16="http://schemas.microsoft.com/office/drawing/2014/main" id="{B9B5F70C-7580-480C-99BE-24EACC6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2750" y="7519035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34" name="Text 0.5">
            <a:extLst xmlns:a="http://schemas.openxmlformats.org/drawingml/2006/main">
              <a:ext uri="{FF2B5EF4-FFF2-40B4-BE49-F238E27FC236}">
                <a16:creationId xmlns:a16="http://schemas.microsoft.com/office/drawing/2014/main" id="{C7DB8A77-B026-4974-86C4-10ECCB42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8475" y="7404735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35" name="trace">
            <a:extLst xmlns:a="http://schemas.openxmlformats.org/drawingml/2006/main">
              <a:ext uri="{FF2B5EF4-FFF2-40B4-BE49-F238E27FC236}">
                <a16:creationId xmlns:a16="http://schemas.microsoft.com/office/drawing/2014/main" id="{B7680C38-3C00-457C-8D18-2A1BA64A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2750" y="5615464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36" name="Text 1.0">
            <a:extLst xmlns:a="http://schemas.openxmlformats.org/drawingml/2006/main">
              <a:ext uri="{FF2B5EF4-FFF2-40B4-BE49-F238E27FC236}">
                <a16:creationId xmlns:a16="http://schemas.microsoft.com/office/drawing/2014/main" id="{8054F395-DFA0-46D6-B0FE-39D85C5D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8475" y="5501164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137" name="trace">
            <a:extLst xmlns:a="http://schemas.openxmlformats.org/drawingml/2006/main">
              <a:ext uri="{FF2B5EF4-FFF2-40B4-BE49-F238E27FC236}">
                <a16:creationId xmlns:a16="http://schemas.microsoft.com/office/drawing/2014/main" id="{A019E464-7D42-4A6E-A63F-AB50F5DC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2750" y="3711893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38" name="Text 1.5">
            <a:extLst xmlns:a="http://schemas.openxmlformats.org/drawingml/2006/main">
              <a:ext uri="{FF2B5EF4-FFF2-40B4-BE49-F238E27FC236}">
                <a16:creationId xmlns:a16="http://schemas.microsoft.com/office/drawing/2014/main" id="{B569B88D-E859-4FD8-B100-3669FBBC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8475" y="3597593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1.5</a:t>
            </a:r>
          </a:p>
        </p:txBody>
      </p:sp>
      <p:sp>
        <p:nvSpPr>
          <p:cNvPr id="139" name="trace">
            <a:extLst xmlns:a="http://schemas.openxmlformats.org/drawingml/2006/main">
              <a:ext uri="{FF2B5EF4-FFF2-40B4-BE49-F238E27FC236}">
                <a16:creationId xmlns:a16="http://schemas.microsoft.com/office/drawing/2014/main" id="{05EFA960-09AF-46C3-9B0F-329E0B3D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2750" y="1808321"/>
            <a:ext cx="57150" cy="10"/>
          </a:xfrm>
          <a:custGeom xmlns:a="http://schemas.openxmlformats.org/drawingml/2006/main">
            <a:pathLst>
              <a:path w="57150" h="10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40" name="Text 2.0">
            <a:extLst xmlns:a="http://schemas.openxmlformats.org/drawingml/2006/main">
              <a:ext uri="{FF2B5EF4-FFF2-40B4-BE49-F238E27FC236}">
                <a16:creationId xmlns:a16="http://schemas.microsoft.com/office/drawing/2014/main" id="{030565EA-E701-408A-A4E2-29F4CDCD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8475" y="1694021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000000"/>
                </a:solidFill>
                <a:latin typeface="Arial"/>
                <a:ea typeface="Arial"/>
                <a:cs typeface="Arial"/>
              </a:rPr>
              <a:t>2.0</a:t>
            </a:r>
          </a:p>
        </p:txBody>
      </p:sp>
      <p:sp>
        <p:nvSpPr>
          <p:cNvPr id="141" name="Text 1e9">
            <a:extLst xmlns:a="http://schemas.openxmlformats.org/drawingml/2006/main">
              <a:ext uri="{FF2B5EF4-FFF2-40B4-BE49-F238E27FC236}">
                <a16:creationId xmlns:a16="http://schemas.microsoft.com/office/drawing/2014/main" id="{1656478C-057A-429C-AE15-3EB76784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0775" y="411956"/>
            <a:ext cx="552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1e9</a:t>
            </a:r>
          </a:p>
        </p:txBody>
      </p:sp>
      <p:sp>
        <p:nvSpPr>
          <p:cNvPr id="142" name="Text redis-server">
            <a:extLst xmlns:a="http://schemas.openxmlformats.org/drawingml/2006/main">
              <a:ext uri="{FF2B5EF4-FFF2-40B4-BE49-F238E27FC236}">
                <a16:creationId xmlns:a16="http://schemas.microsoft.com/office/drawing/2014/main" id="{23439657-7003-4819-A4C3-082E04C7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0525" y="154781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redis-server</a:t>
            </a:r>
          </a:p>
        </p:txBody>
      </p:sp>
      <p:sp>
        <p:nvSpPr>
          <p:cNvPr id="143" name="Text Time (ms)">
            <a:extLst xmlns:a="http://schemas.openxmlformats.org/drawingml/2006/main">
              <a:ext uri="{FF2B5EF4-FFF2-40B4-BE49-F238E27FC236}">
                <a16:creationId xmlns:a16="http://schemas.microsoft.com/office/drawing/2014/main" id="{C61E127A-2456-4E86-A88E-177D460B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375" y="9727406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(ms)</a:t>
            </a:r>
          </a:p>
        </p:txBody>
      </p:sp>
      <p:sp>
        <p:nvSpPr>
          <p:cNvPr id="144" name="Text CPU Power (W)">
            <a:extLst xmlns:a="http://schemas.openxmlformats.org/drawingml/2006/main">
              <a:ext uri="{FF2B5EF4-FFF2-40B4-BE49-F238E27FC236}">
                <a16:creationId xmlns:a16="http://schemas.microsoft.com/office/drawing/2014/main" id="{737AC16D-D0DC-43C2-A69A-FB5A1752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1708976" y="4783931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000000"/>
                </a:solidFill>
                <a:latin typeface="Arial"/>
                <a:ea typeface="Arial"/>
                <a:cs typeface="Arial"/>
              </a:rPr>
              <a:t>CPU Power (W)</a:t>
            </a:r>
          </a:p>
        </p:txBody>
      </p:sp>
      <p:sp>
        <p:nvSpPr>
          <p:cNvPr id="145" name="Text Function runtime (ns)">
            <a:extLst xmlns:a="http://schemas.openxmlformats.org/drawingml/2006/main">
              <a:ext uri="{FF2B5EF4-FFF2-40B4-BE49-F238E27FC236}">
                <a16:creationId xmlns:a16="http://schemas.microsoft.com/office/drawing/2014/main" id="{9527790D-C7D2-407F-8028-21C59DF0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3740575" y="4783931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 runtime (ns)</a:t>
            </a:r>
          </a:p>
        </p:txBody>
      </p:sp>
      <p:sp>
        <p:nvSpPr>
          <p:cNvPr id="146" name="SE-036-2">
            <a:extLst xmlns:a="http://schemas.openxmlformats.org/drawingml/2006/main">
              <a:ext uri="{FF2B5EF4-FFF2-40B4-BE49-F238E27FC236}">
                <a16:creationId xmlns:a16="http://schemas.microsoft.com/office/drawing/2014/main" id="{35F80199-F257-4670-9958-AA25226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6150" y="688181"/>
            <a:ext cx="2047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47" name="trace">
            <a:extLst xmlns:a="http://schemas.openxmlformats.org/drawingml/2006/main">
              <a:ext uri="{FF2B5EF4-FFF2-40B4-BE49-F238E27FC236}">
                <a16:creationId xmlns:a16="http://schemas.microsoft.com/office/drawing/2014/main" id="{32D6E18B-4112-4609-8EED-16E14667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774" y="935831"/>
            <a:ext cx="285750" cy="10"/>
          </a:xfrm>
          <a:custGeom xmlns:a="http://schemas.openxmlformats.org/drawingml/2006/main">
            <a:pathLst>
              <a:path w="285750" h="1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12">
            <a:solidFill>
              <a:srgbClr val="1F77B4"/>
            </a:solidFill>
          </a:ln>
        </p:spPr>
      </p:sp>
      <p:sp>
        <p:nvSpPr>
          <p:cNvPr id="148" name="trace">
            <a:extLst xmlns:a="http://schemas.openxmlformats.org/drawingml/2006/main">
              <a:ext uri="{FF2B5EF4-FFF2-40B4-BE49-F238E27FC236}">
                <a16:creationId xmlns:a16="http://schemas.microsoft.com/office/drawing/2014/main" id="{48302247-194D-4483-AA84-49A910B0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774" y="1316831"/>
            <a:ext cx="285750" cy="10"/>
          </a:xfrm>
          <a:custGeom xmlns:a="http://schemas.openxmlformats.org/drawingml/2006/main">
            <a:pathLst>
              <a:path w="285750" h="10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812">
            <a:solidFill>
              <a:srgbClr val="FF7F0E"/>
            </a:solidFill>
          </a:ln>
        </p:spPr>
      </p:sp>
      <p:sp>
        <p:nvSpPr>
          <p:cNvPr id="149" name="Text ubuntu">
            <a:extLst xmlns:a="http://schemas.openxmlformats.org/drawingml/2006/main">
              <a:ext uri="{FF2B5EF4-FFF2-40B4-BE49-F238E27FC236}">
                <a16:creationId xmlns:a16="http://schemas.microsoft.com/office/drawing/2014/main" id="{768A8674-2E2A-49D6-B8ED-42EC5BBE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299" y="688181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ubuntu</a:t>
            </a:r>
          </a:p>
        </p:txBody>
      </p:sp>
      <p:sp>
        <p:nvSpPr>
          <p:cNvPr id="150" name="Text alpinejem">
            <a:extLst xmlns:a="http://schemas.openxmlformats.org/drawingml/2006/main">
              <a:ext uri="{FF2B5EF4-FFF2-40B4-BE49-F238E27FC236}">
                <a16:creationId xmlns:a16="http://schemas.microsoft.com/office/drawing/2014/main" id="{FEE0FEF6-F0C5-452E-BCAB-04DB126D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299" y="1069181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alpinejem</a:t>
            </a:r>
          </a:p>
        </p:txBody>
      </p:sp>
      <p:sp>
        <p:nvSpPr>
          <p:cNvPr id="151" name="SE-036-3">
            <a:extLst xmlns:a="http://schemas.openxmlformats.org/drawingml/2006/main">
              <a:ext uri="{FF2B5EF4-FFF2-40B4-BE49-F238E27FC236}">
                <a16:creationId xmlns:a16="http://schemas.microsoft.com/office/drawing/2014/main" id="{F1C8ACFE-80AF-465B-A259-2D4506F6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7850" y="688181"/>
            <a:ext cx="271462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9525">
            <a:solidFill>
              <a:srgbClr val="CCCCCC"/>
            </a:solidFill>
          </a:ln>
        </p:spPr>
      </p:sp>
      <p:sp>
        <p:nvSpPr>
          <p:cNvPr id="152" name="Text Function">
            <a:extLst xmlns:a="http://schemas.openxmlformats.org/drawingml/2006/main">
              <a:ext uri="{FF2B5EF4-FFF2-40B4-BE49-F238E27FC236}">
                <a16:creationId xmlns:a16="http://schemas.microsoft.com/office/drawing/2014/main" id="{2B7C98C3-05CF-4E25-9C32-E45A68C6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9300" y="688181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153" name="SE-036-4">
            <a:extLst xmlns:a="http://schemas.openxmlformats.org/drawingml/2006/main">
              <a:ext uri="{FF2B5EF4-FFF2-40B4-BE49-F238E27FC236}">
                <a16:creationId xmlns:a16="http://schemas.microsoft.com/office/drawing/2014/main" id="{22E271CE-F427-40F4-BBED-49D58AAB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1269206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54" name="Text write">
            <a:extLst xmlns:a="http://schemas.openxmlformats.org/drawingml/2006/main">
              <a:ext uri="{FF2B5EF4-FFF2-40B4-BE49-F238E27FC236}">
                <a16:creationId xmlns:a16="http://schemas.microsoft.com/office/drawing/2014/main" id="{361726DE-6D2A-4BD2-8D97-61D5CCCC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1126331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155" name="SE-036-5">
            <a:extLst xmlns:a="http://schemas.openxmlformats.org/drawingml/2006/main">
              <a:ext uri="{FF2B5EF4-FFF2-40B4-BE49-F238E27FC236}">
                <a16:creationId xmlns:a16="http://schemas.microsoft.com/office/drawing/2014/main" id="{E2DC1833-BF95-46C7-A2A8-A8FED5E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1652588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0E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56" name="Text read">
            <a:extLst xmlns:a="http://schemas.openxmlformats.org/drawingml/2006/main">
              <a:ext uri="{FF2B5EF4-FFF2-40B4-BE49-F238E27FC236}">
                <a16:creationId xmlns:a16="http://schemas.microsoft.com/office/drawing/2014/main" id="{1A131580-2165-47AF-AEFE-DEE10D1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1509713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57" name="SE-036-6">
            <a:extLst xmlns:a="http://schemas.openxmlformats.org/drawingml/2006/main">
              <a:ext uri="{FF2B5EF4-FFF2-40B4-BE49-F238E27FC236}">
                <a16:creationId xmlns:a16="http://schemas.microsoft.com/office/drawing/2014/main" id="{DF57E957-AEFA-474A-A987-AA8DE707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2035969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58" name="Text epoll_wait">
            <a:extLst xmlns:a="http://schemas.openxmlformats.org/drawingml/2006/main">
              <a:ext uri="{FF2B5EF4-FFF2-40B4-BE49-F238E27FC236}">
                <a16:creationId xmlns:a16="http://schemas.microsoft.com/office/drawing/2014/main" id="{061F5B9E-69B3-4B48-860F-664C73F2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1893094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epoll_wait</a:t>
            </a:r>
          </a:p>
        </p:txBody>
      </p:sp>
      <p:sp>
        <p:nvSpPr>
          <p:cNvPr id="159" name="SE-036-7">
            <a:extLst xmlns:a="http://schemas.openxmlformats.org/drawingml/2006/main">
              <a:ext uri="{FF2B5EF4-FFF2-40B4-BE49-F238E27FC236}">
                <a16:creationId xmlns:a16="http://schemas.microsoft.com/office/drawing/2014/main" id="{EC0FF6F0-E388-4BEA-8C58-BDF103F2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2419350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60" name="Text memcpy">
            <a:extLst xmlns:a="http://schemas.openxmlformats.org/drawingml/2006/main">
              <a:ext uri="{FF2B5EF4-FFF2-40B4-BE49-F238E27FC236}">
                <a16:creationId xmlns:a16="http://schemas.microsoft.com/office/drawing/2014/main" id="{B968A9C2-ED07-45DB-BC9E-9313FD74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22764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memcpy</a:t>
            </a:r>
          </a:p>
        </p:txBody>
      </p:sp>
      <p:sp>
        <p:nvSpPr>
          <p:cNvPr id="161" name="SE-036-8">
            <a:extLst xmlns:a="http://schemas.openxmlformats.org/drawingml/2006/main">
              <a:ext uri="{FF2B5EF4-FFF2-40B4-BE49-F238E27FC236}">
                <a16:creationId xmlns:a16="http://schemas.microsoft.com/office/drawing/2014/main" id="{CC663506-251B-43B5-9BAB-B0E57D35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2802731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7BD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62" name="Text strcasecmp">
            <a:extLst xmlns:a="http://schemas.openxmlformats.org/drawingml/2006/main">
              <a:ext uri="{FF2B5EF4-FFF2-40B4-BE49-F238E27FC236}">
                <a16:creationId xmlns:a16="http://schemas.microsoft.com/office/drawing/2014/main" id="{0F1061EB-1518-45AA-9AC9-90353C89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2659856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strcasecmp</a:t>
            </a:r>
          </a:p>
        </p:txBody>
      </p:sp>
      <p:sp>
        <p:nvSpPr>
          <p:cNvPr id="163" name="SE-036-9">
            <a:extLst xmlns:a="http://schemas.openxmlformats.org/drawingml/2006/main">
              <a:ext uri="{FF2B5EF4-FFF2-40B4-BE49-F238E27FC236}">
                <a16:creationId xmlns:a16="http://schemas.microsoft.com/office/drawing/2014/main" id="{E8742F1B-E0CE-4F15-BF13-25CEEEEA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3186113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64B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64" name="Text strchr">
            <a:extLst xmlns:a="http://schemas.openxmlformats.org/drawingml/2006/main">
              <a:ext uri="{FF2B5EF4-FFF2-40B4-BE49-F238E27FC236}">
                <a16:creationId xmlns:a16="http://schemas.microsoft.com/office/drawing/2014/main" id="{53CBC895-01D6-4433-BD8E-CF453F44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3043238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strchr</a:t>
            </a:r>
          </a:p>
        </p:txBody>
      </p:sp>
      <p:sp>
        <p:nvSpPr>
          <p:cNvPr id="165" name="SE-036-10">
            <a:extLst xmlns:a="http://schemas.openxmlformats.org/drawingml/2006/main">
              <a:ext uri="{FF2B5EF4-FFF2-40B4-BE49-F238E27FC236}">
                <a16:creationId xmlns:a16="http://schemas.microsoft.com/office/drawing/2014/main" id="{E16C688B-0D32-4321-A8B1-455882A4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3569494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7C2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66" name="Text clock_gettime">
            <a:extLst xmlns:a="http://schemas.openxmlformats.org/drawingml/2006/main">
              <a:ext uri="{FF2B5EF4-FFF2-40B4-BE49-F238E27FC236}">
                <a16:creationId xmlns:a16="http://schemas.microsoft.com/office/drawing/2014/main" id="{733C28E3-E9AE-4680-9EC4-F813838B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3426619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clock_gettime</a:t>
            </a:r>
          </a:p>
        </p:txBody>
      </p:sp>
      <p:sp>
        <p:nvSpPr>
          <p:cNvPr id="167" name="SE-036-11">
            <a:extLst xmlns:a="http://schemas.openxmlformats.org/drawingml/2006/main">
              <a:ext uri="{FF2B5EF4-FFF2-40B4-BE49-F238E27FC236}">
                <a16:creationId xmlns:a16="http://schemas.microsoft.com/office/drawing/2014/main" id="{73EF96CA-DCDA-42DA-B8B1-39709A67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3952875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7F7F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68" name="Text memcmp">
            <a:extLst xmlns:a="http://schemas.openxmlformats.org/drawingml/2006/main">
              <a:ext uri="{FF2B5EF4-FFF2-40B4-BE49-F238E27FC236}">
                <a16:creationId xmlns:a16="http://schemas.microsoft.com/office/drawing/2014/main" id="{F460218B-439E-4916-AED3-2B6AEB3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38100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memcmp</a:t>
            </a:r>
          </a:p>
        </p:txBody>
      </p:sp>
      <p:sp>
        <p:nvSpPr>
          <p:cNvPr id="169" name="SE-036-12">
            <a:extLst xmlns:a="http://schemas.openxmlformats.org/drawingml/2006/main">
              <a:ext uri="{FF2B5EF4-FFF2-40B4-BE49-F238E27FC236}">
                <a16:creationId xmlns:a16="http://schemas.microsoft.com/office/drawing/2014/main" id="{AA2AD42A-D1BF-417C-BFB5-E3A4ADCF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475" y="4336256"/>
            <a:ext cx="2762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BD22">
              <a:alpha val="75000"/>
            </a:srgbClr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170" name="Text open64">
            <a:extLst xmlns:a="http://schemas.openxmlformats.org/drawingml/2006/main">
              <a:ext uri="{FF2B5EF4-FFF2-40B4-BE49-F238E27FC236}">
                <a16:creationId xmlns:a16="http://schemas.microsoft.com/office/drawing/2014/main" id="{624AB0EF-59B2-4181-9845-BDAE4C0E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7900" y="4193381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open64</a:t>
            </a:r>
          </a:p>
        </p:txBody>
      </p:sp>
    </p:spTree>
    <p:extLst>
      <p:ext uri="{BB962C8B-B14F-4D97-AF65-F5344CB8AC3E}">
        <p14:creationId xmlns:p14="http://schemas.microsoft.com/office/powerpoint/2010/main" val="479204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2026-09-05T14:40:31.8150000Z</dcterms:created>
  <dcterms:modified xsi:type="dcterms:W3CDTF">2026-09-05T14:40:31.8150000Z</dcterms:modified>
</coreProperties>
</file>