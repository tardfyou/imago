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2b762a66dc4735" /><Relationship Type="http://schemas.openxmlformats.org/officeDocument/2006/relationships/extended-properties" Target="/docProps/app.xml" Id="Rf4083d0dc0614916" /><Relationship Type="http://schemas.openxmlformats.org/officeDocument/2006/relationships/officeDocument" Target="/ppt/presentation.xml" Id="R532cf522594d4d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c5eaf0b6524f6a"/>
  </p:sldMasterIdLst>
  <p:notesMasterIdLst>
    <p:notesMasterId xmlns:r="http://schemas.openxmlformats.org/officeDocument/2006/relationships" r:id="R0b29d03131fb4939"/>
  </p:notesMasterIdLst>
  <p:sldIdLst>
    <p:sldId xmlns:r="http://schemas.openxmlformats.org/officeDocument/2006/relationships" id="256" r:id="R90213fe9f52044d4"/>
  </p:sldIdLst>
  <p:sldSz cx="7258050" cy="4171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ef9fe274d44558" /><Relationship Type="http://schemas.openxmlformats.org/officeDocument/2006/relationships/slideMaster" Target="/ppt/slideMasters/slideMaster1.xml" Id="R1fc5eaf0b6524f6a" /><Relationship Type="http://schemas.openxmlformats.org/officeDocument/2006/relationships/notesMaster" Target="/ppt/notesMasters/notesMaster1.xml" Id="R0b29d03131fb4939" /><Relationship Type="http://schemas.openxmlformats.org/officeDocument/2006/relationships/presProps" Target="/ppt/presProps.xml" Id="R36082fa934144a47" /><Relationship Type="http://schemas.openxmlformats.org/officeDocument/2006/relationships/tableStyles" Target="/ppt/tableStyles.xml" Id="Raf6c55a9fce54f6c" /><Relationship Type="http://schemas.openxmlformats.org/officeDocument/2006/relationships/slide" Target="/ppt/slides/slide1.xml" Id="R90213fe9f52044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d3d4b092fb4d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da517296ad47da" /><Relationship Type="http://schemas.openxmlformats.org/officeDocument/2006/relationships/notesMaster" Target="/ppt/notesMasters/notesMaster1.xml" Id="R33db017eb7ec4cd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素材ID：SE-079</ns1:t>
            </ns1:r>
          </ns1:p>
          <ns1:p>
            <ns1:r>
              <ns1:t>论文：Understanding the Response to Open-Source Dependency Abandonment in the npm Ecosystem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5，PDF第9页</ns1:t>
            </ns1:r>
          </ns1:p>
          <ns1:p>
            <ns1:r>
              <ns1:t>类型：实验图表</ns1:t>
            </ns1:r>
          </ns1:p>
          <ns1:p>
            <ns1:r>
              <ns1:t>借鉴点：逐变量显示点估计、水平置信区间、HR数值和显著性，颜色区分影响方向，统一基准线便于比较因素作用。</ns1:t>
            </ns1:r>
          </ns1:p>
          <ns1:p>
            <ns1:r>
              <ns1:t>论文URL：https://www.cs.cmu.edu/~ckaestne/pdf/icse25_abandonment.pdf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f0df41d7d43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a2c8964b8d4bca" /><Relationship Type="http://schemas.openxmlformats.org/officeDocument/2006/relationships/slideLayout" Target="/ppt/slideLayouts/slideLayout1.xml" Id="Rdb56d7460bef4c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56d7460bef4c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ba6b6536b4886" /><Relationship Type="http://schemas.openxmlformats.org/officeDocument/2006/relationships/notesSlide" Target="/ppt/notesSlides/notesSlide1.xml" Id="Raab80f42d40041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C9F7C-3BFE-49EA-A9FC-E03A6F5C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49" y="3479251"/>
            <a:ext cx="4959105" cy="10"/>
          </a:xfrm>
          <a:custGeom xmlns:a="http://schemas.openxmlformats.org/drawingml/2006/main">
            <a:pathLst>
              <a:path w="4959105" h="1" fill="none">
                <a:moveTo>
                  <a:pt x="0" y="0"/>
                </a:moveTo>
                <a:lnTo>
                  <a:pt x="4959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1" cap="flat">
            <a:solidFill>
              <a:srgbClr val="E5E5E5"/>
            </a:solidFill>
            <a:round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DA43E-59F3-4F99-BAA3-3479AA4F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49" y="3154139"/>
            <a:ext cx="4959105" cy="10"/>
          </a:xfrm>
          <a:custGeom xmlns:a="http://schemas.openxmlformats.org/drawingml/2006/main">
            <a:pathLst>
              <a:path w="4959105" h="1" fill="none">
                <a:moveTo>
                  <a:pt x="0" y="0"/>
                </a:moveTo>
                <a:lnTo>
                  <a:pt x="4959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1" cap="flat">
            <a:solidFill>
              <a:srgbClr val="E5E5E5"/>
            </a:solidFill>
            <a:round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AD078-108F-46F5-BC02-7E529836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49" y="2829168"/>
            <a:ext cx="4959105" cy="10"/>
          </a:xfrm>
          <a:custGeom xmlns:a="http://schemas.openxmlformats.org/drawingml/2006/main">
            <a:pathLst>
              <a:path w="4959105" h="1" fill="none">
                <a:moveTo>
                  <a:pt x="0" y="0"/>
                </a:moveTo>
                <a:lnTo>
                  <a:pt x="4959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1" cap="flat">
            <a:solidFill>
              <a:srgbClr val="E5E5E5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A10E9-2FE3-409F-9A3E-511A8CCB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49" y="2504056"/>
            <a:ext cx="4959105" cy="10"/>
          </a:xfrm>
          <a:custGeom xmlns:a="http://schemas.openxmlformats.org/drawingml/2006/main">
            <a:pathLst>
              <a:path w="4959105" h="1" fill="none">
                <a:moveTo>
                  <a:pt x="0" y="0"/>
                </a:moveTo>
                <a:lnTo>
                  <a:pt x="4959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1" cap="flat">
            <a:solidFill>
              <a:srgbClr val="E5E5E5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5C159-4238-4318-875A-5D53FB31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49" y="2178943"/>
            <a:ext cx="4959105" cy="10"/>
          </a:xfrm>
          <a:custGeom xmlns:a="http://schemas.openxmlformats.org/drawingml/2006/main">
            <a:pathLst>
              <a:path w="4959105" h="1" fill="none">
                <a:moveTo>
                  <a:pt x="0" y="0"/>
                </a:moveTo>
                <a:lnTo>
                  <a:pt x="4959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1" cap="flat">
            <a:solidFill>
              <a:srgbClr val="E5E5E5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913D45-4224-4D6D-BB75-AB987CDD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49" y="1853831"/>
            <a:ext cx="4959105" cy="10"/>
          </a:xfrm>
          <a:custGeom xmlns:a="http://schemas.openxmlformats.org/drawingml/2006/main">
            <a:pathLst>
              <a:path w="4959105" h="1" fill="none">
                <a:moveTo>
                  <a:pt x="0" y="0"/>
                </a:moveTo>
                <a:lnTo>
                  <a:pt x="4959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1" cap="flat">
            <a:solidFill>
              <a:srgbClr val="E5E5E5"/>
            </a:solidFill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BB92C-3BF2-4960-8914-88A7B67A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49" y="1528861"/>
            <a:ext cx="4959105" cy="10"/>
          </a:xfrm>
          <a:custGeom xmlns:a="http://schemas.openxmlformats.org/drawingml/2006/main">
            <a:pathLst>
              <a:path w="4959105" h="1" fill="none">
                <a:moveTo>
                  <a:pt x="0" y="0"/>
                </a:moveTo>
                <a:lnTo>
                  <a:pt x="4959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1" cap="flat">
            <a:solidFill>
              <a:srgbClr val="E5E5E5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22118-472D-41BC-8532-183A920B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49" y="1203748"/>
            <a:ext cx="4959105" cy="10"/>
          </a:xfrm>
          <a:custGeom xmlns:a="http://schemas.openxmlformats.org/drawingml/2006/main">
            <a:pathLst>
              <a:path w="4959105" h="1" fill="none">
                <a:moveTo>
                  <a:pt x="0" y="0"/>
                </a:moveTo>
                <a:lnTo>
                  <a:pt x="4959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1" cap="flat">
            <a:solidFill>
              <a:srgbClr val="E5E5E5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E5E8B-F923-4089-8789-3C698B7D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49" y="878635"/>
            <a:ext cx="4959105" cy="10"/>
          </a:xfrm>
          <a:custGeom xmlns:a="http://schemas.openxmlformats.org/drawingml/2006/main">
            <a:pathLst>
              <a:path w="4959105" h="1" fill="none">
                <a:moveTo>
                  <a:pt x="0" y="0"/>
                </a:moveTo>
                <a:lnTo>
                  <a:pt x="4959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1" cap="flat">
            <a:solidFill>
              <a:srgbClr val="E5E5E5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86812-B974-4B3A-9087-137348CA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49" y="553665"/>
            <a:ext cx="4959105" cy="10"/>
          </a:xfrm>
          <a:custGeom xmlns:a="http://schemas.openxmlformats.org/drawingml/2006/main">
            <a:pathLst>
              <a:path w="4959105" h="1" fill="none">
                <a:moveTo>
                  <a:pt x="0" y="0"/>
                </a:moveTo>
                <a:lnTo>
                  <a:pt x="4959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1" cap="flat">
            <a:solidFill>
              <a:srgbClr val="E5E5E5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4E9B1-3A2B-486F-A5E8-FB3E4C0C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431" y="358512"/>
            <a:ext cx="10" cy="3315750"/>
          </a:xfrm>
          <a:custGeom xmlns:a="http://schemas.openxmlformats.org/drawingml/2006/main">
            <a:pathLst>
              <a:path w="1" h="3315750" fill="none">
                <a:moveTo>
                  <a:pt x="0" y="3315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1" cap="flat">
            <a:solidFill>
              <a:srgbClr val="E5E5E5"/>
            </a:solidFill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E1DD3-850A-4C3C-A248-428D5239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692" y="2178943"/>
            <a:ext cx="391160" cy="10"/>
          </a:xfrm>
          <a:custGeom xmlns:a="http://schemas.openxmlformats.org/drawingml/2006/main">
            <a:pathLst>
              <a:path w="391160" h="1" fill="none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0" cap="flat">
            <a:solidFill>
              <a:srgbClr val="FF0000">
                <a:alpha val="50200"/>
              </a:srgbClr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B0A70-7B35-488F-A1E9-032A837A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498" y="1528861"/>
            <a:ext cx="516992" cy="10"/>
          </a:xfrm>
          <a:custGeom xmlns:a="http://schemas.openxmlformats.org/drawingml/2006/main">
            <a:pathLst>
              <a:path w="516992" h="1" fill="none">
                <a:moveTo>
                  <a:pt x="0" y="0"/>
                </a:moveTo>
                <a:lnTo>
                  <a:pt x="5169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0" cap="flat">
            <a:solidFill>
              <a:srgbClr val="00A08A">
                <a:alpha val="50200"/>
              </a:srgbClr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4CC48-ADDD-43DB-AB50-063FAE2B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98" y="553665"/>
            <a:ext cx="1372903" cy="10"/>
          </a:xfrm>
          <a:custGeom xmlns:a="http://schemas.openxmlformats.org/drawingml/2006/main">
            <a:pathLst>
              <a:path w="1372903" h="1" fill="none">
                <a:moveTo>
                  <a:pt x="0" y="0"/>
                </a:moveTo>
                <a:lnTo>
                  <a:pt x="13729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0" cap="flat">
            <a:solidFill>
              <a:srgbClr val="00A08A">
                <a:alpha val="50200"/>
              </a:srgbClr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6E404-FB39-43CB-8A3D-AD27D664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048" y="1853831"/>
            <a:ext cx="1043663" cy="10"/>
          </a:xfrm>
          <a:custGeom xmlns:a="http://schemas.openxmlformats.org/drawingml/2006/main">
            <a:pathLst>
              <a:path w="1043663" h="1" fill="none">
                <a:moveTo>
                  <a:pt x="0" y="0"/>
                </a:moveTo>
                <a:lnTo>
                  <a:pt x="10436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0" cap="flat">
            <a:solidFill>
              <a:srgbClr val="FF0000">
                <a:alpha val="50200"/>
              </a:srgbClr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6ABE7-54DA-4563-A7DD-2AB689C6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890" y="1203748"/>
            <a:ext cx="244973" cy="10"/>
          </a:xfrm>
          <a:custGeom xmlns:a="http://schemas.openxmlformats.org/drawingml/2006/main">
            <a:pathLst>
              <a:path w="244973" h="1" fill="none">
                <a:moveTo>
                  <a:pt x="0" y="0"/>
                </a:moveTo>
                <a:lnTo>
                  <a:pt x="2449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0" cap="flat">
            <a:solidFill>
              <a:srgbClr val="FF0000">
                <a:alpha val="50200"/>
              </a:srgbClr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DBC68-AFDD-4218-A2F1-18498859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464" y="878635"/>
            <a:ext cx="453364" cy="10"/>
          </a:xfrm>
          <a:custGeom xmlns:a="http://schemas.openxmlformats.org/drawingml/2006/main">
            <a:pathLst>
              <a:path w="453364" h="1" fill="none">
                <a:moveTo>
                  <a:pt x="0" y="0"/>
                </a:moveTo>
                <a:lnTo>
                  <a:pt x="4533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0" cap="flat">
            <a:solidFill>
              <a:srgbClr val="00A08A">
                <a:alpha val="50200"/>
              </a:srgbClr>
            </a:solidFill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AFD6F-CCE4-4247-9A63-42C25297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061" y="2829168"/>
            <a:ext cx="2731430" cy="10"/>
          </a:xfrm>
          <a:custGeom xmlns:a="http://schemas.openxmlformats.org/drawingml/2006/main">
            <a:pathLst>
              <a:path w="2731430" h="1" fill="none">
                <a:moveTo>
                  <a:pt x="0" y="0"/>
                </a:moveTo>
                <a:lnTo>
                  <a:pt x="27314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0" cap="flat">
            <a:solidFill>
              <a:srgbClr val="00A08A">
                <a:alpha val="50200"/>
              </a:srgbClr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8E407F-5092-44DB-ACA9-3A0469EF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660" y="2504056"/>
            <a:ext cx="227465" cy="10"/>
          </a:xfrm>
          <a:custGeom xmlns:a="http://schemas.openxmlformats.org/drawingml/2006/main">
            <a:pathLst>
              <a:path w="227465" h="1" fill="none">
                <a:moveTo>
                  <a:pt x="0" y="0"/>
                </a:moveTo>
                <a:lnTo>
                  <a:pt x="2274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0" cap="flat">
            <a:solidFill>
              <a:srgbClr val="FF0000">
                <a:alpha val="50200"/>
              </a:srgbClr>
            </a:solidFill>
            <a:round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427C9-3E2D-45A2-B3C7-00535F27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700" y="3154139"/>
            <a:ext cx="746734" cy="10"/>
          </a:xfrm>
          <a:custGeom xmlns:a="http://schemas.openxmlformats.org/drawingml/2006/main">
            <a:pathLst>
              <a:path w="746734" h="1" fill="none">
                <a:moveTo>
                  <a:pt x="0" y="0"/>
                </a:moveTo>
                <a:lnTo>
                  <a:pt x="7467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0" cap="flat">
            <a:solidFill>
              <a:srgbClr val="00A08A">
                <a:alpha val="50200"/>
              </a:srgbClr>
            </a:solidFill>
            <a:round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1DCA9-4660-4F58-9718-F957662D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46" y="3479251"/>
            <a:ext cx="1608909" cy="10"/>
          </a:xfrm>
          <a:custGeom xmlns:a="http://schemas.openxmlformats.org/drawingml/2006/main">
            <a:pathLst>
              <a:path w="1608909" h="1" fill="none">
                <a:moveTo>
                  <a:pt x="0" y="0"/>
                </a:moveTo>
                <a:lnTo>
                  <a:pt x="16089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550" cap="flat">
            <a:solidFill>
              <a:srgbClr val="00A08A">
                <a:alpha val="50200"/>
              </a:srgbClr>
            </a:solidFill>
            <a:round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7FDC3-89A8-4782-BB6E-9CEB57D7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826" y="2113181"/>
            <a:ext cx="131668" cy="131525"/>
          </a:xfrm>
          <a:custGeom xmlns:a="http://schemas.openxmlformats.org/drawingml/2006/main">
            <a:pathLst>
              <a:path w="131668" h="131525">
                <a:moveTo>
                  <a:pt x="0" y="65763"/>
                </a:moveTo>
                <a:cubicBezTo>
                  <a:pt x="0" y="29607"/>
                  <a:pt x="29607" y="0"/>
                  <a:pt x="65905" y="0"/>
                </a:cubicBezTo>
                <a:cubicBezTo>
                  <a:pt x="102060" y="0"/>
                  <a:pt x="131668" y="29607"/>
                  <a:pt x="131668" y="65763"/>
                </a:cubicBezTo>
                <a:cubicBezTo>
                  <a:pt x="131668" y="101918"/>
                  <a:pt x="102060" y="131525"/>
                  <a:pt x="65905" y="131525"/>
                </a:cubicBezTo>
                <a:cubicBezTo>
                  <a:pt x="29607" y="131525"/>
                  <a:pt x="0" y="101918"/>
                  <a:pt x="0" y="65763"/>
                </a:cubicBez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A93A4-B531-4172-B079-9BECEF8A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826" y="2113181"/>
            <a:ext cx="131668" cy="131525"/>
          </a:xfrm>
          <a:custGeom xmlns:a="http://schemas.openxmlformats.org/drawingml/2006/main">
            <a:pathLst>
              <a:path w="131668" h="131525" fill="none">
                <a:moveTo>
                  <a:pt x="0" y="65763"/>
                </a:moveTo>
                <a:cubicBezTo>
                  <a:pt x="0" y="29607"/>
                  <a:pt x="29607" y="0"/>
                  <a:pt x="65905" y="0"/>
                </a:cubicBezTo>
                <a:cubicBezTo>
                  <a:pt x="102060" y="0"/>
                  <a:pt x="131668" y="29607"/>
                  <a:pt x="131668" y="65763"/>
                </a:cubicBezTo>
                <a:cubicBezTo>
                  <a:pt x="131668" y="101918"/>
                  <a:pt x="102060" y="131525"/>
                  <a:pt x="65905" y="131525"/>
                </a:cubicBezTo>
                <a:cubicBezTo>
                  <a:pt x="29607" y="131525"/>
                  <a:pt x="0" y="101918"/>
                  <a:pt x="0" y="657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06" cap="rnd">
            <a:solidFill>
              <a:srgbClr val="FF0000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6F3D55-1FDC-4E2E-A292-3E7534BE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424" y="1463098"/>
            <a:ext cx="131525" cy="131525"/>
          </a:xfrm>
          <a:custGeom xmlns:a="http://schemas.openxmlformats.org/drawingml/2006/main">
            <a:pathLst>
              <a:path w="131525" h="131525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763"/>
                </a:cubicBezTo>
                <a:cubicBezTo>
                  <a:pt x="131525" y="101918"/>
                  <a:pt x="101918" y="131525"/>
                  <a:pt x="65763" y="131525"/>
                </a:cubicBezTo>
                <a:cubicBezTo>
                  <a:pt x="29607" y="131525"/>
                  <a:pt x="0" y="101918"/>
                  <a:pt x="0" y="65763"/>
                </a:cubicBezTo>
              </a:path>
            </a:pathLst>
          </a:custGeom>
          <a:solidFill xmlns:a="http://schemas.openxmlformats.org/drawingml/2006/main">
            <a:srgbClr val="00A0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5A0D7-64CC-484C-BB98-2CB69666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424" y="1463098"/>
            <a:ext cx="131525" cy="131525"/>
          </a:xfrm>
          <a:custGeom xmlns:a="http://schemas.openxmlformats.org/drawingml/2006/main">
            <a:pathLst>
              <a:path w="131525" h="131525" fill="none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763"/>
                </a:cubicBezTo>
                <a:cubicBezTo>
                  <a:pt x="131525" y="101918"/>
                  <a:pt x="101918" y="131525"/>
                  <a:pt x="65763" y="131525"/>
                </a:cubicBezTo>
                <a:cubicBezTo>
                  <a:pt x="29607" y="131525"/>
                  <a:pt x="0" y="101918"/>
                  <a:pt x="0" y="657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06" cap="rnd">
            <a:solidFill>
              <a:srgbClr val="00A08A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4A9DD-7991-49B1-91D2-B04FF166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976" y="487760"/>
            <a:ext cx="131525" cy="131668"/>
          </a:xfrm>
          <a:custGeom xmlns:a="http://schemas.openxmlformats.org/drawingml/2006/main">
            <a:pathLst>
              <a:path w="131525" h="131668">
                <a:moveTo>
                  <a:pt x="0" y="65905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905"/>
                </a:cubicBezTo>
                <a:cubicBezTo>
                  <a:pt x="131525" y="102060"/>
                  <a:pt x="101918" y="131668"/>
                  <a:pt x="65763" y="131668"/>
                </a:cubicBezTo>
                <a:cubicBezTo>
                  <a:pt x="29607" y="131668"/>
                  <a:pt x="0" y="102060"/>
                  <a:pt x="0" y="65905"/>
                </a:cubicBezTo>
              </a:path>
            </a:pathLst>
          </a:custGeom>
          <a:solidFill xmlns:a="http://schemas.openxmlformats.org/drawingml/2006/main">
            <a:srgbClr val="00A0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DEC799-B1B6-4E84-8754-D0588A2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976" y="487760"/>
            <a:ext cx="131525" cy="131668"/>
          </a:xfrm>
          <a:custGeom xmlns:a="http://schemas.openxmlformats.org/drawingml/2006/main">
            <a:pathLst>
              <a:path w="131525" h="131668" fill="none">
                <a:moveTo>
                  <a:pt x="0" y="65905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905"/>
                </a:cubicBezTo>
                <a:cubicBezTo>
                  <a:pt x="131525" y="102060"/>
                  <a:pt x="101918" y="131668"/>
                  <a:pt x="65763" y="131668"/>
                </a:cubicBezTo>
                <a:cubicBezTo>
                  <a:pt x="29607" y="131668"/>
                  <a:pt x="0" y="102060"/>
                  <a:pt x="0" y="659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06" cap="rnd">
            <a:solidFill>
              <a:srgbClr val="00A08A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543AE-1919-4627-9B09-DB8F9587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646" y="1788068"/>
            <a:ext cx="131525" cy="131668"/>
          </a:xfrm>
          <a:custGeom xmlns:a="http://schemas.openxmlformats.org/drawingml/2006/main">
            <a:pathLst>
              <a:path w="131525" h="131668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763"/>
                </a:cubicBezTo>
                <a:cubicBezTo>
                  <a:pt x="131525" y="102060"/>
                  <a:pt x="101918" y="131668"/>
                  <a:pt x="65763" y="131668"/>
                </a:cubicBezTo>
                <a:cubicBezTo>
                  <a:pt x="29607" y="131668"/>
                  <a:pt x="0" y="102060"/>
                  <a:pt x="0" y="65763"/>
                </a:cubicBez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B93E3-8310-4B4F-A069-E13A0111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646" y="1788068"/>
            <a:ext cx="131525" cy="131668"/>
          </a:xfrm>
          <a:custGeom xmlns:a="http://schemas.openxmlformats.org/drawingml/2006/main">
            <a:pathLst>
              <a:path w="131525" h="131668" fill="none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763"/>
                </a:cubicBezTo>
                <a:cubicBezTo>
                  <a:pt x="131525" y="102060"/>
                  <a:pt x="101918" y="131668"/>
                  <a:pt x="65763" y="131668"/>
                </a:cubicBezTo>
                <a:cubicBezTo>
                  <a:pt x="29607" y="131668"/>
                  <a:pt x="0" y="102060"/>
                  <a:pt x="0" y="657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06" cap="rnd">
            <a:solidFill>
              <a:srgbClr val="FF0000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30287-7622-4C4A-806F-4F860D26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4" y="1137985"/>
            <a:ext cx="131668" cy="131525"/>
          </a:xfrm>
          <a:custGeom xmlns:a="http://schemas.openxmlformats.org/drawingml/2006/main">
            <a:pathLst>
              <a:path w="131668" h="131525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2060" y="0"/>
                  <a:pt x="131668" y="29607"/>
                  <a:pt x="131668" y="65763"/>
                </a:cubicBezTo>
                <a:cubicBezTo>
                  <a:pt x="131668" y="101918"/>
                  <a:pt x="102060" y="131525"/>
                  <a:pt x="65763" y="131525"/>
                </a:cubicBezTo>
                <a:cubicBezTo>
                  <a:pt x="29607" y="131525"/>
                  <a:pt x="0" y="101918"/>
                  <a:pt x="0" y="65763"/>
                </a:cubicBez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E2AC6-2539-4479-BF1A-3D5BED2B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4" y="1137985"/>
            <a:ext cx="131668" cy="131525"/>
          </a:xfrm>
          <a:custGeom xmlns:a="http://schemas.openxmlformats.org/drawingml/2006/main">
            <a:pathLst>
              <a:path w="131668" h="131525" fill="none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2060" y="0"/>
                  <a:pt x="131668" y="29607"/>
                  <a:pt x="131668" y="65763"/>
                </a:cubicBezTo>
                <a:cubicBezTo>
                  <a:pt x="131668" y="101918"/>
                  <a:pt x="102060" y="131525"/>
                  <a:pt x="65763" y="131525"/>
                </a:cubicBezTo>
                <a:cubicBezTo>
                  <a:pt x="29607" y="131525"/>
                  <a:pt x="0" y="101918"/>
                  <a:pt x="0" y="657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06" cap="rnd">
            <a:solidFill>
              <a:srgbClr val="FF0000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D0423-A3EF-4AEA-AFF4-64A2874F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33" y="812873"/>
            <a:ext cx="131525" cy="131668"/>
          </a:xfrm>
          <a:custGeom xmlns:a="http://schemas.openxmlformats.org/drawingml/2006/main">
            <a:pathLst>
              <a:path w="131525" h="131668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763"/>
                </a:cubicBezTo>
                <a:cubicBezTo>
                  <a:pt x="131525" y="102060"/>
                  <a:pt x="101918" y="131668"/>
                  <a:pt x="65763" y="131668"/>
                </a:cubicBezTo>
                <a:cubicBezTo>
                  <a:pt x="29607" y="131668"/>
                  <a:pt x="0" y="102060"/>
                  <a:pt x="0" y="65763"/>
                </a:cubicBezTo>
              </a:path>
            </a:pathLst>
          </a:custGeom>
          <a:solidFill xmlns:a="http://schemas.openxmlformats.org/drawingml/2006/main">
            <a:srgbClr val="00A0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F1A26-301A-48BF-B4C4-1A40E4F4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33" y="812873"/>
            <a:ext cx="131525" cy="131668"/>
          </a:xfrm>
          <a:custGeom xmlns:a="http://schemas.openxmlformats.org/drawingml/2006/main">
            <a:pathLst>
              <a:path w="131525" h="131668" fill="none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763"/>
                </a:cubicBezTo>
                <a:cubicBezTo>
                  <a:pt x="131525" y="102060"/>
                  <a:pt x="101918" y="131668"/>
                  <a:pt x="65763" y="131668"/>
                </a:cubicBezTo>
                <a:cubicBezTo>
                  <a:pt x="29607" y="131668"/>
                  <a:pt x="0" y="102060"/>
                  <a:pt x="0" y="657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06" cap="rnd">
            <a:solidFill>
              <a:srgbClr val="00A08A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E8E84-3445-4FAC-B48C-FA0D2F72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593" y="2763263"/>
            <a:ext cx="131525" cy="131668"/>
          </a:xfrm>
          <a:custGeom xmlns:a="http://schemas.openxmlformats.org/drawingml/2006/main">
            <a:pathLst>
              <a:path w="131525" h="131668">
                <a:moveTo>
                  <a:pt x="0" y="65905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905"/>
                </a:cubicBezTo>
                <a:cubicBezTo>
                  <a:pt x="131525" y="102060"/>
                  <a:pt x="101918" y="131668"/>
                  <a:pt x="65763" y="131668"/>
                </a:cubicBezTo>
                <a:cubicBezTo>
                  <a:pt x="29607" y="131668"/>
                  <a:pt x="0" y="102060"/>
                  <a:pt x="0" y="65905"/>
                </a:cubicBezTo>
              </a:path>
            </a:pathLst>
          </a:custGeom>
          <a:solidFill xmlns:a="http://schemas.openxmlformats.org/drawingml/2006/main">
            <a:srgbClr val="00A0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E0384-6A0A-4151-A18B-75031B40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593" y="2763263"/>
            <a:ext cx="131525" cy="131668"/>
          </a:xfrm>
          <a:custGeom xmlns:a="http://schemas.openxmlformats.org/drawingml/2006/main">
            <a:pathLst>
              <a:path w="131525" h="131668" fill="none">
                <a:moveTo>
                  <a:pt x="0" y="65905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905"/>
                </a:cubicBezTo>
                <a:cubicBezTo>
                  <a:pt x="131525" y="102060"/>
                  <a:pt x="101918" y="131668"/>
                  <a:pt x="65763" y="131668"/>
                </a:cubicBezTo>
                <a:cubicBezTo>
                  <a:pt x="29607" y="131668"/>
                  <a:pt x="0" y="102060"/>
                  <a:pt x="0" y="659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06" cap="rnd">
            <a:solidFill>
              <a:srgbClr val="00A08A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E2D9E-F26F-4B5B-A244-9C664AF5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499" y="2438293"/>
            <a:ext cx="131525" cy="131525"/>
          </a:xfrm>
          <a:custGeom xmlns:a="http://schemas.openxmlformats.org/drawingml/2006/main">
            <a:pathLst>
              <a:path w="131525" h="131525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763"/>
                </a:cubicBezTo>
                <a:cubicBezTo>
                  <a:pt x="131525" y="101918"/>
                  <a:pt x="101918" y="131525"/>
                  <a:pt x="65763" y="131525"/>
                </a:cubicBezTo>
                <a:cubicBezTo>
                  <a:pt x="29607" y="131525"/>
                  <a:pt x="0" y="101918"/>
                  <a:pt x="0" y="65763"/>
                </a:cubicBez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AA58E-37D1-4B56-BE15-950BD1D6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499" y="2438293"/>
            <a:ext cx="131525" cy="131525"/>
          </a:xfrm>
          <a:custGeom xmlns:a="http://schemas.openxmlformats.org/drawingml/2006/main">
            <a:pathLst>
              <a:path w="131525" h="131525" fill="none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763"/>
                </a:cubicBezTo>
                <a:cubicBezTo>
                  <a:pt x="131525" y="101918"/>
                  <a:pt x="101918" y="131525"/>
                  <a:pt x="65763" y="131525"/>
                </a:cubicBezTo>
                <a:cubicBezTo>
                  <a:pt x="29607" y="131525"/>
                  <a:pt x="0" y="101918"/>
                  <a:pt x="0" y="657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06" cap="rnd">
            <a:solidFill>
              <a:srgbClr val="FF0000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0AC76-0C8F-43CC-80F2-79C0DEA5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825" y="3088376"/>
            <a:ext cx="131525" cy="131525"/>
          </a:xfrm>
          <a:custGeom xmlns:a="http://schemas.openxmlformats.org/drawingml/2006/main">
            <a:pathLst>
              <a:path w="131525" h="131525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763"/>
                </a:cubicBezTo>
                <a:cubicBezTo>
                  <a:pt x="131525" y="101918"/>
                  <a:pt x="101918" y="131525"/>
                  <a:pt x="65763" y="131525"/>
                </a:cubicBezTo>
                <a:cubicBezTo>
                  <a:pt x="29607" y="131525"/>
                  <a:pt x="0" y="101918"/>
                  <a:pt x="0" y="65763"/>
                </a:cubicBezTo>
              </a:path>
            </a:pathLst>
          </a:custGeom>
          <a:solidFill xmlns:a="http://schemas.openxmlformats.org/drawingml/2006/main">
            <a:srgbClr val="00A0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2AAFA-A40D-450E-B6BE-4F070B1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825" y="3088376"/>
            <a:ext cx="131525" cy="131525"/>
          </a:xfrm>
          <a:custGeom xmlns:a="http://schemas.openxmlformats.org/drawingml/2006/main">
            <a:pathLst>
              <a:path w="131525" h="131525" fill="none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1918" y="0"/>
                  <a:pt x="131525" y="29607"/>
                  <a:pt x="131525" y="65763"/>
                </a:cubicBezTo>
                <a:cubicBezTo>
                  <a:pt x="131525" y="101918"/>
                  <a:pt x="101918" y="131525"/>
                  <a:pt x="65763" y="131525"/>
                </a:cubicBezTo>
                <a:cubicBezTo>
                  <a:pt x="29607" y="131525"/>
                  <a:pt x="0" y="101918"/>
                  <a:pt x="0" y="657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06" cap="rnd">
            <a:solidFill>
              <a:srgbClr val="00A08A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ABD5E-FB6B-459E-8BE9-812A0728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090" y="3413489"/>
            <a:ext cx="131668" cy="131525"/>
          </a:xfrm>
          <a:custGeom xmlns:a="http://schemas.openxmlformats.org/drawingml/2006/main">
            <a:pathLst>
              <a:path w="131668" h="131525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2060" y="0"/>
                  <a:pt x="131668" y="29607"/>
                  <a:pt x="131668" y="65763"/>
                </a:cubicBezTo>
                <a:cubicBezTo>
                  <a:pt x="131668" y="101918"/>
                  <a:pt x="102060" y="131525"/>
                  <a:pt x="65763" y="131525"/>
                </a:cubicBezTo>
                <a:cubicBezTo>
                  <a:pt x="29607" y="131525"/>
                  <a:pt x="0" y="101918"/>
                  <a:pt x="0" y="65763"/>
                </a:cubicBezTo>
              </a:path>
            </a:pathLst>
          </a:custGeom>
          <a:solidFill xmlns:a="http://schemas.openxmlformats.org/drawingml/2006/main">
            <a:srgbClr val="00A0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69568D-96D9-44D7-A63B-ED716563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090" y="3413489"/>
            <a:ext cx="131668" cy="131525"/>
          </a:xfrm>
          <a:custGeom xmlns:a="http://schemas.openxmlformats.org/drawingml/2006/main">
            <a:pathLst>
              <a:path w="131668" h="131525" fill="none">
                <a:moveTo>
                  <a:pt x="0" y="65763"/>
                </a:moveTo>
                <a:cubicBezTo>
                  <a:pt x="0" y="29607"/>
                  <a:pt x="29607" y="0"/>
                  <a:pt x="65763" y="0"/>
                </a:cubicBezTo>
                <a:cubicBezTo>
                  <a:pt x="102060" y="0"/>
                  <a:pt x="131668" y="29607"/>
                  <a:pt x="131668" y="65763"/>
                </a:cubicBezTo>
                <a:cubicBezTo>
                  <a:pt x="131668" y="101918"/>
                  <a:pt x="102060" y="131525"/>
                  <a:pt x="65763" y="131525"/>
                </a:cubicBezTo>
                <a:cubicBezTo>
                  <a:pt x="29607" y="131525"/>
                  <a:pt x="0" y="101918"/>
                  <a:pt x="0" y="657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06" cap="rnd">
            <a:solidFill>
              <a:srgbClr val="00A08A"/>
            </a:solidFill>
            <a:round/>
          </a:ln>
        </p:spPr>
      </p:sp>
      <p:sp>
        <p:nvSpPr>
          <p:cNvPr id="42" name="Text HR=0.98">
            <a:extLst xmlns:a="http://schemas.openxmlformats.org/drawingml/2006/main">
              <a:ext uri="{FF2B5EF4-FFF2-40B4-BE49-F238E27FC236}">
                <a16:creationId xmlns:a16="http://schemas.microsoft.com/office/drawing/2014/main" id="{7754B003-5AA4-4AC6-A860-31FF9A0B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502" y="1991066"/>
            <a:ext cx="689570" cy="117746"/>
          </a:xfrm>
          <a:custGeom xmlns:a="http://schemas.openxmlformats.org/drawingml/2006/main">
            <a:pathLst>
              <a:path w="689570" h="117746">
                <a:moveTo>
                  <a:pt x="73279" y="62162"/>
                </a:moveTo>
                <a:lnTo>
                  <a:pt x="73279" y="114143"/>
                </a:lnTo>
                <a:lnTo>
                  <a:pt x="87841" y="114143"/>
                </a:lnTo>
                <a:lnTo>
                  <a:pt x="87841" y="0"/>
                </a:lnTo>
                <a:lnTo>
                  <a:pt x="73279" y="0"/>
                </a:lnTo>
                <a:lnTo>
                  <a:pt x="73279" y="49322"/>
                </a:lnTo>
                <a:lnTo>
                  <a:pt x="14562" y="49322"/>
                </a:lnTo>
                <a:lnTo>
                  <a:pt x="14562" y="0"/>
                </a:lnTo>
                <a:lnTo>
                  <a:pt x="0" y="0"/>
                </a:lnTo>
                <a:lnTo>
                  <a:pt x="0" y="114143"/>
                </a:lnTo>
                <a:lnTo>
                  <a:pt x="14562" y="114143"/>
                </a:lnTo>
                <a:lnTo>
                  <a:pt x="14562" y="62162"/>
                </a:lnTo>
                <a:lnTo>
                  <a:pt x="73279" y="62162"/>
                </a:lnTo>
                <a:close/>
                <a:moveTo>
                  <a:pt x="129176" y="64979"/>
                </a:moveTo>
                <a:lnTo>
                  <a:pt x="166756" y="64979"/>
                </a:lnTo>
                <a:cubicBezTo>
                  <a:pt x="179751" y="64979"/>
                  <a:pt x="185544" y="71243"/>
                  <a:pt x="185544" y="85335"/>
                </a:cubicBezTo>
                <a:lnTo>
                  <a:pt x="185389" y="95513"/>
                </a:lnTo>
                <a:cubicBezTo>
                  <a:pt x="185389" y="102558"/>
                  <a:pt x="186641" y="109446"/>
                  <a:pt x="188677" y="114143"/>
                </a:cubicBezTo>
                <a:lnTo>
                  <a:pt x="206371" y="114143"/>
                </a:lnTo>
                <a:lnTo>
                  <a:pt x="206371" y="110543"/>
                </a:lnTo>
                <a:cubicBezTo>
                  <a:pt x="200890" y="106785"/>
                  <a:pt x="199794" y="102714"/>
                  <a:pt x="199481" y="87526"/>
                </a:cubicBezTo>
                <a:cubicBezTo>
                  <a:pt x="199323" y="68737"/>
                  <a:pt x="196348" y="63101"/>
                  <a:pt x="183980" y="57775"/>
                </a:cubicBezTo>
                <a:cubicBezTo>
                  <a:pt x="196819" y="51358"/>
                  <a:pt x="201987" y="43684"/>
                  <a:pt x="201987" y="30531"/>
                </a:cubicBezTo>
                <a:cubicBezTo>
                  <a:pt x="201987" y="10804"/>
                  <a:pt x="189773" y="0"/>
                  <a:pt x="167227" y="0"/>
                </a:cubicBezTo>
                <a:lnTo>
                  <a:pt x="114614" y="0"/>
                </a:lnTo>
                <a:lnTo>
                  <a:pt x="114614" y="114143"/>
                </a:lnTo>
                <a:lnTo>
                  <a:pt x="129176" y="114143"/>
                </a:lnTo>
                <a:lnTo>
                  <a:pt x="129176" y="64979"/>
                </a:lnTo>
                <a:moveTo>
                  <a:pt x="129176" y="52139"/>
                </a:moveTo>
                <a:lnTo>
                  <a:pt x="129176" y="12840"/>
                </a:lnTo>
                <a:lnTo>
                  <a:pt x="164407" y="12840"/>
                </a:lnTo>
                <a:cubicBezTo>
                  <a:pt x="172550" y="12840"/>
                  <a:pt x="177247" y="14091"/>
                  <a:pt x="180847" y="17224"/>
                </a:cubicBezTo>
                <a:cubicBezTo>
                  <a:pt x="184763" y="20511"/>
                  <a:pt x="186799" y="25679"/>
                  <a:pt x="186799" y="32412"/>
                </a:cubicBezTo>
                <a:cubicBezTo>
                  <a:pt x="186799" y="46032"/>
                  <a:pt x="179908" y="52139"/>
                  <a:pt x="164407" y="52139"/>
                </a:cubicBezTo>
                <a:lnTo>
                  <a:pt x="129176" y="52139"/>
                </a:lnTo>
                <a:close/>
                <a:moveTo>
                  <a:pt x="340244" y="58872"/>
                </a:moveTo>
                <a:lnTo>
                  <a:pt x="264459" y="58872"/>
                </a:lnTo>
                <a:lnTo>
                  <a:pt x="264459" y="69834"/>
                </a:lnTo>
                <a:lnTo>
                  <a:pt x="340244" y="69834"/>
                </a:lnTo>
                <a:lnTo>
                  <a:pt x="340244" y="58872"/>
                </a:lnTo>
                <a:moveTo>
                  <a:pt x="340244" y="85803"/>
                </a:moveTo>
                <a:lnTo>
                  <a:pt x="264459" y="85803"/>
                </a:lnTo>
                <a:lnTo>
                  <a:pt x="264459" y="96765"/>
                </a:lnTo>
                <a:lnTo>
                  <a:pt x="340244" y="96765"/>
                </a:lnTo>
                <a:lnTo>
                  <a:pt x="340244" y="85803"/>
                </a:lnTo>
                <a:close/>
                <a:moveTo>
                  <a:pt x="434661" y="939"/>
                </a:moveTo>
                <a:cubicBezTo>
                  <a:pt x="424327" y="939"/>
                  <a:pt x="414931" y="5636"/>
                  <a:pt x="409139" y="13308"/>
                </a:cubicBezTo>
                <a:cubicBezTo>
                  <a:pt x="401936" y="23330"/>
                  <a:pt x="398335" y="38361"/>
                  <a:pt x="398335" y="59343"/>
                </a:cubicBezTo>
                <a:cubicBezTo>
                  <a:pt x="398335" y="97548"/>
                  <a:pt x="410859" y="117746"/>
                  <a:pt x="434661" y="117746"/>
                </a:cubicBezTo>
                <a:cubicBezTo>
                  <a:pt x="458146" y="117746"/>
                  <a:pt x="470986" y="97548"/>
                  <a:pt x="470986" y="60282"/>
                </a:cubicBezTo>
                <a:cubicBezTo>
                  <a:pt x="470986" y="38361"/>
                  <a:pt x="467543" y="23643"/>
                  <a:pt x="460182" y="13308"/>
                </a:cubicBezTo>
                <a:cubicBezTo>
                  <a:pt x="454388" y="5478"/>
                  <a:pt x="445152" y="939"/>
                  <a:pt x="434661" y="939"/>
                </a:cubicBezTo>
                <a:moveTo>
                  <a:pt x="434661" y="13152"/>
                </a:moveTo>
                <a:cubicBezTo>
                  <a:pt x="449536" y="13152"/>
                  <a:pt x="456894" y="28341"/>
                  <a:pt x="456894" y="59030"/>
                </a:cubicBezTo>
                <a:cubicBezTo>
                  <a:pt x="456894" y="91284"/>
                  <a:pt x="449691" y="106317"/>
                  <a:pt x="434348" y="106317"/>
                </a:cubicBezTo>
                <a:cubicBezTo>
                  <a:pt x="419785" y="106317"/>
                  <a:pt x="412427" y="90658"/>
                  <a:pt x="412427" y="59498"/>
                </a:cubicBezTo>
                <a:cubicBezTo>
                  <a:pt x="412427" y="28341"/>
                  <a:pt x="419785" y="13152"/>
                  <a:pt x="434661" y="13152"/>
                </a:cubicBezTo>
                <a:close/>
                <a:moveTo>
                  <a:pt x="508565" y="97861"/>
                </a:moveTo>
                <a:lnTo>
                  <a:pt x="492281" y="97861"/>
                </a:lnTo>
                <a:lnTo>
                  <a:pt x="492281" y="114143"/>
                </a:lnTo>
                <a:lnTo>
                  <a:pt x="508565" y="114143"/>
                </a:lnTo>
                <a:lnTo>
                  <a:pt x="508565" y="97861"/>
                </a:lnTo>
                <a:close/>
                <a:moveTo>
                  <a:pt x="530487" y="88309"/>
                </a:moveTo>
                <a:cubicBezTo>
                  <a:pt x="533148" y="106785"/>
                  <a:pt x="545049" y="117746"/>
                  <a:pt x="561959" y="117746"/>
                </a:cubicBezTo>
                <a:cubicBezTo>
                  <a:pt x="574328" y="117746"/>
                  <a:pt x="585290" y="111795"/>
                  <a:pt x="591865" y="101619"/>
                </a:cubicBezTo>
                <a:cubicBezTo>
                  <a:pt x="598755" y="90502"/>
                  <a:pt x="601885" y="76722"/>
                  <a:pt x="601885" y="56210"/>
                </a:cubicBezTo>
                <a:cubicBezTo>
                  <a:pt x="601885" y="37109"/>
                  <a:pt x="599068" y="25051"/>
                  <a:pt x="592491" y="15030"/>
                </a:cubicBezTo>
                <a:cubicBezTo>
                  <a:pt x="586384" y="5791"/>
                  <a:pt x="576677" y="939"/>
                  <a:pt x="564463" y="939"/>
                </a:cubicBezTo>
                <a:cubicBezTo>
                  <a:pt x="543326" y="939"/>
                  <a:pt x="528138" y="16753"/>
                  <a:pt x="528138" y="38674"/>
                </a:cubicBezTo>
                <a:cubicBezTo>
                  <a:pt x="528138" y="59498"/>
                  <a:pt x="542229" y="74218"/>
                  <a:pt x="562272" y="74218"/>
                </a:cubicBezTo>
                <a:cubicBezTo>
                  <a:pt x="572763" y="74218"/>
                  <a:pt x="580590" y="70460"/>
                  <a:pt x="587638" y="61847"/>
                </a:cubicBezTo>
                <a:cubicBezTo>
                  <a:pt x="587481" y="90032"/>
                  <a:pt x="578712" y="105533"/>
                  <a:pt x="562898" y="105533"/>
                </a:cubicBezTo>
                <a:cubicBezTo>
                  <a:pt x="553191" y="105533"/>
                  <a:pt x="546458" y="99271"/>
                  <a:pt x="544265" y="88309"/>
                </a:cubicBezTo>
                <a:lnTo>
                  <a:pt x="530487" y="88309"/>
                </a:lnTo>
                <a:moveTo>
                  <a:pt x="564308" y="12995"/>
                </a:moveTo>
                <a:cubicBezTo>
                  <a:pt x="577147" y="12995"/>
                  <a:pt x="586855" y="23799"/>
                  <a:pt x="586855" y="38361"/>
                </a:cubicBezTo>
                <a:cubicBezTo>
                  <a:pt x="586855" y="52297"/>
                  <a:pt x="577460" y="62004"/>
                  <a:pt x="563837" y="62004"/>
                </a:cubicBezTo>
                <a:cubicBezTo>
                  <a:pt x="550530" y="62004"/>
                  <a:pt x="542229" y="52610"/>
                  <a:pt x="542229" y="37577"/>
                </a:cubicBezTo>
                <a:cubicBezTo>
                  <a:pt x="542229" y="23330"/>
                  <a:pt x="551468" y="12995"/>
                  <a:pt x="564308" y="12995"/>
                </a:cubicBezTo>
                <a:close/>
                <a:moveTo>
                  <a:pt x="670466" y="54488"/>
                </a:moveTo>
                <a:cubicBezTo>
                  <a:pt x="682054" y="47442"/>
                  <a:pt x="685654" y="41806"/>
                  <a:pt x="685654" y="31157"/>
                </a:cubicBezTo>
                <a:cubicBezTo>
                  <a:pt x="685654" y="13308"/>
                  <a:pt x="672031" y="939"/>
                  <a:pt x="652304" y="939"/>
                </a:cubicBezTo>
                <a:cubicBezTo>
                  <a:pt x="632732" y="939"/>
                  <a:pt x="618953" y="13308"/>
                  <a:pt x="618953" y="31002"/>
                </a:cubicBezTo>
                <a:cubicBezTo>
                  <a:pt x="618953" y="41806"/>
                  <a:pt x="622554" y="47287"/>
                  <a:pt x="633983" y="54488"/>
                </a:cubicBezTo>
                <a:cubicBezTo>
                  <a:pt x="621302" y="60908"/>
                  <a:pt x="615037" y="70147"/>
                  <a:pt x="615037" y="82673"/>
                </a:cubicBezTo>
                <a:cubicBezTo>
                  <a:pt x="615037" y="103342"/>
                  <a:pt x="630225" y="117746"/>
                  <a:pt x="652304" y="117746"/>
                </a:cubicBezTo>
                <a:cubicBezTo>
                  <a:pt x="674225" y="117746"/>
                  <a:pt x="689570" y="103342"/>
                  <a:pt x="689570" y="82673"/>
                </a:cubicBezTo>
                <a:cubicBezTo>
                  <a:pt x="689570" y="70147"/>
                  <a:pt x="683306" y="60908"/>
                  <a:pt x="670466" y="54488"/>
                </a:cubicBezTo>
                <a:moveTo>
                  <a:pt x="652304" y="13152"/>
                </a:moveTo>
                <a:cubicBezTo>
                  <a:pt x="664047" y="13152"/>
                  <a:pt x="671563" y="20198"/>
                  <a:pt x="671563" y="31470"/>
                </a:cubicBezTo>
                <a:cubicBezTo>
                  <a:pt x="671563" y="42119"/>
                  <a:pt x="663891" y="49165"/>
                  <a:pt x="652304" y="49165"/>
                </a:cubicBezTo>
                <a:cubicBezTo>
                  <a:pt x="640561" y="49165"/>
                  <a:pt x="633045" y="42119"/>
                  <a:pt x="633045" y="31157"/>
                </a:cubicBezTo>
                <a:cubicBezTo>
                  <a:pt x="633045" y="20198"/>
                  <a:pt x="640561" y="13152"/>
                  <a:pt x="652304" y="13152"/>
                </a:cubicBezTo>
                <a:moveTo>
                  <a:pt x="652304" y="60752"/>
                </a:moveTo>
                <a:cubicBezTo>
                  <a:pt x="666082" y="60752"/>
                  <a:pt x="675477" y="69834"/>
                  <a:pt x="675477" y="82986"/>
                </a:cubicBezTo>
                <a:cubicBezTo>
                  <a:pt x="675477" y="96607"/>
                  <a:pt x="666240" y="105533"/>
                  <a:pt x="651991" y="105533"/>
                </a:cubicBezTo>
                <a:cubicBezTo>
                  <a:pt x="638525" y="105533"/>
                  <a:pt x="629131" y="96294"/>
                  <a:pt x="629131" y="83141"/>
                </a:cubicBezTo>
                <a:cubicBezTo>
                  <a:pt x="629131" y="69676"/>
                  <a:pt x="638368" y="60752"/>
                  <a:pt x="652304" y="607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HR=1.07">
            <a:extLst xmlns:a="http://schemas.openxmlformats.org/drawingml/2006/main">
              <a:ext uri="{FF2B5EF4-FFF2-40B4-BE49-F238E27FC236}">
                <a16:creationId xmlns:a16="http://schemas.microsoft.com/office/drawing/2014/main" id="{203F3E83-FF2F-4C96-BD1B-812E2DEA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58" y="1340841"/>
            <a:ext cx="690664" cy="117746"/>
          </a:xfrm>
          <a:custGeom xmlns:a="http://schemas.openxmlformats.org/drawingml/2006/main">
            <a:pathLst>
              <a:path w="690664" h="117746">
                <a:moveTo>
                  <a:pt x="73279" y="62162"/>
                </a:moveTo>
                <a:lnTo>
                  <a:pt x="73279" y="114143"/>
                </a:lnTo>
                <a:lnTo>
                  <a:pt x="87841" y="114143"/>
                </a:lnTo>
                <a:lnTo>
                  <a:pt x="87841" y="0"/>
                </a:lnTo>
                <a:lnTo>
                  <a:pt x="73279" y="0"/>
                </a:lnTo>
                <a:lnTo>
                  <a:pt x="73279" y="49322"/>
                </a:lnTo>
                <a:lnTo>
                  <a:pt x="14562" y="49322"/>
                </a:lnTo>
                <a:lnTo>
                  <a:pt x="14562" y="0"/>
                </a:lnTo>
                <a:lnTo>
                  <a:pt x="0" y="0"/>
                </a:lnTo>
                <a:lnTo>
                  <a:pt x="0" y="114143"/>
                </a:lnTo>
                <a:lnTo>
                  <a:pt x="14562" y="114143"/>
                </a:lnTo>
                <a:lnTo>
                  <a:pt x="14562" y="62162"/>
                </a:lnTo>
                <a:lnTo>
                  <a:pt x="73279" y="62162"/>
                </a:lnTo>
                <a:close/>
                <a:moveTo>
                  <a:pt x="129176" y="64979"/>
                </a:moveTo>
                <a:lnTo>
                  <a:pt x="166756" y="64979"/>
                </a:lnTo>
                <a:cubicBezTo>
                  <a:pt x="179750" y="64979"/>
                  <a:pt x="185544" y="71243"/>
                  <a:pt x="185544" y="85335"/>
                </a:cubicBezTo>
                <a:lnTo>
                  <a:pt x="185389" y="95513"/>
                </a:lnTo>
                <a:cubicBezTo>
                  <a:pt x="185389" y="102558"/>
                  <a:pt x="186641" y="109446"/>
                  <a:pt x="188676" y="114143"/>
                </a:cubicBezTo>
                <a:lnTo>
                  <a:pt x="206371" y="114143"/>
                </a:lnTo>
                <a:lnTo>
                  <a:pt x="206371" y="110543"/>
                </a:lnTo>
                <a:cubicBezTo>
                  <a:pt x="200890" y="106785"/>
                  <a:pt x="199793" y="102714"/>
                  <a:pt x="199480" y="87526"/>
                </a:cubicBezTo>
                <a:cubicBezTo>
                  <a:pt x="199323" y="68737"/>
                  <a:pt x="196348" y="63101"/>
                  <a:pt x="183979" y="57775"/>
                </a:cubicBezTo>
                <a:cubicBezTo>
                  <a:pt x="196819" y="51358"/>
                  <a:pt x="201987" y="43684"/>
                  <a:pt x="201987" y="30531"/>
                </a:cubicBezTo>
                <a:cubicBezTo>
                  <a:pt x="201987" y="10804"/>
                  <a:pt x="189773" y="0"/>
                  <a:pt x="167226" y="0"/>
                </a:cubicBezTo>
                <a:lnTo>
                  <a:pt x="114614" y="0"/>
                </a:lnTo>
                <a:lnTo>
                  <a:pt x="114614" y="114143"/>
                </a:lnTo>
                <a:lnTo>
                  <a:pt x="129176" y="114143"/>
                </a:lnTo>
                <a:lnTo>
                  <a:pt x="129176" y="64979"/>
                </a:lnTo>
                <a:moveTo>
                  <a:pt x="129176" y="52139"/>
                </a:moveTo>
                <a:lnTo>
                  <a:pt x="129176" y="12840"/>
                </a:lnTo>
                <a:lnTo>
                  <a:pt x="164407" y="12840"/>
                </a:lnTo>
                <a:cubicBezTo>
                  <a:pt x="172549" y="12840"/>
                  <a:pt x="177246" y="14091"/>
                  <a:pt x="180847" y="17224"/>
                </a:cubicBezTo>
                <a:cubicBezTo>
                  <a:pt x="184763" y="20511"/>
                  <a:pt x="186798" y="25679"/>
                  <a:pt x="186798" y="32412"/>
                </a:cubicBezTo>
                <a:cubicBezTo>
                  <a:pt x="186798" y="46032"/>
                  <a:pt x="179908" y="52139"/>
                  <a:pt x="164407" y="52139"/>
                </a:cubicBezTo>
                <a:lnTo>
                  <a:pt x="129176" y="52139"/>
                </a:lnTo>
                <a:close/>
                <a:moveTo>
                  <a:pt x="340244" y="58872"/>
                </a:moveTo>
                <a:lnTo>
                  <a:pt x="264459" y="58872"/>
                </a:lnTo>
                <a:lnTo>
                  <a:pt x="264459" y="69834"/>
                </a:lnTo>
                <a:lnTo>
                  <a:pt x="340244" y="69834"/>
                </a:lnTo>
                <a:lnTo>
                  <a:pt x="340244" y="58872"/>
                </a:lnTo>
                <a:moveTo>
                  <a:pt x="340244" y="85803"/>
                </a:moveTo>
                <a:lnTo>
                  <a:pt x="264459" y="85803"/>
                </a:lnTo>
                <a:lnTo>
                  <a:pt x="264459" y="96765"/>
                </a:lnTo>
                <a:lnTo>
                  <a:pt x="340244" y="96765"/>
                </a:lnTo>
                <a:lnTo>
                  <a:pt x="340244" y="85803"/>
                </a:lnTo>
                <a:close/>
                <a:moveTo>
                  <a:pt x="432154" y="33506"/>
                </a:moveTo>
                <a:lnTo>
                  <a:pt x="432154" y="114143"/>
                </a:lnTo>
                <a:lnTo>
                  <a:pt x="445935" y="114143"/>
                </a:lnTo>
                <a:lnTo>
                  <a:pt x="445935" y="939"/>
                </a:lnTo>
                <a:lnTo>
                  <a:pt x="436851" y="939"/>
                </a:lnTo>
                <a:cubicBezTo>
                  <a:pt x="431999" y="18318"/>
                  <a:pt x="428867" y="20666"/>
                  <a:pt x="407572" y="23486"/>
                </a:cubicBezTo>
                <a:lnTo>
                  <a:pt x="407572" y="33506"/>
                </a:lnTo>
                <a:lnTo>
                  <a:pt x="432154" y="33506"/>
                </a:lnTo>
                <a:close/>
                <a:moveTo>
                  <a:pt x="508565" y="97861"/>
                </a:moveTo>
                <a:lnTo>
                  <a:pt x="492280" y="97861"/>
                </a:lnTo>
                <a:lnTo>
                  <a:pt x="492280" y="114143"/>
                </a:lnTo>
                <a:lnTo>
                  <a:pt x="508565" y="114143"/>
                </a:lnTo>
                <a:lnTo>
                  <a:pt x="508565" y="97861"/>
                </a:lnTo>
                <a:close/>
                <a:moveTo>
                  <a:pt x="565246" y="939"/>
                </a:moveTo>
                <a:cubicBezTo>
                  <a:pt x="554913" y="939"/>
                  <a:pt x="545516" y="5636"/>
                  <a:pt x="539725" y="13308"/>
                </a:cubicBezTo>
                <a:cubicBezTo>
                  <a:pt x="532522" y="23330"/>
                  <a:pt x="528921" y="38361"/>
                  <a:pt x="528921" y="59343"/>
                </a:cubicBezTo>
                <a:cubicBezTo>
                  <a:pt x="528921" y="97548"/>
                  <a:pt x="541445" y="117746"/>
                  <a:pt x="565246" y="117746"/>
                </a:cubicBezTo>
                <a:cubicBezTo>
                  <a:pt x="588732" y="117746"/>
                  <a:pt x="601572" y="97548"/>
                  <a:pt x="601572" y="60282"/>
                </a:cubicBezTo>
                <a:cubicBezTo>
                  <a:pt x="601572" y="38361"/>
                  <a:pt x="598129" y="23643"/>
                  <a:pt x="590768" y="13308"/>
                </a:cubicBezTo>
                <a:cubicBezTo>
                  <a:pt x="584974" y="5478"/>
                  <a:pt x="575737" y="939"/>
                  <a:pt x="565246" y="939"/>
                </a:cubicBezTo>
                <a:moveTo>
                  <a:pt x="565246" y="13152"/>
                </a:moveTo>
                <a:cubicBezTo>
                  <a:pt x="580121" y="13152"/>
                  <a:pt x="587480" y="28341"/>
                  <a:pt x="587480" y="59030"/>
                </a:cubicBezTo>
                <a:cubicBezTo>
                  <a:pt x="587480" y="91284"/>
                  <a:pt x="580277" y="106317"/>
                  <a:pt x="564933" y="106317"/>
                </a:cubicBezTo>
                <a:cubicBezTo>
                  <a:pt x="550371" y="106317"/>
                  <a:pt x="543013" y="90658"/>
                  <a:pt x="543013" y="59498"/>
                </a:cubicBezTo>
                <a:cubicBezTo>
                  <a:pt x="543013" y="28341"/>
                  <a:pt x="550371" y="13152"/>
                  <a:pt x="565246" y="13152"/>
                </a:cubicBezTo>
                <a:close/>
                <a:moveTo>
                  <a:pt x="690664" y="3130"/>
                </a:moveTo>
                <a:lnTo>
                  <a:pt x="616447" y="3130"/>
                </a:lnTo>
                <a:lnTo>
                  <a:pt x="616447" y="16753"/>
                </a:lnTo>
                <a:lnTo>
                  <a:pt x="676418" y="16753"/>
                </a:lnTo>
                <a:cubicBezTo>
                  <a:pt x="649955" y="54488"/>
                  <a:pt x="639151" y="77663"/>
                  <a:pt x="630851" y="114143"/>
                </a:cubicBezTo>
                <a:lnTo>
                  <a:pt x="645571" y="114143"/>
                </a:lnTo>
                <a:cubicBezTo>
                  <a:pt x="651678" y="78602"/>
                  <a:pt x="665614" y="48068"/>
                  <a:pt x="690664" y="14717"/>
                </a:cubicBezTo>
                <a:lnTo>
                  <a:pt x="690664" y="3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HR=1.07">
            <a:extLst xmlns:a="http://schemas.openxmlformats.org/drawingml/2006/main">
              <a:ext uri="{FF2B5EF4-FFF2-40B4-BE49-F238E27FC236}">
                <a16:creationId xmlns:a16="http://schemas.microsoft.com/office/drawing/2014/main" id="{B92F82AE-320C-4905-8BC8-6FDFA589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509" y="365645"/>
            <a:ext cx="690665" cy="117746"/>
          </a:xfrm>
          <a:custGeom xmlns:a="http://schemas.openxmlformats.org/drawingml/2006/main">
            <a:pathLst>
              <a:path w="690665" h="117746">
                <a:moveTo>
                  <a:pt x="73279" y="62162"/>
                </a:moveTo>
                <a:lnTo>
                  <a:pt x="73279" y="114143"/>
                </a:lnTo>
                <a:lnTo>
                  <a:pt x="87841" y="114143"/>
                </a:lnTo>
                <a:lnTo>
                  <a:pt x="87841" y="0"/>
                </a:lnTo>
                <a:lnTo>
                  <a:pt x="73279" y="0"/>
                </a:lnTo>
                <a:lnTo>
                  <a:pt x="73279" y="49322"/>
                </a:lnTo>
                <a:lnTo>
                  <a:pt x="14562" y="49322"/>
                </a:lnTo>
                <a:lnTo>
                  <a:pt x="14562" y="0"/>
                </a:lnTo>
                <a:lnTo>
                  <a:pt x="0" y="0"/>
                </a:lnTo>
                <a:lnTo>
                  <a:pt x="0" y="114143"/>
                </a:lnTo>
                <a:lnTo>
                  <a:pt x="14562" y="114143"/>
                </a:lnTo>
                <a:lnTo>
                  <a:pt x="14562" y="62162"/>
                </a:lnTo>
                <a:lnTo>
                  <a:pt x="73279" y="62162"/>
                </a:lnTo>
                <a:close/>
                <a:moveTo>
                  <a:pt x="129176" y="64979"/>
                </a:moveTo>
                <a:lnTo>
                  <a:pt x="166755" y="64979"/>
                </a:lnTo>
                <a:cubicBezTo>
                  <a:pt x="179750" y="64979"/>
                  <a:pt x="185544" y="71243"/>
                  <a:pt x="185544" y="85335"/>
                </a:cubicBezTo>
                <a:lnTo>
                  <a:pt x="185389" y="95513"/>
                </a:lnTo>
                <a:cubicBezTo>
                  <a:pt x="185389" y="102558"/>
                  <a:pt x="186640" y="109446"/>
                  <a:pt x="188676" y="114143"/>
                </a:cubicBezTo>
                <a:lnTo>
                  <a:pt x="206370" y="114143"/>
                </a:lnTo>
                <a:lnTo>
                  <a:pt x="206370" y="110543"/>
                </a:lnTo>
                <a:cubicBezTo>
                  <a:pt x="200890" y="106785"/>
                  <a:pt x="199793" y="102714"/>
                  <a:pt x="199480" y="87526"/>
                </a:cubicBezTo>
                <a:cubicBezTo>
                  <a:pt x="199322" y="68737"/>
                  <a:pt x="196348" y="63101"/>
                  <a:pt x="183979" y="57775"/>
                </a:cubicBezTo>
                <a:cubicBezTo>
                  <a:pt x="196818" y="51358"/>
                  <a:pt x="201986" y="43684"/>
                  <a:pt x="201986" y="30531"/>
                </a:cubicBezTo>
                <a:cubicBezTo>
                  <a:pt x="201986" y="10804"/>
                  <a:pt x="189773" y="0"/>
                  <a:pt x="167226" y="0"/>
                </a:cubicBezTo>
                <a:lnTo>
                  <a:pt x="114614" y="0"/>
                </a:lnTo>
                <a:lnTo>
                  <a:pt x="114614" y="114143"/>
                </a:lnTo>
                <a:lnTo>
                  <a:pt x="129176" y="114143"/>
                </a:lnTo>
                <a:lnTo>
                  <a:pt x="129176" y="64979"/>
                </a:lnTo>
                <a:moveTo>
                  <a:pt x="129176" y="52139"/>
                </a:moveTo>
                <a:lnTo>
                  <a:pt x="129176" y="12840"/>
                </a:lnTo>
                <a:lnTo>
                  <a:pt x="164407" y="12840"/>
                </a:lnTo>
                <a:cubicBezTo>
                  <a:pt x="172549" y="12840"/>
                  <a:pt x="177246" y="14091"/>
                  <a:pt x="180847" y="17224"/>
                </a:cubicBezTo>
                <a:cubicBezTo>
                  <a:pt x="184763" y="20511"/>
                  <a:pt x="186798" y="25679"/>
                  <a:pt x="186798" y="32412"/>
                </a:cubicBezTo>
                <a:cubicBezTo>
                  <a:pt x="186798" y="46032"/>
                  <a:pt x="179908" y="52139"/>
                  <a:pt x="164407" y="52139"/>
                </a:cubicBezTo>
                <a:lnTo>
                  <a:pt x="129176" y="52139"/>
                </a:lnTo>
                <a:close/>
                <a:moveTo>
                  <a:pt x="340244" y="58872"/>
                </a:moveTo>
                <a:lnTo>
                  <a:pt x="264459" y="58872"/>
                </a:lnTo>
                <a:lnTo>
                  <a:pt x="264459" y="69834"/>
                </a:lnTo>
                <a:lnTo>
                  <a:pt x="340244" y="69834"/>
                </a:lnTo>
                <a:lnTo>
                  <a:pt x="340244" y="58872"/>
                </a:lnTo>
                <a:moveTo>
                  <a:pt x="340244" y="85803"/>
                </a:moveTo>
                <a:lnTo>
                  <a:pt x="264459" y="85803"/>
                </a:lnTo>
                <a:lnTo>
                  <a:pt x="264459" y="96765"/>
                </a:lnTo>
                <a:lnTo>
                  <a:pt x="340244" y="96765"/>
                </a:lnTo>
                <a:lnTo>
                  <a:pt x="340244" y="85803"/>
                </a:lnTo>
                <a:close/>
                <a:moveTo>
                  <a:pt x="432154" y="33506"/>
                </a:moveTo>
                <a:lnTo>
                  <a:pt x="432154" y="114143"/>
                </a:lnTo>
                <a:lnTo>
                  <a:pt x="445935" y="114143"/>
                </a:lnTo>
                <a:lnTo>
                  <a:pt x="445935" y="939"/>
                </a:lnTo>
                <a:lnTo>
                  <a:pt x="436851" y="939"/>
                </a:lnTo>
                <a:cubicBezTo>
                  <a:pt x="431999" y="18318"/>
                  <a:pt x="428867" y="20666"/>
                  <a:pt x="407572" y="23486"/>
                </a:cubicBezTo>
                <a:lnTo>
                  <a:pt x="407572" y="33506"/>
                </a:lnTo>
                <a:lnTo>
                  <a:pt x="432154" y="33506"/>
                </a:lnTo>
                <a:close/>
                <a:moveTo>
                  <a:pt x="508565" y="97861"/>
                </a:moveTo>
                <a:lnTo>
                  <a:pt x="492281" y="97861"/>
                </a:lnTo>
                <a:lnTo>
                  <a:pt x="492281" y="114143"/>
                </a:lnTo>
                <a:lnTo>
                  <a:pt x="508565" y="114143"/>
                </a:lnTo>
                <a:lnTo>
                  <a:pt x="508565" y="97861"/>
                </a:lnTo>
                <a:close/>
                <a:moveTo>
                  <a:pt x="565247" y="939"/>
                </a:moveTo>
                <a:cubicBezTo>
                  <a:pt x="554913" y="939"/>
                  <a:pt x="545517" y="5636"/>
                  <a:pt x="539725" y="13308"/>
                </a:cubicBezTo>
                <a:cubicBezTo>
                  <a:pt x="532522" y="23330"/>
                  <a:pt x="528921" y="38361"/>
                  <a:pt x="528921" y="59343"/>
                </a:cubicBezTo>
                <a:cubicBezTo>
                  <a:pt x="528921" y="97548"/>
                  <a:pt x="541446" y="117746"/>
                  <a:pt x="565247" y="117746"/>
                </a:cubicBezTo>
                <a:cubicBezTo>
                  <a:pt x="588732" y="117746"/>
                  <a:pt x="601572" y="97548"/>
                  <a:pt x="601572" y="60282"/>
                </a:cubicBezTo>
                <a:cubicBezTo>
                  <a:pt x="601572" y="38361"/>
                  <a:pt x="598129" y="23643"/>
                  <a:pt x="590768" y="13308"/>
                </a:cubicBezTo>
                <a:cubicBezTo>
                  <a:pt x="584974" y="5478"/>
                  <a:pt x="575738" y="939"/>
                  <a:pt x="565247" y="939"/>
                </a:cubicBezTo>
                <a:moveTo>
                  <a:pt x="565247" y="13152"/>
                </a:moveTo>
                <a:cubicBezTo>
                  <a:pt x="580122" y="13152"/>
                  <a:pt x="587480" y="28341"/>
                  <a:pt x="587480" y="59030"/>
                </a:cubicBezTo>
                <a:cubicBezTo>
                  <a:pt x="587480" y="91284"/>
                  <a:pt x="580277" y="106317"/>
                  <a:pt x="564934" y="106317"/>
                </a:cubicBezTo>
                <a:cubicBezTo>
                  <a:pt x="550372" y="106317"/>
                  <a:pt x="543013" y="90658"/>
                  <a:pt x="543013" y="59498"/>
                </a:cubicBezTo>
                <a:cubicBezTo>
                  <a:pt x="543013" y="28341"/>
                  <a:pt x="550372" y="13152"/>
                  <a:pt x="565247" y="13152"/>
                </a:cubicBezTo>
                <a:close/>
                <a:moveTo>
                  <a:pt x="690665" y="3130"/>
                </a:moveTo>
                <a:lnTo>
                  <a:pt x="616447" y="3130"/>
                </a:lnTo>
                <a:lnTo>
                  <a:pt x="616447" y="16753"/>
                </a:lnTo>
                <a:lnTo>
                  <a:pt x="676418" y="16753"/>
                </a:lnTo>
                <a:cubicBezTo>
                  <a:pt x="649955" y="54488"/>
                  <a:pt x="639152" y="77663"/>
                  <a:pt x="630852" y="114143"/>
                </a:cubicBezTo>
                <a:lnTo>
                  <a:pt x="645571" y="114143"/>
                </a:lnTo>
                <a:cubicBezTo>
                  <a:pt x="651678" y="78602"/>
                  <a:pt x="665614" y="48068"/>
                  <a:pt x="690665" y="14717"/>
                </a:cubicBezTo>
                <a:lnTo>
                  <a:pt x="690665" y="3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HR=0.88">
            <a:extLst xmlns:a="http://schemas.openxmlformats.org/drawingml/2006/main">
              <a:ext uri="{FF2B5EF4-FFF2-40B4-BE49-F238E27FC236}">
                <a16:creationId xmlns:a16="http://schemas.microsoft.com/office/drawing/2014/main" id="{DC0E2B08-1823-40A9-8E50-C959029E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79" y="1665953"/>
            <a:ext cx="689571" cy="117746"/>
          </a:xfrm>
          <a:custGeom xmlns:a="http://schemas.openxmlformats.org/drawingml/2006/main">
            <a:pathLst>
              <a:path w="689571" h="117746">
                <a:moveTo>
                  <a:pt x="73279" y="62162"/>
                </a:moveTo>
                <a:lnTo>
                  <a:pt x="73279" y="114143"/>
                </a:lnTo>
                <a:lnTo>
                  <a:pt x="87841" y="114143"/>
                </a:lnTo>
                <a:lnTo>
                  <a:pt x="87841" y="0"/>
                </a:lnTo>
                <a:lnTo>
                  <a:pt x="73279" y="0"/>
                </a:lnTo>
                <a:lnTo>
                  <a:pt x="73279" y="49322"/>
                </a:lnTo>
                <a:lnTo>
                  <a:pt x="14562" y="49322"/>
                </a:lnTo>
                <a:lnTo>
                  <a:pt x="14562" y="0"/>
                </a:lnTo>
                <a:lnTo>
                  <a:pt x="0" y="0"/>
                </a:lnTo>
                <a:lnTo>
                  <a:pt x="0" y="114143"/>
                </a:lnTo>
                <a:lnTo>
                  <a:pt x="14562" y="114143"/>
                </a:lnTo>
                <a:lnTo>
                  <a:pt x="14562" y="62162"/>
                </a:lnTo>
                <a:lnTo>
                  <a:pt x="73279" y="62162"/>
                </a:lnTo>
                <a:close/>
                <a:moveTo>
                  <a:pt x="129176" y="64979"/>
                </a:moveTo>
                <a:lnTo>
                  <a:pt x="166756" y="64979"/>
                </a:lnTo>
                <a:cubicBezTo>
                  <a:pt x="179751" y="64979"/>
                  <a:pt x="185544" y="71243"/>
                  <a:pt x="185544" y="85335"/>
                </a:cubicBezTo>
                <a:lnTo>
                  <a:pt x="185389" y="95513"/>
                </a:lnTo>
                <a:cubicBezTo>
                  <a:pt x="185389" y="102558"/>
                  <a:pt x="186641" y="109446"/>
                  <a:pt x="188677" y="114143"/>
                </a:cubicBezTo>
                <a:lnTo>
                  <a:pt x="206371" y="114143"/>
                </a:lnTo>
                <a:lnTo>
                  <a:pt x="206371" y="110543"/>
                </a:lnTo>
                <a:cubicBezTo>
                  <a:pt x="200890" y="106785"/>
                  <a:pt x="199794" y="102714"/>
                  <a:pt x="199481" y="87526"/>
                </a:cubicBezTo>
                <a:cubicBezTo>
                  <a:pt x="199323" y="68737"/>
                  <a:pt x="196348" y="63101"/>
                  <a:pt x="183980" y="57775"/>
                </a:cubicBezTo>
                <a:cubicBezTo>
                  <a:pt x="196819" y="51358"/>
                  <a:pt x="201987" y="43684"/>
                  <a:pt x="201987" y="30531"/>
                </a:cubicBezTo>
                <a:cubicBezTo>
                  <a:pt x="201987" y="10804"/>
                  <a:pt x="189773" y="0"/>
                  <a:pt x="167227" y="0"/>
                </a:cubicBezTo>
                <a:lnTo>
                  <a:pt x="114614" y="0"/>
                </a:lnTo>
                <a:lnTo>
                  <a:pt x="114614" y="114143"/>
                </a:lnTo>
                <a:lnTo>
                  <a:pt x="129176" y="114143"/>
                </a:lnTo>
                <a:lnTo>
                  <a:pt x="129176" y="64979"/>
                </a:lnTo>
                <a:moveTo>
                  <a:pt x="129176" y="52139"/>
                </a:moveTo>
                <a:lnTo>
                  <a:pt x="129176" y="12840"/>
                </a:lnTo>
                <a:lnTo>
                  <a:pt x="164407" y="12840"/>
                </a:lnTo>
                <a:cubicBezTo>
                  <a:pt x="172550" y="12840"/>
                  <a:pt x="177247" y="14091"/>
                  <a:pt x="180847" y="17224"/>
                </a:cubicBezTo>
                <a:cubicBezTo>
                  <a:pt x="184763" y="20511"/>
                  <a:pt x="186799" y="25679"/>
                  <a:pt x="186799" y="32412"/>
                </a:cubicBezTo>
                <a:cubicBezTo>
                  <a:pt x="186799" y="46032"/>
                  <a:pt x="179908" y="52139"/>
                  <a:pt x="164407" y="52139"/>
                </a:cubicBezTo>
                <a:lnTo>
                  <a:pt x="129176" y="52139"/>
                </a:lnTo>
                <a:close/>
                <a:moveTo>
                  <a:pt x="340244" y="58872"/>
                </a:moveTo>
                <a:lnTo>
                  <a:pt x="264459" y="58872"/>
                </a:lnTo>
                <a:lnTo>
                  <a:pt x="264459" y="69834"/>
                </a:lnTo>
                <a:lnTo>
                  <a:pt x="340244" y="69834"/>
                </a:lnTo>
                <a:lnTo>
                  <a:pt x="340244" y="58872"/>
                </a:lnTo>
                <a:moveTo>
                  <a:pt x="340244" y="85803"/>
                </a:moveTo>
                <a:lnTo>
                  <a:pt x="264459" y="85803"/>
                </a:lnTo>
                <a:lnTo>
                  <a:pt x="264459" y="96765"/>
                </a:lnTo>
                <a:lnTo>
                  <a:pt x="340244" y="96765"/>
                </a:lnTo>
                <a:lnTo>
                  <a:pt x="340244" y="85803"/>
                </a:lnTo>
                <a:close/>
                <a:moveTo>
                  <a:pt x="434661" y="939"/>
                </a:moveTo>
                <a:cubicBezTo>
                  <a:pt x="424328" y="939"/>
                  <a:pt x="414931" y="5636"/>
                  <a:pt x="409140" y="13308"/>
                </a:cubicBezTo>
                <a:cubicBezTo>
                  <a:pt x="401936" y="23330"/>
                  <a:pt x="398336" y="38361"/>
                  <a:pt x="398336" y="59343"/>
                </a:cubicBezTo>
                <a:cubicBezTo>
                  <a:pt x="398336" y="97548"/>
                  <a:pt x="410860" y="117746"/>
                  <a:pt x="434661" y="117746"/>
                </a:cubicBezTo>
                <a:cubicBezTo>
                  <a:pt x="458147" y="117746"/>
                  <a:pt x="470986" y="97548"/>
                  <a:pt x="470986" y="60282"/>
                </a:cubicBezTo>
                <a:cubicBezTo>
                  <a:pt x="470986" y="38361"/>
                  <a:pt x="467543" y="23643"/>
                  <a:pt x="460182" y="13308"/>
                </a:cubicBezTo>
                <a:cubicBezTo>
                  <a:pt x="454388" y="5478"/>
                  <a:pt x="445152" y="939"/>
                  <a:pt x="434661" y="939"/>
                </a:cubicBezTo>
                <a:moveTo>
                  <a:pt x="434661" y="13152"/>
                </a:moveTo>
                <a:cubicBezTo>
                  <a:pt x="449536" y="13152"/>
                  <a:pt x="456895" y="28341"/>
                  <a:pt x="456895" y="59030"/>
                </a:cubicBezTo>
                <a:cubicBezTo>
                  <a:pt x="456895" y="91284"/>
                  <a:pt x="449691" y="106317"/>
                  <a:pt x="434348" y="106317"/>
                </a:cubicBezTo>
                <a:cubicBezTo>
                  <a:pt x="419786" y="106317"/>
                  <a:pt x="412427" y="90658"/>
                  <a:pt x="412427" y="59498"/>
                </a:cubicBezTo>
                <a:cubicBezTo>
                  <a:pt x="412427" y="28341"/>
                  <a:pt x="419786" y="13152"/>
                  <a:pt x="434661" y="13152"/>
                </a:cubicBezTo>
                <a:close/>
                <a:moveTo>
                  <a:pt x="508566" y="97861"/>
                </a:moveTo>
                <a:lnTo>
                  <a:pt x="492281" y="97861"/>
                </a:lnTo>
                <a:lnTo>
                  <a:pt x="492281" y="114143"/>
                </a:lnTo>
                <a:lnTo>
                  <a:pt x="508566" y="114143"/>
                </a:lnTo>
                <a:lnTo>
                  <a:pt x="508566" y="97861"/>
                </a:lnTo>
                <a:close/>
                <a:moveTo>
                  <a:pt x="583409" y="54488"/>
                </a:moveTo>
                <a:cubicBezTo>
                  <a:pt x="594997" y="47442"/>
                  <a:pt x="598597" y="41806"/>
                  <a:pt x="598597" y="31157"/>
                </a:cubicBezTo>
                <a:cubicBezTo>
                  <a:pt x="598597" y="13308"/>
                  <a:pt x="584974" y="939"/>
                  <a:pt x="565247" y="939"/>
                </a:cubicBezTo>
                <a:cubicBezTo>
                  <a:pt x="545674" y="939"/>
                  <a:pt x="531896" y="13308"/>
                  <a:pt x="531896" y="31002"/>
                </a:cubicBezTo>
                <a:cubicBezTo>
                  <a:pt x="531896" y="41806"/>
                  <a:pt x="535496" y="47287"/>
                  <a:pt x="546926" y="54488"/>
                </a:cubicBezTo>
                <a:cubicBezTo>
                  <a:pt x="534245" y="60908"/>
                  <a:pt x="527980" y="70147"/>
                  <a:pt x="527980" y="82673"/>
                </a:cubicBezTo>
                <a:cubicBezTo>
                  <a:pt x="527980" y="103342"/>
                  <a:pt x="543168" y="117746"/>
                  <a:pt x="565247" y="117746"/>
                </a:cubicBezTo>
                <a:cubicBezTo>
                  <a:pt x="587167" y="117746"/>
                  <a:pt x="602513" y="103342"/>
                  <a:pt x="602513" y="82673"/>
                </a:cubicBezTo>
                <a:cubicBezTo>
                  <a:pt x="602513" y="70147"/>
                  <a:pt x="596249" y="60908"/>
                  <a:pt x="583409" y="54488"/>
                </a:cubicBezTo>
                <a:moveTo>
                  <a:pt x="565247" y="13152"/>
                </a:moveTo>
                <a:cubicBezTo>
                  <a:pt x="576989" y="13152"/>
                  <a:pt x="584506" y="20198"/>
                  <a:pt x="584506" y="31470"/>
                </a:cubicBezTo>
                <a:cubicBezTo>
                  <a:pt x="584506" y="42119"/>
                  <a:pt x="576834" y="49165"/>
                  <a:pt x="565247" y="49165"/>
                </a:cubicBezTo>
                <a:cubicBezTo>
                  <a:pt x="553504" y="49165"/>
                  <a:pt x="545987" y="42119"/>
                  <a:pt x="545987" y="31157"/>
                </a:cubicBezTo>
                <a:cubicBezTo>
                  <a:pt x="545987" y="20198"/>
                  <a:pt x="553504" y="13152"/>
                  <a:pt x="565247" y="13152"/>
                </a:cubicBezTo>
                <a:moveTo>
                  <a:pt x="565247" y="60752"/>
                </a:moveTo>
                <a:cubicBezTo>
                  <a:pt x="579025" y="60752"/>
                  <a:pt x="588419" y="69834"/>
                  <a:pt x="588419" y="82986"/>
                </a:cubicBezTo>
                <a:cubicBezTo>
                  <a:pt x="588419" y="96607"/>
                  <a:pt x="579183" y="105533"/>
                  <a:pt x="564934" y="105533"/>
                </a:cubicBezTo>
                <a:cubicBezTo>
                  <a:pt x="551468" y="105533"/>
                  <a:pt x="542074" y="96294"/>
                  <a:pt x="542074" y="83141"/>
                </a:cubicBezTo>
                <a:cubicBezTo>
                  <a:pt x="542074" y="69676"/>
                  <a:pt x="551310" y="60752"/>
                  <a:pt x="565247" y="60752"/>
                </a:cubicBezTo>
                <a:close/>
                <a:moveTo>
                  <a:pt x="670467" y="54488"/>
                </a:moveTo>
                <a:cubicBezTo>
                  <a:pt x="682054" y="47442"/>
                  <a:pt x="685655" y="41806"/>
                  <a:pt x="685655" y="31157"/>
                </a:cubicBezTo>
                <a:cubicBezTo>
                  <a:pt x="685655" y="13308"/>
                  <a:pt x="672032" y="939"/>
                  <a:pt x="652304" y="939"/>
                </a:cubicBezTo>
                <a:cubicBezTo>
                  <a:pt x="632732" y="939"/>
                  <a:pt x="618953" y="13308"/>
                  <a:pt x="618953" y="31002"/>
                </a:cubicBezTo>
                <a:cubicBezTo>
                  <a:pt x="618953" y="41806"/>
                  <a:pt x="622554" y="47287"/>
                  <a:pt x="633984" y="54488"/>
                </a:cubicBezTo>
                <a:cubicBezTo>
                  <a:pt x="621302" y="60908"/>
                  <a:pt x="615038" y="70147"/>
                  <a:pt x="615038" y="82673"/>
                </a:cubicBezTo>
                <a:cubicBezTo>
                  <a:pt x="615038" y="103342"/>
                  <a:pt x="630226" y="117746"/>
                  <a:pt x="652304" y="117746"/>
                </a:cubicBezTo>
                <a:cubicBezTo>
                  <a:pt x="674225" y="117746"/>
                  <a:pt x="689571" y="103342"/>
                  <a:pt x="689571" y="82673"/>
                </a:cubicBezTo>
                <a:cubicBezTo>
                  <a:pt x="689571" y="70147"/>
                  <a:pt x="683306" y="60908"/>
                  <a:pt x="670467" y="54488"/>
                </a:cubicBezTo>
                <a:moveTo>
                  <a:pt x="652304" y="13152"/>
                </a:moveTo>
                <a:cubicBezTo>
                  <a:pt x="664047" y="13152"/>
                  <a:pt x="671563" y="20198"/>
                  <a:pt x="671563" y="31470"/>
                </a:cubicBezTo>
                <a:cubicBezTo>
                  <a:pt x="671563" y="42119"/>
                  <a:pt x="663892" y="49165"/>
                  <a:pt x="652304" y="49165"/>
                </a:cubicBezTo>
                <a:cubicBezTo>
                  <a:pt x="640561" y="49165"/>
                  <a:pt x="633045" y="42119"/>
                  <a:pt x="633045" y="31157"/>
                </a:cubicBezTo>
                <a:cubicBezTo>
                  <a:pt x="633045" y="20198"/>
                  <a:pt x="640561" y="13152"/>
                  <a:pt x="652304" y="13152"/>
                </a:cubicBezTo>
                <a:moveTo>
                  <a:pt x="652304" y="60752"/>
                </a:moveTo>
                <a:cubicBezTo>
                  <a:pt x="666083" y="60752"/>
                  <a:pt x="675477" y="69834"/>
                  <a:pt x="675477" y="82986"/>
                </a:cubicBezTo>
                <a:cubicBezTo>
                  <a:pt x="675477" y="96607"/>
                  <a:pt x="666240" y="105533"/>
                  <a:pt x="651991" y="105533"/>
                </a:cubicBezTo>
                <a:cubicBezTo>
                  <a:pt x="638526" y="105533"/>
                  <a:pt x="629131" y="96294"/>
                  <a:pt x="629131" y="83141"/>
                </a:cubicBezTo>
                <a:cubicBezTo>
                  <a:pt x="629131" y="69676"/>
                  <a:pt x="638368" y="60752"/>
                  <a:pt x="652304" y="607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HR=0.93*">
            <a:extLst xmlns:a="http://schemas.openxmlformats.org/drawingml/2006/main">
              <a:ext uri="{FF2B5EF4-FFF2-40B4-BE49-F238E27FC236}">
                <a16:creationId xmlns:a16="http://schemas.microsoft.com/office/drawing/2014/main" id="{B3D77FD2-359F-40F3-8D2E-9C76B4D6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977" y="1015871"/>
            <a:ext cx="750007" cy="117746"/>
          </a:xfrm>
          <a:custGeom xmlns:a="http://schemas.openxmlformats.org/drawingml/2006/main">
            <a:pathLst>
              <a:path w="750007" h="117746">
                <a:moveTo>
                  <a:pt x="73279" y="62162"/>
                </a:moveTo>
                <a:lnTo>
                  <a:pt x="73279" y="114143"/>
                </a:lnTo>
                <a:lnTo>
                  <a:pt x="87841" y="114143"/>
                </a:lnTo>
                <a:lnTo>
                  <a:pt x="87841" y="0"/>
                </a:lnTo>
                <a:lnTo>
                  <a:pt x="73279" y="0"/>
                </a:lnTo>
                <a:lnTo>
                  <a:pt x="73279" y="49322"/>
                </a:lnTo>
                <a:lnTo>
                  <a:pt x="14562" y="49322"/>
                </a:lnTo>
                <a:lnTo>
                  <a:pt x="14562" y="0"/>
                </a:lnTo>
                <a:lnTo>
                  <a:pt x="0" y="0"/>
                </a:lnTo>
                <a:lnTo>
                  <a:pt x="0" y="114143"/>
                </a:lnTo>
                <a:lnTo>
                  <a:pt x="14562" y="114143"/>
                </a:lnTo>
                <a:lnTo>
                  <a:pt x="14562" y="62162"/>
                </a:lnTo>
                <a:lnTo>
                  <a:pt x="73279" y="62162"/>
                </a:lnTo>
                <a:close/>
                <a:moveTo>
                  <a:pt x="129176" y="64979"/>
                </a:moveTo>
                <a:lnTo>
                  <a:pt x="166756" y="64979"/>
                </a:lnTo>
                <a:cubicBezTo>
                  <a:pt x="179750" y="64979"/>
                  <a:pt x="185544" y="71243"/>
                  <a:pt x="185544" y="85335"/>
                </a:cubicBezTo>
                <a:lnTo>
                  <a:pt x="185389" y="95513"/>
                </a:lnTo>
                <a:cubicBezTo>
                  <a:pt x="185389" y="102558"/>
                  <a:pt x="186641" y="109446"/>
                  <a:pt x="188676" y="114143"/>
                </a:cubicBezTo>
                <a:lnTo>
                  <a:pt x="206371" y="114143"/>
                </a:lnTo>
                <a:lnTo>
                  <a:pt x="206371" y="110543"/>
                </a:lnTo>
                <a:cubicBezTo>
                  <a:pt x="200890" y="106785"/>
                  <a:pt x="199793" y="102714"/>
                  <a:pt x="199480" y="87526"/>
                </a:cubicBezTo>
                <a:cubicBezTo>
                  <a:pt x="199323" y="68737"/>
                  <a:pt x="196348" y="63101"/>
                  <a:pt x="183979" y="57775"/>
                </a:cubicBezTo>
                <a:cubicBezTo>
                  <a:pt x="196819" y="51358"/>
                  <a:pt x="201987" y="43684"/>
                  <a:pt x="201987" y="30531"/>
                </a:cubicBezTo>
                <a:cubicBezTo>
                  <a:pt x="201987" y="10804"/>
                  <a:pt x="189773" y="0"/>
                  <a:pt x="167226" y="0"/>
                </a:cubicBezTo>
                <a:lnTo>
                  <a:pt x="114614" y="0"/>
                </a:lnTo>
                <a:lnTo>
                  <a:pt x="114614" y="114143"/>
                </a:lnTo>
                <a:lnTo>
                  <a:pt x="129176" y="114143"/>
                </a:lnTo>
                <a:lnTo>
                  <a:pt x="129176" y="64979"/>
                </a:lnTo>
                <a:moveTo>
                  <a:pt x="129176" y="52139"/>
                </a:moveTo>
                <a:lnTo>
                  <a:pt x="129176" y="12840"/>
                </a:lnTo>
                <a:lnTo>
                  <a:pt x="164407" y="12840"/>
                </a:lnTo>
                <a:cubicBezTo>
                  <a:pt x="172549" y="12840"/>
                  <a:pt x="177246" y="14091"/>
                  <a:pt x="180847" y="17224"/>
                </a:cubicBezTo>
                <a:cubicBezTo>
                  <a:pt x="184763" y="20511"/>
                  <a:pt x="186798" y="25679"/>
                  <a:pt x="186798" y="32412"/>
                </a:cubicBezTo>
                <a:cubicBezTo>
                  <a:pt x="186798" y="46032"/>
                  <a:pt x="179908" y="52139"/>
                  <a:pt x="164407" y="52139"/>
                </a:cubicBezTo>
                <a:lnTo>
                  <a:pt x="129176" y="52139"/>
                </a:lnTo>
                <a:close/>
                <a:moveTo>
                  <a:pt x="340244" y="58872"/>
                </a:moveTo>
                <a:lnTo>
                  <a:pt x="264459" y="58872"/>
                </a:lnTo>
                <a:lnTo>
                  <a:pt x="264459" y="69834"/>
                </a:lnTo>
                <a:lnTo>
                  <a:pt x="340244" y="69834"/>
                </a:lnTo>
                <a:lnTo>
                  <a:pt x="340244" y="58872"/>
                </a:lnTo>
                <a:moveTo>
                  <a:pt x="340244" y="85803"/>
                </a:moveTo>
                <a:lnTo>
                  <a:pt x="264459" y="85803"/>
                </a:lnTo>
                <a:lnTo>
                  <a:pt x="264459" y="96765"/>
                </a:lnTo>
                <a:lnTo>
                  <a:pt x="340244" y="96765"/>
                </a:lnTo>
                <a:lnTo>
                  <a:pt x="340244" y="85803"/>
                </a:lnTo>
                <a:close/>
                <a:moveTo>
                  <a:pt x="434660" y="939"/>
                </a:moveTo>
                <a:cubicBezTo>
                  <a:pt x="424327" y="939"/>
                  <a:pt x="414930" y="5636"/>
                  <a:pt x="409139" y="13308"/>
                </a:cubicBezTo>
                <a:cubicBezTo>
                  <a:pt x="401936" y="23330"/>
                  <a:pt x="398335" y="38361"/>
                  <a:pt x="398335" y="59343"/>
                </a:cubicBezTo>
                <a:cubicBezTo>
                  <a:pt x="398335" y="97548"/>
                  <a:pt x="410859" y="117746"/>
                  <a:pt x="434660" y="117746"/>
                </a:cubicBezTo>
                <a:cubicBezTo>
                  <a:pt x="458146" y="117746"/>
                  <a:pt x="470986" y="97548"/>
                  <a:pt x="470986" y="60282"/>
                </a:cubicBezTo>
                <a:cubicBezTo>
                  <a:pt x="470986" y="38361"/>
                  <a:pt x="467543" y="23643"/>
                  <a:pt x="460182" y="13308"/>
                </a:cubicBezTo>
                <a:cubicBezTo>
                  <a:pt x="454388" y="5478"/>
                  <a:pt x="445151" y="939"/>
                  <a:pt x="434660" y="939"/>
                </a:cubicBezTo>
                <a:moveTo>
                  <a:pt x="434660" y="13152"/>
                </a:moveTo>
                <a:cubicBezTo>
                  <a:pt x="449535" y="13152"/>
                  <a:pt x="456894" y="28341"/>
                  <a:pt x="456894" y="59030"/>
                </a:cubicBezTo>
                <a:cubicBezTo>
                  <a:pt x="456894" y="91284"/>
                  <a:pt x="449691" y="106317"/>
                  <a:pt x="434347" y="106317"/>
                </a:cubicBezTo>
                <a:cubicBezTo>
                  <a:pt x="419785" y="106317"/>
                  <a:pt x="412427" y="90658"/>
                  <a:pt x="412427" y="59498"/>
                </a:cubicBezTo>
                <a:cubicBezTo>
                  <a:pt x="412427" y="28341"/>
                  <a:pt x="419785" y="13152"/>
                  <a:pt x="434660" y="13152"/>
                </a:cubicBezTo>
                <a:close/>
                <a:moveTo>
                  <a:pt x="508565" y="97861"/>
                </a:moveTo>
                <a:lnTo>
                  <a:pt x="492281" y="97861"/>
                </a:lnTo>
                <a:lnTo>
                  <a:pt x="492281" y="114143"/>
                </a:lnTo>
                <a:lnTo>
                  <a:pt x="508565" y="114143"/>
                </a:lnTo>
                <a:lnTo>
                  <a:pt x="508565" y="97861"/>
                </a:lnTo>
                <a:close/>
                <a:moveTo>
                  <a:pt x="530486" y="88309"/>
                </a:moveTo>
                <a:cubicBezTo>
                  <a:pt x="533148" y="106785"/>
                  <a:pt x="545048" y="117746"/>
                  <a:pt x="561959" y="117746"/>
                </a:cubicBezTo>
                <a:cubicBezTo>
                  <a:pt x="574328" y="117746"/>
                  <a:pt x="585290" y="111795"/>
                  <a:pt x="591865" y="101619"/>
                </a:cubicBezTo>
                <a:cubicBezTo>
                  <a:pt x="598755" y="90502"/>
                  <a:pt x="601885" y="76722"/>
                  <a:pt x="601885" y="56210"/>
                </a:cubicBezTo>
                <a:cubicBezTo>
                  <a:pt x="601885" y="37109"/>
                  <a:pt x="599068" y="25051"/>
                  <a:pt x="592491" y="15030"/>
                </a:cubicBezTo>
                <a:cubicBezTo>
                  <a:pt x="586384" y="5791"/>
                  <a:pt x="576676" y="939"/>
                  <a:pt x="564463" y="939"/>
                </a:cubicBezTo>
                <a:cubicBezTo>
                  <a:pt x="543326" y="939"/>
                  <a:pt x="528138" y="16753"/>
                  <a:pt x="528138" y="38674"/>
                </a:cubicBezTo>
                <a:cubicBezTo>
                  <a:pt x="528138" y="59498"/>
                  <a:pt x="542229" y="74218"/>
                  <a:pt x="562272" y="74218"/>
                </a:cubicBezTo>
                <a:cubicBezTo>
                  <a:pt x="572763" y="74218"/>
                  <a:pt x="580590" y="70460"/>
                  <a:pt x="587638" y="61847"/>
                </a:cubicBezTo>
                <a:cubicBezTo>
                  <a:pt x="587480" y="90032"/>
                  <a:pt x="578712" y="105533"/>
                  <a:pt x="562898" y="105533"/>
                </a:cubicBezTo>
                <a:cubicBezTo>
                  <a:pt x="553191" y="105533"/>
                  <a:pt x="546458" y="99271"/>
                  <a:pt x="544265" y="88309"/>
                </a:cubicBezTo>
                <a:lnTo>
                  <a:pt x="530486" y="88309"/>
                </a:lnTo>
                <a:moveTo>
                  <a:pt x="564308" y="12995"/>
                </a:moveTo>
                <a:cubicBezTo>
                  <a:pt x="577147" y="12995"/>
                  <a:pt x="586854" y="23799"/>
                  <a:pt x="586854" y="38361"/>
                </a:cubicBezTo>
                <a:cubicBezTo>
                  <a:pt x="586854" y="52297"/>
                  <a:pt x="577460" y="62004"/>
                  <a:pt x="563837" y="62004"/>
                </a:cubicBezTo>
                <a:cubicBezTo>
                  <a:pt x="550529" y="62004"/>
                  <a:pt x="542229" y="52610"/>
                  <a:pt x="542229" y="37577"/>
                </a:cubicBezTo>
                <a:cubicBezTo>
                  <a:pt x="542229" y="23330"/>
                  <a:pt x="551468" y="12995"/>
                  <a:pt x="564308" y="12995"/>
                </a:cubicBezTo>
                <a:close/>
                <a:moveTo>
                  <a:pt x="643848" y="62004"/>
                </a:moveTo>
                <a:lnTo>
                  <a:pt x="645571" y="62004"/>
                </a:lnTo>
                <a:lnTo>
                  <a:pt x="651365" y="62004"/>
                </a:lnTo>
                <a:cubicBezTo>
                  <a:pt x="666395" y="62004"/>
                  <a:pt x="674382" y="69050"/>
                  <a:pt x="674382" y="82673"/>
                </a:cubicBezTo>
                <a:cubicBezTo>
                  <a:pt x="674382" y="96922"/>
                  <a:pt x="665769" y="105533"/>
                  <a:pt x="651520" y="105533"/>
                </a:cubicBezTo>
                <a:cubicBezTo>
                  <a:pt x="636332" y="105533"/>
                  <a:pt x="628973" y="97861"/>
                  <a:pt x="628034" y="81263"/>
                </a:cubicBezTo>
                <a:lnTo>
                  <a:pt x="614256" y="81263"/>
                </a:lnTo>
                <a:cubicBezTo>
                  <a:pt x="614882" y="90345"/>
                  <a:pt x="616447" y="96294"/>
                  <a:pt x="619108" y="101306"/>
                </a:cubicBezTo>
                <a:cubicBezTo>
                  <a:pt x="624902" y="112266"/>
                  <a:pt x="635706" y="117746"/>
                  <a:pt x="650894" y="117746"/>
                </a:cubicBezTo>
                <a:cubicBezTo>
                  <a:pt x="673754" y="117746"/>
                  <a:pt x="688473" y="103968"/>
                  <a:pt x="688473" y="82515"/>
                </a:cubicBezTo>
                <a:cubicBezTo>
                  <a:pt x="688473" y="68111"/>
                  <a:pt x="682993" y="60282"/>
                  <a:pt x="669682" y="55584"/>
                </a:cubicBezTo>
                <a:cubicBezTo>
                  <a:pt x="680018" y="51358"/>
                  <a:pt x="685186" y="43529"/>
                  <a:pt x="685186" y="32099"/>
                </a:cubicBezTo>
                <a:cubicBezTo>
                  <a:pt x="685186" y="12682"/>
                  <a:pt x="672502" y="939"/>
                  <a:pt x="651365" y="939"/>
                </a:cubicBezTo>
                <a:cubicBezTo>
                  <a:pt x="628973" y="939"/>
                  <a:pt x="617073" y="13465"/>
                  <a:pt x="616604" y="37422"/>
                </a:cubicBezTo>
                <a:lnTo>
                  <a:pt x="630383" y="37422"/>
                </a:lnTo>
                <a:cubicBezTo>
                  <a:pt x="630538" y="30531"/>
                  <a:pt x="631166" y="26618"/>
                  <a:pt x="632887" y="23173"/>
                </a:cubicBezTo>
                <a:cubicBezTo>
                  <a:pt x="636019" y="16753"/>
                  <a:pt x="642909" y="12995"/>
                  <a:pt x="651520" y="12995"/>
                </a:cubicBezTo>
                <a:cubicBezTo>
                  <a:pt x="663733" y="12995"/>
                  <a:pt x="671092" y="20354"/>
                  <a:pt x="671092" y="32567"/>
                </a:cubicBezTo>
                <a:cubicBezTo>
                  <a:pt x="671092" y="40554"/>
                  <a:pt x="668275" y="45407"/>
                  <a:pt x="662168" y="48068"/>
                </a:cubicBezTo>
                <a:cubicBezTo>
                  <a:pt x="658410" y="49635"/>
                  <a:pt x="653400" y="50261"/>
                  <a:pt x="643848" y="50417"/>
                </a:cubicBezTo>
                <a:lnTo>
                  <a:pt x="643848" y="62004"/>
                </a:lnTo>
                <a:close/>
                <a:moveTo>
                  <a:pt x="721354" y="0"/>
                </a:moveTo>
                <a:lnTo>
                  <a:pt x="722137" y="17537"/>
                </a:lnTo>
                <a:lnTo>
                  <a:pt x="705540" y="11585"/>
                </a:lnTo>
                <a:lnTo>
                  <a:pt x="702565" y="20824"/>
                </a:lnTo>
                <a:lnTo>
                  <a:pt x="719476" y="25521"/>
                </a:lnTo>
                <a:lnTo>
                  <a:pt x="708672" y="39457"/>
                </a:lnTo>
                <a:lnTo>
                  <a:pt x="716501" y="45094"/>
                </a:lnTo>
                <a:lnTo>
                  <a:pt x="726364" y="30531"/>
                </a:lnTo>
                <a:lnTo>
                  <a:pt x="736073" y="45094"/>
                </a:lnTo>
                <a:lnTo>
                  <a:pt x="744058" y="39457"/>
                </a:lnTo>
                <a:lnTo>
                  <a:pt x="733097" y="25521"/>
                </a:lnTo>
                <a:lnTo>
                  <a:pt x="750007" y="20824"/>
                </a:lnTo>
                <a:lnTo>
                  <a:pt x="747033" y="11585"/>
                </a:lnTo>
                <a:lnTo>
                  <a:pt x="730435" y="17537"/>
                </a:lnTo>
                <a:lnTo>
                  <a:pt x="731219" y="0"/>
                </a:lnTo>
                <a:lnTo>
                  <a:pt x="7213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HR=1.16***">
            <a:extLst xmlns:a="http://schemas.openxmlformats.org/drawingml/2006/main">
              <a:ext uri="{FF2B5EF4-FFF2-40B4-BE49-F238E27FC236}">
                <a16:creationId xmlns:a16="http://schemas.microsoft.com/office/drawing/2014/main" id="{A03C3C22-8BB9-4B2F-ADFE-A8F7E995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561" y="690758"/>
            <a:ext cx="871824" cy="117746"/>
          </a:xfrm>
          <a:custGeom xmlns:a="http://schemas.openxmlformats.org/drawingml/2006/main">
            <a:pathLst>
              <a:path w="871824" h="117746">
                <a:moveTo>
                  <a:pt x="73279" y="62162"/>
                </a:moveTo>
                <a:lnTo>
                  <a:pt x="73279" y="114143"/>
                </a:lnTo>
                <a:lnTo>
                  <a:pt x="87841" y="114143"/>
                </a:lnTo>
                <a:lnTo>
                  <a:pt x="87841" y="0"/>
                </a:lnTo>
                <a:lnTo>
                  <a:pt x="73279" y="0"/>
                </a:lnTo>
                <a:lnTo>
                  <a:pt x="73279" y="49322"/>
                </a:lnTo>
                <a:lnTo>
                  <a:pt x="14562" y="49322"/>
                </a:lnTo>
                <a:lnTo>
                  <a:pt x="14562" y="0"/>
                </a:lnTo>
                <a:lnTo>
                  <a:pt x="0" y="0"/>
                </a:lnTo>
                <a:lnTo>
                  <a:pt x="0" y="114143"/>
                </a:lnTo>
                <a:lnTo>
                  <a:pt x="14562" y="114143"/>
                </a:lnTo>
                <a:lnTo>
                  <a:pt x="14562" y="62162"/>
                </a:lnTo>
                <a:lnTo>
                  <a:pt x="73279" y="62162"/>
                </a:lnTo>
                <a:close/>
                <a:moveTo>
                  <a:pt x="129176" y="64979"/>
                </a:moveTo>
                <a:lnTo>
                  <a:pt x="166755" y="64979"/>
                </a:lnTo>
                <a:cubicBezTo>
                  <a:pt x="179750" y="64979"/>
                  <a:pt x="185544" y="71243"/>
                  <a:pt x="185544" y="85335"/>
                </a:cubicBezTo>
                <a:lnTo>
                  <a:pt x="185389" y="95513"/>
                </a:lnTo>
                <a:cubicBezTo>
                  <a:pt x="185389" y="102558"/>
                  <a:pt x="186640" y="109446"/>
                  <a:pt x="188676" y="114143"/>
                </a:cubicBezTo>
                <a:lnTo>
                  <a:pt x="206370" y="114143"/>
                </a:lnTo>
                <a:lnTo>
                  <a:pt x="206370" y="110543"/>
                </a:lnTo>
                <a:cubicBezTo>
                  <a:pt x="200890" y="106785"/>
                  <a:pt x="199793" y="102714"/>
                  <a:pt x="199480" y="87526"/>
                </a:cubicBezTo>
                <a:cubicBezTo>
                  <a:pt x="199322" y="68737"/>
                  <a:pt x="196348" y="63101"/>
                  <a:pt x="183979" y="57775"/>
                </a:cubicBezTo>
                <a:cubicBezTo>
                  <a:pt x="196818" y="51358"/>
                  <a:pt x="201986" y="43684"/>
                  <a:pt x="201986" y="30531"/>
                </a:cubicBezTo>
                <a:cubicBezTo>
                  <a:pt x="201986" y="10804"/>
                  <a:pt x="189773" y="0"/>
                  <a:pt x="167226" y="0"/>
                </a:cubicBezTo>
                <a:lnTo>
                  <a:pt x="114614" y="0"/>
                </a:lnTo>
                <a:lnTo>
                  <a:pt x="114614" y="114143"/>
                </a:lnTo>
                <a:lnTo>
                  <a:pt x="129176" y="114143"/>
                </a:lnTo>
                <a:lnTo>
                  <a:pt x="129176" y="64979"/>
                </a:lnTo>
                <a:moveTo>
                  <a:pt x="129176" y="52139"/>
                </a:moveTo>
                <a:lnTo>
                  <a:pt x="129176" y="12840"/>
                </a:lnTo>
                <a:lnTo>
                  <a:pt x="164407" y="12840"/>
                </a:lnTo>
                <a:cubicBezTo>
                  <a:pt x="172549" y="12840"/>
                  <a:pt x="177246" y="14091"/>
                  <a:pt x="180847" y="17224"/>
                </a:cubicBezTo>
                <a:cubicBezTo>
                  <a:pt x="184763" y="20511"/>
                  <a:pt x="186798" y="25679"/>
                  <a:pt x="186798" y="32412"/>
                </a:cubicBezTo>
                <a:cubicBezTo>
                  <a:pt x="186798" y="46032"/>
                  <a:pt x="179908" y="52139"/>
                  <a:pt x="164407" y="52139"/>
                </a:cubicBezTo>
                <a:lnTo>
                  <a:pt x="129176" y="52139"/>
                </a:lnTo>
                <a:close/>
                <a:moveTo>
                  <a:pt x="340244" y="58872"/>
                </a:moveTo>
                <a:lnTo>
                  <a:pt x="264459" y="58872"/>
                </a:lnTo>
                <a:lnTo>
                  <a:pt x="264459" y="69834"/>
                </a:lnTo>
                <a:lnTo>
                  <a:pt x="340244" y="69834"/>
                </a:lnTo>
                <a:lnTo>
                  <a:pt x="340244" y="58872"/>
                </a:lnTo>
                <a:moveTo>
                  <a:pt x="340244" y="85803"/>
                </a:moveTo>
                <a:lnTo>
                  <a:pt x="264459" y="85803"/>
                </a:lnTo>
                <a:lnTo>
                  <a:pt x="264459" y="96765"/>
                </a:lnTo>
                <a:lnTo>
                  <a:pt x="340244" y="96765"/>
                </a:lnTo>
                <a:lnTo>
                  <a:pt x="340244" y="85803"/>
                </a:lnTo>
                <a:close/>
                <a:moveTo>
                  <a:pt x="432154" y="33506"/>
                </a:moveTo>
                <a:lnTo>
                  <a:pt x="432154" y="114143"/>
                </a:lnTo>
                <a:lnTo>
                  <a:pt x="445935" y="114143"/>
                </a:lnTo>
                <a:lnTo>
                  <a:pt x="445935" y="939"/>
                </a:lnTo>
                <a:lnTo>
                  <a:pt x="436851" y="939"/>
                </a:lnTo>
                <a:cubicBezTo>
                  <a:pt x="431999" y="18318"/>
                  <a:pt x="428867" y="20666"/>
                  <a:pt x="407572" y="23486"/>
                </a:cubicBezTo>
                <a:lnTo>
                  <a:pt x="407572" y="33506"/>
                </a:lnTo>
                <a:lnTo>
                  <a:pt x="432154" y="33506"/>
                </a:lnTo>
                <a:close/>
                <a:moveTo>
                  <a:pt x="508565" y="97861"/>
                </a:moveTo>
                <a:lnTo>
                  <a:pt x="492280" y="97861"/>
                </a:lnTo>
                <a:lnTo>
                  <a:pt x="492280" y="114143"/>
                </a:lnTo>
                <a:lnTo>
                  <a:pt x="508565" y="114143"/>
                </a:lnTo>
                <a:lnTo>
                  <a:pt x="508565" y="97861"/>
                </a:lnTo>
                <a:close/>
                <a:moveTo>
                  <a:pt x="562740" y="33506"/>
                </a:moveTo>
                <a:lnTo>
                  <a:pt x="562740" y="114143"/>
                </a:lnTo>
                <a:lnTo>
                  <a:pt x="576521" y="114143"/>
                </a:lnTo>
                <a:lnTo>
                  <a:pt x="576521" y="939"/>
                </a:lnTo>
                <a:lnTo>
                  <a:pt x="567437" y="939"/>
                </a:lnTo>
                <a:cubicBezTo>
                  <a:pt x="562585" y="18318"/>
                  <a:pt x="559453" y="20666"/>
                  <a:pt x="538158" y="23486"/>
                </a:cubicBezTo>
                <a:lnTo>
                  <a:pt x="538158" y="33506"/>
                </a:lnTo>
                <a:lnTo>
                  <a:pt x="562740" y="33506"/>
                </a:lnTo>
                <a:close/>
                <a:moveTo>
                  <a:pt x="687219" y="30376"/>
                </a:moveTo>
                <a:cubicBezTo>
                  <a:pt x="684558" y="11898"/>
                  <a:pt x="672660" y="939"/>
                  <a:pt x="655749" y="939"/>
                </a:cubicBezTo>
                <a:cubicBezTo>
                  <a:pt x="643535" y="939"/>
                  <a:pt x="632574" y="6888"/>
                  <a:pt x="625999" y="17066"/>
                </a:cubicBezTo>
                <a:cubicBezTo>
                  <a:pt x="618953" y="28183"/>
                  <a:pt x="615979" y="41961"/>
                  <a:pt x="615979" y="62475"/>
                </a:cubicBezTo>
                <a:cubicBezTo>
                  <a:pt x="615979" y="81576"/>
                  <a:pt x="618640" y="93632"/>
                  <a:pt x="625373" y="103655"/>
                </a:cubicBezTo>
                <a:cubicBezTo>
                  <a:pt x="631322" y="112892"/>
                  <a:pt x="641029" y="117746"/>
                  <a:pt x="653243" y="117746"/>
                </a:cubicBezTo>
                <a:cubicBezTo>
                  <a:pt x="674382" y="117746"/>
                  <a:pt x="689570" y="101932"/>
                  <a:pt x="689570" y="79854"/>
                </a:cubicBezTo>
                <a:cubicBezTo>
                  <a:pt x="689570" y="59030"/>
                  <a:pt x="675477" y="44310"/>
                  <a:pt x="655591" y="44310"/>
                </a:cubicBezTo>
                <a:cubicBezTo>
                  <a:pt x="644632" y="44310"/>
                  <a:pt x="636019" y="48381"/>
                  <a:pt x="630070" y="56681"/>
                </a:cubicBezTo>
                <a:cubicBezTo>
                  <a:pt x="630225" y="28654"/>
                  <a:pt x="638994" y="13152"/>
                  <a:pt x="654810" y="13152"/>
                </a:cubicBezTo>
                <a:cubicBezTo>
                  <a:pt x="664517" y="13152"/>
                  <a:pt x="671250" y="19415"/>
                  <a:pt x="673441" y="30376"/>
                </a:cubicBezTo>
                <a:lnTo>
                  <a:pt x="687219" y="30376"/>
                </a:lnTo>
                <a:moveTo>
                  <a:pt x="653869" y="56523"/>
                </a:moveTo>
                <a:cubicBezTo>
                  <a:pt x="667179" y="56523"/>
                  <a:pt x="675477" y="65918"/>
                  <a:pt x="675477" y="80950"/>
                </a:cubicBezTo>
                <a:cubicBezTo>
                  <a:pt x="675477" y="95200"/>
                  <a:pt x="666082" y="105533"/>
                  <a:pt x="653400" y="105533"/>
                </a:cubicBezTo>
                <a:cubicBezTo>
                  <a:pt x="640561" y="105533"/>
                  <a:pt x="630851" y="94729"/>
                  <a:pt x="630851" y="80325"/>
                </a:cubicBezTo>
                <a:cubicBezTo>
                  <a:pt x="630851" y="66231"/>
                  <a:pt x="640248" y="56523"/>
                  <a:pt x="653869" y="56523"/>
                </a:cubicBezTo>
                <a:close/>
                <a:moveTo>
                  <a:pt x="721354" y="0"/>
                </a:moveTo>
                <a:lnTo>
                  <a:pt x="722137" y="17537"/>
                </a:lnTo>
                <a:lnTo>
                  <a:pt x="705540" y="11585"/>
                </a:lnTo>
                <a:lnTo>
                  <a:pt x="702565" y="20824"/>
                </a:lnTo>
                <a:lnTo>
                  <a:pt x="719476" y="25521"/>
                </a:lnTo>
                <a:lnTo>
                  <a:pt x="708672" y="39457"/>
                </a:lnTo>
                <a:lnTo>
                  <a:pt x="716501" y="45094"/>
                </a:lnTo>
                <a:lnTo>
                  <a:pt x="726364" y="30531"/>
                </a:lnTo>
                <a:lnTo>
                  <a:pt x="736073" y="45094"/>
                </a:lnTo>
                <a:lnTo>
                  <a:pt x="744058" y="39457"/>
                </a:lnTo>
                <a:lnTo>
                  <a:pt x="733097" y="25521"/>
                </a:lnTo>
                <a:lnTo>
                  <a:pt x="750007" y="20824"/>
                </a:lnTo>
                <a:lnTo>
                  <a:pt x="747033" y="11585"/>
                </a:lnTo>
                <a:lnTo>
                  <a:pt x="730435" y="17537"/>
                </a:lnTo>
                <a:lnTo>
                  <a:pt x="731219" y="0"/>
                </a:lnTo>
                <a:lnTo>
                  <a:pt x="721354" y="0"/>
                </a:lnTo>
                <a:close/>
                <a:moveTo>
                  <a:pt x="782262" y="0"/>
                </a:moveTo>
                <a:lnTo>
                  <a:pt x="783046" y="17537"/>
                </a:lnTo>
                <a:lnTo>
                  <a:pt x="766448" y="11585"/>
                </a:lnTo>
                <a:lnTo>
                  <a:pt x="763474" y="20824"/>
                </a:lnTo>
                <a:lnTo>
                  <a:pt x="780384" y="25521"/>
                </a:lnTo>
                <a:lnTo>
                  <a:pt x="769581" y="39457"/>
                </a:lnTo>
                <a:lnTo>
                  <a:pt x="777410" y="45094"/>
                </a:lnTo>
                <a:lnTo>
                  <a:pt x="787273" y="30531"/>
                </a:lnTo>
                <a:lnTo>
                  <a:pt x="796982" y="45094"/>
                </a:lnTo>
                <a:lnTo>
                  <a:pt x="804967" y="39457"/>
                </a:lnTo>
                <a:lnTo>
                  <a:pt x="794005" y="25521"/>
                </a:lnTo>
                <a:lnTo>
                  <a:pt x="810916" y="20824"/>
                </a:lnTo>
                <a:lnTo>
                  <a:pt x="807941" y="11585"/>
                </a:lnTo>
                <a:lnTo>
                  <a:pt x="791344" y="17537"/>
                </a:lnTo>
                <a:lnTo>
                  <a:pt x="792127" y="0"/>
                </a:lnTo>
                <a:lnTo>
                  <a:pt x="782262" y="0"/>
                </a:lnTo>
                <a:close/>
                <a:moveTo>
                  <a:pt x="843171" y="0"/>
                </a:moveTo>
                <a:lnTo>
                  <a:pt x="843955" y="17537"/>
                </a:lnTo>
                <a:lnTo>
                  <a:pt x="827357" y="11585"/>
                </a:lnTo>
                <a:lnTo>
                  <a:pt x="824382" y="20824"/>
                </a:lnTo>
                <a:lnTo>
                  <a:pt x="841293" y="25521"/>
                </a:lnTo>
                <a:lnTo>
                  <a:pt x="830489" y="39457"/>
                </a:lnTo>
                <a:lnTo>
                  <a:pt x="838318" y="45094"/>
                </a:lnTo>
                <a:lnTo>
                  <a:pt x="848181" y="30531"/>
                </a:lnTo>
                <a:lnTo>
                  <a:pt x="857891" y="45094"/>
                </a:lnTo>
                <a:lnTo>
                  <a:pt x="865875" y="39457"/>
                </a:lnTo>
                <a:lnTo>
                  <a:pt x="854914" y="25521"/>
                </a:lnTo>
                <a:lnTo>
                  <a:pt x="871824" y="20824"/>
                </a:lnTo>
                <a:lnTo>
                  <a:pt x="868850" y="11585"/>
                </a:lnTo>
                <a:lnTo>
                  <a:pt x="852252" y="17537"/>
                </a:lnTo>
                <a:lnTo>
                  <a:pt x="853036" y="0"/>
                </a:lnTo>
                <a:lnTo>
                  <a:pt x="8431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HR=1.01">
            <a:extLst xmlns:a="http://schemas.openxmlformats.org/drawingml/2006/main">
              <a:ext uri="{FF2B5EF4-FFF2-40B4-BE49-F238E27FC236}">
                <a16:creationId xmlns:a16="http://schemas.microsoft.com/office/drawing/2014/main" id="{7B98B447-7931-4D48-A973-F992CD76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126" y="2641149"/>
            <a:ext cx="663579" cy="117746"/>
          </a:xfrm>
          <a:custGeom xmlns:a="http://schemas.openxmlformats.org/drawingml/2006/main">
            <a:pathLst>
              <a:path w="663579" h="117746">
                <a:moveTo>
                  <a:pt x="73279" y="62162"/>
                </a:moveTo>
                <a:lnTo>
                  <a:pt x="73279" y="114143"/>
                </a:lnTo>
                <a:lnTo>
                  <a:pt x="87841" y="114143"/>
                </a:lnTo>
                <a:lnTo>
                  <a:pt x="87841" y="0"/>
                </a:lnTo>
                <a:lnTo>
                  <a:pt x="73279" y="0"/>
                </a:lnTo>
                <a:lnTo>
                  <a:pt x="73279" y="49322"/>
                </a:lnTo>
                <a:lnTo>
                  <a:pt x="14562" y="49322"/>
                </a:lnTo>
                <a:lnTo>
                  <a:pt x="14562" y="0"/>
                </a:lnTo>
                <a:lnTo>
                  <a:pt x="0" y="0"/>
                </a:lnTo>
                <a:lnTo>
                  <a:pt x="0" y="114143"/>
                </a:lnTo>
                <a:lnTo>
                  <a:pt x="14562" y="114143"/>
                </a:lnTo>
                <a:lnTo>
                  <a:pt x="14562" y="62162"/>
                </a:lnTo>
                <a:lnTo>
                  <a:pt x="73279" y="62162"/>
                </a:lnTo>
                <a:close/>
                <a:moveTo>
                  <a:pt x="129176" y="64979"/>
                </a:moveTo>
                <a:lnTo>
                  <a:pt x="166756" y="64979"/>
                </a:lnTo>
                <a:cubicBezTo>
                  <a:pt x="179750" y="64979"/>
                  <a:pt x="185544" y="71243"/>
                  <a:pt x="185544" y="85335"/>
                </a:cubicBezTo>
                <a:lnTo>
                  <a:pt x="185389" y="95513"/>
                </a:lnTo>
                <a:cubicBezTo>
                  <a:pt x="185389" y="102558"/>
                  <a:pt x="186641" y="109446"/>
                  <a:pt x="188676" y="114143"/>
                </a:cubicBezTo>
                <a:lnTo>
                  <a:pt x="206371" y="114143"/>
                </a:lnTo>
                <a:lnTo>
                  <a:pt x="206371" y="110543"/>
                </a:lnTo>
                <a:cubicBezTo>
                  <a:pt x="200890" y="106785"/>
                  <a:pt x="199793" y="102714"/>
                  <a:pt x="199480" y="87526"/>
                </a:cubicBezTo>
                <a:cubicBezTo>
                  <a:pt x="199323" y="68737"/>
                  <a:pt x="196348" y="63101"/>
                  <a:pt x="183979" y="57775"/>
                </a:cubicBezTo>
                <a:cubicBezTo>
                  <a:pt x="196819" y="51358"/>
                  <a:pt x="201987" y="43684"/>
                  <a:pt x="201987" y="30531"/>
                </a:cubicBezTo>
                <a:cubicBezTo>
                  <a:pt x="201987" y="10804"/>
                  <a:pt x="189773" y="0"/>
                  <a:pt x="167226" y="0"/>
                </a:cubicBezTo>
                <a:lnTo>
                  <a:pt x="114614" y="0"/>
                </a:lnTo>
                <a:lnTo>
                  <a:pt x="114614" y="114143"/>
                </a:lnTo>
                <a:lnTo>
                  <a:pt x="129176" y="114143"/>
                </a:lnTo>
                <a:lnTo>
                  <a:pt x="129176" y="64979"/>
                </a:lnTo>
                <a:moveTo>
                  <a:pt x="129176" y="52139"/>
                </a:moveTo>
                <a:lnTo>
                  <a:pt x="129176" y="12840"/>
                </a:lnTo>
                <a:lnTo>
                  <a:pt x="164407" y="12840"/>
                </a:lnTo>
                <a:cubicBezTo>
                  <a:pt x="172549" y="12840"/>
                  <a:pt x="177246" y="14091"/>
                  <a:pt x="180847" y="17224"/>
                </a:cubicBezTo>
                <a:cubicBezTo>
                  <a:pt x="184763" y="20511"/>
                  <a:pt x="186798" y="25679"/>
                  <a:pt x="186798" y="32412"/>
                </a:cubicBezTo>
                <a:cubicBezTo>
                  <a:pt x="186798" y="46032"/>
                  <a:pt x="179908" y="52139"/>
                  <a:pt x="164407" y="52139"/>
                </a:cubicBezTo>
                <a:lnTo>
                  <a:pt x="129176" y="52139"/>
                </a:lnTo>
                <a:close/>
                <a:moveTo>
                  <a:pt x="340244" y="58872"/>
                </a:moveTo>
                <a:lnTo>
                  <a:pt x="264459" y="58872"/>
                </a:lnTo>
                <a:lnTo>
                  <a:pt x="264459" y="69834"/>
                </a:lnTo>
                <a:lnTo>
                  <a:pt x="340244" y="69834"/>
                </a:lnTo>
                <a:lnTo>
                  <a:pt x="340244" y="58872"/>
                </a:lnTo>
                <a:moveTo>
                  <a:pt x="340244" y="85803"/>
                </a:moveTo>
                <a:lnTo>
                  <a:pt x="264459" y="85803"/>
                </a:lnTo>
                <a:lnTo>
                  <a:pt x="264459" y="96765"/>
                </a:lnTo>
                <a:lnTo>
                  <a:pt x="340244" y="96765"/>
                </a:lnTo>
                <a:lnTo>
                  <a:pt x="340244" y="85803"/>
                </a:lnTo>
                <a:close/>
                <a:moveTo>
                  <a:pt x="432154" y="33506"/>
                </a:moveTo>
                <a:lnTo>
                  <a:pt x="432154" y="114143"/>
                </a:lnTo>
                <a:lnTo>
                  <a:pt x="445935" y="114143"/>
                </a:lnTo>
                <a:lnTo>
                  <a:pt x="445935" y="939"/>
                </a:lnTo>
                <a:lnTo>
                  <a:pt x="436851" y="939"/>
                </a:lnTo>
                <a:cubicBezTo>
                  <a:pt x="431999" y="18318"/>
                  <a:pt x="428867" y="20666"/>
                  <a:pt x="407572" y="23486"/>
                </a:cubicBezTo>
                <a:lnTo>
                  <a:pt x="407572" y="33506"/>
                </a:lnTo>
                <a:lnTo>
                  <a:pt x="432154" y="33506"/>
                </a:lnTo>
                <a:close/>
                <a:moveTo>
                  <a:pt x="508566" y="97861"/>
                </a:moveTo>
                <a:lnTo>
                  <a:pt x="492281" y="97861"/>
                </a:lnTo>
                <a:lnTo>
                  <a:pt x="492281" y="114143"/>
                </a:lnTo>
                <a:lnTo>
                  <a:pt x="508566" y="114143"/>
                </a:lnTo>
                <a:lnTo>
                  <a:pt x="508566" y="97861"/>
                </a:lnTo>
                <a:close/>
                <a:moveTo>
                  <a:pt x="565247" y="939"/>
                </a:moveTo>
                <a:cubicBezTo>
                  <a:pt x="554913" y="939"/>
                  <a:pt x="545517" y="5636"/>
                  <a:pt x="539725" y="13308"/>
                </a:cubicBezTo>
                <a:cubicBezTo>
                  <a:pt x="532522" y="23330"/>
                  <a:pt x="528921" y="38361"/>
                  <a:pt x="528921" y="59343"/>
                </a:cubicBezTo>
                <a:cubicBezTo>
                  <a:pt x="528921" y="97548"/>
                  <a:pt x="541446" y="117746"/>
                  <a:pt x="565247" y="117746"/>
                </a:cubicBezTo>
                <a:cubicBezTo>
                  <a:pt x="588732" y="117746"/>
                  <a:pt x="601572" y="97548"/>
                  <a:pt x="601572" y="60282"/>
                </a:cubicBezTo>
                <a:cubicBezTo>
                  <a:pt x="601572" y="38361"/>
                  <a:pt x="598129" y="23643"/>
                  <a:pt x="590768" y="13308"/>
                </a:cubicBezTo>
                <a:cubicBezTo>
                  <a:pt x="584974" y="5478"/>
                  <a:pt x="575738" y="939"/>
                  <a:pt x="565247" y="939"/>
                </a:cubicBezTo>
                <a:moveTo>
                  <a:pt x="565247" y="13152"/>
                </a:moveTo>
                <a:cubicBezTo>
                  <a:pt x="580122" y="13152"/>
                  <a:pt x="587480" y="28341"/>
                  <a:pt x="587480" y="59030"/>
                </a:cubicBezTo>
                <a:cubicBezTo>
                  <a:pt x="587480" y="91284"/>
                  <a:pt x="580277" y="106317"/>
                  <a:pt x="564934" y="106317"/>
                </a:cubicBezTo>
                <a:cubicBezTo>
                  <a:pt x="550372" y="106317"/>
                  <a:pt x="543013" y="90658"/>
                  <a:pt x="543013" y="59498"/>
                </a:cubicBezTo>
                <a:cubicBezTo>
                  <a:pt x="543013" y="28341"/>
                  <a:pt x="550372" y="13152"/>
                  <a:pt x="565247" y="13152"/>
                </a:cubicBezTo>
                <a:close/>
                <a:moveTo>
                  <a:pt x="649798" y="33506"/>
                </a:moveTo>
                <a:lnTo>
                  <a:pt x="649798" y="114143"/>
                </a:lnTo>
                <a:lnTo>
                  <a:pt x="663579" y="114143"/>
                </a:lnTo>
                <a:lnTo>
                  <a:pt x="663579" y="939"/>
                </a:lnTo>
                <a:lnTo>
                  <a:pt x="654495" y="939"/>
                </a:lnTo>
                <a:cubicBezTo>
                  <a:pt x="649643" y="18318"/>
                  <a:pt x="646510" y="20666"/>
                  <a:pt x="625215" y="23486"/>
                </a:cubicBezTo>
                <a:lnTo>
                  <a:pt x="625215" y="33506"/>
                </a:lnTo>
                <a:lnTo>
                  <a:pt x="649798" y="335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HR=0.9***">
            <a:extLst xmlns:a="http://schemas.openxmlformats.org/drawingml/2006/main">
              <a:ext uri="{FF2B5EF4-FFF2-40B4-BE49-F238E27FC236}">
                <a16:creationId xmlns:a16="http://schemas.microsoft.com/office/drawing/2014/main" id="{C36F03F7-B483-4287-8E8F-A5C6ABB9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983" y="2316036"/>
            <a:ext cx="784768" cy="117746"/>
          </a:xfrm>
          <a:custGeom xmlns:a="http://schemas.openxmlformats.org/drawingml/2006/main">
            <a:pathLst>
              <a:path w="784768" h="117746">
                <a:moveTo>
                  <a:pt x="73279" y="62162"/>
                </a:moveTo>
                <a:lnTo>
                  <a:pt x="73279" y="114143"/>
                </a:lnTo>
                <a:lnTo>
                  <a:pt x="87841" y="114143"/>
                </a:lnTo>
                <a:lnTo>
                  <a:pt x="87841" y="0"/>
                </a:lnTo>
                <a:lnTo>
                  <a:pt x="73279" y="0"/>
                </a:lnTo>
                <a:lnTo>
                  <a:pt x="73279" y="49322"/>
                </a:lnTo>
                <a:lnTo>
                  <a:pt x="14562" y="49322"/>
                </a:lnTo>
                <a:lnTo>
                  <a:pt x="14562" y="0"/>
                </a:lnTo>
                <a:lnTo>
                  <a:pt x="0" y="0"/>
                </a:lnTo>
                <a:lnTo>
                  <a:pt x="0" y="114143"/>
                </a:lnTo>
                <a:lnTo>
                  <a:pt x="14562" y="114143"/>
                </a:lnTo>
                <a:lnTo>
                  <a:pt x="14562" y="62162"/>
                </a:lnTo>
                <a:lnTo>
                  <a:pt x="73279" y="62162"/>
                </a:lnTo>
                <a:close/>
                <a:moveTo>
                  <a:pt x="129176" y="64979"/>
                </a:moveTo>
                <a:lnTo>
                  <a:pt x="166755" y="64979"/>
                </a:lnTo>
                <a:cubicBezTo>
                  <a:pt x="179750" y="64979"/>
                  <a:pt x="185544" y="71243"/>
                  <a:pt x="185544" y="85335"/>
                </a:cubicBezTo>
                <a:lnTo>
                  <a:pt x="185389" y="95513"/>
                </a:lnTo>
                <a:cubicBezTo>
                  <a:pt x="185389" y="102558"/>
                  <a:pt x="186640" y="109446"/>
                  <a:pt x="188676" y="114143"/>
                </a:cubicBezTo>
                <a:lnTo>
                  <a:pt x="206370" y="114143"/>
                </a:lnTo>
                <a:lnTo>
                  <a:pt x="206370" y="110543"/>
                </a:lnTo>
                <a:cubicBezTo>
                  <a:pt x="200890" y="106785"/>
                  <a:pt x="199793" y="102714"/>
                  <a:pt x="199480" y="87526"/>
                </a:cubicBezTo>
                <a:cubicBezTo>
                  <a:pt x="199322" y="68737"/>
                  <a:pt x="196348" y="63101"/>
                  <a:pt x="183979" y="57775"/>
                </a:cubicBezTo>
                <a:cubicBezTo>
                  <a:pt x="196818" y="51358"/>
                  <a:pt x="201986" y="43684"/>
                  <a:pt x="201986" y="30531"/>
                </a:cubicBezTo>
                <a:cubicBezTo>
                  <a:pt x="201986" y="10804"/>
                  <a:pt x="189773" y="0"/>
                  <a:pt x="167226" y="0"/>
                </a:cubicBezTo>
                <a:lnTo>
                  <a:pt x="114614" y="0"/>
                </a:lnTo>
                <a:lnTo>
                  <a:pt x="114614" y="114143"/>
                </a:lnTo>
                <a:lnTo>
                  <a:pt x="129176" y="114143"/>
                </a:lnTo>
                <a:lnTo>
                  <a:pt x="129176" y="64979"/>
                </a:lnTo>
                <a:moveTo>
                  <a:pt x="129176" y="52139"/>
                </a:moveTo>
                <a:lnTo>
                  <a:pt x="129176" y="12840"/>
                </a:lnTo>
                <a:lnTo>
                  <a:pt x="164407" y="12840"/>
                </a:lnTo>
                <a:cubicBezTo>
                  <a:pt x="172549" y="12840"/>
                  <a:pt x="177246" y="14091"/>
                  <a:pt x="180847" y="17224"/>
                </a:cubicBezTo>
                <a:cubicBezTo>
                  <a:pt x="184763" y="20511"/>
                  <a:pt x="186798" y="25679"/>
                  <a:pt x="186798" y="32412"/>
                </a:cubicBezTo>
                <a:cubicBezTo>
                  <a:pt x="186798" y="46032"/>
                  <a:pt x="179908" y="52139"/>
                  <a:pt x="164407" y="52139"/>
                </a:cubicBezTo>
                <a:lnTo>
                  <a:pt x="129176" y="52139"/>
                </a:lnTo>
                <a:close/>
                <a:moveTo>
                  <a:pt x="340244" y="58872"/>
                </a:moveTo>
                <a:lnTo>
                  <a:pt x="264459" y="58872"/>
                </a:lnTo>
                <a:lnTo>
                  <a:pt x="264459" y="69834"/>
                </a:lnTo>
                <a:lnTo>
                  <a:pt x="340244" y="69834"/>
                </a:lnTo>
                <a:lnTo>
                  <a:pt x="340244" y="58872"/>
                </a:lnTo>
                <a:moveTo>
                  <a:pt x="340244" y="85803"/>
                </a:moveTo>
                <a:lnTo>
                  <a:pt x="264459" y="85803"/>
                </a:lnTo>
                <a:lnTo>
                  <a:pt x="264459" y="96765"/>
                </a:lnTo>
                <a:lnTo>
                  <a:pt x="340244" y="96765"/>
                </a:lnTo>
                <a:lnTo>
                  <a:pt x="340244" y="85803"/>
                </a:lnTo>
                <a:close/>
                <a:moveTo>
                  <a:pt x="434661" y="939"/>
                </a:moveTo>
                <a:cubicBezTo>
                  <a:pt x="424327" y="939"/>
                  <a:pt x="414931" y="5636"/>
                  <a:pt x="409139" y="13308"/>
                </a:cubicBezTo>
                <a:cubicBezTo>
                  <a:pt x="401936" y="23330"/>
                  <a:pt x="398335" y="38361"/>
                  <a:pt x="398335" y="59343"/>
                </a:cubicBezTo>
                <a:cubicBezTo>
                  <a:pt x="398335" y="97548"/>
                  <a:pt x="410859" y="117746"/>
                  <a:pt x="434661" y="117746"/>
                </a:cubicBezTo>
                <a:cubicBezTo>
                  <a:pt x="458146" y="117746"/>
                  <a:pt x="470986" y="97548"/>
                  <a:pt x="470986" y="60282"/>
                </a:cubicBezTo>
                <a:cubicBezTo>
                  <a:pt x="470986" y="38361"/>
                  <a:pt x="467543" y="23643"/>
                  <a:pt x="460182" y="13308"/>
                </a:cubicBezTo>
                <a:cubicBezTo>
                  <a:pt x="454388" y="5478"/>
                  <a:pt x="445152" y="939"/>
                  <a:pt x="434661" y="939"/>
                </a:cubicBezTo>
                <a:moveTo>
                  <a:pt x="434661" y="13152"/>
                </a:moveTo>
                <a:cubicBezTo>
                  <a:pt x="449536" y="13152"/>
                  <a:pt x="456894" y="28341"/>
                  <a:pt x="456894" y="59030"/>
                </a:cubicBezTo>
                <a:cubicBezTo>
                  <a:pt x="456894" y="91284"/>
                  <a:pt x="449691" y="106317"/>
                  <a:pt x="434348" y="106317"/>
                </a:cubicBezTo>
                <a:cubicBezTo>
                  <a:pt x="419785" y="106317"/>
                  <a:pt x="412427" y="90658"/>
                  <a:pt x="412427" y="59498"/>
                </a:cubicBezTo>
                <a:cubicBezTo>
                  <a:pt x="412427" y="28341"/>
                  <a:pt x="419785" y="13152"/>
                  <a:pt x="434661" y="13152"/>
                </a:cubicBezTo>
                <a:close/>
                <a:moveTo>
                  <a:pt x="508565" y="97861"/>
                </a:moveTo>
                <a:lnTo>
                  <a:pt x="492280" y="97861"/>
                </a:lnTo>
                <a:lnTo>
                  <a:pt x="492280" y="114143"/>
                </a:lnTo>
                <a:lnTo>
                  <a:pt x="508565" y="114143"/>
                </a:lnTo>
                <a:lnTo>
                  <a:pt x="508565" y="97861"/>
                </a:lnTo>
                <a:close/>
                <a:moveTo>
                  <a:pt x="530486" y="88309"/>
                </a:moveTo>
                <a:cubicBezTo>
                  <a:pt x="533148" y="106785"/>
                  <a:pt x="545048" y="117746"/>
                  <a:pt x="561959" y="117746"/>
                </a:cubicBezTo>
                <a:cubicBezTo>
                  <a:pt x="574328" y="117746"/>
                  <a:pt x="585289" y="111795"/>
                  <a:pt x="591864" y="101619"/>
                </a:cubicBezTo>
                <a:cubicBezTo>
                  <a:pt x="598755" y="90502"/>
                  <a:pt x="601885" y="76722"/>
                  <a:pt x="601885" y="56210"/>
                </a:cubicBezTo>
                <a:cubicBezTo>
                  <a:pt x="601885" y="37109"/>
                  <a:pt x="599068" y="25051"/>
                  <a:pt x="592490" y="15030"/>
                </a:cubicBezTo>
                <a:cubicBezTo>
                  <a:pt x="586383" y="5791"/>
                  <a:pt x="576676" y="939"/>
                  <a:pt x="564463" y="939"/>
                </a:cubicBezTo>
                <a:cubicBezTo>
                  <a:pt x="543326" y="939"/>
                  <a:pt x="528137" y="16753"/>
                  <a:pt x="528137" y="38674"/>
                </a:cubicBezTo>
                <a:cubicBezTo>
                  <a:pt x="528137" y="59498"/>
                  <a:pt x="542229" y="74218"/>
                  <a:pt x="562272" y="74218"/>
                </a:cubicBezTo>
                <a:cubicBezTo>
                  <a:pt x="572763" y="74218"/>
                  <a:pt x="580590" y="70460"/>
                  <a:pt x="587638" y="61847"/>
                </a:cubicBezTo>
                <a:cubicBezTo>
                  <a:pt x="587480" y="90032"/>
                  <a:pt x="578712" y="105533"/>
                  <a:pt x="562898" y="105533"/>
                </a:cubicBezTo>
                <a:cubicBezTo>
                  <a:pt x="553190" y="105533"/>
                  <a:pt x="546458" y="99271"/>
                  <a:pt x="544264" y="88309"/>
                </a:cubicBezTo>
                <a:lnTo>
                  <a:pt x="530486" y="88309"/>
                </a:lnTo>
                <a:moveTo>
                  <a:pt x="564307" y="12995"/>
                </a:moveTo>
                <a:cubicBezTo>
                  <a:pt x="577147" y="12995"/>
                  <a:pt x="586854" y="23799"/>
                  <a:pt x="586854" y="38361"/>
                </a:cubicBezTo>
                <a:cubicBezTo>
                  <a:pt x="586854" y="52297"/>
                  <a:pt x="577460" y="62004"/>
                  <a:pt x="563837" y="62004"/>
                </a:cubicBezTo>
                <a:cubicBezTo>
                  <a:pt x="550529" y="62004"/>
                  <a:pt x="542229" y="52610"/>
                  <a:pt x="542229" y="37577"/>
                </a:cubicBezTo>
                <a:cubicBezTo>
                  <a:pt x="542229" y="23330"/>
                  <a:pt x="551468" y="12995"/>
                  <a:pt x="564307" y="12995"/>
                </a:cubicBezTo>
                <a:close/>
                <a:moveTo>
                  <a:pt x="634296" y="0"/>
                </a:moveTo>
                <a:lnTo>
                  <a:pt x="635080" y="17537"/>
                </a:lnTo>
                <a:lnTo>
                  <a:pt x="618482" y="11585"/>
                </a:lnTo>
                <a:lnTo>
                  <a:pt x="615508" y="20824"/>
                </a:lnTo>
                <a:lnTo>
                  <a:pt x="632419" y="25521"/>
                </a:lnTo>
                <a:lnTo>
                  <a:pt x="621615" y="39457"/>
                </a:lnTo>
                <a:lnTo>
                  <a:pt x="629444" y="45094"/>
                </a:lnTo>
                <a:lnTo>
                  <a:pt x="639307" y="30531"/>
                </a:lnTo>
                <a:lnTo>
                  <a:pt x="649016" y="45094"/>
                </a:lnTo>
                <a:lnTo>
                  <a:pt x="657001" y="39457"/>
                </a:lnTo>
                <a:lnTo>
                  <a:pt x="646039" y="25521"/>
                </a:lnTo>
                <a:lnTo>
                  <a:pt x="662950" y="20824"/>
                </a:lnTo>
                <a:lnTo>
                  <a:pt x="659975" y="11585"/>
                </a:lnTo>
                <a:lnTo>
                  <a:pt x="643378" y="17537"/>
                </a:lnTo>
                <a:lnTo>
                  <a:pt x="644161" y="0"/>
                </a:lnTo>
                <a:lnTo>
                  <a:pt x="634296" y="0"/>
                </a:lnTo>
                <a:close/>
                <a:moveTo>
                  <a:pt x="695205" y="0"/>
                </a:moveTo>
                <a:lnTo>
                  <a:pt x="695989" y="17537"/>
                </a:lnTo>
                <a:lnTo>
                  <a:pt x="679391" y="11585"/>
                </a:lnTo>
                <a:lnTo>
                  <a:pt x="676416" y="20824"/>
                </a:lnTo>
                <a:lnTo>
                  <a:pt x="693327" y="25521"/>
                </a:lnTo>
                <a:lnTo>
                  <a:pt x="682523" y="39457"/>
                </a:lnTo>
                <a:lnTo>
                  <a:pt x="690353" y="45094"/>
                </a:lnTo>
                <a:lnTo>
                  <a:pt x="700215" y="30531"/>
                </a:lnTo>
                <a:lnTo>
                  <a:pt x="709925" y="45094"/>
                </a:lnTo>
                <a:lnTo>
                  <a:pt x="717909" y="39457"/>
                </a:lnTo>
                <a:lnTo>
                  <a:pt x="706948" y="25521"/>
                </a:lnTo>
                <a:lnTo>
                  <a:pt x="723858" y="20824"/>
                </a:lnTo>
                <a:lnTo>
                  <a:pt x="720884" y="11585"/>
                </a:lnTo>
                <a:lnTo>
                  <a:pt x="704286" y="17537"/>
                </a:lnTo>
                <a:lnTo>
                  <a:pt x="705070" y="0"/>
                </a:lnTo>
                <a:lnTo>
                  <a:pt x="695205" y="0"/>
                </a:lnTo>
                <a:close/>
                <a:moveTo>
                  <a:pt x="756114" y="0"/>
                </a:moveTo>
                <a:lnTo>
                  <a:pt x="756898" y="17537"/>
                </a:lnTo>
                <a:lnTo>
                  <a:pt x="740300" y="11585"/>
                </a:lnTo>
                <a:lnTo>
                  <a:pt x="737325" y="20824"/>
                </a:lnTo>
                <a:lnTo>
                  <a:pt x="754236" y="25521"/>
                </a:lnTo>
                <a:lnTo>
                  <a:pt x="743432" y="39457"/>
                </a:lnTo>
                <a:lnTo>
                  <a:pt x="751262" y="45094"/>
                </a:lnTo>
                <a:lnTo>
                  <a:pt x="761124" y="30531"/>
                </a:lnTo>
                <a:lnTo>
                  <a:pt x="770834" y="45094"/>
                </a:lnTo>
                <a:lnTo>
                  <a:pt x="778818" y="39457"/>
                </a:lnTo>
                <a:lnTo>
                  <a:pt x="767857" y="25521"/>
                </a:lnTo>
                <a:lnTo>
                  <a:pt x="784768" y="20824"/>
                </a:lnTo>
                <a:lnTo>
                  <a:pt x="781793" y="11585"/>
                </a:lnTo>
                <a:lnTo>
                  <a:pt x="765195" y="17537"/>
                </a:lnTo>
                <a:lnTo>
                  <a:pt x="765979" y="0"/>
                </a:lnTo>
                <a:lnTo>
                  <a:pt x="75611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HR=1.21**">
            <a:extLst xmlns:a="http://schemas.openxmlformats.org/drawingml/2006/main">
              <a:ext uri="{FF2B5EF4-FFF2-40B4-BE49-F238E27FC236}">
                <a16:creationId xmlns:a16="http://schemas.microsoft.com/office/drawing/2014/main" id="{92ACF8BC-A634-4471-8CD3-DA23E7F6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214" y="2966261"/>
            <a:ext cx="810916" cy="114143"/>
          </a:xfrm>
          <a:custGeom xmlns:a="http://schemas.openxmlformats.org/drawingml/2006/main">
            <a:pathLst>
              <a:path w="810916" h="114143">
                <a:moveTo>
                  <a:pt x="73279" y="62162"/>
                </a:moveTo>
                <a:lnTo>
                  <a:pt x="73279" y="114143"/>
                </a:lnTo>
                <a:lnTo>
                  <a:pt x="87841" y="114143"/>
                </a:lnTo>
                <a:lnTo>
                  <a:pt x="87841" y="0"/>
                </a:lnTo>
                <a:lnTo>
                  <a:pt x="73279" y="0"/>
                </a:lnTo>
                <a:lnTo>
                  <a:pt x="73279" y="49322"/>
                </a:lnTo>
                <a:lnTo>
                  <a:pt x="14562" y="49322"/>
                </a:lnTo>
                <a:lnTo>
                  <a:pt x="14562" y="0"/>
                </a:lnTo>
                <a:lnTo>
                  <a:pt x="0" y="0"/>
                </a:lnTo>
                <a:lnTo>
                  <a:pt x="0" y="114143"/>
                </a:lnTo>
                <a:lnTo>
                  <a:pt x="14562" y="114143"/>
                </a:lnTo>
                <a:lnTo>
                  <a:pt x="14562" y="62162"/>
                </a:lnTo>
                <a:lnTo>
                  <a:pt x="73279" y="62162"/>
                </a:lnTo>
                <a:close/>
                <a:moveTo>
                  <a:pt x="129176" y="64979"/>
                </a:moveTo>
                <a:lnTo>
                  <a:pt x="166756" y="64979"/>
                </a:lnTo>
                <a:cubicBezTo>
                  <a:pt x="179750" y="64979"/>
                  <a:pt x="185544" y="71243"/>
                  <a:pt x="185544" y="85335"/>
                </a:cubicBezTo>
                <a:lnTo>
                  <a:pt x="185389" y="95513"/>
                </a:lnTo>
                <a:cubicBezTo>
                  <a:pt x="185389" y="102558"/>
                  <a:pt x="186641" y="109446"/>
                  <a:pt x="188676" y="114143"/>
                </a:cubicBezTo>
                <a:lnTo>
                  <a:pt x="206371" y="114143"/>
                </a:lnTo>
                <a:lnTo>
                  <a:pt x="206371" y="110543"/>
                </a:lnTo>
                <a:cubicBezTo>
                  <a:pt x="200890" y="106785"/>
                  <a:pt x="199793" y="102714"/>
                  <a:pt x="199480" y="87526"/>
                </a:cubicBezTo>
                <a:cubicBezTo>
                  <a:pt x="199323" y="68737"/>
                  <a:pt x="196348" y="63101"/>
                  <a:pt x="183979" y="57775"/>
                </a:cubicBezTo>
                <a:cubicBezTo>
                  <a:pt x="196819" y="51358"/>
                  <a:pt x="201987" y="43684"/>
                  <a:pt x="201987" y="30531"/>
                </a:cubicBezTo>
                <a:cubicBezTo>
                  <a:pt x="201987" y="10804"/>
                  <a:pt x="189773" y="0"/>
                  <a:pt x="167226" y="0"/>
                </a:cubicBezTo>
                <a:lnTo>
                  <a:pt x="114614" y="0"/>
                </a:lnTo>
                <a:lnTo>
                  <a:pt x="114614" y="114143"/>
                </a:lnTo>
                <a:lnTo>
                  <a:pt x="129176" y="114143"/>
                </a:lnTo>
                <a:lnTo>
                  <a:pt x="129176" y="64979"/>
                </a:lnTo>
                <a:moveTo>
                  <a:pt x="129176" y="52139"/>
                </a:moveTo>
                <a:lnTo>
                  <a:pt x="129176" y="12840"/>
                </a:lnTo>
                <a:lnTo>
                  <a:pt x="164407" y="12840"/>
                </a:lnTo>
                <a:cubicBezTo>
                  <a:pt x="172549" y="12840"/>
                  <a:pt x="177246" y="14091"/>
                  <a:pt x="180847" y="17224"/>
                </a:cubicBezTo>
                <a:cubicBezTo>
                  <a:pt x="184763" y="20511"/>
                  <a:pt x="186798" y="25679"/>
                  <a:pt x="186798" y="32412"/>
                </a:cubicBezTo>
                <a:cubicBezTo>
                  <a:pt x="186798" y="46032"/>
                  <a:pt x="179908" y="52139"/>
                  <a:pt x="164407" y="52139"/>
                </a:cubicBezTo>
                <a:lnTo>
                  <a:pt x="129176" y="52139"/>
                </a:lnTo>
                <a:close/>
                <a:moveTo>
                  <a:pt x="340244" y="58872"/>
                </a:moveTo>
                <a:lnTo>
                  <a:pt x="264459" y="58872"/>
                </a:lnTo>
                <a:lnTo>
                  <a:pt x="264459" y="69834"/>
                </a:lnTo>
                <a:lnTo>
                  <a:pt x="340244" y="69834"/>
                </a:lnTo>
                <a:lnTo>
                  <a:pt x="340244" y="58872"/>
                </a:lnTo>
                <a:moveTo>
                  <a:pt x="340244" y="85803"/>
                </a:moveTo>
                <a:lnTo>
                  <a:pt x="264459" y="85803"/>
                </a:lnTo>
                <a:lnTo>
                  <a:pt x="264459" y="96765"/>
                </a:lnTo>
                <a:lnTo>
                  <a:pt x="340244" y="96765"/>
                </a:lnTo>
                <a:lnTo>
                  <a:pt x="340244" y="85803"/>
                </a:lnTo>
                <a:close/>
                <a:moveTo>
                  <a:pt x="432154" y="33506"/>
                </a:moveTo>
                <a:lnTo>
                  <a:pt x="432154" y="114143"/>
                </a:lnTo>
                <a:lnTo>
                  <a:pt x="445935" y="114143"/>
                </a:lnTo>
                <a:lnTo>
                  <a:pt x="445935" y="939"/>
                </a:lnTo>
                <a:lnTo>
                  <a:pt x="436851" y="939"/>
                </a:lnTo>
                <a:cubicBezTo>
                  <a:pt x="431999" y="18318"/>
                  <a:pt x="428867" y="20666"/>
                  <a:pt x="407572" y="23486"/>
                </a:cubicBezTo>
                <a:lnTo>
                  <a:pt x="407572" y="33506"/>
                </a:lnTo>
                <a:lnTo>
                  <a:pt x="432154" y="33506"/>
                </a:lnTo>
                <a:close/>
                <a:moveTo>
                  <a:pt x="508566" y="97861"/>
                </a:moveTo>
                <a:lnTo>
                  <a:pt x="492281" y="97861"/>
                </a:lnTo>
                <a:lnTo>
                  <a:pt x="492281" y="114143"/>
                </a:lnTo>
                <a:lnTo>
                  <a:pt x="508566" y="114143"/>
                </a:lnTo>
                <a:lnTo>
                  <a:pt x="508566" y="97861"/>
                </a:lnTo>
                <a:close/>
                <a:moveTo>
                  <a:pt x="601417" y="100523"/>
                </a:moveTo>
                <a:lnTo>
                  <a:pt x="543013" y="100523"/>
                </a:lnTo>
                <a:cubicBezTo>
                  <a:pt x="544422" y="91128"/>
                  <a:pt x="549433" y="85177"/>
                  <a:pt x="563053" y="76879"/>
                </a:cubicBezTo>
                <a:lnTo>
                  <a:pt x="578712" y="68111"/>
                </a:lnTo>
                <a:cubicBezTo>
                  <a:pt x="594213" y="59498"/>
                  <a:pt x="602198" y="47913"/>
                  <a:pt x="602198" y="33977"/>
                </a:cubicBezTo>
                <a:cubicBezTo>
                  <a:pt x="602198" y="24582"/>
                  <a:pt x="598442" y="15814"/>
                  <a:pt x="591865" y="9707"/>
                </a:cubicBezTo>
                <a:cubicBezTo>
                  <a:pt x="585290" y="3758"/>
                  <a:pt x="577147" y="939"/>
                  <a:pt x="566656" y="939"/>
                </a:cubicBezTo>
                <a:cubicBezTo>
                  <a:pt x="552565" y="939"/>
                  <a:pt x="542074" y="5949"/>
                  <a:pt x="535967" y="15656"/>
                </a:cubicBezTo>
                <a:cubicBezTo>
                  <a:pt x="532051" y="21608"/>
                  <a:pt x="530329" y="28654"/>
                  <a:pt x="530016" y="40083"/>
                </a:cubicBezTo>
                <a:lnTo>
                  <a:pt x="543794" y="40083"/>
                </a:lnTo>
                <a:cubicBezTo>
                  <a:pt x="544265" y="32412"/>
                  <a:pt x="545204" y="27870"/>
                  <a:pt x="547084" y="24112"/>
                </a:cubicBezTo>
                <a:cubicBezTo>
                  <a:pt x="550685" y="17224"/>
                  <a:pt x="557888" y="12995"/>
                  <a:pt x="566186" y="12995"/>
                </a:cubicBezTo>
                <a:cubicBezTo>
                  <a:pt x="578712" y="12995"/>
                  <a:pt x="588106" y="22076"/>
                  <a:pt x="588106" y="34290"/>
                </a:cubicBezTo>
                <a:cubicBezTo>
                  <a:pt x="588106" y="43371"/>
                  <a:pt x="582941" y="51200"/>
                  <a:pt x="573076" y="56836"/>
                </a:cubicBezTo>
                <a:lnTo>
                  <a:pt x="558669" y="65292"/>
                </a:lnTo>
                <a:cubicBezTo>
                  <a:pt x="535496" y="78602"/>
                  <a:pt x="528764" y="89248"/>
                  <a:pt x="527512" y="113988"/>
                </a:cubicBezTo>
                <a:lnTo>
                  <a:pt x="601417" y="113988"/>
                </a:lnTo>
                <a:lnTo>
                  <a:pt x="601417" y="100523"/>
                </a:lnTo>
                <a:close/>
                <a:moveTo>
                  <a:pt x="649798" y="33506"/>
                </a:moveTo>
                <a:lnTo>
                  <a:pt x="649798" y="114143"/>
                </a:lnTo>
                <a:lnTo>
                  <a:pt x="663578" y="114143"/>
                </a:lnTo>
                <a:lnTo>
                  <a:pt x="663578" y="939"/>
                </a:lnTo>
                <a:lnTo>
                  <a:pt x="654495" y="939"/>
                </a:lnTo>
                <a:cubicBezTo>
                  <a:pt x="649642" y="18318"/>
                  <a:pt x="646510" y="20666"/>
                  <a:pt x="625215" y="23486"/>
                </a:cubicBezTo>
                <a:lnTo>
                  <a:pt x="625215" y="33506"/>
                </a:lnTo>
                <a:lnTo>
                  <a:pt x="649798" y="33506"/>
                </a:lnTo>
                <a:close/>
                <a:moveTo>
                  <a:pt x="721354" y="0"/>
                </a:moveTo>
                <a:lnTo>
                  <a:pt x="722138" y="17537"/>
                </a:lnTo>
                <a:lnTo>
                  <a:pt x="705540" y="11585"/>
                </a:lnTo>
                <a:lnTo>
                  <a:pt x="702565" y="20824"/>
                </a:lnTo>
                <a:lnTo>
                  <a:pt x="719476" y="25521"/>
                </a:lnTo>
                <a:lnTo>
                  <a:pt x="708672" y="39457"/>
                </a:lnTo>
                <a:lnTo>
                  <a:pt x="716501" y="45094"/>
                </a:lnTo>
                <a:lnTo>
                  <a:pt x="726364" y="30531"/>
                </a:lnTo>
                <a:lnTo>
                  <a:pt x="736074" y="45094"/>
                </a:lnTo>
                <a:lnTo>
                  <a:pt x="744058" y="39457"/>
                </a:lnTo>
                <a:lnTo>
                  <a:pt x="733097" y="25521"/>
                </a:lnTo>
                <a:lnTo>
                  <a:pt x="750007" y="20824"/>
                </a:lnTo>
                <a:lnTo>
                  <a:pt x="747033" y="11585"/>
                </a:lnTo>
                <a:lnTo>
                  <a:pt x="730435" y="17537"/>
                </a:lnTo>
                <a:lnTo>
                  <a:pt x="731219" y="0"/>
                </a:lnTo>
                <a:lnTo>
                  <a:pt x="721354" y="0"/>
                </a:lnTo>
                <a:close/>
                <a:moveTo>
                  <a:pt x="782262" y="0"/>
                </a:moveTo>
                <a:lnTo>
                  <a:pt x="783046" y="17537"/>
                </a:lnTo>
                <a:lnTo>
                  <a:pt x="766448" y="11585"/>
                </a:lnTo>
                <a:lnTo>
                  <a:pt x="763474" y="20824"/>
                </a:lnTo>
                <a:lnTo>
                  <a:pt x="780384" y="25521"/>
                </a:lnTo>
                <a:lnTo>
                  <a:pt x="769580" y="39457"/>
                </a:lnTo>
                <a:lnTo>
                  <a:pt x="777410" y="45094"/>
                </a:lnTo>
                <a:lnTo>
                  <a:pt x="787272" y="30531"/>
                </a:lnTo>
                <a:lnTo>
                  <a:pt x="796982" y="45094"/>
                </a:lnTo>
                <a:lnTo>
                  <a:pt x="804967" y="39457"/>
                </a:lnTo>
                <a:lnTo>
                  <a:pt x="794005" y="25521"/>
                </a:lnTo>
                <a:lnTo>
                  <a:pt x="810916" y="20824"/>
                </a:lnTo>
                <a:lnTo>
                  <a:pt x="807941" y="11585"/>
                </a:lnTo>
                <a:lnTo>
                  <a:pt x="791343" y="17537"/>
                </a:lnTo>
                <a:lnTo>
                  <a:pt x="792127" y="0"/>
                </a:lnTo>
                <a:lnTo>
                  <a:pt x="7822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HR=1.58***">
            <a:extLst xmlns:a="http://schemas.openxmlformats.org/drawingml/2006/main">
              <a:ext uri="{FF2B5EF4-FFF2-40B4-BE49-F238E27FC236}">
                <a16:creationId xmlns:a16="http://schemas.microsoft.com/office/drawing/2014/main" id="{67EF2654-7CE7-4A29-93E5-E5B87CDA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160" y="3291232"/>
            <a:ext cx="871824" cy="117746"/>
          </a:xfrm>
          <a:custGeom xmlns:a="http://schemas.openxmlformats.org/drawingml/2006/main">
            <a:pathLst>
              <a:path w="871824" h="117746">
                <a:moveTo>
                  <a:pt x="73279" y="62162"/>
                </a:moveTo>
                <a:lnTo>
                  <a:pt x="73279" y="114143"/>
                </a:lnTo>
                <a:lnTo>
                  <a:pt x="87841" y="114143"/>
                </a:lnTo>
                <a:lnTo>
                  <a:pt x="87841" y="0"/>
                </a:lnTo>
                <a:lnTo>
                  <a:pt x="73279" y="0"/>
                </a:lnTo>
                <a:lnTo>
                  <a:pt x="73279" y="49322"/>
                </a:lnTo>
                <a:lnTo>
                  <a:pt x="14562" y="49322"/>
                </a:lnTo>
                <a:lnTo>
                  <a:pt x="14562" y="0"/>
                </a:lnTo>
                <a:lnTo>
                  <a:pt x="0" y="0"/>
                </a:lnTo>
                <a:lnTo>
                  <a:pt x="0" y="114143"/>
                </a:lnTo>
                <a:lnTo>
                  <a:pt x="14562" y="114143"/>
                </a:lnTo>
                <a:lnTo>
                  <a:pt x="14562" y="62162"/>
                </a:lnTo>
                <a:lnTo>
                  <a:pt x="73279" y="62162"/>
                </a:lnTo>
                <a:close/>
                <a:moveTo>
                  <a:pt x="129175" y="64979"/>
                </a:moveTo>
                <a:lnTo>
                  <a:pt x="166755" y="64979"/>
                </a:lnTo>
                <a:cubicBezTo>
                  <a:pt x="179750" y="64979"/>
                  <a:pt x="185544" y="71243"/>
                  <a:pt x="185544" y="85335"/>
                </a:cubicBezTo>
                <a:lnTo>
                  <a:pt x="185388" y="95513"/>
                </a:lnTo>
                <a:cubicBezTo>
                  <a:pt x="185388" y="102558"/>
                  <a:pt x="186640" y="109446"/>
                  <a:pt x="188676" y="114143"/>
                </a:cubicBezTo>
                <a:lnTo>
                  <a:pt x="206370" y="114143"/>
                </a:lnTo>
                <a:lnTo>
                  <a:pt x="206370" y="110543"/>
                </a:lnTo>
                <a:cubicBezTo>
                  <a:pt x="200889" y="106785"/>
                  <a:pt x="199793" y="102714"/>
                  <a:pt x="199480" y="87526"/>
                </a:cubicBezTo>
                <a:cubicBezTo>
                  <a:pt x="199322" y="68737"/>
                  <a:pt x="196347" y="63101"/>
                  <a:pt x="183979" y="57775"/>
                </a:cubicBezTo>
                <a:cubicBezTo>
                  <a:pt x="196818" y="51358"/>
                  <a:pt x="201986" y="43684"/>
                  <a:pt x="201986" y="30531"/>
                </a:cubicBezTo>
                <a:cubicBezTo>
                  <a:pt x="201986" y="10804"/>
                  <a:pt x="189772" y="0"/>
                  <a:pt x="167226" y="0"/>
                </a:cubicBezTo>
                <a:lnTo>
                  <a:pt x="114613" y="0"/>
                </a:lnTo>
                <a:lnTo>
                  <a:pt x="114613" y="114143"/>
                </a:lnTo>
                <a:lnTo>
                  <a:pt x="129175" y="114143"/>
                </a:lnTo>
                <a:lnTo>
                  <a:pt x="129175" y="64979"/>
                </a:lnTo>
                <a:moveTo>
                  <a:pt x="129175" y="52139"/>
                </a:moveTo>
                <a:lnTo>
                  <a:pt x="129175" y="12840"/>
                </a:lnTo>
                <a:lnTo>
                  <a:pt x="164406" y="12840"/>
                </a:lnTo>
                <a:cubicBezTo>
                  <a:pt x="172549" y="12840"/>
                  <a:pt x="177246" y="14091"/>
                  <a:pt x="180846" y="17224"/>
                </a:cubicBezTo>
                <a:cubicBezTo>
                  <a:pt x="184762" y="20511"/>
                  <a:pt x="186798" y="25679"/>
                  <a:pt x="186798" y="32412"/>
                </a:cubicBezTo>
                <a:cubicBezTo>
                  <a:pt x="186798" y="46032"/>
                  <a:pt x="179907" y="52139"/>
                  <a:pt x="164406" y="52139"/>
                </a:cubicBezTo>
                <a:lnTo>
                  <a:pt x="129175" y="52139"/>
                </a:lnTo>
                <a:close/>
                <a:moveTo>
                  <a:pt x="340244" y="58872"/>
                </a:moveTo>
                <a:lnTo>
                  <a:pt x="264459" y="58872"/>
                </a:lnTo>
                <a:lnTo>
                  <a:pt x="264459" y="69834"/>
                </a:lnTo>
                <a:lnTo>
                  <a:pt x="340244" y="69834"/>
                </a:lnTo>
                <a:lnTo>
                  <a:pt x="340244" y="58872"/>
                </a:lnTo>
                <a:moveTo>
                  <a:pt x="340244" y="85803"/>
                </a:moveTo>
                <a:lnTo>
                  <a:pt x="264459" y="85803"/>
                </a:lnTo>
                <a:lnTo>
                  <a:pt x="264459" y="96765"/>
                </a:lnTo>
                <a:lnTo>
                  <a:pt x="340244" y="96765"/>
                </a:lnTo>
                <a:lnTo>
                  <a:pt x="340244" y="85803"/>
                </a:lnTo>
                <a:close/>
                <a:moveTo>
                  <a:pt x="432154" y="33506"/>
                </a:moveTo>
                <a:lnTo>
                  <a:pt x="432154" y="114143"/>
                </a:lnTo>
                <a:lnTo>
                  <a:pt x="445935" y="114143"/>
                </a:lnTo>
                <a:lnTo>
                  <a:pt x="445935" y="939"/>
                </a:lnTo>
                <a:lnTo>
                  <a:pt x="436851" y="939"/>
                </a:lnTo>
                <a:cubicBezTo>
                  <a:pt x="431999" y="18318"/>
                  <a:pt x="428867" y="20666"/>
                  <a:pt x="407572" y="23486"/>
                </a:cubicBezTo>
                <a:lnTo>
                  <a:pt x="407572" y="33506"/>
                </a:lnTo>
                <a:lnTo>
                  <a:pt x="432154" y="33506"/>
                </a:lnTo>
                <a:close/>
                <a:moveTo>
                  <a:pt x="508565" y="97861"/>
                </a:moveTo>
                <a:lnTo>
                  <a:pt x="492280" y="97861"/>
                </a:lnTo>
                <a:lnTo>
                  <a:pt x="492280" y="114143"/>
                </a:lnTo>
                <a:lnTo>
                  <a:pt x="508565" y="114143"/>
                </a:lnTo>
                <a:lnTo>
                  <a:pt x="508565" y="97861"/>
                </a:lnTo>
                <a:close/>
                <a:moveTo>
                  <a:pt x="596719" y="3130"/>
                </a:moveTo>
                <a:lnTo>
                  <a:pt x="539409" y="3130"/>
                </a:lnTo>
                <a:lnTo>
                  <a:pt x="531112" y="63569"/>
                </a:lnTo>
                <a:lnTo>
                  <a:pt x="543794" y="63569"/>
                </a:lnTo>
                <a:cubicBezTo>
                  <a:pt x="550213" y="55897"/>
                  <a:pt x="555539" y="53236"/>
                  <a:pt x="564307" y="53236"/>
                </a:cubicBezTo>
                <a:cubicBezTo>
                  <a:pt x="579182" y="53236"/>
                  <a:pt x="588419" y="63414"/>
                  <a:pt x="588419" y="79854"/>
                </a:cubicBezTo>
                <a:cubicBezTo>
                  <a:pt x="588419" y="95826"/>
                  <a:pt x="579182" y="105533"/>
                  <a:pt x="564149" y="105533"/>
                </a:cubicBezTo>
                <a:cubicBezTo>
                  <a:pt x="552094" y="105533"/>
                  <a:pt x="544735" y="99426"/>
                  <a:pt x="541445" y="86900"/>
                </a:cubicBezTo>
                <a:lnTo>
                  <a:pt x="527667" y="86900"/>
                </a:lnTo>
                <a:cubicBezTo>
                  <a:pt x="529547" y="95981"/>
                  <a:pt x="531112" y="100365"/>
                  <a:pt x="534399" y="104436"/>
                </a:cubicBezTo>
                <a:cubicBezTo>
                  <a:pt x="540664" y="112892"/>
                  <a:pt x="551936" y="117746"/>
                  <a:pt x="564462" y="117746"/>
                </a:cubicBezTo>
                <a:cubicBezTo>
                  <a:pt x="586854" y="117746"/>
                  <a:pt x="602513" y="101462"/>
                  <a:pt x="602513" y="77976"/>
                </a:cubicBezTo>
                <a:cubicBezTo>
                  <a:pt x="602513" y="56055"/>
                  <a:pt x="587951" y="41022"/>
                  <a:pt x="566656" y="41022"/>
                </a:cubicBezTo>
                <a:cubicBezTo>
                  <a:pt x="558826" y="41022"/>
                  <a:pt x="552564" y="43058"/>
                  <a:pt x="546144" y="47755"/>
                </a:cubicBezTo>
                <a:lnTo>
                  <a:pt x="550529" y="16753"/>
                </a:lnTo>
                <a:lnTo>
                  <a:pt x="596719" y="16753"/>
                </a:lnTo>
                <a:lnTo>
                  <a:pt x="596719" y="3130"/>
                </a:lnTo>
                <a:close/>
                <a:moveTo>
                  <a:pt x="670466" y="54488"/>
                </a:moveTo>
                <a:cubicBezTo>
                  <a:pt x="682054" y="47442"/>
                  <a:pt x="685654" y="41806"/>
                  <a:pt x="685654" y="31157"/>
                </a:cubicBezTo>
                <a:cubicBezTo>
                  <a:pt x="685654" y="13308"/>
                  <a:pt x="672031" y="939"/>
                  <a:pt x="652304" y="939"/>
                </a:cubicBezTo>
                <a:cubicBezTo>
                  <a:pt x="632731" y="939"/>
                  <a:pt x="618953" y="13308"/>
                  <a:pt x="618953" y="31002"/>
                </a:cubicBezTo>
                <a:cubicBezTo>
                  <a:pt x="618953" y="41806"/>
                  <a:pt x="622553" y="47287"/>
                  <a:pt x="633983" y="54488"/>
                </a:cubicBezTo>
                <a:cubicBezTo>
                  <a:pt x="621301" y="60908"/>
                  <a:pt x="615037" y="70147"/>
                  <a:pt x="615037" y="82673"/>
                </a:cubicBezTo>
                <a:cubicBezTo>
                  <a:pt x="615037" y="103342"/>
                  <a:pt x="630225" y="117746"/>
                  <a:pt x="652304" y="117746"/>
                </a:cubicBezTo>
                <a:cubicBezTo>
                  <a:pt x="674224" y="117746"/>
                  <a:pt x="689570" y="103342"/>
                  <a:pt x="689570" y="82673"/>
                </a:cubicBezTo>
                <a:cubicBezTo>
                  <a:pt x="689570" y="70147"/>
                  <a:pt x="683306" y="60908"/>
                  <a:pt x="670466" y="54488"/>
                </a:cubicBezTo>
                <a:moveTo>
                  <a:pt x="652304" y="13152"/>
                </a:moveTo>
                <a:cubicBezTo>
                  <a:pt x="664046" y="13152"/>
                  <a:pt x="671563" y="20198"/>
                  <a:pt x="671563" y="31470"/>
                </a:cubicBezTo>
                <a:cubicBezTo>
                  <a:pt x="671563" y="42119"/>
                  <a:pt x="663891" y="49165"/>
                  <a:pt x="652304" y="49165"/>
                </a:cubicBezTo>
                <a:cubicBezTo>
                  <a:pt x="640561" y="49165"/>
                  <a:pt x="633044" y="42119"/>
                  <a:pt x="633044" y="31157"/>
                </a:cubicBezTo>
                <a:cubicBezTo>
                  <a:pt x="633044" y="20198"/>
                  <a:pt x="640561" y="13152"/>
                  <a:pt x="652304" y="13152"/>
                </a:cubicBezTo>
                <a:moveTo>
                  <a:pt x="652304" y="60752"/>
                </a:moveTo>
                <a:cubicBezTo>
                  <a:pt x="666082" y="60752"/>
                  <a:pt x="675476" y="69834"/>
                  <a:pt x="675476" y="82986"/>
                </a:cubicBezTo>
                <a:cubicBezTo>
                  <a:pt x="675476" y="96607"/>
                  <a:pt x="666240" y="105533"/>
                  <a:pt x="651991" y="105533"/>
                </a:cubicBezTo>
                <a:cubicBezTo>
                  <a:pt x="638525" y="105533"/>
                  <a:pt x="629131" y="96294"/>
                  <a:pt x="629131" y="83141"/>
                </a:cubicBezTo>
                <a:cubicBezTo>
                  <a:pt x="629131" y="69676"/>
                  <a:pt x="638367" y="60752"/>
                  <a:pt x="652304" y="60752"/>
                </a:cubicBezTo>
                <a:close/>
                <a:moveTo>
                  <a:pt x="721353" y="0"/>
                </a:moveTo>
                <a:lnTo>
                  <a:pt x="722137" y="17537"/>
                </a:lnTo>
                <a:lnTo>
                  <a:pt x="705539" y="11585"/>
                </a:lnTo>
                <a:lnTo>
                  <a:pt x="702565" y="20824"/>
                </a:lnTo>
                <a:lnTo>
                  <a:pt x="719475" y="25521"/>
                </a:lnTo>
                <a:lnTo>
                  <a:pt x="708672" y="39457"/>
                </a:lnTo>
                <a:lnTo>
                  <a:pt x="716501" y="45094"/>
                </a:lnTo>
                <a:lnTo>
                  <a:pt x="726363" y="30531"/>
                </a:lnTo>
                <a:lnTo>
                  <a:pt x="736073" y="45094"/>
                </a:lnTo>
                <a:lnTo>
                  <a:pt x="744058" y="39457"/>
                </a:lnTo>
                <a:lnTo>
                  <a:pt x="733096" y="25521"/>
                </a:lnTo>
                <a:lnTo>
                  <a:pt x="750007" y="20824"/>
                </a:lnTo>
                <a:lnTo>
                  <a:pt x="747032" y="11585"/>
                </a:lnTo>
                <a:lnTo>
                  <a:pt x="730435" y="17537"/>
                </a:lnTo>
                <a:lnTo>
                  <a:pt x="731218" y="0"/>
                </a:lnTo>
                <a:lnTo>
                  <a:pt x="721353" y="0"/>
                </a:lnTo>
                <a:close/>
                <a:moveTo>
                  <a:pt x="782262" y="0"/>
                </a:moveTo>
                <a:lnTo>
                  <a:pt x="783046" y="17537"/>
                </a:lnTo>
                <a:lnTo>
                  <a:pt x="766448" y="11585"/>
                </a:lnTo>
                <a:lnTo>
                  <a:pt x="763474" y="20824"/>
                </a:lnTo>
                <a:lnTo>
                  <a:pt x="780384" y="25521"/>
                </a:lnTo>
                <a:lnTo>
                  <a:pt x="769580" y="39457"/>
                </a:lnTo>
                <a:lnTo>
                  <a:pt x="777410" y="45094"/>
                </a:lnTo>
                <a:lnTo>
                  <a:pt x="787272" y="30531"/>
                </a:lnTo>
                <a:lnTo>
                  <a:pt x="796982" y="45094"/>
                </a:lnTo>
                <a:lnTo>
                  <a:pt x="804967" y="39457"/>
                </a:lnTo>
                <a:lnTo>
                  <a:pt x="794005" y="25521"/>
                </a:lnTo>
                <a:lnTo>
                  <a:pt x="810916" y="20824"/>
                </a:lnTo>
                <a:lnTo>
                  <a:pt x="807941" y="11585"/>
                </a:lnTo>
                <a:lnTo>
                  <a:pt x="791343" y="17537"/>
                </a:lnTo>
                <a:lnTo>
                  <a:pt x="792127" y="0"/>
                </a:lnTo>
                <a:lnTo>
                  <a:pt x="782262" y="0"/>
                </a:lnTo>
                <a:close/>
                <a:moveTo>
                  <a:pt x="843171" y="0"/>
                </a:moveTo>
                <a:lnTo>
                  <a:pt x="843954" y="17537"/>
                </a:lnTo>
                <a:lnTo>
                  <a:pt x="827357" y="11585"/>
                </a:lnTo>
                <a:lnTo>
                  <a:pt x="824382" y="20824"/>
                </a:lnTo>
                <a:lnTo>
                  <a:pt x="841293" y="25521"/>
                </a:lnTo>
                <a:lnTo>
                  <a:pt x="830489" y="39457"/>
                </a:lnTo>
                <a:lnTo>
                  <a:pt x="838318" y="45094"/>
                </a:lnTo>
                <a:lnTo>
                  <a:pt x="848181" y="30531"/>
                </a:lnTo>
                <a:lnTo>
                  <a:pt x="857890" y="45094"/>
                </a:lnTo>
                <a:lnTo>
                  <a:pt x="865875" y="39457"/>
                </a:lnTo>
                <a:lnTo>
                  <a:pt x="854913" y="25521"/>
                </a:lnTo>
                <a:lnTo>
                  <a:pt x="871824" y="20824"/>
                </a:lnTo>
                <a:lnTo>
                  <a:pt x="868850" y="11585"/>
                </a:lnTo>
                <a:lnTo>
                  <a:pt x="852252" y="17537"/>
                </a:lnTo>
                <a:lnTo>
                  <a:pt x="853036" y="0"/>
                </a:lnTo>
                <a:lnTo>
                  <a:pt x="8431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Detection=ExplicitNotice">
            <a:extLst xmlns:a="http://schemas.openxmlformats.org/drawingml/2006/main">
              <a:ext uri="{FF2B5EF4-FFF2-40B4-BE49-F238E27FC236}">
                <a16:creationId xmlns:a16="http://schemas.microsoft.com/office/drawing/2014/main" id="{39C155C1-BB64-4A94-B424-F2F1CA0D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1" y="3416081"/>
            <a:ext cx="1966221" cy="161758"/>
          </a:xfrm>
          <a:custGeom xmlns:a="http://schemas.openxmlformats.org/drawingml/2006/main">
            <a:pathLst>
              <a:path w="1966221" h="161758">
                <a:moveTo>
                  <a:pt x="0" y="124520"/>
                </a:moveTo>
                <a:lnTo>
                  <a:pt x="47999" y="124520"/>
                </a:lnTo>
                <a:cubicBezTo>
                  <a:pt x="79430" y="124520"/>
                  <a:pt x="98730" y="100951"/>
                  <a:pt x="98730" y="62175"/>
                </a:cubicBezTo>
                <a:cubicBezTo>
                  <a:pt x="98730" y="23572"/>
                  <a:pt x="79599" y="0"/>
                  <a:pt x="47999" y="0"/>
                </a:cubicBezTo>
                <a:lnTo>
                  <a:pt x="0" y="0"/>
                </a:lnTo>
                <a:lnTo>
                  <a:pt x="0" y="124520"/>
                </a:lnTo>
                <a:moveTo>
                  <a:pt x="15886" y="110516"/>
                </a:moveTo>
                <a:lnTo>
                  <a:pt x="15886" y="14007"/>
                </a:lnTo>
                <a:lnTo>
                  <a:pt x="45265" y="14007"/>
                </a:lnTo>
                <a:cubicBezTo>
                  <a:pt x="69862" y="14007"/>
                  <a:pt x="82844" y="30576"/>
                  <a:pt x="82844" y="62345"/>
                </a:cubicBezTo>
                <a:cubicBezTo>
                  <a:pt x="82844" y="93947"/>
                  <a:pt x="69862" y="110516"/>
                  <a:pt x="45265" y="110516"/>
                </a:cubicBezTo>
                <a:lnTo>
                  <a:pt x="15886" y="110516"/>
                </a:lnTo>
                <a:close/>
                <a:moveTo>
                  <a:pt x="195753" y="84551"/>
                </a:moveTo>
                <a:cubicBezTo>
                  <a:pt x="195753" y="70886"/>
                  <a:pt x="194726" y="62686"/>
                  <a:pt x="192164" y="56027"/>
                </a:cubicBezTo>
                <a:cubicBezTo>
                  <a:pt x="186357" y="41335"/>
                  <a:pt x="172691" y="32455"/>
                  <a:pt x="155953" y="32455"/>
                </a:cubicBezTo>
                <a:cubicBezTo>
                  <a:pt x="131013" y="32455"/>
                  <a:pt x="114957" y="51414"/>
                  <a:pt x="114957" y="80965"/>
                </a:cubicBezTo>
                <a:cubicBezTo>
                  <a:pt x="114957" y="110516"/>
                  <a:pt x="130330" y="128451"/>
                  <a:pt x="155612" y="128451"/>
                </a:cubicBezTo>
                <a:cubicBezTo>
                  <a:pt x="176108" y="128451"/>
                  <a:pt x="190285" y="116834"/>
                  <a:pt x="193874" y="97362"/>
                </a:cubicBezTo>
                <a:lnTo>
                  <a:pt x="179525" y="97362"/>
                </a:lnTo>
                <a:cubicBezTo>
                  <a:pt x="175595" y="109148"/>
                  <a:pt x="167567" y="115299"/>
                  <a:pt x="156123" y="115299"/>
                </a:cubicBezTo>
                <a:cubicBezTo>
                  <a:pt x="147071" y="115299"/>
                  <a:pt x="139384" y="111199"/>
                  <a:pt x="134602" y="103682"/>
                </a:cubicBezTo>
                <a:cubicBezTo>
                  <a:pt x="131185" y="98558"/>
                  <a:pt x="129988" y="93434"/>
                  <a:pt x="129819" y="84551"/>
                </a:cubicBezTo>
                <a:lnTo>
                  <a:pt x="195753" y="84551"/>
                </a:lnTo>
                <a:moveTo>
                  <a:pt x="130160" y="72937"/>
                </a:moveTo>
                <a:cubicBezTo>
                  <a:pt x="131354" y="56368"/>
                  <a:pt x="141433" y="45607"/>
                  <a:pt x="155781" y="45607"/>
                </a:cubicBezTo>
                <a:cubicBezTo>
                  <a:pt x="170301" y="45607"/>
                  <a:pt x="180378" y="56879"/>
                  <a:pt x="180378" y="72937"/>
                </a:cubicBezTo>
                <a:lnTo>
                  <a:pt x="130160" y="72937"/>
                </a:lnTo>
                <a:close/>
                <a:moveTo>
                  <a:pt x="246484" y="35017"/>
                </a:moveTo>
                <a:lnTo>
                  <a:pt x="231794" y="35017"/>
                </a:lnTo>
                <a:lnTo>
                  <a:pt x="231794" y="10418"/>
                </a:lnTo>
                <a:lnTo>
                  <a:pt x="217615" y="10418"/>
                </a:lnTo>
                <a:lnTo>
                  <a:pt x="217615" y="35017"/>
                </a:lnTo>
                <a:lnTo>
                  <a:pt x="205488" y="35017"/>
                </a:lnTo>
                <a:lnTo>
                  <a:pt x="205488" y="46631"/>
                </a:lnTo>
                <a:lnTo>
                  <a:pt x="217615" y="46631"/>
                </a:lnTo>
                <a:lnTo>
                  <a:pt x="217615" y="114272"/>
                </a:lnTo>
                <a:cubicBezTo>
                  <a:pt x="217615" y="123496"/>
                  <a:pt x="223764" y="128451"/>
                  <a:pt x="234867" y="128451"/>
                </a:cubicBezTo>
                <a:cubicBezTo>
                  <a:pt x="238625" y="128451"/>
                  <a:pt x="241701" y="128109"/>
                  <a:pt x="246484" y="127254"/>
                </a:cubicBezTo>
                <a:lnTo>
                  <a:pt x="246484" y="115299"/>
                </a:lnTo>
                <a:cubicBezTo>
                  <a:pt x="244432" y="115810"/>
                  <a:pt x="242553" y="115982"/>
                  <a:pt x="239650" y="115982"/>
                </a:cubicBezTo>
                <a:cubicBezTo>
                  <a:pt x="233501" y="115982"/>
                  <a:pt x="231794" y="114272"/>
                  <a:pt x="231794" y="107951"/>
                </a:cubicBezTo>
                <a:lnTo>
                  <a:pt x="231794" y="46631"/>
                </a:lnTo>
                <a:lnTo>
                  <a:pt x="246484" y="46631"/>
                </a:lnTo>
                <a:lnTo>
                  <a:pt x="246484" y="35017"/>
                </a:lnTo>
                <a:close/>
                <a:moveTo>
                  <a:pt x="338210" y="84551"/>
                </a:moveTo>
                <a:cubicBezTo>
                  <a:pt x="338210" y="70886"/>
                  <a:pt x="337183" y="62686"/>
                  <a:pt x="334621" y="56027"/>
                </a:cubicBezTo>
                <a:cubicBezTo>
                  <a:pt x="328814" y="41335"/>
                  <a:pt x="315149" y="32455"/>
                  <a:pt x="298411" y="32455"/>
                </a:cubicBezTo>
                <a:cubicBezTo>
                  <a:pt x="273470" y="32455"/>
                  <a:pt x="257415" y="51414"/>
                  <a:pt x="257415" y="80965"/>
                </a:cubicBezTo>
                <a:cubicBezTo>
                  <a:pt x="257415" y="110516"/>
                  <a:pt x="272787" y="128451"/>
                  <a:pt x="298069" y="128451"/>
                </a:cubicBezTo>
                <a:cubicBezTo>
                  <a:pt x="318566" y="128451"/>
                  <a:pt x="332742" y="116834"/>
                  <a:pt x="336331" y="97362"/>
                </a:cubicBezTo>
                <a:lnTo>
                  <a:pt x="321983" y="97362"/>
                </a:lnTo>
                <a:cubicBezTo>
                  <a:pt x="318052" y="109148"/>
                  <a:pt x="310025" y="115299"/>
                  <a:pt x="298580" y="115299"/>
                </a:cubicBezTo>
                <a:cubicBezTo>
                  <a:pt x="289528" y="115299"/>
                  <a:pt x="281842" y="111199"/>
                  <a:pt x="277059" y="103682"/>
                </a:cubicBezTo>
                <a:cubicBezTo>
                  <a:pt x="273642" y="98558"/>
                  <a:pt x="272446" y="93434"/>
                  <a:pt x="272276" y="84551"/>
                </a:cubicBezTo>
                <a:lnTo>
                  <a:pt x="338210" y="84551"/>
                </a:lnTo>
                <a:moveTo>
                  <a:pt x="272618" y="72937"/>
                </a:moveTo>
                <a:cubicBezTo>
                  <a:pt x="273811" y="56368"/>
                  <a:pt x="283890" y="45607"/>
                  <a:pt x="298239" y="45607"/>
                </a:cubicBezTo>
                <a:cubicBezTo>
                  <a:pt x="312759" y="45607"/>
                  <a:pt x="322835" y="56879"/>
                  <a:pt x="322835" y="72937"/>
                </a:cubicBezTo>
                <a:lnTo>
                  <a:pt x="272618" y="72937"/>
                </a:lnTo>
                <a:close/>
                <a:moveTo>
                  <a:pt x="426006" y="65079"/>
                </a:moveTo>
                <a:cubicBezTo>
                  <a:pt x="425323" y="56368"/>
                  <a:pt x="423444" y="50731"/>
                  <a:pt x="420027" y="45776"/>
                </a:cubicBezTo>
                <a:cubicBezTo>
                  <a:pt x="413879" y="37407"/>
                  <a:pt x="403117" y="32455"/>
                  <a:pt x="390648" y="32455"/>
                </a:cubicBezTo>
                <a:cubicBezTo>
                  <a:pt x="366393" y="32455"/>
                  <a:pt x="350849" y="51586"/>
                  <a:pt x="350849" y="81306"/>
                </a:cubicBezTo>
                <a:cubicBezTo>
                  <a:pt x="350849" y="110172"/>
                  <a:pt x="366221" y="128451"/>
                  <a:pt x="390479" y="128451"/>
                </a:cubicBezTo>
                <a:cubicBezTo>
                  <a:pt x="411830" y="128451"/>
                  <a:pt x="425323" y="115640"/>
                  <a:pt x="427031" y="93775"/>
                </a:cubicBezTo>
                <a:lnTo>
                  <a:pt x="412683" y="93775"/>
                </a:lnTo>
                <a:cubicBezTo>
                  <a:pt x="410292" y="108123"/>
                  <a:pt x="402948" y="115299"/>
                  <a:pt x="390820" y="115299"/>
                </a:cubicBezTo>
                <a:cubicBezTo>
                  <a:pt x="375104" y="115299"/>
                  <a:pt x="365710" y="102486"/>
                  <a:pt x="365710" y="81306"/>
                </a:cubicBezTo>
                <a:cubicBezTo>
                  <a:pt x="365710" y="58930"/>
                  <a:pt x="374934" y="45607"/>
                  <a:pt x="390479" y="45607"/>
                </a:cubicBezTo>
                <a:cubicBezTo>
                  <a:pt x="402434" y="45607"/>
                  <a:pt x="409951" y="52610"/>
                  <a:pt x="411658" y="65079"/>
                </a:cubicBezTo>
                <a:lnTo>
                  <a:pt x="426006" y="65079"/>
                </a:lnTo>
                <a:close/>
                <a:moveTo>
                  <a:pt x="474347" y="35017"/>
                </a:moveTo>
                <a:lnTo>
                  <a:pt x="459657" y="35017"/>
                </a:lnTo>
                <a:lnTo>
                  <a:pt x="459657" y="10418"/>
                </a:lnTo>
                <a:lnTo>
                  <a:pt x="445479" y="10418"/>
                </a:lnTo>
                <a:lnTo>
                  <a:pt x="445479" y="35017"/>
                </a:lnTo>
                <a:lnTo>
                  <a:pt x="433351" y="35017"/>
                </a:lnTo>
                <a:lnTo>
                  <a:pt x="433351" y="46631"/>
                </a:lnTo>
                <a:lnTo>
                  <a:pt x="445479" y="46631"/>
                </a:lnTo>
                <a:lnTo>
                  <a:pt x="445479" y="114272"/>
                </a:lnTo>
                <a:cubicBezTo>
                  <a:pt x="445479" y="123496"/>
                  <a:pt x="451627" y="128451"/>
                  <a:pt x="462730" y="128451"/>
                </a:cubicBezTo>
                <a:cubicBezTo>
                  <a:pt x="466489" y="128451"/>
                  <a:pt x="469564" y="128109"/>
                  <a:pt x="474347" y="127254"/>
                </a:cubicBezTo>
                <a:lnTo>
                  <a:pt x="474347" y="115299"/>
                </a:lnTo>
                <a:cubicBezTo>
                  <a:pt x="472296" y="115810"/>
                  <a:pt x="470417" y="115982"/>
                  <a:pt x="467513" y="115982"/>
                </a:cubicBezTo>
                <a:cubicBezTo>
                  <a:pt x="461365" y="115982"/>
                  <a:pt x="459657" y="114272"/>
                  <a:pt x="459657" y="107951"/>
                </a:cubicBezTo>
                <a:lnTo>
                  <a:pt x="459657" y="46631"/>
                </a:lnTo>
                <a:lnTo>
                  <a:pt x="474347" y="46631"/>
                </a:lnTo>
                <a:lnTo>
                  <a:pt x="474347" y="35017"/>
                </a:lnTo>
                <a:close/>
                <a:moveTo>
                  <a:pt x="504068" y="35017"/>
                </a:moveTo>
                <a:lnTo>
                  <a:pt x="489889" y="35017"/>
                </a:lnTo>
                <a:lnTo>
                  <a:pt x="489889" y="124520"/>
                </a:lnTo>
                <a:lnTo>
                  <a:pt x="504068" y="124520"/>
                </a:lnTo>
                <a:lnTo>
                  <a:pt x="504068" y="35017"/>
                </a:lnTo>
                <a:moveTo>
                  <a:pt x="504068" y="0"/>
                </a:moveTo>
                <a:lnTo>
                  <a:pt x="489720" y="0"/>
                </a:lnTo>
                <a:lnTo>
                  <a:pt x="489720" y="17935"/>
                </a:lnTo>
                <a:lnTo>
                  <a:pt x="504068" y="17935"/>
                </a:lnTo>
                <a:lnTo>
                  <a:pt x="504068" y="0"/>
                </a:lnTo>
                <a:close/>
                <a:moveTo>
                  <a:pt x="562826" y="32455"/>
                </a:moveTo>
                <a:cubicBezTo>
                  <a:pt x="537547" y="32455"/>
                  <a:pt x="522516" y="50389"/>
                  <a:pt x="522516" y="80451"/>
                </a:cubicBezTo>
                <a:cubicBezTo>
                  <a:pt x="522516" y="110685"/>
                  <a:pt x="537547" y="128451"/>
                  <a:pt x="562998" y="128451"/>
                </a:cubicBezTo>
                <a:cubicBezTo>
                  <a:pt x="588277" y="128451"/>
                  <a:pt x="603481" y="110516"/>
                  <a:pt x="603481" y="81134"/>
                </a:cubicBezTo>
                <a:cubicBezTo>
                  <a:pt x="603481" y="50048"/>
                  <a:pt x="588791" y="32455"/>
                  <a:pt x="562826" y="32455"/>
                </a:cubicBezTo>
                <a:moveTo>
                  <a:pt x="562998" y="45607"/>
                </a:moveTo>
                <a:cubicBezTo>
                  <a:pt x="579053" y="45607"/>
                  <a:pt x="588619" y="58758"/>
                  <a:pt x="588619" y="80965"/>
                </a:cubicBezTo>
                <a:cubicBezTo>
                  <a:pt x="588619" y="102144"/>
                  <a:pt x="578712" y="115299"/>
                  <a:pt x="562998" y="115299"/>
                </a:cubicBezTo>
                <a:cubicBezTo>
                  <a:pt x="547112" y="115299"/>
                  <a:pt x="537375" y="102144"/>
                  <a:pt x="537375" y="80451"/>
                </a:cubicBezTo>
                <a:cubicBezTo>
                  <a:pt x="537375" y="58758"/>
                  <a:pt x="547112" y="45607"/>
                  <a:pt x="562998" y="45607"/>
                </a:cubicBezTo>
                <a:close/>
                <a:moveTo>
                  <a:pt x="623294" y="35017"/>
                </a:moveTo>
                <a:lnTo>
                  <a:pt x="623294" y="124520"/>
                </a:lnTo>
                <a:lnTo>
                  <a:pt x="637642" y="124520"/>
                </a:lnTo>
                <a:lnTo>
                  <a:pt x="637642" y="75158"/>
                </a:lnTo>
                <a:cubicBezTo>
                  <a:pt x="637642" y="56879"/>
                  <a:pt x="647208" y="44924"/>
                  <a:pt x="661898" y="44924"/>
                </a:cubicBezTo>
                <a:cubicBezTo>
                  <a:pt x="673173" y="44924"/>
                  <a:pt x="680346" y="51755"/>
                  <a:pt x="680346" y="62517"/>
                </a:cubicBezTo>
                <a:lnTo>
                  <a:pt x="680346" y="124520"/>
                </a:lnTo>
                <a:lnTo>
                  <a:pt x="694524" y="124520"/>
                </a:lnTo>
                <a:lnTo>
                  <a:pt x="694524" y="56879"/>
                </a:lnTo>
                <a:cubicBezTo>
                  <a:pt x="694524" y="42020"/>
                  <a:pt x="683421" y="32455"/>
                  <a:pt x="666169" y="32455"/>
                </a:cubicBezTo>
                <a:cubicBezTo>
                  <a:pt x="652846" y="32455"/>
                  <a:pt x="644304" y="37579"/>
                  <a:pt x="636446" y="50048"/>
                </a:cubicBezTo>
                <a:lnTo>
                  <a:pt x="636446" y="35017"/>
                </a:lnTo>
                <a:lnTo>
                  <a:pt x="623294" y="35017"/>
                </a:lnTo>
                <a:close/>
                <a:moveTo>
                  <a:pt x="845009" y="64224"/>
                </a:moveTo>
                <a:lnTo>
                  <a:pt x="762335" y="64224"/>
                </a:lnTo>
                <a:lnTo>
                  <a:pt x="762335" y="76182"/>
                </a:lnTo>
                <a:lnTo>
                  <a:pt x="845009" y="76182"/>
                </a:lnTo>
                <a:lnTo>
                  <a:pt x="845009" y="64224"/>
                </a:lnTo>
                <a:moveTo>
                  <a:pt x="845009" y="93603"/>
                </a:moveTo>
                <a:lnTo>
                  <a:pt x="762335" y="93603"/>
                </a:lnTo>
                <a:lnTo>
                  <a:pt x="762335" y="105561"/>
                </a:lnTo>
                <a:lnTo>
                  <a:pt x="845009" y="105561"/>
                </a:lnTo>
                <a:lnTo>
                  <a:pt x="845009" y="93603"/>
                </a:lnTo>
                <a:close/>
                <a:moveTo>
                  <a:pt x="932295" y="67813"/>
                </a:moveTo>
                <a:lnTo>
                  <a:pt x="1000105" y="67813"/>
                </a:lnTo>
                <a:lnTo>
                  <a:pt x="1000105" y="53806"/>
                </a:lnTo>
                <a:lnTo>
                  <a:pt x="932295" y="53806"/>
                </a:lnTo>
                <a:lnTo>
                  <a:pt x="932295" y="14007"/>
                </a:lnTo>
                <a:lnTo>
                  <a:pt x="1002667" y="14007"/>
                </a:lnTo>
                <a:lnTo>
                  <a:pt x="1002667" y="0"/>
                </a:lnTo>
                <a:lnTo>
                  <a:pt x="916409" y="0"/>
                </a:lnTo>
                <a:lnTo>
                  <a:pt x="916409" y="124520"/>
                </a:lnTo>
                <a:lnTo>
                  <a:pt x="1005743" y="124520"/>
                </a:lnTo>
                <a:lnTo>
                  <a:pt x="1005743" y="110516"/>
                </a:lnTo>
                <a:lnTo>
                  <a:pt x="932295" y="110516"/>
                </a:lnTo>
                <a:lnTo>
                  <a:pt x="932295" y="67813"/>
                </a:lnTo>
                <a:close/>
                <a:moveTo>
                  <a:pt x="1064844" y="78231"/>
                </a:moveTo>
                <a:lnTo>
                  <a:pt x="1094906" y="35017"/>
                </a:lnTo>
                <a:lnTo>
                  <a:pt x="1078851" y="35017"/>
                </a:lnTo>
                <a:lnTo>
                  <a:pt x="1057327" y="67469"/>
                </a:lnTo>
                <a:lnTo>
                  <a:pt x="1035806" y="35017"/>
                </a:lnTo>
                <a:lnTo>
                  <a:pt x="1019579" y="35017"/>
                </a:lnTo>
                <a:lnTo>
                  <a:pt x="1049471" y="78914"/>
                </a:lnTo>
                <a:lnTo>
                  <a:pt x="1017872" y="124520"/>
                </a:lnTo>
                <a:lnTo>
                  <a:pt x="1034099" y="124520"/>
                </a:lnTo>
                <a:lnTo>
                  <a:pt x="1056816" y="90189"/>
                </a:lnTo>
                <a:lnTo>
                  <a:pt x="1079192" y="124520"/>
                </a:lnTo>
                <a:lnTo>
                  <a:pt x="1095761" y="124520"/>
                </a:lnTo>
                <a:lnTo>
                  <a:pt x="1064844" y="78231"/>
                </a:lnTo>
                <a:close/>
                <a:moveTo>
                  <a:pt x="1109596" y="161758"/>
                </a:moveTo>
                <a:lnTo>
                  <a:pt x="1123944" y="161758"/>
                </a:lnTo>
                <a:lnTo>
                  <a:pt x="1123944" y="115127"/>
                </a:lnTo>
                <a:cubicBezTo>
                  <a:pt x="1131461" y="124351"/>
                  <a:pt x="1139830" y="128451"/>
                  <a:pt x="1151446" y="128451"/>
                </a:cubicBezTo>
                <a:cubicBezTo>
                  <a:pt x="1174677" y="128451"/>
                  <a:pt x="1189708" y="109831"/>
                  <a:pt x="1189708" y="81306"/>
                </a:cubicBezTo>
                <a:cubicBezTo>
                  <a:pt x="1189708" y="51242"/>
                  <a:pt x="1175019" y="32455"/>
                  <a:pt x="1151274" y="32455"/>
                </a:cubicBezTo>
                <a:cubicBezTo>
                  <a:pt x="1139147" y="32455"/>
                  <a:pt x="1129412" y="37920"/>
                  <a:pt x="1122750" y="48510"/>
                </a:cubicBezTo>
                <a:lnTo>
                  <a:pt x="1122750" y="35017"/>
                </a:lnTo>
                <a:lnTo>
                  <a:pt x="1109596" y="35017"/>
                </a:lnTo>
                <a:lnTo>
                  <a:pt x="1109596" y="161758"/>
                </a:lnTo>
                <a:moveTo>
                  <a:pt x="1148884" y="45776"/>
                </a:moveTo>
                <a:cubicBezTo>
                  <a:pt x="1164598" y="45776"/>
                  <a:pt x="1174847" y="59613"/>
                  <a:pt x="1174847" y="80965"/>
                </a:cubicBezTo>
                <a:cubicBezTo>
                  <a:pt x="1174847" y="101292"/>
                  <a:pt x="1164429" y="115127"/>
                  <a:pt x="1148884" y="115127"/>
                </a:cubicBezTo>
                <a:cubicBezTo>
                  <a:pt x="1133681" y="115127"/>
                  <a:pt x="1123944" y="101461"/>
                  <a:pt x="1123944" y="80451"/>
                </a:cubicBezTo>
                <a:cubicBezTo>
                  <a:pt x="1123944" y="59441"/>
                  <a:pt x="1133681" y="45776"/>
                  <a:pt x="1148884" y="45776"/>
                </a:cubicBezTo>
                <a:close/>
                <a:moveTo>
                  <a:pt x="1221308" y="0"/>
                </a:moveTo>
                <a:lnTo>
                  <a:pt x="1206960" y="0"/>
                </a:lnTo>
                <a:lnTo>
                  <a:pt x="1206960" y="124520"/>
                </a:lnTo>
                <a:lnTo>
                  <a:pt x="1221308" y="124520"/>
                </a:lnTo>
                <a:lnTo>
                  <a:pt x="1221308" y="0"/>
                </a:lnTo>
                <a:close/>
                <a:moveTo>
                  <a:pt x="1258887" y="35017"/>
                </a:moveTo>
                <a:lnTo>
                  <a:pt x="1244708" y="35017"/>
                </a:lnTo>
                <a:lnTo>
                  <a:pt x="1244708" y="124520"/>
                </a:lnTo>
                <a:lnTo>
                  <a:pt x="1258887" y="124520"/>
                </a:lnTo>
                <a:lnTo>
                  <a:pt x="1258887" y="35017"/>
                </a:lnTo>
                <a:moveTo>
                  <a:pt x="1258887" y="0"/>
                </a:moveTo>
                <a:lnTo>
                  <a:pt x="1244539" y="0"/>
                </a:lnTo>
                <a:lnTo>
                  <a:pt x="1244539" y="17935"/>
                </a:lnTo>
                <a:lnTo>
                  <a:pt x="1258887" y="17935"/>
                </a:lnTo>
                <a:lnTo>
                  <a:pt x="1258887" y="0"/>
                </a:lnTo>
                <a:close/>
                <a:moveTo>
                  <a:pt x="1351638" y="65079"/>
                </a:moveTo>
                <a:cubicBezTo>
                  <a:pt x="1350955" y="56368"/>
                  <a:pt x="1349076" y="50731"/>
                  <a:pt x="1345659" y="45776"/>
                </a:cubicBezTo>
                <a:cubicBezTo>
                  <a:pt x="1339510" y="37407"/>
                  <a:pt x="1328748" y="32455"/>
                  <a:pt x="1316280" y="32455"/>
                </a:cubicBezTo>
                <a:cubicBezTo>
                  <a:pt x="1292024" y="32455"/>
                  <a:pt x="1276480" y="51586"/>
                  <a:pt x="1276480" y="81306"/>
                </a:cubicBezTo>
                <a:cubicBezTo>
                  <a:pt x="1276480" y="110172"/>
                  <a:pt x="1291852" y="128451"/>
                  <a:pt x="1316110" y="128451"/>
                </a:cubicBezTo>
                <a:cubicBezTo>
                  <a:pt x="1337462" y="128451"/>
                  <a:pt x="1350955" y="115640"/>
                  <a:pt x="1352662" y="93775"/>
                </a:cubicBezTo>
                <a:lnTo>
                  <a:pt x="1338314" y="93775"/>
                </a:lnTo>
                <a:cubicBezTo>
                  <a:pt x="1335924" y="108123"/>
                  <a:pt x="1328579" y="115299"/>
                  <a:pt x="1316452" y="115299"/>
                </a:cubicBezTo>
                <a:cubicBezTo>
                  <a:pt x="1300735" y="115299"/>
                  <a:pt x="1291342" y="102486"/>
                  <a:pt x="1291342" y="81306"/>
                </a:cubicBezTo>
                <a:cubicBezTo>
                  <a:pt x="1291342" y="58930"/>
                  <a:pt x="1300566" y="45607"/>
                  <a:pt x="1316110" y="45607"/>
                </a:cubicBezTo>
                <a:cubicBezTo>
                  <a:pt x="1328066" y="45607"/>
                  <a:pt x="1335582" y="52610"/>
                  <a:pt x="1337290" y="65079"/>
                </a:cubicBezTo>
                <a:lnTo>
                  <a:pt x="1351638" y="65079"/>
                </a:lnTo>
                <a:close/>
                <a:moveTo>
                  <a:pt x="1382213" y="35017"/>
                </a:moveTo>
                <a:lnTo>
                  <a:pt x="1368034" y="35017"/>
                </a:lnTo>
                <a:lnTo>
                  <a:pt x="1368034" y="124520"/>
                </a:lnTo>
                <a:lnTo>
                  <a:pt x="1382213" y="124520"/>
                </a:lnTo>
                <a:lnTo>
                  <a:pt x="1382213" y="35017"/>
                </a:lnTo>
                <a:moveTo>
                  <a:pt x="1382213" y="0"/>
                </a:moveTo>
                <a:lnTo>
                  <a:pt x="1367865" y="0"/>
                </a:lnTo>
                <a:lnTo>
                  <a:pt x="1367865" y="17935"/>
                </a:lnTo>
                <a:lnTo>
                  <a:pt x="1382213" y="17935"/>
                </a:lnTo>
                <a:lnTo>
                  <a:pt x="1382213" y="0"/>
                </a:lnTo>
                <a:close/>
                <a:moveTo>
                  <a:pt x="1437899" y="35017"/>
                </a:moveTo>
                <a:lnTo>
                  <a:pt x="1423209" y="35017"/>
                </a:lnTo>
                <a:lnTo>
                  <a:pt x="1423209" y="10418"/>
                </a:lnTo>
                <a:lnTo>
                  <a:pt x="1409030" y="10418"/>
                </a:lnTo>
                <a:lnTo>
                  <a:pt x="1409030" y="35017"/>
                </a:lnTo>
                <a:lnTo>
                  <a:pt x="1396903" y="35017"/>
                </a:lnTo>
                <a:lnTo>
                  <a:pt x="1396903" y="46631"/>
                </a:lnTo>
                <a:lnTo>
                  <a:pt x="1409030" y="46631"/>
                </a:lnTo>
                <a:lnTo>
                  <a:pt x="1409030" y="114272"/>
                </a:lnTo>
                <a:cubicBezTo>
                  <a:pt x="1409030" y="123496"/>
                  <a:pt x="1415179" y="128451"/>
                  <a:pt x="1426282" y="128451"/>
                </a:cubicBezTo>
                <a:cubicBezTo>
                  <a:pt x="1430040" y="128451"/>
                  <a:pt x="1433116" y="128109"/>
                  <a:pt x="1437899" y="127254"/>
                </a:cubicBezTo>
                <a:lnTo>
                  <a:pt x="1437899" y="115299"/>
                </a:lnTo>
                <a:cubicBezTo>
                  <a:pt x="1435847" y="115810"/>
                  <a:pt x="1433968" y="115982"/>
                  <a:pt x="1431065" y="115982"/>
                </a:cubicBezTo>
                <a:cubicBezTo>
                  <a:pt x="1424916" y="115982"/>
                  <a:pt x="1423209" y="114272"/>
                  <a:pt x="1423209" y="107951"/>
                </a:cubicBezTo>
                <a:lnTo>
                  <a:pt x="1423209" y="46631"/>
                </a:lnTo>
                <a:lnTo>
                  <a:pt x="1437899" y="46631"/>
                </a:lnTo>
                <a:lnTo>
                  <a:pt x="1437899" y="35017"/>
                </a:lnTo>
                <a:close/>
                <a:moveTo>
                  <a:pt x="1599828" y="0"/>
                </a:moveTo>
                <a:lnTo>
                  <a:pt x="1584797" y="0"/>
                </a:lnTo>
                <a:lnTo>
                  <a:pt x="1584797" y="101803"/>
                </a:lnTo>
                <a:lnTo>
                  <a:pt x="1519716" y="0"/>
                </a:lnTo>
                <a:lnTo>
                  <a:pt x="1502464" y="0"/>
                </a:lnTo>
                <a:lnTo>
                  <a:pt x="1502464" y="124520"/>
                </a:lnTo>
                <a:lnTo>
                  <a:pt x="1517495" y="124520"/>
                </a:lnTo>
                <a:lnTo>
                  <a:pt x="1517495" y="23572"/>
                </a:lnTo>
                <a:lnTo>
                  <a:pt x="1581894" y="124520"/>
                </a:lnTo>
                <a:lnTo>
                  <a:pt x="1599828" y="124520"/>
                </a:lnTo>
                <a:lnTo>
                  <a:pt x="1599828" y="0"/>
                </a:lnTo>
                <a:close/>
                <a:moveTo>
                  <a:pt x="1659270" y="32455"/>
                </a:moveTo>
                <a:cubicBezTo>
                  <a:pt x="1633990" y="32455"/>
                  <a:pt x="1618959" y="50389"/>
                  <a:pt x="1618959" y="80451"/>
                </a:cubicBezTo>
                <a:cubicBezTo>
                  <a:pt x="1618959" y="110685"/>
                  <a:pt x="1633990" y="128451"/>
                  <a:pt x="1659442" y="128451"/>
                </a:cubicBezTo>
                <a:cubicBezTo>
                  <a:pt x="1684721" y="128451"/>
                  <a:pt x="1699924" y="110516"/>
                  <a:pt x="1699924" y="81134"/>
                </a:cubicBezTo>
                <a:cubicBezTo>
                  <a:pt x="1699924" y="50048"/>
                  <a:pt x="1685235" y="32455"/>
                  <a:pt x="1659270" y="32455"/>
                </a:cubicBezTo>
                <a:moveTo>
                  <a:pt x="1659442" y="45607"/>
                </a:moveTo>
                <a:cubicBezTo>
                  <a:pt x="1675497" y="45607"/>
                  <a:pt x="1685062" y="58758"/>
                  <a:pt x="1685062" y="80965"/>
                </a:cubicBezTo>
                <a:cubicBezTo>
                  <a:pt x="1685062" y="102144"/>
                  <a:pt x="1675156" y="115299"/>
                  <a:pt x="1659442" y="115299"/>
                </a:cubicBezTo>
                <a:cubicBezTo>
                  <a:pt x="1643556" y="115299"/>
                  <a:pt x="1633818" y="102144"/>
                  <a:pt x="1633818" y="80451"/>
                </a:cubicBezTo>
                <a:cubicBezTo>
                  <a:pt x="1633818" y="58758"/>
                  <a:pt x="1643556" y="45607"/>
                  <a:pt x="1659442" y="45607"/>
                </a:cubicBezTo>
                <a:close/>
                <a:moveTo>
                  <a:pt x="1751168" y="35017"/>
                </a:moveTo>
                <a:lnTo>
                  <a:pt x="1736479" y="35017"/>
                </a:lnTo>
                <a:lnTo>
                  <a:pt x="1736479" y="10418"/>
                </a:lnTo>
                <a:lnTo>
                  <a:pt x="1722300" y="10418"/>
                </a:lnTo>
                <a:lnTo>
                  <a:pt x="1722300" y="35017"/>
                </a:lnTo>
                <a:lnTo>
                  <a:pt x="1710173" y="35017"/>
                </a:lnTo>
                <a:lnTo>
                  <a:pt x="1710173" y="46631"/>
                </a:lnTo>
                <a:lnTo>
                  <a:pt x="1722300" y="46631"/>
                </a:lnTo>
                <a:lnTo>
                  <a:pt x="1722300" y="114272"/>
                </a:lnTo>
                <a:cubicBezTo>
                  <a:pt x="1722300" y="123496"/>
                  <a:pt x="1728449" y="128451"/>
                  <a:pt x="1739552" y="128451"/>
                </a:cubicBezTo>
                <a:cubicBezTo>
                  <a:pt x="1743310" y="128451"/>
                  <a:pt x="1746386" y="128109"/>
                  <a:pt x="1751168" y="127254"/>
                </a:cubicBezTo>
                <a:lnTo>
                  <a:pt x="1751168" y="115299"/>
                </a:lnTo>
                <a:cubicBezTo>
                  <a:pt x="1749117" y="115810"/>
                  <a:pt x="1747238" y="115982"/>
                  <a:pt x="1744334" y="115982"/>
                </a:cubicBezTo>
                <a:cubicBezTo>
                  <a:pt x="1738186" y="115982"/>
                  <a:pt x="1736479" y="114272"/>
                  <a:pt x="1736479" y="107951"/>
                </a:cubicBezTo>
                <a:lnTo>
                  <a:pt x="1736479" y="46631"/>
                </a:lnTo>
                <a:lnTo>
                  <a:pt x="1751168" y="46631"/>
                </a:lnTo>
                <a:lnTo>
                  <a:pt x="1751168" y="35017"/>
                </a:lnTo>
                <a:close/>
                <a:moveTo>
                  <a:pt x="1780889" y="35017"/>
                </a:moveTo>
                <a:lnTo>
                  <a:pt x="1766710" y="35017"/>
                </a:lnTo>
                <a:lnTo>
                  <a:pt x="1766710" y="124520"/>
                </a:lnTo>
                <a:lnTo>
                  <a:pt x="1780889" y="124520"/>
                </a:lnTo>
                <a:lnTo>
                  <a:pt x="1780889" y="35017"/>
                </a:lnTo>
                <a:moveTo>
                  <a:pt x="1780889" y="0"/>
                </a:moveTo>
                <a:lnTo>
                  <a:pt x="1766541" y="0"/>
                </a:lnTo>
                <a:lnTo>
                  <a:pt x="1766541" y="17935"/>
                </a:lnTo>
                <a:lnTo>
                  <a:pt x="1780889" y="17935"/>
                </a:lnTo>
                <a:lnTo>
                  <a:pt x="1780889" y="0"/>
                </a:lnTo>
                <a:close/>
                <a:moveTo>
                  <a:pt x="1873640" y="65079"/>
                </a:moveTo>
                <a:cubicBezTo>
                  <a:pt x="1872957" y="56368"/>
                  <a:pt x="1871078" y="50731"/>
                  <a:pt x="1867661" y="45776"/>
                </a:cubicBezTo>
                <a:cubicBezTo>
                  <a:pt x="1861512" y="37407"/>
                  <a:pt x="1850751" y="32455"/>
                  <a:pt x="1838282" y="32455"/>
                </a:cubicBezTo>
                <a:cubicBezTo>
                  <a:pt x="1814027" y="32455"/>
                  <a:pt x="1798482" y="51586"/>
                  <a:pt x="1798482" y="81306"/>
                </a:cubicBezTo>
                <a:cubicBezTo>
                  <a:pt x="1798482" y="110172"/>
                  <a:pt x="1813855" y="128451"/>
                  <a:pt x="1838112" y="128451"/>
                </a:cubicBezTo>
                <a:cubicBezTo>
                  <a:pt x="1859464" y="128451"/>
                  <a:pt x="1872957" y="115640"/>
                  <a:pt x="1874664" y="93775"/>
                </a:cubicBezTo>
                <a:lnTo>
                  <a:pt x="1860316" y="93775"/>
                </a:lnTo>
                <a:cubicBezTo>
                  <a:pt x="1857926" y="108123"/>
                  <a:pt x="1850581" y="115299"/>
                  <a:pt x="1838454" y="115299"/>
                </a:cubicBezTo>
                <a:cubicBezTo>
                  <a:pt x="1822737" y="115299"/>
                  <a:pt x="1813344" y="102486"/>
                  <a:pt x="1813344" y="81306"/>
                </a:cubicBezTo>
                <a:cubicBezTo>
                  <a:pt x="1813344" y="58930"/>
                  <a:pt x="1822568" y="45607"/>
                  <a:pt x="1838112" y="45607"/>
                </a:cubicBezTo>
                <a:cubicBezTo>
                  <a:pt x="1850068" y="45607"/>
                  <a:pt x="1857585" y="52610"/>
                  <a:pt x="1859292" y="65079"/>
                </a:cubicBezTo>
                <a:lnTo>
                  <a:pt x="1873640" y="65079"/>
                </a:lnTo>
                <a:close/>
                <a:moveTo>
                  <a:pt x="1966221" y="84551"/>
                </a:moveTo>
                <a:cubicBezTo>
                  <a:pt x="1966221" y="70886"/>
                  <a:pt x="1965194" y="62686"/>
                  <a:pt x="1962632" y="56027"/>
                </a:cubicBezTo>
                <a:cubicBezTo>
                  <a:pt x="1956825" y="41335"/>
                  <a:pt x="1943160" y="32455"/>
                  <a:pt x="1926422" y="32455"/>
                </a:cubicBezTo>
                <a:cubicBezTo>
                  <a:pt x="1901481" y="32455"/>
                  <a:pt x="1885426" y="51414"/>
                  <a:pt x="1885426" y="80965"/>
                </a:cubicBezTo>
                <a:cubicBezTo>
                  <a:pt x="1885426" y="110516"/>
                  <a:pt x="1900798" y="128451"/>
                  <a:pt x="1926080" y="128451"/>
                </a:cubicBezTo>
                <a:cubicBezTo>
                  <a:pt x="1946577" y="128451"/>
                  <a:pt x="1960753" y="116834"/>
                  <a:pt x="1964342" y="97362"/>
                </a:cubicBezTo>
                <a:lnTo>
                  <a:pt x="1949994" y="97362"/>
                </a:lnTo>
                <a:cubicBezTo>
                  <a:pt x="1946064" y="109148"/>
                  <a:pt x="1938036" y="115299"/>
                  <a:pt x="1926591" y="115299"/>
                </a:cubicBezTo>
                <a:cubicBezTo>
                  <a:pt x="1917539" y="115299"/>
                  <a:pt x="1909853" y="111199"/>
                  <a:pt x="1905070" y="103682"/>
                </a:cubicBezTo>
                <a:cubicBezTo>
                  <a:pt x="1901653" y="98558"/>
                  <a:pt x="1900457" y="93434"/>
                  <a:pt x="1900288" y="84551"/>
                </a:cubicBezTo>
                <a:lnTo>
                  <a:pt x="1966221" y="84551"/>
                </a:lnTo>
                <a:moveTo>
                  <a:pt x="1900629" y="72937"/>
                </a:moveTo>
                <a:cubicBezTo>
                  <a:pt x="1901823" y="56368"/>
                  <a:pt x="1911902" y="45607"/>
                  <a:pt x="1926250" y="45607"/>
                </a:cubicBezTo>
                <a:cubicBezTo>
                  <a:pt x="1940770" y="45607"/>
                  <a:pt x="1950846" y="56879"/>
                  <a:pt x="1950846" y="72937"/>
                </a:cubicBezTo>
                <a:lnTo>
                  <a:pt x="1900629" y="729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GovernanceMaturity">
            <a:extLst xmlns:a="http://schemas.openxmlformats.org/drawingml/2006/main">
              <a:ext uri="{FF2B5EF4-FFF2-40B4-BE49-F238E27FC236}">
                <a16:creationId xmlns:a16="http://schemas.microsoft.com/office/drawing/2014/main" id="{EEBAED9D-7699-40C6-BA4D-A777A77C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65" y="3088917"/>
            <a:ext cx="1574035" cy="163809"/>
          </a:xfrm>
          <a:custGeom xmlns:a="http://schemas.openxmlformats.org/drawingml/2006/main">
            <a:pathLst>
              <a:path w="1574035" h="163809">
                <a:moveTo>
                  <a:pt x="113592" y="60810"/>
                </a:moveTo>
                <a:lnTo>
                  <a:pt x="61665" y="60810"/>
                </a:lnTo>
                <a:lnTo>
                  <a:pt x="61665" y="74816"/>
                </a:lnTo>
                <a:lnTo>
                  <a:pt x="99585" y="74816"/>
                </a:lnTo>
                <a:lnTo>
                  <a:pt x="99585" y="78233"/>
                </a:lnTo>
                <a:cubicBezTo>
                  <a:pt x="99585" y="100437"/>
                  <a:pt x="83185" y="116495"/>
                  <a:pt x="60468" y="116495"/>
                </a:cubicBezTo>
                <a:cubicBezTo>
                  <a:pt x="47827" y="116495"/>
                  <a:pt x="36383" y="111882"/>
                  <a:pt x="29038" y="103854"/>
                </a:cubicBezTo>
                <a:cubicBezTo>
                  <a:pt x="20838" y="94972"/>
                  <a:pt x="15886" y="80113"/>
                  <a:pt x="15886" y="64737"/>
                </a:cubicBezTo>
                <a:cubicBezTo>
                  <a:pt x="15886" y="34162"/>
                  <a:pt x="33310" y="14007"/>
                  <a:pt x="59613" y="14007"/>
                </a:cubicBezTo>
                <a:cubicBezTo>
                  <a:pt x="78575" y="14007"/>
                  <a:pt x="92240" y="23744"/>
                  <a:pt x="95654" y="39800"/>
                </a:cubicBezTo>
                <a:lnTo>
                  <a:pt x="111882" y="39800"/>
                </a:lnTo>
                <a:cubicBezTo>
                  <a:pt x="107441" y="14520"/>
                  <a:pt x="88310" y="0"/>
                  <a:pt x="59785" y="0"/>
                </a:cubicBezTo>
                <a:cubicBezTo>
                  <a:pt x="44582" y="0"/>
                  <a:pt x="32283" y="3930"/>
                  <a:pt x="22548" y="11958"/>
                </a:cubicBezTo>
                <a:cubicBezTo>
                  <a:pt x="8028" y="23914"/>
                  <a:pt x="0" y="43217"/>
                  <a:pt x="0" y="65592"/>
                </a:cubicBezTo>
                <a:cubicBezTo>
                  <a:pt x="0" y="103854"/>
                  <a:pt x="23403" y="130502"/>
                  <a:pt x="57051" y="130502"/>
                </a:cubicBezTo>
                <a:cubicBezTo>
                  <a:pt x="73961" y="130502"/>
                  <a:pt x="87285" y="124181"/>
                  <a:pt x="99585" y="110688"/>
                </a:cubicBezTo>
                <a:lnTo>
                  <a:pt x="103513" y="127257"/>
                </a:lnTo>
                <a:lnTo>
                  <a:pt x="113592" y="127257"/>
                </a:lnTo>
                <a:lnTo>
                  <a:pt x="113592" y="60810"/>
                </a:lnTo>
                <a:close/>
                <a:moveTo>
                  <a:pt x="171837" y="34506"/>
                </a:moveTo>
                <a:cubicBezTo>
                  <a:pt x="146557" y="34506"/>
                  <a:pt x="131526" y="52441"/>
                  <a:pt x="131526" y="82503"/>
                </a:cubicBezTo>
                <a:cubicBezTo>
                  <a:pt x="131526" y="112737"/>
                  <a:pt x="146557" y="130502"/>
                  <a:pt x="172009" y="130502"/>
                </a:cubicBezTo>
                <a:cubicBezTo>
                  <a:pt x="197288" y="130502"/>
                  <a:pt x="212491" y="112567"/>
                  <a:pt x="212491" y="83185"/>
                </a:cubicBezTo>
                <a:cubicBezTo>
                  <a:pt x="212491" y="52099"/>
                  <a:pt x="197801" y="34506"/>
                  <a:pt x="171837" y="34506"/>
                </a:cubicBezTo>
                <a:moveTo>
                  <a:pt x="172009" y="47658"/>
                </a:moveTo>
                <a:cubicBezTo>
                  <a:pt x="188064" y="47658"/>
                  <a:pt x="197629" y="60810"/>
                  <a:pt x="197629" y="83016"/>
                </a:cubicBezTo>
                <a:cubicBezTo>
                  <a:pt x="197629" y="104196"/>
                  <a:pt x="187722" y="117350"/>
                  <a:pt x="172009" y="117350"/>
                </a:cubicBezTo>
                <a:cubicBezTo>
                  <a:pt x="156123" y="117350"/>
                  <a:pt x="146385" y="104196"/>
                  <a:pt x="146385" y="82503"/>
                </a:cubicBezTo>
                <a:cubicBezTo>
                  <a:pt x="146385" y="60810"/>
                  <a:pt x="156123" y="47658"/>
                  <a:pt x="172009" y="47658"/>
                </a:cubicBezTo>
                <a:close/>
                <a:moveTo>
                  <a:pt x="266467" y="126571"/>
                </a:moveTo>
                <a:lnTo>
                  <a:pt x="300801" y="37068"/>
                </a:lnTo>
                <a:lnTo>
                  <a:pt x="284745" y="37068"/>
                </a:lnTo>
                <a:lnTo>
                  <a:pt x="259463" y="109661"/>
                </a:lnTo>
                <a:lnTo>
                  <a:pt x="235550" y="37068"/>
                </a:lnTo>
                <a:lnTo>
                  <a:pt x="219494" y="37068"/>
                </a:lnTo>
                <a:lnTo>
                  <a:pt x="250925" y="126571"/>
                </a:lnTo>
                <a:lnTo>
                  <a:pt x="266467" y="126571"/>
                </a:lnTo>
                <a:close/>
                <a:moveTo>
                  <a:pt x="386550" y="86602"/>
                </a:moveTo>
                <a:cubicBezTo>
                  <a:pt x="386550" y="72937"/>
                  <a:pt x="385523" y="64737"/>
                  <a:pt x="382961" y="58078"/>
                </a:cubicBezTo>
                <a:cubicBezTo>
                  <a:pt x="377154" y="43386"/>
                  <a:pt x="363488" y="34506"/>
                  <a:pt x="346750" y="34506"/>
                </a:cubicBezTo>
                <a:cubicBezTo>
                  <a:pt x="321810" y="34506"/>
                  <a:pt x="305754" y="53465"/>
                  <a:pt x="305754" y="83016"/>
                </a:cubicBezTo>
                <a:cubicBezTo>
                  <a:pt x="305754" y="112567"/>
                  <a:pt x="321127" y="130502"/>
                  <a:pt x="346409" y="130502"/>
                </a:cubicBezTo>
                <a:cubicBezTo>
                  <a:pt x="366905" y="130502"/>
                  <a:pt x="381081" y="118885"/>
                  <a:pt x="384670" y="99413"/>
                </a:cubicBezTo>
                <a:lnTo>
                  <a:pt x="370322" y="99413"/>
                </a:lnTo>
                <a:cubicBezTo>
                  <a:pt x="366392" y="111199"/>
                  <a:pt x="358364" y="117350"/>
                  <a:pt x="346920" y="117350"/>
                </a:cubicBezTo>
                <a:cubicBezTo>
                  <a:pt x="337868" y="117350"/>
                  <a:pt x="330181" y="113250"/>
                  <a:pt x="325399" y="105733"/>
                </a:cubicBezTo>
                <a:cubicBezTo>
                  <a:pt x="321982" y="100609"/>
                  <a:pt x="320785" y="95485"/>
                  <a:pt x="320616" y="86602"/>
                </a:cubicBezTo>
                <a:lnTo>
                  <a:pt x="386550" y="86602"/>
                </a:lnTo>
                <a:moveTo>
                  <a:pt x="320957" y="74988"/>
                </a:moveTo>
                <a:cubicBezTo>
                  <a:pt x="322151" y="58420"/>
                  <a:pt x="332230" y="47658"/>
                  <a:pt x="346578" y="47658"/>
                </a:cubicBezTo>
                <a:cubicBezTo>
                  <a:pt x="361098" y="47658"/>
                  <a:pt x="371175" y="58930"/>
                  <a:pt x="371175" y="74988"/>
                </a:cubicBezTo>
                <a:lnTo>
                  <a:pt x="320957" y="74988"/>
                </a:lnTo>
                <a:close/>
                <a:moveTo>
                  <a:pt x="405678" y="37068"/>
                </a:moveTo>
                <a:lnTo>
                  <a:pt x="405678" y="126571"/>
                </a:lnTo>
                <a:lnTo>
                  <a:pt x="420029" y="126571"/>
                </a:lnTo>
                <a:lnTo>
                  <a:pt x="420029" y="80113"/>
                </a:lnTo>
                <a:cubicBezTo>
                  <a:pt x="420198" y="58589"/>
                  <a:pt x="429081" y="49024"/>
                  <a:pt x="448725" y="49537"/>
                </a:cubicBezTo>
                <a:lnTo>
                  <a:pt x="448725" y="35017"/>
                </a:lnTo>
                <a:cubicBezTo>
                  <a:pt x="446332" y="34675"/>
                  <a:pt x="444967" y="34506"/>
                  <a:pt x="443257" y="34506"/>
                </a:cubicBezTo>
                <a:cubicBezTo>
                  <a:pt x="434033" y="34506"/>
                  <a:pt x="427032" y="39972"/>
                  <a:pt x="418832" y="53293"/>
                </a:cubicBezTo>
                <a:lnTo>
                  <a:pt x="418832" y="37068"/>
                </a:lnTo>
                <a:lnTo>
                  <a:pt x="405678" y="37068"/>
                </a:lnTo>
                <a:close/>
                <a:moveTo>
                  <a:pt x="467001" y="37068"/>
                </a:moveTo>
                <a:lnTo>
                  <a:pt x="467001" y="126571"/>
                </a:lnTo>
                <a:lnTo>
                  <a:pt x="481349" y="126571"/>
                </a:lnTo>
                <a:lnTo>
                  <a:pt x="481349" y="77209"/>
                </a:lnTo>
                <a:cubicBezTo>
                  <a:pt x="481349" y="58930"/>
                  <a:pt x="490914" y="46975"/>
                  <a:pt x="505604" y="46975"/>
                </a:cubicBezTo>
                <a:cubicBezTo>
                  <a:pt x="516879" y="46975"/>
                  <a:pt x="524052" y="53806"/>
                  <a:pt x="524052" y="64568"/>
                </a:cubicBezTo>
                <a:lnTo>
                  <a:pt x="524052" y="126571"/>
                </a:lnTo>
                <a:lnTo>
                  <a:pt x="538231" y="126571"/>
                </a:lnTo>
                <a:lnTo>
                  <a:pt x="538231" y="58930"/>
                </a:lnTo>
                <a:cubicBezTo>
                  <a:pt x="538231" y="44071"/>
                  <a:pt x="527127" y="34506"/>
                  <a:pt x="509876" y="34506"/>
                </a:cubicBezTo>
                <a:cubicBezTo>
                  <a:pt x="496552" y="34506"/>
                  <a:pt x="488011" y="39630"/>
                  <a:pt x="480153" y="52099"/>
                </a:cubicBezTo>
                <a:lnTo>
                  <a:pt x="480153" y="37068"/>
                </a:lnTo>
                <a:lnTo>
                  <a:pt x="467001" y="37068"/>
                </a:lnTo>
                <a:close/>
                <a:moveTo>
                  <a:pt x="641399" y="118202"/>
                </a:moveTo>
                <a:cubicBezTo>
                  <a:pt x="639864" y="118544"/>
                  <a:pt x="639179" y="118544"/>
                  <a:pt x="638326" y="118544"/>
                </a:cubicBezTo>
                <a:cubicBezTo>
                  <a:pt x="633372" y="118544"/>
                  <a:pt x="630640" y="115982"/>
                  <a:pt x="630640" y="111540"/>
                </a:cubicBezTo>
                <a:lnTo>
                  <a:pt x="630640" y="58930"/>
                </a:lnTo>
                <a:cubicBezTo>
                  <a:pt x="630640" y="43044"/>
                  <a:pt x="619024" y="34506"/>
                  <a:pt x="596989" y="34506"/>
                </a:cubicBezTo>
                <a:cubicBezTo>
                  <a:pt x="583837" y="34506"/>
                  <a:pt x="573417" y="38262"/>
                  <a:pt x="567269" y="44924"/>
                </a:cubicBezTo>
                <a:cubicBezTo>
                  <a:pt x="563169" y="49537"/>
                  <a:pt x="561459" y="54661"/>
                  <a:pt x="561117" y="63544"/>
                </a:cubicBezTo>
                <a:lnTo>
                  <a:pt x="575466" y="63544"/>
                </a:lnTo>
                <a:cubicBezTo>
                  <a:pt x="576662" y="52610"/>
                  <a:pt x="583154" y="47658"/>
                  <a:pt x="596476" y="47658"/>
                </a:cubicBezTo>
                <a:cubicBezTo>
                  <a:pt x="609458" y="47658"/>
                  <a:pt x="616462" y="52441"/>
                  <a:pt x="616462" y="60982"/>
                </a:cubicBezTo>
                <a:lnTo>
                  <a:pt x="616462" y="64737"/>
                </a:lnTo>
                <a:cubicBezTo>
                  <a:pt x="616292" y="70889"/>
                  <a:pt x="613217" y="73109"/>
                  <a:pt x="601600" y="74647"/>
                </a:cubicBezTo>
                <a:cubicBezTo>
                  <a:pt x="581445" y="77209"/>
                  <a:pt x="578369" y="77892"/>
                  <a:pt x="572904" y="80113"/>
                </a:cubicBezTo>
                <a:cubicBezTo>
                  <a:pt x="562486" y="84554"/>
                  <a:pt x="557190" y="92409"/>
                  <a:pt x="557190" y="104026"/>
                </a:cubicBezTo>
                <a:cubicBezTo>
                  <a:pt x="557190" y="120254"/>
                  <a:pt x="568462" y="130502"/>
                  <a:pt x="586569" y="130502"/>
                </a:cubicBezTo>
                <a:cubicBezTo>
                  <a:pt x="597844" y="130502"/>
                  <a:pt x="606896" y="126571"/>
                  <a:pt x="616975" y="117350"/>
                </a:cubicBezTo>
                <a:cubicBezTo>
                  <a:pt x="617999" y="126571"/>
                  <a:pt x="622441" y="130502"/>
                  <a:pt x="631665" y="130502"/>
                </a:cubicBezTo>
                <a:cubicBezTo>
                  <a:pt x="634737" y="130502"/>
                  <a:pt x="636617" y="130160"/>
                  <a:pt x="641399" y="128964"/>
                </a:cubicBezTo>
                <a:lnTo>
                  <a:pt x="641399" y="118202"/>
                </a:lnTo>
                <a:moveTo>
                  <a:pt x="616462" y="98389"/>
                </a:moveTo>
                <a:cubicBezTo>
                  <a:pt x="616462" y="103171"/>
                  <a:pt x="615096" y="106075"/>
                  <a:pt x="610824" y="110003"/>
                </a:cubicBezTo>
                <a:cubicBezTo>
                  <a:pt x="605017" y="115299"/>
                  <a:pt x="598013" y="118033"/>
                  <a:pt x="589644" y="118033"/>
                </a:cubicBezTo>
                <a:cubicBezTo>
                  <a:pt x="578541" y="118033"/>
                  <a:pt x="572051" y="112737"/>
                  <a:pt x="572051" y="103685"/>
                </a:cubicBezTo>
                <a:cubicBezTo>
                  <a:pt x="572051" y="94289"/>
                  <a:pt x="578200" y="89506"/>
                  <a:pt x="593572" y="87285"/>
                </a:cubicBezTo>
                <a:cubicBezTo>
                  <a:pt x="608775" y="85237"/>
                  <a:pt x="611679" y="84554"/>
                  <a:pt x="616462" y="82333"/>
                </a:cubicBezTo>
                <a:lnTo>
                  <a:pt x="616462" y="98389"/>
                </a:lnTo>
                <a:close/>
                <a:moveTo>
                  <a:pt x="656944" y="37068"/>
                </a:moveTo>
                <a:lnTo>
                  <a:pt x="656944" y="126571"/>
                </a:lnTo>
                <a:lnTo>
                  <a:pt x="671292" y="126571"/>
                </a:lnTo>
                <a:lnTo>
                  <a:pt x="671292" y="77209"/>
                </a:lnTo>
                <a:cubicBezTo>
                  <a:pt x="671292" y="58930"/>
                  <a:pt x="680858" y="46975"/>
                  <a:pt x="695547" y="46975"/>
                </a:cubicBezTo>
                <a:cubicBezTo>
                  <a:pt x="706822" y="46975"/>
                  <a:pt x="713995" y="53806"/>
                  <a:pt x="713995" y="64568"/>
                </a:cubicBezTo>
                <a:lnTo>
                  <a:pt x="713995" y="126571"/>
                </a:lnTo>
                <a:lnTo>
                  <a:pt x="728174" y="126571"/>
                </a:lnTo>
                <a:lnTo>
                  <a:pt x="728174" y="58930"/>
                </a:lnTo>
                <a:cubicBezTo>
                  <a:pt x="728174" y="44071"/>
                  <a:pt x="717071" y="34506"/>
                  <a:pt x="699819" y="34506"/>
                </a:cubicBezTo>
                <a:cubicBezTo>
                  <a:pt x="686495" y="34506"/>
                  <a:pt x="677954" y="39630"/>
                  <a:pt x="670096" y="52099"/>
                </a:cubicBezTo>
                <a:lnTo>
                  <a:pt x="670096" y="37068"/>
                </a:lnTo>
                <a:lnTo>
                  <a:pt x="656944" y="37068"/>
                </a:lnTo>
                <a:close/>
                <a:moveTo>
                  <a:pt x="820411" y="67130"/>
                </a:moveTo>
                <a:cubicBezTo>
                  <a:pt x="819729" y="58420"/>
                  <a:pt x="817849" y="52782"/>
                  <a:pt x="814432" y="47827"/>
                </a:cubicBezTo>
                <a:cubicBezTo>
                  <a:pt x="808284" y="39458"/>
                  <a:pt x="797522" y="34506"/>
                  <a:pt x="785053" y="34506"/>
                </a:cubicBezTo>
                <a:cubicBezTo>
                  <a:pt x="760798" y="34506"/>
                  <a:pt x="745254" y="53637"/>
                  <a:pt x="745254" y="83357"/>
                </a:cubicBezTo>
                <a:cubicBezTo>
                  <a:pt x="745254" y="112223"/>
                  <a:pt x="760626" y="130502"/>
                  <a:pt x="784884" y="130502"/>
                </a:cubicBezTo>
                <a:cubicBezTo>
                  <a:pt x="806235" y="130502"/>
                  <a:pt x="819729" y="117691"/>
                  <a:pt x="821436" y="95826"/>
                </a:cubicBezTo>
                <a:lnTo>
                  <a:pt x="807088" y="95826"/>
                </a:lnTo>
                <a:cubicBezTo>
                  <a:pt x="804697" y="110175"/>
                  <a:pt x="797353" y="117350"/>
                  <a:pt x="785225" y="117350"/>
                </a:cubicBezTo>
                <a:cubicBezTo>
                  <a:pt x="769509" y="117350"/>
                  <a:pt x="760115" y="104537"/>
                  <a:pt x="760115" y="83357"/>
                </a:cubicBezTo>
                <a:cubicBezTo>
                  <a:pt x="760115" y="60982"/>
                  <a:pt x="769339" y="47658"/>
                  <a:pt x="784884" y="47658"/>
                </a:cubicBezTo>
                <a:cubicBezTo>
                  <a:pt x="796839" y="47658"/>
                  <a:pt x="804356" y="54661"/>
                  <a:pt x="806063" y="67130"/>
                </a:cubicBezTo>
                <a:lnTo>
                  <a:pt x="820411" y="67130"/>
                </a:lnTo>
                <a:close/>
                <a:moveTo>
                  <a:pt x="912993" y="86602"/>
                </a:moveTo>
                <a:cubicBezTo>
                  <a:pt x="912993" y="72937"/>
                  <a:pt x="911966" y="64737"/>
                  <a:pt x="909404" y="58078"/>
                </a:cubicBezTo>
                <a:cubicBezTo>
                  <a:pt x="903597" y="43386"/>
                  <a:pt x="889932" y="34506"/>
                  <a:pt x="873193" y="34506"/>
                </a:cubicBezTo>
                <a:cubicBezTo>
                  <a:pt x="848253" y="34506"/>
                  <a:pt x="832198" y="53465"/>
                  <a:pt x="832198" y="83016"/>
                </a:cubicBezTo>
                <a:cubicBezTo>
                  <a:pt x="832198" y="112567"/>
                  <a:pt x="847570" y="130502"/>
                  <a:pt x="872852" y="130502"/>
                </a:cubicBezTo>
                <a:cubicBezTo>
                  <a:pt x="893349" y="130502"/>
                  <a:pt x="907525" y="118885"/>
                  <a:pt x="911114" y="99413"/>
                </a:cubicBezTo>
                <a:lnTo>
                  <a:pt x="896766" y="99413"/>
                </a:lnTo>
                <a:cubicBezTo>
                  <a:pt x="892835" y="111199"/>
                  <a:pt x="884807" y="117350"/>
                  <a:pt x="873363" y="117350"/>
                </a:cubicBezTo>
                <a:cubicBezTo>
                  <a:pt x="864311" y="117350"/>
                  <a:pt x="856625" y="113250"/>
                  <a:pt x="851842" y="105733"/>
                </a:cubicBezTo>
                <a:cubicBezTo>
                  <a:pt x="848425" y="100609"/>
                  <a:pt x="847229" y="95485"/>
                  <a:pt x="847059" y="86602"/>
                </a:cubicBezTo>
                <a:lnTo>
                  <a:pt x="912993" y="86602"/>
                </a:lnTo>
                <a:moveTo>
                  <a:pt x="847401" y="74988"/>
                </a:moveTo>
                <a:cubicBezTo>
                  <a:pt x="848594" y="58420"/>
                  <a:pt x="858673" y="47658"/>
                  <a:pt x="873021" y="47658"/>
                </a:cubicBezTo>
                <a:cubicBezTo>
                  <a:pt x="887542" y="47658"/>
                  <a:pt x="897618" y="58930"/>
                  <a:pt x="897618" y="74988"/>
                </a:cubicBezTo>
                <a:lnTo>
                  <a:pt x="847401" y="74988"/>
                </a:lnTo>
                <a:close/>
                <a:moveTo>
                  <a:pt x="1047761" y="126571"/>
                </a:moveTo>
                <a:lnTo>
                  <a:pt x="1082778" y="22206"/>
                </a:lnTo>
                <a:lnTo>
                  <a:pt x="1082778" y="126571"/>
                </a:lnTo>
                <a:lnTo>
                  <a:pt x="1097809" y="126571"/>
                </a:lnTo>
                <a:lnTo>
                  <a:pt x="1097809" y="2051"/>
                </a:lnTo>
                <a:lnTo>
                  <a:pt x="1075775" y="2051"/>
                </a:lnTo>
                <a:lnTo>
                  <a:pt x="1039564" y="110516"/>
                </a:lnTo>
                <a:lnTo>
                  <a:pt x="1002668" y="2051"/>
                </a:lnTo>
                <a:lnTo>
                  <a:pt x="980634" y="2051"/>
                </a:lnTo>
                <a:lnTo>
                  <a:pt x="980634" y="126571"/>
                </a:lnTo>
                <a:lnTo>
                  <a:pt x="995665" y="126571"/>
                </a:lnTo>
                <a:lnTo>
                  <a:pt x="995665" y="22206"/>
                </a:lnTo>
                <a:lnTo>
                  <a:pt x="1031023" y="126571"/>
                </a:lnTo>
                <a:lnTo>
                  <a:pt x="1047761" y="126571"/>
                </a:lnTo>
                <a:close/>
                <a:moveTo>
                  <a:pt x="1201493" y="118202"/>
                </a:moveTo>
                <a:cubicBezTo>
                  <a:pt x="1199958" y="118544"/>
                  <a:pt x="1199272" y="118544"/>
                  <a:pt x="1198420" y="118544"/>
                </a:cubicBezTo>
                <a:cubicBezTo>
                  <a:pt x="1193465" y="118544"/>
                  <a:pt x="1190734" y="115982"/>
                  <a:pt x="1190734" y="111540"/>
                </a:cubicBezTo>
                <a:lnTo>
                  <a:pt x="1190734" y="58930"/>
                </a:lnTo>
                <a:cubicBezTo>
                  <a:pt x="1190734" y="43044"/>
                  <a:pt x="1179117" y="34506"/>
                  <a:pt x="1157082" y="34506"/>
                </a:cubicBezTo>
                <a:cubicBezTo>
                  <a:pt x="1143931" y="34506"/>
                  <a:pt x="1133510" y="38262"/>
                  <a:pt x="1127362" y="44924"/>
                </a:cubicBezTo>
                <a:cubicBezTo>
                  <a:pt x="1123262" y="49537"/>
                  <a:pt x="1121552" y="54661"/>
                  <a:pt x="1121211" y="63544"/>
                </a:cubicBezTo>
                <a:lnTo>
                  <a:pt x="1135559" y="63544"/>
                </a:lnTo>
                <a:cubicBezTo>
                  <a:pt x="1136755" y="52610"/>
                  <a:pt x="1143248" y="47658"/>
                  <a:pt x="1156569" y="47658"/>
                </a:cubicBezTo>
                <a:cubicBezTo>
                  <a:pt x="1169551" y="47658"/>
                  <a:pt x="1176555" y="52441"/>
                  <a:pt x="1176555" y="60982"/>
                </a:cubicBezTo>
                <a:lnTo>
                  <a:pt x="1176555" y="64737"/>
                </a:lnTo>
                <a:cubicBezTo>
                  <a:pt x="1176385" y="70889"/>
                  <a:pt x="1173310" y="73109"/>
                  <a:pt x="1161693" y="74647"/>
                </a:cubicBezTo>
                <a:cubicBezTo>
                  <a:pt x="1141538" y="77209"/>
                  <a:pt x="1138462" y="77892"/>
                  <a:pt x="1132997" y="80113"/>
                </a:cubicBezTo>
                <a:cubicBezTo>
                  <a:pt x="1122579" y="84554"/>
                  <a:pt x="1117283" y="92409"/>
                  <a:pt x="1117283" y="104026"/>
                </a:cubicBezTo>
                <a:cubicBezTo>
                  <a:pt x="1117283" y="120254"/>
                  <a:pt x="1128556" y="130502"/>
                  <a:pt x="1146662" y="130502"/>
                </a:cubicBezTo>
                <a:cubicBezTo>
                  <a:pt x="1157937" y="130502"/>
                  <a:pt x="1166989" y="126571"/>
                  <a:pt x="1177068" y="117350"/>
                </a:cubicBezTo>
                <a:cubicBezTo>
                  <a:pt x="1178093" y="126571"/>
                  <a:pt x="1182534" y="130502"/>
                  <a:pt x="1191758" y="130502"/>
                </a:cubicBezTo>
                <a:cubicBezTo>
                  <a:pt x="1194831" y="130502"/>
                  <a:pt x="1196710" y="130160"/>
                  <a:pt x="1201493" y="128964"/>
                </a:cubicBezTo>
                <a:lnTo>
                  <a:pt x="1201493" y="118202"/>
                </a:lnTo>
                <a:moveTo>
                  <a:pt x="1176555" y="98389"/>
                </a:moveTo>
                <a:cubicBezTo>
                  <a:pt x="1176555" y="103171"/>
                  <a:pt x="1175189" y="106075"/>
                  <a:pt x="1170917" y="110003"/>
                </a:cubicBezTo>
                <a:cubicBezTo>
                  <a:pt x="1165110" y="115299"/>
                  <a:pt x="1158107" y="118033"/>
                  <a:pt x="1149738" y="118033"/>
                </a:cubicBezTo>
                <a:cubicBezTo>
                  <a:pt x="1138634" y="118033"/>
                  <a:pt x="1132145" y="112737"/>
                  <a:pt x="1132145" y="103685"/>
                </a:cubicBezTo>
                <a:cubicBezTo>
                  <a:pt x="1132145" y="94289"/>
                  <a:pt x="1138293" y="89506"/>
                  <a:pt x="1153665" y="87285"/>
                </a:cubicBezTo>
                <a:cubicBezTo>
                  <a:pt x="1168869" y="85237"/>
                  <a:pt x="1171772" y="84554"/>
                  <a:pt x="1176555" y="82333"/>
                </a:cubicBezTo>
                <a:lnTo>
                  <a:pt x="1176555" y="98389"/>
                </a:lnTo>
                <a:close/>
                <a:moveTo>
                  <a:pt x="1248468" y="37068"/>
                </a:moveTo>
                <a:lnTo>
                  <a:pt x="1233778" y="37068"/>
                </a:lnTo>
                <a:lnTo>
                  <a:pt x="1233778" y="12469"/>
                </a:lnTo>
                <a:lnTo>
                  <a:pt x="1219599" y="12469"/>
                </a:lnTo>
                <a:lnTo>
                  <a:pt x="1219599" y="37068"/>
                </a:lnTo>
                <a:lnTo>
                  <a:pt x="1207472" y="37068"/>
                </a:lnTo>
                <a:lnTo>
                  <a:pt x="1207472" y="48682"/>
                </a:lnTo>
                <a:lnTo>
                  <a:pt x="1219599" y="48682"/>
                </a:lnTo>
                <a:lnTo>
                  <a:pt x="1219599" y="116323"/>
                </a:lnTo>
                <a:cubicBezTo>
                  <a:pt x="1219599" y="125547"/>
                  <a:pt x="1225748" y="130502"/>
                  <a:pt x="1236851" y="130502"/>
                </a:cubicBezTo>
                <a:cubicBezTo>
                  <a:pt x="1240609" y="130502"/>
                  <a:pt x="1243685" y="130160"/>
                  <a:pt x="1248468" y="129305"/>
                </a:cubicBezTo>
                <a:lnTo>
                  <a:pt x="1248468" y="117350"/>
                </a:lnTo>
                <a:cubicBezTo>
                  <a:pt x="1246416" y="117861"/>
                  <a:pt x="1244537" y="118033"/>
                  <a:pt x="1241634" y="118033"/>
                </a:cubicBezTo>
                <a:cubicBezTo>
                  <a:pt x="1235485" y="118033"/>
                  <a:pt x="1233778" y="116323"/>
                  <a:pt x="1233778" y="110003"/>
                </a:cubicBezTo>
                <a:lnTo>
                  <a:pt x="1233778" y="48682"/>
                </a:lnTo>
                <a:lnTo>
                  <a:pt x="1248468" y="48682"/>
                </a:lnTo>
                <a:lnTo>
                  <a:pt x="1248468" y="37068"/>
                </a:lnTo>
                <a:close/>
                <a:moveTo>
                  <a:pt x="1334898" y="126571"/>
                </a:moveTo>
                <a:lnTo>
                  <a:pt x="1334898" y="37068"/>
                </a:lnTo>
                <a:lnTo>
                  <a:pt x="1320719" y="37068"/>
                </a:lnTo>
                <a:lnTo>
                  <a:pt x="1320719" y="87799"/>
                </a:lnTo>
                <a:cubicBezTo>
                  <a:pt x="1320719" y="106075"/>
                  <a:pt x="1311154" y="118033"/>
                  <a:pt x="1296295" y="118033"/>
                </a:cubicBezTo>
                <a:cubicBezTo>
                  <a:pt x="1285020" y="118033"/>
                  <a:pt x="1277847" y="111199"/>
                  <a:pt x="1277847" y="100437"/>
                </a:cubicBezTo>
                <a:lnTo>
                  <a:pt x="1277847" y="37068"/>
                </a:lnTo>
                <a:lnTo>
                  <a:pt x="1263668" y="37068"/>
                </a:lnTo>
                <a:lnTo>
                  <a:pt x="1263668" y="106075"/>
                </a:lnTo>
                <a:cubicBezTo>
                  <a:pt x="1263668" y="120936"/>
                  <a:pt x="1274771" y="130502"/>
                  <a:pt x="1292195" y="130502"/>
                </a:cubicBezTo>
                <a:cubicBezTo>
                  <a:pt x="1305347" y="130502"/>
                  <a:pt x="1313716" y="125889"/>
                  <a:pt x="1322088" y="114102"/>
                </a:cubicBezTo>
                <a:lnTo>
                  <a:pt x="1322088" y="126571"/>
                </a:lnTo>
                <a:lnTo>
                  <a:pt x="1334898" y="126571"/>
                </a:lnTo>
                <a:close/>
                <a:moveTo>
                  <a:pt x="1359323" y="37068"/>
                </a:moveTo>
                <a:lnTo>
                  <a:pt x="1359323" y="126571"/>
                </a:lnTo>
                <a:lnTo>
                  <a:pt x="1373673" y="126571"/>
                </a:lnTo>
                <a:lnTo>
                  <a:pt x="1373673" y="80113"/>
                </a:lnTo>
                <a:cubicBezTo>
                  <a:pt x="1373843" y="58589"/>
                  <a:pt x="1382725" y="49024"/>
                  <a:pt x="1402370" y="49537"/>
                </a:cubicBezTo>
                <a:lnTo>
                  <a:pt x="1402370" y="35017"/>
                </a:lnTo>
                <a:cubicBezTo>
                  <a:pt x="1399977" y="34675"/>
                  <a:pt x="1398611" y="34506"/>
                  <a:pt x="1396901" y="34506"/>
                </a:cubicBezTo>
                <a:cubicBezTo>
                  <a:pt x="1387677" y="34506"/>
                  <a:pt x="1380677" y="39972"/>
                  <a:pt x="1372477" y="53293"/>
                </a:cubicBezTo>
                <a:lnTo>
                  <a:pt x="1372477" y="37068"/>
                </a:lnTo>
                <a:lnTo>
                  <a:pt x="1359323" y="37068"/>
                </a:lnTo>
                <a:close/>
                <a:moveTo>
                  <a:pt x="1432603" y="37068"/>
                </a:moveTo>
                <a:lnTo>
                  <a:pt x="1418424" y="37068"/>
                </a:lnTo>
                <a:lnTo>
                  <a:pt x="1418424" y="126571"/>
                </a:lnTo>
                <a:lnTo>
                  <a:pt x="1432603" y="126571"/>
                </a:lnTo>
                <a:lnTo>
                  <a:pt x="1432603" y="37068"/>
                </a:lnTo>
                <a:moveTo>
                  <a:pt x="1432603" y="2051"/>
                </a:moveTo>
                <a:lnTo>
                  <a:pt x="1418254" y="2051"/>
                </a:lnTo>
                <a:lnTo>
                  <a:pt x="1418254" y="19986"/>
                </a:lnTo>
                <a:lnTo>
                  <a:pt x="1432603" y="19986"/>
                </a:lnTo>
                <a:lnTo>
                  <a:pt x="1432603" y="2051"/>
                </a:lnTo>
                <a:close/>
                <a:moveTo>
                  <a:pt x="1488288" y="37068"/>
                </a:moveTo>
                <a:lnTo>
                  <a:pt x="1473598" y="37068"/>
                </a:lnTo>
                <a:lnTo>
                  <a:pt x="1473598" y="12469"/>
                </a:lnTo>
                <a:lnTo>
                  <a:pt x="1459420" y="12469"/>
                </a:lnTo>
                <a:lnTo>
                  <a:pt x="1459420" y="37068"/>
                </a:lnTo>
                <a:lnTo>
                  <a:pt x="1447292" y="37068"/>
                </a:lnTo>
                <a:lnTo>
                  <a:pt x="1447292" y="48682"/>
                </a:lnTo>
                <a:lnTo>
                  <a:pt x="1459420" y="48682"/>
                </a:lnTo>
                <a:lnTo>
                  <a:pt x="1459420" y="116323"/>
                </a:lnTo>
                <a:cubicBezTo>
                  <a:pt x="1459420" y="125547"/>
                  <a:pt x="1465568" y="130502"/>
                  <a:pt x="1476671" y="130502"/>
                </a:cubicBezTo>
                <a:cubicBezTo>
                  <a:pt x="1480430" y="130502"/>
                  <a:pt x="1483505" y="130160"/>
                  <a:pt x="1488288" y="129305"/>
                </a:cubicBezTo>
                <a:lnTo>
                  <a:pt x="1488288" y="117350"/>
                </a:lnTo>
                <a:cubicBezTo>
                  <a:pt x="1486237" y="117861"/>
                  <a:pt x="1484358" y="118033"/>
                  <a:pt x="1481454" y="118033"/>
                </a:cubicBezTo>
                <a:cubicBezTo>
                  <a:pt x="1475306" y="118033"/>
                  <a:pt x="1473598" y="116323"/>
                  <a:pt x="1473598" y="110003"/>
                </a:cubicBezTo>
                <a:lnTo>
                  <a:pt x="1473598" y="48682"/>
                </a:lnTo>
                <a:lnTo>
                  <a:pt x="1488288" y="48682"/>
                </a:lnTo>
                <a:lnTo>
                  <a:pt x="1488288" y="37068"/>
                </a:lnTo>
                <a:close/>
                <a:moveTo>
                  <a:pt x="1558663" y="37068"/>
                </a:moveTo>
                <a:lnTo>
                  <a:pt x="1533894" y="106758"/>
                </a:lnTo>
                <a:lnTo>
                  <a:pt x="1511005" y="37068"/>
                </a:lnTo>
                <a:lnTo>
                  <a:pt x="1495802" y="37068"/>
                </a:lnTo>
                <a:lnTo>
                  <a:pt x="1526036" y="126915"/>
                </a:lnTo>
                <a:lnTo>
                  <a:pt x="1520571" y="141092"/>
                </a:lnTo>
                <a:cubicBezTo>
                  <a:pt x="1518178" y="147412"/>
                  <a:pt x="1515105" y="149802"/>
                  <a:pt x="1509126" y="149802"/>
                </a:cubicBezTo>
                <a:cubicBezTo>
                  <a:pt x="1506736" y="149802"/>
                  <a:pt x="1504685" y="149461"/>
                  <a:pt x="1501609" y="148778"/>
                </a:cubicBezTo>
                <a:lnTo>
                  <a:pt x="1501609" y="161588"/>
                </a:lnTo>
                <a:cubicBezTo>
                  <a:pt x="1504515" y="163126"/>
                  <a:pt x="1507419" y="163809"/>
                  <a:pt x="1511175" y="163809"/>
                </a:cubicBezTo>
                <a:cubicBezTo>
                  <a:pt x="1515788" y="163809"/>
                  <a:pt x="1520740" y="162274"/>
                  <a:pt x="1524498" y="159540"/>
                </a:cubicBezTo>
                <a:cubicBezTo>
                  <a:pt x="1528940" y="156295"/>
                  <a:pt x="1531502" y="152536"/>
                  <a:pt x="1534236" y="145361"/>
                </a:cubicBezTo>
                <a:lnTo>
                  <a:pt x="1574035" y="37068"/>
                </a:lnTo>
                <a:lnTo>
                  <a:pt x="1558663" y="370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HasCorporateCommits">
            <a:extLst xmlns:a="http://schemas.openxmlformats.org/drawingml/2006/main">
              <a:ext uri="{FF2B5EF4-FFF2-40B4-BE49-F238E27FC236}">
                <a16:creationId xmlns:a16="http://schemas.microsoft.com/office/drawing/2014/main" id="{53A943BA-5629-4407-9453-CE2044D3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27" y="2763805"/>
            <a:ext cx="1814027" cy="163809"/>
          </a:xfrm>
          <a:custGeom xmlns:a="http://schemas.openxmlformats.org/drawingml/2006/main">
            <a:pathLst>
              <a:path w="1814027" h="163809">
                <a:moveTo>
                  <a:pt x="79941" y="69864"/>
                </a:moveTo>
                <a:lnTo>
                  <a:pt x="79941" y="126571"/>
                </a:lnTo>
                <a:lnTo>
                  <a:pt x="95826" y="126571"/>
                </a:lnTo>
                <a:lnTo>
                  <a:pt x="95826" y="2051"/>
                </a:lnTo>
                <a:lnTo>
                  <a:pt x="79941" y="2051"/>
                </a:lnTo>
                <a:lnTo>
                  <a:pt x="79941" y="55857"/>
                </a:lnTo>
                <a:lnTo>
                  <a:pt x="15886" y="55857"/>
                </a:lnTo>
                <a:lnTo>
                  <a:pt x="15886" y="2051"/>
                </a:lnTo>
                <a:lnTo>
                  <a:pt x="0" y="2051"/>
                </a:lnTo>
                <a:lnTo>
                  <a:pt x="0" y="126571"/>
                </a:lnTo>
                <a:lnTo>
                  <a:pt x="15886" y="126571"/>
                </a:lnTo>
                <a:lnTo>
                  <a:pt x="15886" y="69864"/>
                </a:lnTo>
                <a:lnTo>
                  <a:pt x="79941" y="69864"/>
                </a:lnTo>
                <a:close/>
                <a:moveTo>
                  <a:pt x="200533" y="118202"/>
                </a:moveTo>
                <a:cubicBezTo>
                  <a:pt x="198998" y="118544"/>
                  <a:pt x="198312" y="118544"/>
                  <a:pt x="197460" y="118544"/>
                </a:cubicBezTo>
                <a:cubicBezTo>
                  <a:pt x="192505" y="118544"/>
                  <a:pt x="189774" y="115982"/>
                  <a:pt x="189774" y="111540"/>
                </a:cubicBezTo>
                <a:lnTo>
                  <a:pt x="189774" y="58930"/>
                </a:lnTo>
                <a:cubicBezTo>
                  <a:pt x="189774" y="43044"/>
                  <a:pt x="178157" y="34506"/>
                  <a:pt x="156123" y="34506"/>
                </a:cubicBezTo>
                <a:cubicBezTo>
                  <a:pt x="142971" y="34506"/>
                  <a:pt x="132550" y="38262"/>
                  <a:pt x="126402" y="44924"/>
                </a:cubicBezTo>
                <a:cubicBezTo>
                  <a:pt x="122302" y="49537"/>
                  <a:pt x="120592" y="54661"/>
                  <a:pt x="120251" y="63544"/>
                </a:cubicBezTo>
                <a:lnTo>
                  <a:pt x="134599" y="63544"/>
                </a:lnTo>
                <a:cubicBezTo>
                  <a:pt x="135795" y="52610"/>
                  <a:pt x="142288" y="47658"/>
                  <a:pt x="155609" y="47658"/>
                </a:cubicBezTo>
                <a:cubicBezTo>
                  <a:pt x="168592" y="47658"/>
                  <a:pt x="175595" y="52441"/>
                  <a:pt x="175595" y="60982"/>
                </a:cubicBezTo>
                <a:lnTo>
                  <a:pt x="175595" y="64737"/>
                </a:lnTo>
                <a:cubicBezTo>
                  <a:pt x="175425" y="70889"/>
                  <a:pt x="172350" y="73109"/>
                  <a:pt x="160733" y="74647"/>
                </a:cubicBezTo>
                <a:cubicBezTo>
                  <a:pt x="140578" y="77209"/>
                  <a:pt x="137503" y="77892"/>
                  <a:pt x="132037" y="80113"/>
                </a:cubicBezTo>
                <a:cubicBezTo>
                  <a:pt x="121619" y="84554"/>
                  <a:pt x="116323" y="92409"/>
                  <a:pt x="116323" y="104026"/>
                </a:cubicBezTo>
                <a:cubicBezTo>
                  <a:pt x="116323" y="120254"/>
                  <a:pt x="127596" y="130502"/>
                  <a:pt x="145702" y="130502"/>
                </a:cubicBezTo>
                <a:cubicBezTo>
                  <a:pt x="156977" y="130502"/>
                  <a:pt x="166029" y="126571"/>
                  <a:pt x="176108" y="117350"/>
                </a:cubicBezTo>
                <a:cubicBezTo>
                  <a:pt x="177133" y="126571"/>
                  <a:pt x="181574" y="130502"/>
                  <a:pt x="190798" y="130502"/>
                </a:cubicBezTo>
                <a:cubicBezTo>
                  <a:pt x="193871" y="130502"/>
                  <a:pt x="195750" y="130160"/>
                  <a:pt x="200533" y="128964"/>
                </a:cubicBezTo>
                <a:lnTo>
                  <a:pt x="200533" y="118202"/>
                </a:lnTo>
                <a:moveTo>
                  <a:pt x="175595" y="98389"/>
                </a:moveTo>
                <a:cubicBezTo>
                  <a:pt x="175595" y="103171"/>
                  <a:pt x="174229" y="106075"/>
                  <a:pt x="169957" y="110003"/>
                </a:cubicBezTo>
                <a:cubicBezTo>
                  <a:pt x="164150" y="115299"/>
                  <a:pt x="157147" y="118033"/>
                  <a:pt x="148778" y="118033"/>
                </a:cubicBezTo>
                <a:cubicBezTo>
                  <a:pt x="137675" y="118033"/>
                  <a:pt x="131185" y="112737"/>
                  <a:pt x="131185" y="103685"/>
                </a:cubicBezTo>
                <a:cubicBezTo>
                  <a:pt x="131185" y="94289"/>
                  <a:pt x="137333" y="89506"/>
                  <a:pt x="152706" y="87285"/>
                </a:cubicBezTo>
                <a:cubicBezTo>
                  <a:pt x="167909" y="85237"/>
                  <a:pt x="170812" y="84554"/>
                  <a:pt x="175595" y="82333"/>
                </a:cubicBezTo>
                <a:lnTo>
                  <a:pt x="175595" y="98389"/>
                </a:lnTo>
                <a:close/>
                <a:moveTo>
                  <a:pt x="278936" y="62006"/>
                </a:moveTo>
                <a:cubicBezTo>
                  <a:pt x="278766" y="44413"/>
                  <a:pt x="267150" y="34506"/>
                  <a:pt x="246481" y="34506"/>
                </a:cubicBezTo>
                <a:cubicBezTo>
                  <a:pt x="225643" y="34506"/>
                  <a:pt x="212150" y="45265"/>
                  <a:pt x="212150" y="61834"/>
                </a:cubicBezTo>
                <a:cubicBezTo>
                  <a:pt x="212150" y="75841"/>
                  <a:pt x="219322" y="82503"/>
                  <a:pt x="240504" y="87627"/>
                </a:cubicBezTo>
                <a:lnTo>
                  <a:pt x="253828" y="90872"/>
                </a:lnTo>
                <a:cubicBezTo>
                  <a:pt x="263735" y="93264"/>
                  <a:pt x="267663" y="96851"/>
                  <a:pt x="267663" y="103171"/>
                </a:cubicBezTo>
                <a:cubicBezTo>
                  <a:pt x="267663" y="111712"/>
                  <a:pt x="259294" y="117350"/>
                  <a:pt x="246825" y="117350"/>
                </a:cubicBezTo>
                <a:cubicBezTo>
                  <a:pt x="239136" y="117350"/>
                  <a:pt x="232646" y="115129"/>
                  <a:pt x="229060" y="111371"/>
                </a:cubicBezTo>
                <a:cubicBezTo>
                  <a:pt x="226839" y="108809"/>
                  <a:pt x="225815" y="106247"/>
                  <a:pt x="224960" y="99926"/>
                </a:cubicBezTo>
                <a:lnTo>
                  <a:pt x="209929" y="99926"/>
                </a:lnTo>
                <a:cubicBezTo>
                  <a:pt x="210612" y="120595"/>
                  <a:pt x="222226" y="130502"/>
                  <a:pt x="245629" y="130502"/>
                </a:cubicBezTo>
                <a:cubicBezTo>
                  <a:pt x="268176" y="130502"/>
                  <a:pt x="282525" y="119399"/>
                  <a:pt x="282525" y="102147"/>
                </a:cubicBezTo>
                <a:cubicBezTo>
                  <a:pt x="282525" y="88823"/>
                  <a:pt x="275008" y="81478"/>
                  <a:pt x="257243" y="77209"/>
                </a:cubicBezTo>
                <a:lnTo>
                  <a:pt x="243577" y="73961"/>
                </a:lnTo>
                <a:cubicBezTo>
                  <a:pt x="231963" y="71230"/>
                  <a:pt x="227009" y="67472"/>
                  <a:pt x="227009" y="61151"/>
                </a:cubicBezTo>
                <a:cubicBezTo>
                  <a:pt x="227009" y="52782"/>
                  <a:pt x="234353" y="47658"/>
                  <a:pt x="245970" y="47658"/>
                </a:cubicBezTo>
                <a:cubicBezTo>
                  <a:pt x="257415" y="47658"/>
                  <a:pt x="263563" y="52610"/>
                  <a:pt x="263905" y="62006"/>
                </a:cubicBezTo>
                <a:lnTo>
                  <a:pt x="278936" y="62006"/>
                </a:lnTo>
                <a:close/>
                <a:moveTo>
                  <a:pt x="450089" y="40654"/>
                </a:moveTo>
                <a:cubicBezTo>
                  <a:pt x="445137" y="13324"/>
                  <a:pt x="429423" y="0"/>
                  <a:pt x="402093" y="0"/>
                </a:cubicBezTo>
                <a:cubicBezTo>
                  <a:pt x="385352" y="0"/>
                  <a:pt x="371859" y="5296"/>
                  <a:pt x="362635" y="15544"/>
                </a:cubicBezTo>
                <a:cubicBezTo>
                  <a:pt x="351362" y="27844"/>
                  <a:pt x="345211" y="45607"/>
                  <a:pt x="345211" y="65764"/>
                </a:cubicBezTo>
                <a:cubicBezTo>
                  <a:pt x="345211" y="86261"/>
                  <a:pt x="351531" y="103854"/>
                  <a:pt x="363148" y="115982"/>
                </a:cubicBezTo>
                <a:cubicBezTo>
                  <a:pt x="372883" y="125889"/>
                  <a:pt x="385182" y="130502"/>
                  <a:pt x="401410" y="130502"/>
                </a:cubicBezTo>
                <a:cubicBezTo>
                  <a:pt x="431813" y="130502"/>
                  <a:pt x="448896" y="114102"/>
                  <a:pt x="452651" y="81137"/>
                </a:cubicBezTo>
                <a:lnTo>
                  <a:pt x="436255" y="81137"/>
                </a:lnTo>
                <a:cubicBezTo>
                  <a:pt x="434889" y="89678"/>
                  <a:pt x="433179" y="95485"/>
                  <a:pt x="430617" y="100437"/>
                </a:cubicBezTo>
                <a:cubicBezTo>
                  <a:pt x="425493" y="110688"/>
                  <a:pt x="414903" y="116495"/>
                  <a:pt x="401579" y="116495"/>
                </a:cubicBezTo>
                <a:cubicBezTo>
                  <a:pt x="376811" y="116495"/>
                  <a:pt x="361097" y="96681"/>
                  <a:pt x="361097" y="65592"/>
                </a:cubicBezTo>
                <a:cubicBezTo>
                  <a:pt x="361097" y="33651"/>
                  <a:pt x="375958" y="14007"/>
                  <a:pt x="400213" y="14007"/>
                </a:cubicBezTo>
                <a:cubicBezTo>
                  <a:pt x="410292" y="14007"/>
                  <a:pt x="419686" y="16910"/>
                  <a:pt x="424810" y="21865"/>
                </a:cubicBezTo>
                <a:cubicBezTo>
                  <a:pt x="429423" y="26134"/>
                  <a:pt x="431985" y="31258"/>
                  <a:pt x="433862" y="40654"/>
                </a:cubicBezTo>
                <a:lnTo>
                  <a:pt x="450089" y="40654"/>
                </a:lnTo>
                <a:close/>
                <a:moveTo>
                  <a:pt x="506799" y="34506"/>
                </a:moveTo>
                <a:cubicBezTo>
                  <a:pt x="481520" y="34506"/>
                  <a:pt x="466489" y="52441"/>
                  <a:pt x="466489" y="82503"/>
                </a:cubicBezTo>
                <a:cubicBezTo>
                  <a:pt x="466489" y="112737"/>
                  <a:pt x="481520" y="130502"/>
                  <a:pt x="506971" y="130502"/>
                </a:cubicBezTo>
                <a:cubicBezTo>
                  <a:pt x="532250" y="130502"/>
                  <a:pt x="547453" y="112567"/>
                  <a:pt x="547453" y="83185"/>
                </a:cubicBezTo>
                <a:cubicBezTo>
                  <a:pt x="547453" y="52099"/>
                  <a:pt x="532764" y="34506"/>
                  <a:pt x="506799" y="34506"/>
                </a:cubicBezTo>
                <a:moveTo>
                  <a:pt x="506971" y="47658"/>
                </a:moveTo>
                <a:cubicBezTo>
                  <a:pt x="523026" y="47658"/>
                  <a:pt x="532592" y="60810"/>
                  <a:pt x="532592" y="83016"/>
                </a:cubicBezTo>
                <a:cubicBezTo>
                  <a:pt x="532592" y="104196"/>
                  <a:pt x="522685" y="117350"/>
                  <a:pt x="506971" y="117350"/>
                </a:cubicBezTo>
                <a:cubicBezTo>
                  <a:pt x="491085" y="117350"/>
                  <a:pt x="481348" y="104196"/>
                  <a:pt x="481348" y="82503"/>
                </a:cubicBezTo>
                <a:cubicBezTo>
                  <a:pt x="481348" y="60810"/>
                  <a:pt x="491085" y="47658"/>
                  <a:pt x="506971" y="47658"/>
                </a:cubicBezTo>
                <a:close/>
                <a:moveTo>
                  <a:pt x="567095" y="37068"/>
                </a:moveTo>
                <a:lnTo>
                  <a:pt x="567095" y="126571"/>
                </a:lnTo>
                <a:lnTo>
                  <a:pt x="581446" y="126571"/>
                </a:lnTo>
                <a:lnTo>
                  <a:pt x="581446" y="80113"/>
                </a:lnTo>
                <a:cubicBezTo>
                  <a:pt x="581615" y="58589"/>
                  <a:pt x="590498" y="49024"/>
                  <a:pt x="610142" y="49537"/>
                </a:cubicBezTo>
                <a:lnTo>
                  <a:pt x="610142" y="35017"/>
                </a:lnTo>
                <a:cubicBezTo>
                  <a:pt x="607750" y="34675"/>
                  <a:pt x="606384" y="34506"/>
                  <a:pt x="604674" y="34506"/>
                </a:cubicBezTo>
                <a:cubicBezTo>
                  <a:pt x="595450" y="34506"/>
                  <a:pt x="588449" y="39972"/>
                  <a:pt x="580250" y="53293"/>
                </a:cubicBezTo>
                <a:lnTo>
                  <a:pt x="580250" y="37068"/>
                </a:lnTo>
                <a:lnTo>
                  <a:pt x="567095" y="37068"/>
                </a:lnTo>
                <a:close/>
                <a:moveTo>
                  <a:pt x="626538" y="163809"/>
                </a:moveTo>
                <a:lnTo>
                  <a:pt x="640886" y="163809"/>
                </a:lnTo>
                <a:lnTo>
                  <a:pt x="640886" y="117178"/>
                </a:lnTo>
                <a:cubicBezTo>
                  <a:pt x="648403" y="126402"/>
                  <a:pt x="656772" y="130502"/>
                  <a:pt x="668389" y="130502"/>
                </a:cubicBezTo>
                <a:cubicBezTo>
                  <a:pt x="691620" y="130502"/>
                  <a:pt x="706651" y="111882"/>
                  <a:pt x="706651" y="83357"/>
                </a:cubicBezTo>
                <a:cubicBezTo>
                  <a:pt x="706651" y="53293"/>
                  <a:pt x="691961" y="34506"/>
                  <a:pt x="668217" y="34506"/>
                </a:cubicBezTo>
                <a:cubicBezTo>
                  <a:pt x="656089" y="34506"/>
                  <a:pt x="646354" y="39972"/>
                  <a:pt x="639693" y="50561"/>
                </a:cubicBezTo>
                <a:lnTo>
                  <a:pt x="639693" y="37068"/>
                </a:lnTo>
                <a:lnTo>
                  <a:pt x="626538" y="37068"/>
                </a:lnTo>
                <a:lnTo>
                  <a:pt x="626538" y="163809"/>
                </a:lnTo>
                <a:moveTo>
                  <a:pt x="665827" y="47827"/>
                </a:moveTo>
                <a:cubicBezTo>
                  <a:pt x="681541" y="47827"/>
                  <a:pt x="691789" y="61665"/>
                  <a:pt x="691789" y="83016"/>
                </a:cubicBezTo>
                <a:cubicBezTo>
                  <a:pt x="691789" y="103343"/>
                  <a:pt x="681371" y="117178"/>
                  <a:pt x="665827" y="117178"/>
                </a:cubicBezTo>
                <a:cubicBezTo>
                  <a:pt x="650624" y="117178"/>
                  <a:pt x="640886" y="103513"/>
                  <a:pt x="640886" y="82503"/>
                </a:cubicBezTo>
                <a:cubicBezTo>
                  <a:pt x="640886" y="61492"/>
                  <a:pt x="650624" y="47827"/>
                  <a:pt x="665827" y="47827"/>
                </a:cubicBezTo>
                <a:close/>
                <a:moveTo>
                  <a:pt x="758747" y="34506"/>
                </a:moveTo>
                <a:cubicBezTo>
                  <a:pt x="733468" y="34506"/>
                  <a:pt x="718437" y="52441"/>
                  <a:pt x="718437" y="82503"/>
                </a:cubicBezTo>
                <a:cubicBezTo>
                  <a:pt x="718437" y="112737"/>
                  <a:pt x="733468" y="130502"/>
                  <a:pt x="758919" y="130502"/>
                </a:cubicBezTo>
                <a:cubicBezTo>
                  <a:pt x="784198" y="130502"/>
                  <a:pt x="799402" y="112567"/>
                  <a:pt x="799402" y="83185"/>
                </a:cubicBezTo>
                <a:cubicBezTo>
                  <a:pt x="799402" y="52099"/>
                  <a:pt x="784712" y="34506"/>
                  <a:pt x="758747" y="34506"/>
                </a:cubicBezTo>
                <a:moveTo>
                  <a:pt x="758919" y="47658"/>
                </a:moveTo>
                <a:cubicBezTo>
                  <a:pt x="774974" y="47658"/>
                  <a:pt x="784540" y="60810"/>
                  <a:pt x="784540" y="83016"/>
                </a:cubicBezTo>
                <a:cubicBezTo>
                  <a:pt x="784540" y="104196"/>
                  <a:pt x="774633" y="117350"/>
                  <a:pt x="758919" y="117350"/>
                </a:cubicBezTo>
                <a:cubicBezTo>
                  <a:pt x="743033" y="117350"/>
                  <a:pt x="733296" y="104196"/>
                  <a:pt x="733296" y="82503"/>
                </a:cubicBezTo>
                <a:cubicBezTo>
                  <a:pt x="733296" y="60810"/>
                  <a:pt x="743033" y="47658"/>
                  <a:pt x="758919" y="47658"/>
                </a:cubicBezTo>
                <a:close/>
                <a:moveTo>
                  <a:pt x="819043" y="37068"/>
                </a:moveTo>
                <a:lnTo>
                  <a:pt x="819043" y="126571"/>
                </a:lnTo>
                <a:lnTo>
                  <a:pt x="833394" y="126571"/>
                </a:lnTo>
                <a:lnTo>
                  <a:pt x="833394" y="80113"/>
                </a:lnTo>
                <a:cubicBezTo>
                  <a:pt x="833563" y="58589"/>
                  <a:pt x="842446" y="49024"/>
                  <a:pt x="862090" y="49537"/>
                </a:cubicBezTo>
                <a:lnTo>
                  <a:pt x="862090" y="35017"/>
                </a:lnTo>
                <a:cubicBezTo>
                  <a:pt x="859698" y="34675"/>
                  <a:pt x="858332" y="34506"/>
                  <a:pt x="856622" y="34506"/>
                </a:cubicBezTo>
                <a:cubicBezTo>
                  <a:pt x="847398" y="34506"/>
                  <a:pt x="840397" y="39972"/>
                  <a:pt x="832198" y="53293"/>
                </a:cubicBezTo>
                <a:lnTo>
                  <a:pt x="832198" y="37068"/>
                </a:lnTo>
                <a:lnTo>
                  <a:pt x="819043" y="37068"/>
                </a:lnTo>
                <a:close/>
                <a:moveTo>
                  <a:pt x="953815" y="118202"/>
                </a:moveTo>
                <a:cubicBezTo>
                  <a:pt x="952280" y="118544"/>
                  <a:pt x="951594" y="118544"/>
                  <a:pt x="950742" y="118544"/>
                </a:cubicBezTo>
                <a:cubicBezTo>
                  <a:pt x="945787" y="118544"/>
                  <a:pt x="943056" y="115982"/>
                  <a:pt x="943056" y="111540"/>
                </a:cubicBezTo>
                <a:lnTo>
                  <a:pt x="943056" y="58930"/>
                </a:lnTo>
                <a:cubicBezTo>
                  <a:pt x="943056" y="43044"/>
                  <a:pt x="931439" y="34506"/>
                  <a:pt x="909404" y="34506"/>
                </a:cubicBezTo>
                <a:cubicBezTo>
                  <a:pt x="896253" y="34506"/>
                  <a:pt x="885832" y="38262"/>
                  <a:pt x="879684" y="44924"/>
                </a:cubicBezTo>
                <a:cubicBezTo>
                  <a:pt x="875584" y="49537"/>
                  <a:pt x="873874" y="54661"/>
                  <a:pt x="873533" y="63544"/>
                </a:cubicBezTo>
                <a:lnTo>
                  <a:pt x="887881" y="63544"/>
                </a:lnTo>
                <a:cubicBezTo>
                  <a:pt x="889077" y="52610"/>
                  <a:pt x="895570" y="47658"/>
                  <a:pt x="908891" y="47658"/>
                </a:cubicBezTo>
                <a:cubicBezTo>
                  <a:pt x="921873" y="47658"/>
                  <a:pt x="928877" y="52441"/>
                  <a:pt x="928877" y="60982"/>
                </a:cubicBezTo>
                <a:lnTo>
                  <a:pt x="928877" y="64737"/>
                </a:lnTo>
                <a:cubicBezTo>
                  <a:pt x="928707" y="70889"/>
                  <a:pt x="925632" y="73109"/>
                  <a:pt x="914015" y="74647"/>
                </a:cubicBezTo>
                <a:cubicBezTo>
                  <a:pt x="893860" y="77209"/>
                  <a:pt x="890784" y="77892"/>
                  <a:pt x="885319" y="80113"/>
                </a:cubicBezTo>
                <a:cubicBezTo>
                  <a:pt x="874901" y="84554"/>
                  <a:pt x="869605" y="92409"/>
                  <a:pt x="869605" y="104026"/>
                </a:cubicBezTo>
                <a:cubicBezTo>
                  <a:pt x="869605" y="120254"/>
                  <a:pt x="880878" y="130502"/>
                  <a:pt x="898984" y="130502"/>
                </a:cubicBezTo>
                <a:cubicBezTo>
                  <a:pt x="910259" y="130502"/>
                  <a:pt x="919311" y="126571"/>
                  <a:pt x="929390" y="117350"/>
                </a:cubicBezTo>
                <a:cubicBezTo>
                  <a:pt x="930415" y="126571"/>
                  <a:pt x="934856" y="130502"/>
                  <a:pt x="944080" y="130502"/>
                </a:cubicBezTo>
                <a:cubicBezTo>
                  <a:pt x="947153" y="130502"/>
                  <a:pt x="949032" y="130160"/>
                  <a:pt x="953815" y="128964"/>
                </a:cubicBezTo>
                <a:lnTo>
                  <a:pt x="953815" y="118202"/>
                </a:lnTo>
                <a:moveTo>
                  <a:pt x="928877" y="98389"/>
                </a:moveTo>
                <a:cubicBezTo>
                  <a:pt x="928877" y="103171"/>
                  <a:pt x="927511" y="106075"/>
                  <a:pt x="923239" y="110003"/>
                </a:cubicBezTo>
                <a:cubicBezTo>
                  <a:pt x="917432" y="115299"/>
                  <a:pt x="910429" y="118033"/>
                  <a:pt x="902060" y="118033"/>
                </a:cubicBezTo>
                <a:cubicBezTo>
                  <a:pt x="890956" y="118033"/>
                  <a:pt x="884467" y="112737"/>
                  <a:pt x="884467" y="103685"/>
                </a:cubicBezTo>
                <a:cubicBezTo>
                  <a:pt x="884467" y="94289"/>
                  <a:pt x="890615" y="89506"/>
                  <a:pt x="905988" y="87285"/>
                </a:cubicBezTo>
                <a:cubicBezTo>
                  <a:pt x="921191" y="85237"/>
                  <a:pt x="924094" y="84554"/>
                  <a:pt x="928877" y="82333"/>
                </a:cubicBezTo>
                <a:lnTo>
                  <a:pt x="928877" y="98389"/>
                </a:lnTo>
                <a:close/>
                <a:moveTo>
                  <a:pt x="1000790" y="37068"/>
                </a:moveTo>
                <a:lnTo>
                  <a:pt x="986100" y="37068"/>
                </a:lnTo>
                <a:lnTo>
                  <a:pt x="986100" y="12469"/>
                </a:lnTo>
                <a:lnTo>
                  <a:pt x="971921" y="12469"/>
                </a:lnTo>
                <a:lnTo>
                  <a:pt x="971921" y="37068"/>
                </a:lnTo>
                <a:lnTo>
                  <a:pt x="959794" y="37068"/>
                </a:lnTo>
                <a:lnTo>
                  <a:pt x="959794" y="48682"/>
                </a:lnTo>
                <a:lnTo>
                  <a:pt x="971921" y="48682"/>
                </a:lnTo>
                <a:lnTo>
                  <a:pt x="971921" y="116323"/>
                </a:lnTo>
                <a:cubicBezTo>
                  <a:pt x="971921" y="125547"/>
                  <a:pt x="978070" y="130502"/>
                  <a:pt x="989173" y="130502"/>
                </a:cubicBezTo>
                <a:cubicBezTo>
                  <a:pt x="992931" y="130502"/>
                  <a:pt x="996007" y="130160"/>
                  <a:pt x="1000790" y="129305"/>
                </a:cubicBezTo>
                <a:lnTo>
                  <a:pt x="1000790" y="117350"/>
                </a:lnTo>
                <a:cubicBezTo>
                  <a:pt x="998738" y="117861"/>
                  <a:pt x="996859" y="118033"/>
                  <a:pt x="993956" y="118033"/>
                </a:cubicBezTo>
                <a:cubicBezTo>
                  <a:pt x="987807" y="118033"/>
                  <a:pt x="986100" y="116323"/>
                  <a:pt x="986100" y="110003"/>
                </a:cubicBezTo>
                <a:lnTo>
                  <a:pt x="986100" y="48682"/>
                </a:lnTo>
                <a:lnTo>
                  <a:pt x="1000790" y="48682"/>
                </a:lnTo>
                <a:lnTo>
                  <a:pt x="1000790" y="37068"/>
                </a:lnTo>
                <a:close/>
                <a:moveTo>
                  <a:pt x="1092516" y="86602"/>
                </a:moveTo>
                <a:cubicBezTo>
                  <a:pt x="1092516" y="72937"/>
                  <a:pt x="1091489" y="64737"/>
                  <a:pt x="1088927" y="58078"/>
                </a:cubicBezTo>
                <a:cubicBezTo>
                  <a:pt x="1083120" y="43386"/>
                  <a:pt x="1069455" y="34506"/>
                  <a:pt x="1052717" y="34506"/>
                </a:cubicBezTo>
                <a:cubicBezTo>
                  <a:pt x="1027776" y="34506"/>
                  <a:pt x="1011721" y="53465"/>
                  <a:pt x="1011721" y="83016"/>
                </a:cubicBezTo>
                <a:cubicBezTo>
                  <a:pt x="1011721" y="112567"/>
                  <a:pt x="1027093" y="130502"/>
                  <a:pt x="1052375" y="130502"/>
                </a:cubicBezTo>
                <a:cubicBezTo>
                  <a:pt x="1072872" y="130502"/>
                  <a:pt x="1087048" y="118885"/>
                  <a:pt x="1090637" y="99413"/>
                </a:cubicBezTo>
                <a:lnTo>
                  <a:pt x="1076289" y="99413"/>
                </a:lnTo>
                <a:cubicBezTo>
                  <a:pt x="1072359" y="111199"/>
                  <a:pt x="1064331" y="117350"/>
                  <a:pt x="1052886" y="117350"/>
                </a:cubicBezTo>
                <a:cubicBezTo>
                  <a:pt x="1043834" y="117350"/>
                  <a:pt x="1036148" y="113250"/>
                  <a:pt x="1031365" y="105733"/>
                </a:cubicBezTo>
                <a:cubicBezTo>
                  <a:pt x="1027948" y="100609"/>
                  <a:pt x="1026752" y="95485"/>
                  <a:pt x="1026583" y="86602"/>
                </a:cubicBezTo>
                <a:lnTo>
                  <a:pt x="1092516" y="86602"/>
                </a:lnTo>
                <a:moveTo>
                  <a:pt x="1026924" y="74988"/>
                </a:moveTo>
                <a:cubicBezTo>
                  <a:pt x="1028118" y="58420"/>
                  <a:pt x="1038197" y="47658"/>
                  <a:pt x="1052545" y="47658"/>
                </a:cubicBezTo>
                <a:cubicBezTo>
                  <a:pt x="1067065" y="47658"/>
                  <a:pt x="1077141" y="58930"/>
                  <a:pt x="1077141" y="74988"/>
                </a:cubicBezTo>
                <a:lnTo>
                  <a:pt x="1026924" y="74988"/>
                </a:lnTo>
                <a:close/>
                <a:moveTo>
                  <a:pt x="1260422" y="40654"/>
                </a:moveTo>
                <a:cubicBezTo>
                  <a:pt x="1255470" y="13324"/>
                  <a:pt x="1239756" y="0"/>
                  <a:pt x="1212426" y="0"/>
                </a:cubicBezTo>
                <a:cubicBezTo>
                  <a:pt x="1195685" y="0"/>
                  <a:pt x="1182192" y="5296"/>
                  <a:pt x="1172968" y="15544"/>
                </a:cubicBezTo>
                <a:cubicBezTo>
                  <a:pt x="1161695" y="27844"/>
                  <a:pt x="1155544" y="45607"/>
                  <a:pt x="1155544" y="65764"/>
                </a:cubicBezTo>
                <a:cubicBezTo>
                  <a:pt x="1155544" y="86261"/>
                  <a:pt x="1161864" y="103854"/>
                  <a:pt x="1173481" y="115982"/>
                </a:cubicBezTo>
                <a:cubicBezTo>
                  <a:pt x="1183216" y="125889"/>
                  <a:pt x="1195516" y="130502"/>
                  <a:pt x="1211743" y="130502"/>
                </a:cubicBezTo>
                <a:cubicBezTo>
                  <a:pt x="1242146" y="130502"/>
                  <a:pt x="1259229" y="114102"/>
                  <a:pt x="1262985" y="81137"/>
                </a:cubicBezTo>
                <a:lnTo>
                  <a:pt x="1246588" y="81137"/>
                </a:lnTo>
                <a:cubicBezTo>
                  <a:pt x="1245222" y="89678"/>
                  <a:pt x="1243512" y="95485"/>
                  <a:pt x="1240950" y="100437"/>
                </a:cubicBezTo>
                <a:cubicBezTo>
                  <a:pt x="1235826" y="110688"/>
                  <a:pt x="1225236" y="116495"/>
                  <a:pt x="1211912" y="116495"/>
                </a:cubicBezTo>
                <a:cubicBezTo>
                  <a:pt x="1187144" y="116495"/>
                  <a:pt x="1171430" y="96681"/>
                  <a:pt x="1171430" y="65592"/>
                </a:cubicBezTo>
                <a:cubicBezTo>
                  <a:pt x="1171430" y="33651"/>
                  <a:pt x="1186292" y="14007"/>
                  <a:pt x="1210547" y="14007"/>
                </a:cubicBezTo>
                <a:cubicBezTo>
                  <a:pt x="1220626" y="14007"/>
                  <a:pt x="1230019" y="16910"/>
                  <a:pt x="1235143" y="21865"/>
                </a:cubicBezTo>
                <a:cubicBezTo>
                  <a:pt x="1239756" y="26134"/>
                  <a:pt x="1242318" y="31258"/>
                  <a:pt x="1244195" y="40654"/>
                </a:cubicBezTo>
                <a:lnTo>
                  <a:pt x="1260422" y="40654"/>
                </a:lnTo>
                <a:close/>
                <a:moveTo>
                  <a:pt x="1317132" y="34506"/>
                </a:moveTo>
                <a:cubicBezTo>
                  <a:pt x="1291853" y="34506"/>
                  <a:pt x="1276822" y="52441"/>
                  <a:pt x="1276822" y="82503"/>
                </a:cubicBezTo>
                <a:cubicBezTo>
                  <a:pt x="1276822" y="112737"/>
                  <a:pt x="1291853" y="130502"/>
                  <a:pt x="1317304" y="130502"/>
                </a:cubicBezTo>
                <a:cubicBezTo>
                  <a:pt x="1342584" y="130502"/>
                  <a:pt x="1357787" y="112567"/>
                  <a:pt x="1357787" y="83185"/>
                </a:cubicBezTo>
                <a:cubicBezTo>
                  <a:pt x="1357787" y="52099"/>
                  <a:pt x="1343097" y="34506"/>
                  <a:pt x="1317132" y="34506"/>
                </a:cubicBezTo>
                <a:moveTo>
                  <a:pt x="1317304" y="47658"/>
                </a:moveTo>
                <a:cubicBezTo>
                  <a:pt x="1333360" y="47658"/>
                  <a:pt x="1342925" y="60810"/>
                  <a:pt x="1342925" y="83016"/>
                </a:cubicBezTo>
                <a:cubicBezTo>
                  <a:pt x="1342925" y="104196"/>
                  <a:pt x="1333018" y="117350"/>
                  <a:pt x="1317304" y="117350"/>
                </a:cubicBezTo>
                <a:cubicBezTo>
                  <a:pt x="1301418" y="117350"/>
                  <a:pt x="1291681" y="104196"/>
                  <a:pt x="1291681" y="82503"/>
                </a:cubicBezTo>
                <a:cubicBezTo>
                  <a:pt x="1291681" y="60810"/>
                  <a:pt x="1301418" y="47658"/>
                  <a:pt x="1317304" y="47658"/>
                </a:cubicBezTo>
                <a:close/>
                <a:moveTo>
                  <a:pt x="1377600" y="37068"/>
                </a:moveTo>
                <a:lnTo>
                  <a:pt x="1377600" y="126571"/>
                </a:lnTo>
                <a:lnTo>
                  <a:pt x="1391949" y="126571"/>
                </a:lnTo>
                <a:lnTo>
                  <a:pt x="1391949" y="70375"/>
                </a:lnTo>
                <a:cubicBezTo>
                  <a:pt x="1391949" y="57393"/>
                  <a:pt x="1401345" y="46975"/>
                  <a:pt x="1412959" y="46975"/>
                </a:cubicBezTo>
                <a:cubicBezTo>
                  <a:pt x="1423548" y="46975"/>
                  <a:pt x="1429527" y="53465"/>
                  <a:pt x="1429527" y="64909"/>
                </a:cubicBezTo>
                <a:lnTo>
                  <a:pt x="1429527" y="126571"/>
                </a:lnTo>
                <a:lnTo>
                  <a:pt x="1443876" y="126571"/>
                </a:lnTo>
                <a:lnTo>
                  <a:pt x="1443876" y="70375"/>
                </a:lnTo>
                <a:cubicBezTo>
                  <a:pt x="1443876" y="57393"/>
                  <a:pt x="1453272" y="46975"/>
                  <a:pt x="1464886" y="46975"/>
                </a:cubicBezTo>
                <a:cubicBezTo>
                  <a:pt x="1475306" y="46975"/>
                  <a:pt x="1481455" y="53637"/>
                  <a:pt x="1481455" y="64909"/>
                </a:cubicBezTo>
                <a:lnTo>
                  <a:pt x="1481455" y="126571"/>
                </a:lnTo>
                <a:lnTo>
                  <a:pt x="1495803" y="126571"/>
                </a:lnTo>
                <a:lnTo>
                  <a:pt x="1495803" y="59444"/>
                </a:lnTo>
                <a:cubicBezTo>
                  <a:pt x="1495803" y="43386"/>
                  <a:pt x="1486579" y="34506"/>
                  <a:pt x="1469840" y="34506"/>
                </a:cubicBezTo>
                <a:cubicBezTo>
                  <a:pt x="1457882" y="34506"/>
                  <a:pt x="1450707" y="38092"/>
                  <a:pt x="1442338" y="48169"/>
                </a:cubicBezTo>
                <a:cubicBezTo>
                  <a:pt x="1437044" y="38603"/>
                  <a:pt x="1429869" y="34506"/>
                  <a:pt x="1418255" y="34506"/>
                </a:cubicBezTo>
                <a:cubicBezTo>
                  <a:pt x="1406297" y="34506"/>
                  <a:pt x="1398269" y="38945"/>
                  <a:pt x="1390752" y="49706"/>
                </a:cubicBezTo>
                <a:lnTo>
                  <a:pt x="1390752" y="37068"/>
                </a:lnTo>
                <a:lnTo>
                  <a:pt x="1377600" y="37068"/>
                </a:lnTo>
                <a:close/>
                <a:moveTo>
                  <a:pt x="1519887" y="37068"/>
                </a:moveTo>
                <a:lnTo>
                  <a:pt x="1519887" y="126571"/>
                </a:lnTo>
                <a:lnTo>
                  <a:pt x="1534235" y="126571"/>
                </a:lnTo>
                <a:lnTo>
                  <a:pt x="1534235" y="70375"/>
                </a:lnTo>
                <a:cubicBezTo>
                  <a:pt x="1534235" y="57393"/>
                  <a:pt x="1543631" y="46975"/>
                  <a:pt x="1555245" y="46975"/>
                </a:cubicBezTo>
                <a:cubicBezTo>
                  <a:pt x="1565835" y="46975"/>
                  <a:pt x="1571814" y="53465"/>
                  <a:pt x="1571814" y="64909"/>
                </a:cubicBezTo>
                <a:lnTo>
                  <a:pt x="1571814" y="126571"/>
                </a:lnTo>
                <a:lnTo>
                  <a:pt x="1586162" y="126571"/>
                </a:lnTo>
                <a:lnTo>
                  <a:pt x="1586162" y="70375"/>
                </a:lnTo>
                <a:cubicBezTo>
                  <a:pt x="1586162" y="57393"/>
                  <a:pt x="1595558" y="46975"/>
                  <a:pt x="1607172" y="46975"/>
                </a:cubicBezTo>
                <a:cubicBezTo>
                  <a:pt x="1617593" y="46975"/>
                  <a:pt x="1623741" y="53637"/>
                  <a:pt x="1623741" y="64909"/>
                </a:cubicBezTo>
                <a:lnTo>
                  <a:pt x="1623741" y="126571"/>
                </a:lnTo>
                <a:lnTo>
                  <a:pt x="1638089" y="126571"/>
                </a:lnTo>
                <a:lnTo>
                  <a:pt x="1638089" y="59444"/>
                </a:lnTo>
                <a:cubicBezTo>
                  <a:pt x="1638089" y="43386"/>
                  <a:pt x="1628865" y="34506"/>
                  <a:pt x="1612127" y="34506"/>
                </a:cubicBezTo>
                <a:cubicBezTo>
                  <a:pt x="1600169" y="34506"/>
                  <a:pt x="1592993" y="38092"/>
                  <a:pt x="1584624" y="48169"/>
                </a:cubicBezTo>
                <a:cubicBezTo>
                  <a:pt x="1579331" y="38603"/>
                  <a:pt x="1572155" y="34506"/>
                  <a:pt x="1560541" y="34506"/>
                </a:cubicBezTo>
                <a:cubicBezTo>
                  <a:pt x="1548583" y="34506"/>
                  <a:pt x="1540556" y="38945"/>
                  <a:pt x="1533039" y="49706"/>
                </a:cubicBezTo>
                <a:lnTo>
                  <a:pt x="1533039" y="37068"/>
                </a:lnTo>
                <a:lnTo>
                  <a:pt x="1519887" y="37068"/>
                </a:lnTo>
                <a:close/>
                <a:moveTo>
                  <a:pt x="1675839" y="37068"/>
                </a:moveTo>
                <a:lnTo>
                  <a:pt x="1661660" y="37068"/>
                </a:lnTo>
                <a:lnTo>
                  <a:pt x="1661660" y="126571"/>
                </a:lnTo>
                <a:lnTo>
                  <a:pt x="1675839" y="126571"/>
                </a:lnTo>
                <a:lnTo>
                  <a:pt x="1675839" y="37068"/>
                </a:lnTo>
                <a:moveTo>
                  <a:pt x="1675839" y="2051"/>
                </a:moveTo>
                <a:lnTo>
                  <a:pt x="1661491" y="2051"/>
                </a:lnTo>
                <a:lnTo>
                  <a:pt x="1661491" y="19986"/>
                </a:lnTo>
                <a:lnTo>
                  <a:pt x="1675839" y="19986"/>
                </a:lnTo>
                <a:lnTo>
                  <a:pt x="1675839" y="2051"/>
                </a:lnTo>
                <a:close/>
                <a:moveTo>
                  <a:pt x="1731524" y="37068"/>
                </a:moveTo>
                <a:lnTo>
                  <a:pt x="1716835" y="37068"/>
                </a:lnTo>
                <a:lnTo>
                  <a:pt x="1716835" y="12469"/>
                </a:lnTo>
                <a:lnTo>
                  <a:pt x="1702656" y="12469"/>
                </a:lnTo>
                <a:lnTo>
                  <a:pt x="1702656" y="37068"/>
                </a:lnTo>
                <a:lnTo>
                  <a:pt x="1690529" y="37068"/>
                </a:lnTo>
                <a:lnTo>
                  <a:pt x="1690529" y="48682"/>
                </a:lnTo>
                <a:lnTo>
                  <a:pt x="1702656" y="48682"/>
                </a:lnTo>
                <a:lnTo>
                  <a:pt x="1702656" y="116323"/>
                </a:lnTo>
                <a:cubicBezTo>
                  <a:pt x="1702656" y="125547"/>
                  <a:pt x="1708805" y="130502"/>
                  <a:pt x="1719908" y="130502"/>
                </a:cubicBezTo>
                <a:cubicBezTo>
                  <a:pt x="1723666" y="130502"/>
                  <a:pt x="1726742" y="130160"/>
                  <a:pt x="1731524" y="129305"/>
                </a:cubicBezTo>
                <a:lnTo>
                  <a:pt x="1731524" y="117350"/>
                </a:lnTo>
                <a:cubicBezTo>
                  <a:pt x="1729473" y="117861"/>
                  <a:pt x="1727594" y="118033"/>
                  <a:pt x="1724690" y="118033"/>
                </a:cubicBezTo>
                <a:cubicBezTo>
                  <a:pt x="1718542" y="118033"/>
                  <a:pt x="1716835" y="116323"/>
                  <a:pt x="1716835" y="110003"/>
                </a:cubicBezTo>
                <a:lnTo>
                  <a:pt x="1716835" y="48682"/>
                </a:lnTo>
                <a:lnTo>
                  <a:pt x="1731524" y="48682"/>
                </a:lnTo>
                <a:lnTo>
                  <a:pt x="1731524" y="37068"/>
                </a:lnTo>
                <a:close/>
                <a:moveTo>
                  <a:pt x="1810438" y="62006"/>
                </a:moveTo>
                <a:cubicBezTo>
                  <a:pt x="1810268" y="44413"/>
                  <a:pt x="1798652" y="34506"/>
                  <a:pt x="1777983" y="34506"/>
                </a:cubicBezTo>
                <a:cubicBezTo>
                  <a:pt x="1757145" y="34506"/>
                  <a:pt x="1743652" y="45265"/>
                  <a:pt x="1743652" y="61834"/>
                </a:cubicBezTo>
                <a:cubicBezTo>
                  <a:pt x="1743652" y="75841"/>
                  <a:pt x="1750825" y="82503"/>
                  <a:pt x="1772007" y="87627"/>
                </a:cubicBezTo>
                <a:lnTo>
                  <a:pt x="1785331" y="90872"/>
                </a:lnTo>
                <a:cubicBezTo>
                  <a:pt x="1795237" y="93264"/>
                  <a:pt x="1799165" y="96851"/>
                  <a:pt x="1799165" y="103171"/>
                </a:cubicBezTo>
                <a:cubicBezTo>
                  <a:pt x="1799165" y="111712"/>
                  <a:pt x="1790796" y="117350"/>
                  <a:pt x="1778327" y="117350"/>
                </a:cubicBezTo>
                <a:cubicBezTo>
                  <a:pt x="1770638" y="117350"/>
                  <a:pt x="1764148" y="115129"/>
                  <a:pt x="1760562" y="111371"/>
                </a:cubicBezTo>
                <a:cubicBezTo>
                  <a:pt x="1758341" y="108809"/>
                  <a:pt x="1757317" y="106247"/>
                  <a:pt x="1756462" y="99926"/>
                </a:cubicBezTo>
                <a:lnTo>
                  <a:pt x="1741431" y="99926"/>
                </a:lnTo>
                <a:cubicBezTo>
                  <a:pt x="1742114" y="120595"/>
                  <a:pt x="1753728" y="130502"/>
                  <a:pt x="1777131" y="130502"/>
                </a:cubicBezTo>
                <a:cubicBezTo>
                  <a:pt x="1799679" y="130502"/>
                  <a:pt x="1814027" y="119399"/>
                  <a:pt x="1814027" y="102147"/>
                </a:cubicBezTo>
                <a:cubicBezTo>
                  <a:pt x="1814027" y="88823"/>
                  <a:pt x="1806510" y="81478"/>
                  <a:pt x="1788745" y="77209"/>
                </a:cubicBezTo>
                <a:lnTo>
                  <a:pt x="1775080" y="73961"/>
                </a:lnTo>
                <a:cubicBezTo>
                  <a:pt x="1763466" y="71230"/>
                  <a:pt x="1758511" y="67472"/>
                  <a:pt x="1758511" y="61151"/>
                </a:cubicBezTo>
                <a:cubicBezTo>
                  <a:pt x="1758511" y="52782"/>
                  <a:pt x="1765856" y="47658"/>
                  <a:pt x="1777472" y="47658"/>
                </a:cubicBezTo>
                <a:cubicBezTo>
                  <a:pt x="1788917" y="47658"/>
                  <a:pt x="1795065" y="52610"/>
                  <a:pt x="1795407" y="62006"/>
                </a:cubicBezTo>
                <a:lnTo>
                  <a:pt x="1810438" y="620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T">
            <a:extLst xmlns:a="http://schemas.openxmlformats.org/drawingml/2006/main">
              <a:ext uri="{FF2B5EF4-FFF2-40B4-BE49-F238E27FC236}">
                <a16:creationId xmlns:a16="http://schemas.microsoft.com/office/drawing/2014/main" id="{0C4B43B7-4099-4938-8F5F-913511A1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" y="2440886"/>
            <a:ext cx="97703" cy="124520"/>
          </a:xfrm>
          <a:custGeom xmlns:a="http://schemas.openxmlformats.org/drawingml/2006/main">
            <a:pathLst>
              <a:path w="97703" h="124520">
                <a:moveTo>
                  <a:pt x="56879" y="14007"/>
                </a:moveTo>
                <a:lnTo>
                  <a:pt x="97703" y="14007"/>
                </a:lnTo>
                <a:lnTo>
                  <a:pt x="97703" y="0"/>
                </a:lnTo>
                <a:lnTo>
                  <a:pt x="0" y="0"/>
                </a:lnTo>
                <a:lnTo>
                  <a:pt x="0" y="14007"/>
                </a:lnTo>
                <a:lnTo>
                  <a:pt x="40993" y="14007"/>
                </a:lnTo>
                <a:lnTo>
                  <a:pt x="40993" y="124520"/>
                </a:lnTo>
                <a:lnTo>
                  <a:pt x="56879" y="124520"/>
                </a:lnTo>
                <a:lnTo>
                  <a:pt x="56879" y="140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echnicalLag(log)">
            <a:extLst xmlns:a="http://schemas.openxmlformats.org/drawingml/2006/main">
              <a:ext uri="{FF2B5EF4-FFF2-40B4-BE49-F238E27FC236}">
                <a16:creationId xmlns:a16="http://schemas.microsoft.com/office/drawing/2014/main" id="{713ED119-0A44-4AC7-B9C4-364A2FEA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51" y="2440886"/>
            <a:ext cx="1328066" cy="161758"/>
          </a:xfrm>
          <a:custGeom xmlns:a="http://schemas.openxmlformats.org/drawingml/2006/main">
            <a:pathLst>
              <a:path w="1328066" h="161758">
                <a:moveTo>
                  <a:pt x="80795" y="84551"/>
                </a:moveTo>
                <a:cubicBezTo>
                  <a:pt x="80795" y="70886"/>
                  <a:pt x="79768" y="62686"/>
                  <a:pt x="77206" y="56027"/>
                </a:cubicBezTo>
                <a:cubicBezTo>
                  <a:pt x="71399" y="41335"/>
                  <a:pt x="57734" y="32455"/>
                  <a:pt x="40996" y="32455"/>
                </a:cubicBezTo>
                <a:cubicBezTo>
                  <a:pt x="16055" y="32455"/>
                  <a:pt x="0" y="51414"/>
                  <a:pt x="0" y="80965"/>
                </a:cubicBezTo>
                <a:cubicBezTo>
                  <a:pt x="0" y="110516"/>
                  <a:pt x="15372" y="128451"/>
                  <a:pt x="40654" y="128451"/>
                </a:cubicBezTo>
                <a:cubicBezTo>
                  <a:pt x="61151" y="128451"/>
                  <a:pt x="75327" y="116834"/>
                  <a:pt x="78916" y="97362"/>
                </a:cubicBezTo>
                <a:lnTo>
                  <a:pt x="64568" y="97362"/>
                </a:lnTo>
                <a:cubicBezTo>
                  <a:pt x="60638" y="109148"/>
                  <a:pt x="52610" y="115299"/>
                  <a:pt x="41165" y="115299"/>
                </a:cubicBezTo>
                <a:cubicBezTo>
                  <a:pt x="32113" y="115299"/>
                  <a:pt x="24427" y="111199"/>
                  <a:pt x="19644" y="103682"/>
                </a:cubicBezTo>
                <a:cubicBezTo>
                  <a:pt x="16227" y="98558"/>
                  <a:pt x="15031" y="93434"/>
                  <a:pt x="14862" y="84551"/>
                </a:cubicBezTo>
                <a:lnTo>
                  <a:pt x="80795" y="84551"/>
                </a:lnTo>
                <a:moveTo>
                  <a:pt x="15203" y="72937"/>
                </a:moveTo>
                <a:cubicBezTo>
                  <a:pt x="16397" y="56368"/>
                  <a:pt x="26476" y="45607"/>
                  <a:pt x="40824" y="45607"/>
                </a:cubicBezTo>
                <a:cubicBezTo>
                  <a:pt x="55344" y="45607"/>
                  <a:pt x="65420" y="56879"/>
                  <a:pt x="65420" y="72937"/>
                </a:cubicBezTo>
                <a:lnTo>
                  <a:pt x="15203" y="72937"/>
                </a:lnTo>
                <a:close/>
                <a:moveTo>
                  <a:pt x="168592" y="65079"/>
                </a:moveTo>
                <a:cubicBezTo>
                  <a:pt x="167909" y="56368"/>
                  <a:pt x="166030" y="50731"/>
                  <a:pt x="162613" y="45776"/>
                </a:cubicBezTo>
                <a:cubicBezTo>
                  <a:pt x="156464" y="37407"/>
                  <a:pt x="145702" y="32455"/>
                  <a:pt x="133233" y="32455"/>
                </a:cubicBezTo>
                <a:cubicBezTo>
                  <a:pt x="108978" y="32455"/>
                  <a:pt x="93434" y="51586"/>
                  <a:pt x="93434" y="81306"/>
                </a:cubicBezTo>
                <a:cubicBezTo>
                  <a:pt x="93434" y="110172"/>
                  <a:pt x="108806" y="128451"/>
                  <a:pt x="133064" y="128451"/>
                </a:cubicBezTo>
                <a:cubicBezTo>
                  <a:pt x="154415" y="128451"/>
                  <a:pt x="167909" y="115640"/>
                  <a:pt x="169616" y="93775"/>
                </a:cubicBezTo>
                <a:lnTo>
                  <a:pt x="155268" y="93775"/>
                </a:lnTo>
                <a:cubicBezTo>
                  <a:pt x="152878" y="108123"/>
                  <a:pt x="145533" y="115299"/>
                  <a:pt x="133405" y="115299"/>
                </a:cubicBezTo>
                <a:cubicBezTo>
                  <a:pt x="117689" y="115299"/>
                  <a:pt x="108295" y="102486"/>
                  <a:pt x="108295" y="81306"/>
                </a:cubicBezTo>
                <a:cubicBezTo>
                  <a:pt x="108295" y="58930"/>
                  <a:pt x="117519" y="45607"/>
                  <a:pt x="133064" y="45607"/>
                </a:cubicBezTo>
                <a:cubicBezTo>
                  <a:pt x="145019" y="45607"/>
                  <a:pt x="152536" y="52610"/>
                  <a:pt x="154243" y="65079"/>
                </a:cubicBezTo>
                <a:lnTo>
                  <a:pt x="168592" y="65079"/>
                </a:lnTo>
                <a:close/>
                <a:moveTo>
                  <a:pt x="185502" y="0"/>
                </a:moveTo>
                <a:lnTo>
                  <a:pt x="185502" y="124520"/>
                </a:lnTo>
                <a:lnTo>
                  <a:pt x="199681" y="124520"/>
                </a:lnTo>
                <a:lnTo>
                  <a:pt x="199681" y="75158"/>
                </a:lnTo>
                <a:cubicBezTo>
                  <a:pt x="199681" y="56879"/>
                  <a:pt x="209246" y="44924"/>
                  <a:pt x="223936" y="44924"/>
                </a:cubicBezTo>
                <a:cubicBezTo>
                  <a:pt x="228718" y="44924"/>
                  <a:pt x="233160" y="46289"/>
                  <a:pt x="236574" y="48852"/>
                </a:cubicBezTo>
                <a:cubicBezTo>
                  <a:pt x="240674" y="51927"/>
                  <a:pt x="242384" y="56196"/>
                  <a:pt x="242384" y="62517"/>
                </a:cubicBezTo>
                <a:lnTo>
                  <a:pt x="242384" y="124520"/>
                </a:lnTo>
                <a:lnTo>
                  <a:pt x="256560" y="124520"/>
                </a:lnTo>
                <a:lnTo>
                  <a:pt x="256560" y="56879"/>
                </a:lnTo>
                <a:cubicBezTo>
                  <a:pt x="256560" y="41848"/>
                  <a:pt x="245798" y="32455"/>
                  <a:pt x="228377" y="32455"/>
                </a:cubicBezTo>
                <a:cubicBezTo>
                  <a:pt x="215736" y="32455"/>
                  <a:pt x="208050" y="36383"/>
                  <a:pt x="199681" y="47314"/>
                </a:cubicBezTo>
                <a:lnTo>
                  <a:pt x="199681" y="0"/>
                </a:lnTo>
                <a:lnTo>
                  <a:pt x="185502" y="0"/>
                </a:lnTo>
                <a:close/>
                <a:moveTo>
                  <a:pt x="280473" y="35017"/>
                </a:moveTo>
                <a:lnTo>
                  <a:pt x="280473" y="124520"/>
                </a:lnTo>
                <a:lnTo>
                  <a:pt x="294822" y="124520"/>
                </a:lnTo>
                <a:lnTo>
                  <a:pt x="294822" y="75158"/>
                </a:lnTo>
                <a:cubicBezTo>
                  <a:pt x="294822" y="56879"/>
                  <a:pt x="304387" y="44924"/>
                  <a:pt x="319077" y="44924"/>
                </a:cubicBezTo>
                <a:cubicBezTo>
                  <a:pt x="330352" y="44924"/>
                  <a:pt x="337525" y="51755"/>
                  <a:pt x="337525" y="62517"/>
                </a:cubicBezTo>
                <a:lnTo>
                  <a:pt x="337525" y="124520"/>
                </a:lnTo>
                <a:lnTo>
                  <a:pt x="351703" y="124520"/>
                </a:lnTo>
                <a:lnTo>
                  <a:pt x="351703" y="56879"/>
                </a:lnTo>
                <a:cubicBezTo>
                  <a:pt x="351703" y="42020"/>
                  <a:pt x="340600" y="32455"/>
                  <a:pt x="323349" y="32455"/>
                </a:cubicBezTo>
                <a:cubicBezTo>
                  <a:pt x="310025" y="32455"/>
                  <a:pt x="301484" y="37579"/>
                  <a:pt x="293625" y="50048"/>
                </a:cubicBezTo>
                <a:lnTo>
                  <a:pt x="293625" y="35017"/>
                </a:lnTo>
                <a:lnTo>
                  <a:pt x="280473" y="35017"/>
                </a:lnTo>
                <a:close/>
                <a:moveTo>
                  <a:pt x="389110" y="35017"/>
                </a:moveTo>
                <a:lnTo>
                  <a:pt x="374932" y="35017"/>
                </a:lnTo>
                <a:lnTo>
                  <a:pt x="374932" y="124520"/>
                </a:lnTo>
                <a:lnTo>
                  <a:pt x="389110" y="124520"/>
                </a:lnTo>
                <a:lnTo>
                  <a:pt x="389110" y="35017"/>
                </a:lnTo>
                <a:moveTo>
                  <a:pt x="389110" y="0"/>
                </a:moveTo>
                <a:lnTo>
                  <a:pt x="374762" y="0"/>
                </a:lnTo>
                <a:lnTo>
                  <a:pt x="374762" y="17935"/>
                </a:lnTo>
                <a:lnTo>
                  <a:pt x="389110" y="17935"/>
                </a:lnTo>
                <a:lnTo>
                  <a:pt x="389110" y="0"/>
                </a:lnTo>
                <a:close/>
                <a:moveTo>
                  <a:pt x="481861" y="65079"/>
                </a:moveTo>
                <a:cubicBezTo>
                  <a:pt x="481178" y="56368"/>
                  <a:pt x="479299" y="50731"/>
                  <a:pt x="475882" y="45776"/>
                </a:cubicBezTo>
                <a:cubicBezTo>
                  <a:pt x="469734" y="37407"/>
                  <a:pt x="458972" y="32455"/>
                  <a:pt x="446503" y="32455"/>
                </a:cubicBezTo>
                <a:cubicBezTo>
                  <a:pt x="422248" y="32455"/>
                  <a:pt x="406703" y="51586"/>
                  <a:pt x="406703" y="81306"/>
                </a:cubicBezTo>
                <a:cubicBezTo>
                  <a:pt x="406703" y="110172"/>
                  <a:pt x="422076" y="128451"/>
                  <a:pt x="446334" y="128451"/>
                </a:cubicBezTo>
                <a:cubicBezTo>
                  <a:pt x="467685" y="128451"/>
                  <a:pt x="481178" y="115640"/>
                  <a:pt x="482886" y="93775"/>
                </a:cubicBezTo>
                <a:lnTo>
                  <a:pt x="468537" y="93775"/>
                </a:lnTo>
                <a:cubicBezTo>
                  <a:pt x="466147" y="108123"/>
                  <a:pt x="458802" y="115299"/>
                  <a:pt x="446675" y="115299"/>
                </a:cubicBezTo>
                <a:cubicBezTo>
                  <a:pt x="430958" y="115299"/>
                  <a:pt x="421565" y="102486"/>
                  <a:pt x="421565" y="81306"/>
                </a:cubicBezTo>
                <a:cubicBezTo>
                  <a:pt x="421565" y="58930"/>
                  <a:pt x="430789" y="45607"/>
                  <a:pt x="446334" y="45607"/>
                </a:cubicBezTo>
                <a:cubicBezTo>
                  <a:pt x="458289" y="45607"/>
                  <a:pt x="465806" y="52610"/>
                  <a:pt x="467513" y="65079"/>
                </a:cubicBezTo>
                <a:lnTo>
                  <a:pt x="481861" y="65079"/>
                </a:lnTo>
                <a:close/>
                <a:moveTo>
                  <a:pt x="578198" y="116151"/>
                </a:moveTo>
                <a:cubicBezTo>
                  <a:pt x="576663" y="116492"/>
                  <a:pt x="575978" y="116492"/>
                  <a:pt x="575126" y="116492"/>
                </a:cubicBezTo>
                <a:cubicBezTo>
                  <a:pt x="570171" y="116492"/>
                  <a:pt x="567439" y="113930"/>
                  <a:pt x="567439" y="109489"/>
                </a:cubicBezTo>
                <a:lnTo>
                  <a:pt x="567439" y="56879"/>
                </a:lnTo>
                <a:cubicBezTo>
                  <a:pt x="567439" y="40993"/>
                  <a:pt x="555823" y="32455"/>
                  <a:pt x="533788" y="32455"/>
                </a:cubicBezTo>
                <a:cubicBezTo>
                  <a:pt x="520636" y="32455"/>
                  <a:pt x="510216" y="36211"/>
                  <a:pt x="504068" y="42872"/>
                </a:cubicBezTo>
                <a:cubicBezTo>
                  <a:pt x="499968" y="47486"/>
                  <a:pt x="498258" y="52610"/>
                  <a:pt x="497917" y="61493"/>
                </a:cubicBezTo>
                <a:lnTo>
                  <a:pt x="512265" y="61493"/>
                </a:lnTo>
                <a:cubicBezTo>
                  <a:pt x="513461" y="50559"/>
                  <a:pt x="519954" y="45607"/>
                  <a:pt x="533275" y="45607"/>
                </a:cubicBezTo>
                <a:cubicBezTo>
                  <a:pt x="546257" y="45607"/>
                  <a:pt x="553261" y="50389"/>
                  <a:pt x="553261" y="58930"/>
                </a:cubicBezTo>
                <a:lnTo>
                  <a:pt x="553261" y="62686"/>
                </a:lnTo>
                <a:cubicBezTo>
                  <a:pt x="553091" y="68837"/>
                  <a:pt x="550016" y="71058"/>
                  <a:pt x="538399" y="72596"/>
                </a:cubicBezTo>
                <a:cubicBezTo>
                  <a:pt x="518244" y="75158"/>
                  <a:pt x="515168" y="75841"/>
                  <a:pt x="509703" y="78061"/>
                </a:cubicBezTo>
                <a:cubicBezTo>
                  <a:pt x="499285" y="82503"/>
                  <a:pt x="493989" y="90358"/>
                  <a:pt x="493989" y="101975"/>
                </a:cubicBezTo>
                <a:cubicBezTo>
                  <a:pt x="493989" y="118202"/>
                  <a:pt x="505261" y="128451"/>
                  <a:pt x="523368" y="128451"/>
                </a:cubicBezTo>
                <a:cubicBezTo>
                  <a:pt x="534643" y="128451"/>
                  <a:pt x="543695" y="124520"/>
                  <a:pt x="553774" y="115299"/>
                </a:cubicBezTo>
                <a:cubicBezTo>
                  <a:pt x="554798" y="124520"/>
                  <a:pt x="559240" y="128451"/>
                  <a:pt x="568464" y="128451"/>
                </a:cubicBezTo>
                <a:cubicBezTo>
                  <a:pt x="571537" y="128451"/>
                  <a:pt x="573416" y="128109"/>
                  <a:pt x="578198" y="126913"/>
                </a:cubicBezTo>
                <a:lnTo>
                  <a:pt x="578198" y="116151"/>
                </a:lnTo>
                <a:moveTo>
                  <a:pt x="553261" y="96337"/>
                </a:moveTo>
                <a:cubicBezTo>
                  <a:pt x="553261" y="101120"/>
                  <a:pt x="551895" y="104024"/>
                  <a:pt x="547623" y="107951"/>
                </a:cubicBezTo>
                <a:cubicBezTo>
                  <a:pt x="541816" y="113248"/>
                  <a:pt x="534813" y="115982"/>
                  <a:pt x="526443" y="115982"/>
                </a:cubicBezTo>
                <a:cubicBezTo>
                  <a:pt x="515340" y="115982"/>
                  <a:pt x="508850" y="110685"/>
                  <a:pt x="508850" y="101633"/>
                </a:cubicBezTo>
                <a:cubicBezTo>
                  <a:pt x="508850" y="92237"/>
                  <a:pt x="514999" y="87455"/>
                  <a:pt x="530371" y="85234"/>
                </a:cubicBezTo>
                <a:cubicBezTo>
                  <a:pt x="545574" y="83185"/>
                  <a:pt x="548478" y="82503"/>
                  <a:pt x="553261" y="80282"/>
                </a:cubicBezTo>
                <a:lnTo>
                  <a:pt x="553261" y="96337"/>
                </a:lnTo>
                <a:close/>
                <a:moveTo>
                  <a:pt x="607750" y="0"/>
                </a:moveTo>
                <a:lnTo>
                  <a:pt x="593402" y="0"/>
                </a:lnTo>
                <a:lnTo>
                  <a:pt x="593402" y="124520"/>
                </a:lnTo>
                <a:lnTo>
                  <a:pt x="607750" y="124520"/>
                </a:lnTo>
                <a:lnTo>
                  <a:pt x="607750" y="0"/>
                </a:lnTo>
                <a:close/>
                <a:moveTo>
                  <a:pt x="696742" y="0"/>
                </a:moveTo>
                <a:lnTo>
                  <a:pt x="680856" y="0"/>
                </a:lnTo>
                <a:lnTo>
                  <a:pt x="680856" y="124520"/>
                </a:lnTo>
                <a:lnTo>
                  <a:pt x="758235" y="124520"/>
                </a:lnTo>
                <a:lnTo>
                  <a:pt x="758235" y="110516"/>
                </a:lnTo>
                <a:lnTo>
                  <a:pt x="696742" y="110516"/>
                </a:lnTo>
                <a:lnTo>
                  <a:pt x="696742" y="0"/>
                </a:lnTo>
                <a:close/>
                <a:moveTo>
                  <a:pt x="853548" y="116151"/>
                </a:moveTo>
                <a:cubicBezTo>
                  <a:pt x="852013" y="116492"/>
                  <a:pt x="851327" y="116492"/>
                  <a:pt x="850475" y="116492"/>
                </a:cubicBezTo>
                <a:cubicBezTo>
                  <a:pt x="845520" y="116492"/>
                  <a:pt x="842789" y="113930"/>
                  <a:pt x="842789" y="109489"/>
                </a:cubicBezTo>
                <a:lnTo>
                  <a:pt x="842789" y="56879"/>
                </a:lnTo>
                <a:cubicBezTo>
                  <a:pt x="842789" y="40993"/>
                  <a:pt x="831172" y="32455"/>
                  <a:pt x="809138" y="32455"/>
                </a:cubicBezTo>
                <a:cubicBezTo>
                  <a:pt x="795986" y="32455"/>
                  <a:pt x="785566" y="36211"/>
                  <a:pt x="779417" y="42872"/>
                </a:cubicBezTo>
                <a:cubicBezTo>
                  <a:pt x="775317" y="47486"/>
                  <a:pt x="773607" y="52610"/>
                  <a:pt x="773266" y="61493"/>
                </a:cubicBezTo>
                <a:lnTo>
                  <a:pt x="787614" y="61493"/>
                </a:lnTo>
                <a:cubicBezTo>
                  <a:pt x="788811" y="50559"/>
                  <a:pt x="795303" y="45607"/>
                  <a:pt x="808624" y="45607"/>
                </a:cubicBezTo>
                <a:cubicBezTo>
                  <a:pt x="821607" y="45607"/>
                  <a:pt x="828610" y="50389"/>
                  <a:pt x="828610" y="58930"/>
                </a:cubicBezTo>
                <a:lnTo>
                  <a:pt x="828610" y="62686"/>
                </a:lnTo>
                <a:cubicBezTo>
                  <a:pt x="828441" y="68837"/>
                  <a:pt x="825365" y="71058"/>
                  <a:pt x="813748" y="72596"/>
                </a:cubicBezTo>
                <a:cubicBezTo>
                  <a:pt x="793593" y="75158"/>
                  <a:pt x="790518" y="75841"/>
                  <a:pt x="785052" y="78061"/>
                </a:cubicBezTo>
                <a:cubicBezTo>
                  <a:pt x="774634" y="82503"/>
                  <a:pt x="769338" y="90358"/>
                  <a:pt x="769338" y="101975"/>
                </a:cubicBezTo>
                <a:cubicBezTo>
                  <a:pt x="769338" y="118202"/>
                  <a:pt x="780611" y="128451"/>
                  <a:pt x="798717" y="128451"/>
                </a:cubicBezTo>
                <a:cubicBezTo>
                  <a:pt x="809993" y="128451"/>
                  <a:pt x="819045" y="124520"/>
                  <a:pt x="829124" y="115299"/>
                </a:cubicBezTo>
                <a:cubicBezTo>
                  <a:pt x="830148" y="124520"/>
                  <a:pt x="834589" y="128451"/>
                  <a:pt x="843813" y="128451"/>
                </a:cubicBezTo>
                <a:cubicBezTo>
                  <a:pt x="846886" y="128451"/>
                  <a:pt x="848765" y="128109"/>
                  <a:pt x="853548" y="126913"/>
                </a:cubicBezTo>
                <a:lnTo>
                  <a:pt x="853548" y="116151"/>
                </a:lnTo>
                <a:moveTo>
                  <a:pt x="828610" y="96337"/>
                </a:moveTo>
                <a:cubicBezTo>
                  <a:pt x="828610" y="101120"/>
                  <a:pt x="827244" y="104024"/>
                  <a:pt x="822972" y="107951"/>
                </a:cubicBezTo>
                <a:cubicBezTo>
                  <a:pt x="817165" y="113248"/>
                  <a:pt x="810162" y="115982"/>
                  <a:pt x="801793" y="115982"/>
                </a:cubicBezTo>
                <a:cubicBezTo>
                  <a:pt x="790690" y="115982"/>
                  <a:pt x="784200" y="110685"/>
                  <a:pt x="784200" y="101633"/>
                </a:cubicBezTo>
                <a:cubicBezTo>
                  <a:pt x="784200" y="92237"/>
                  <a:pt x="790348" y="87455"/>
                  <a:pt x="805721" y="85234"/>
                </a:cubicBezTo>
                <a:cubicBezTo>
                  <a:pt x="820924" y="83185"/>
                  <a:pt x="823827" y="82503"/>
                  <a:pt x="828610" y="80282"/>
                </a:cubicBezTo>
                <a:lnTo>
                  <a:pt x="828610" y="96337"/>
                </a:lnTo>
                <a:close/>
                <a:moveTo>
                  <a:pt x="926144" y="35017"/>
                </a:moveTo>
                <a:lnTo>
                  <a:pt x="926144" y="47997"/>
                </a:lnTo>
                <a:cubicBezTo>
                  <a:pt x="918971" y="37237"/>
                  <a:pt x="911113" y="32455"/>
                  <a:pt x="899840" y="32455"/>
                </a:cubicBezTo>
                <a:cubicBezTo>
                  <a:pt x="878144" y="32455"/>
                  <a:pt x="863113" y="52610"/>
                  <a:pt x="863113" y="81306"/>
                </a:cubicBezTo>
                <a:cubicBezTo>
                  <a:pt x="863113" y="96337"/>
                  <a:pt x="866702" y="107268"/>
                  <a:pt x="874389" y="116323"/>
                </a:cubicBezTo>
                <a:cubicBezTo>
                  <a:pt x="881051" y="124179"/>
                  <a:pt x="889589" y="128451"/>
                  <a:pt x="898813" y="128451"/>
                </a:cubicBezTo>
                <a:cubicBezTo>
                  <a:pt x="909575" y="128451"/>
                  <a:pt x="917261" y="123668"/>
                  <a:pt x="924778" y="112393"/>
                </a:cubicBezTo>
                <a:lnTo>
                  <a:pt x="924778" y="117006"/>
                </a:lnTo>
                <a:cubicBezTo>
                  <a:pt x="924778" y="140920"/>
                  <a:pt x="918116" y="149802"/>
                  <a:pt x="900351" y="149802"/>
                </a:cubicBezTo>
                <a:cubicBezTo>
                  <a:pt x="888223" y="149802"/>
                  <a:pt x="881903" y="145019"/>
                  <a:pt x="880537" y="134771"/>
                </a:cubicBezTo>
                <a:lnTo>
                  <a:pt x="866017" y="134771"/>
                </a:lnTo>
                <a:cubicBezTo>
                  <a:pt x="867385" y="151340"/>
                  <a:pt x="880537" y="161758"/>
                  <a:pt x="900009" y="161758"/>
                </a:cubicBezTo>
                <a:cubicBezTo>
                  <a:pt x="913161" y="161758"/>
                  <a:pt x="924095" y="157488"/>
                  <a:pt x="929902" y="150313"/>
                </a:cubicBezTo>
                <a:cubicBezTo>
                  <a:pt x="936733" y="141944"/>
                  <a:pt x="939296" y="130841"/>
                  <a:pt x="939296" y="109831"/>
                </a:cubicBezTo>
                <a:lnTo>
                  <a:pt x="939296" y="35017"/>
                </a:lnTo>
                <a:lnTo>
                  <a:pt x="926144" y="35017"/>
                </a:lnTo>
                <a:moveTo>
                  <a:pt x="901206" y="45607"/>
                </a:moveTo>
                <a:cubicBezTo>
                  <a:pt x="916237" y="45607"/>
                  <a:pt x="924778" y="58245"/>
                  <a:pt x="924778" y="80965"/>
                </a:cubicBezTo>
                <a:cubicBezTo>
                  <a:pt x="924778" y="102658"/>
                  <a:pt x="916065" y="115299"/>
                  <a:pt x="901206" y="115299"/>
                </a:cubicBezTo>
                <a:cubicBezTo>
                  <a:pt x="886516" y="115299"/>
                  <a:pt x="877975" y="102486"/>
                  <a:pt x="877975" y="80451"/>
                </a:cubicBezTo>
                <a:cubicBezTo>
                  <a:pt x="877975" y="58589"/>
                  <a:pt x="886516" y="45607"/>
                  <a:pt x="901206" y="45607"/>
                </a:cubicBezTo>
                <a:close/>
                <a:moveTo>
                  <a:pt x="1039905" y="0"/>
                </a:moveTo>
                <a:cubicBezTo>
                  <a:pt x="1022822" y="22376"/>
                  <a:pt x="1012063" y="53462"/>
                  <a:pt x="1012063" y="80282"/>
                </a:cubicBezTo>
                <a:cubicBezTo>
                  <a:pt x="1012063" y="107268"/>
                  <a:pt x="1022822" y="138357"/>
                  <a:pt x="1039905" y="160733"/>
                </a:cubicBezTo>
                <a:lnTo>
                  <a:pt x="1049301" y="160733"/>
                </a:lnTo>
                <a:cubicBezTo>
                  <a:pt x="1034267" y="136306"/>
                  <a:pt x="1025898" y="107610"/>
                  <a:pt x="1025898" y="80282"/>
                </a:cubicBezTo>
                <a:cubicBezTo>
                  <a:pt x="1025898" y="53121"/>
                  <a:pt x="1034267" y="24255"/>
                  <a:pt x="1049301" y="0"/>
                </a:cubicBezTo>
                <a:lnTo>
                  <a:pt x="1039905" y="0"/>
                </a:lnTo>
                <a:close/>
                <a:moveTo>
                  <a:pt x="1082437" y="0"/>
                </a:moveTo>
                <a:lnTo>
                  <a:pt x="1068089" y="0"/>
                </a:lnTo>
                <a:lnTo>
                  <a:pt x="1068089" y="124520"/>
                </a:lnTo>
                <a:lnTo>
                  <a:pt x="1082437" y="124520"/>
                </a:lnTo>
                <a:lnTo>
                  <a:pt x="1082437" y="0"/>
                </a:lnTo>
                <a:close/>
                <a:moveTo>
                  <a:pt x="1140854" y="32455"/>
                </a:moveTo>
                <a:cubicBezTo>
                  <a:pt x="1115575" y="32455"/>
                  <a:pt x="1100544" y="50389"/>
                  <a:pt x="1100544" y="80451"/>
                </a:cubicBezTo>
                <a:cubicBezTo>
                  <a:pt x="1100544" y="110685"/>
                  <a:pt x="1115575" y="128451"/>
                  <a:pt x="1141026" y="128451"/>
                </a:cubicBezTo>
                <a:cubicBezTo>
                  <a:pt x="1166305" y="128451"/>
                  <a:pt x="1181508" y="110516"/>
                  <a:pt x="1181508" y="81134"/>
                </a:cubicBezTo>
                <a:cubicBezTo>
                  <a:pt x="1181508" y="50048"/>
                  <a:pt x="1166819" y="32455"/>
                  <a:pt x="1140854" y="32455"/>
                </a:cubicBezTo>
                <a:moveTo>
                  <a:pt x="1141026" y="45607"/>
                </a:moveTo>
                <a:cubicBezTo>
                  <a:pt x="1157081" y="45607"/>
                  <a:pt x="1166647" y="58758"/>
                  <a:pt x="1166647" y="80965"/>
                </a:cubicBezTo>
                <a:cubicBezTo>
                  <a:pt x="1166647" y="102144"/>
                  <a:pt x="1156740" y="115299"/>
                  <a:pt x="1141026" y="115299"/>
                </a:cubicBezTo>
                <a:cubicBezTo>
                  <a:pt x="1125140" y="115299"/>
                  <a:pt x="1115403" y="102144"/>
                  <a:pt x="1115403" y="80451"/>
                </a:cubicBezTo>
                <a:cubicBezTo>
                  <a:pt x="1115403" y="58758"/>
                  <a:pt x="1125140" y="45607"/>
                  <a:pt x="1141026" y="45607"/>
                </a:cubicBezTo>
                <a:close/>
                <a:moveTo>
                  <a:pt x="1258373" y="35017"/>
                </a:moveTo>
                <a:lnTo>
                  <a:pt x="1258373" y="47997"/>
                </a:lnTo>
                <a:cubicBezTo>
                  <a:pt x="1251201" y="37237"/>
                  <a:pt x="1243342" y="32455"/>
                  <a:pt x="1232070" y="32455"/>
                </a:cubicBezTo>
                <a:cubicBezTo>
                  <a:pt x="1210374" y="32455"/>
                  <a:pt x="1195343" y="52610"/>
                  <a:pt x="1195343" y="81306"/>
                </a:cubicBezTo>
                <a:cubicBezTo>
                  <a:pt x="1195343" y="96337"/>
                  <a:pt x="1198932" y="107268"/>
                  <a:pt x="1206618" y="116323"/>
                </a:cubicBezTo>
                <a:cubicBezTo>
                  <a:pt x="1213280" y="124179"/>
                  <a:pt x="1221819" y="128451"/>
                  <a:pt x="1231043" y="128451"/>
                </a:cubicBezTo>
                <a:cubicBezTo>
                  <a:pt x="1241805" y="128451"/>
                  <a:pt x="1249491" y="123668"/>
                  <a:pt x="1257008" y="112393"/>
                </a:cubicBezTo>
                <a:lnTo>
                  <a:pt x="1257008" y="117006"/>
                </a:lnTo>
                <a:cubicBezTo>
                  <a:pt x="1257008" y="140920"/>
                  <a:pt x="1250346" y="149802"/>
                  <a:pt x="1232581" y="149802"/>
                </a:cubicBezTo>
                <a:cubicBezTo>
                  <a:pt x="1220453" y="149802"/>
                  <a:pt x="1214132" y="145019"/>
                  <a:pt x="1212767" y="134771"/>
                </a:cubicBezTo>
                <a:lnTo>
                  <a:pt x="1198247" y="134771"/>
                </a:lnTo>
                <a:cubicBezTo>
                  <a:pt x="1199615" y="151340"/>
                  <a:pt x="1212767" y="161758"/>
                  <a:pt x="1232239" y="161758"/>
                </a:cubicBezTo>
                <a:cubicBezTo>
                  <a:pt x="1245391" y="161758"/>
                  <a:pt x="1256325" y="157488"/>
                  <a:pt x="1262132" y="150313"/>
                </a:cubicBezTo>
                <a:cubicBezTo>
                  <a:pt x="1268963" y="141944"/>
                  <a:pt x="1271525" y="130841"/>
                  <a:pt x="1271525" y="109831"/>
                </a:cubicBezTo>
                <a:lnTo>
                  <a:pt x="1271525" y="35017"/>
                </a:lnTo>
                <a:lnTo>
                  <a:pt x="1258373" y="35017"/>
                </a:lnTo>
                <a:moveTo>
                  <a:pt x="1233435" y="45607"/>
                </a:moveTo>
                <a:cubicBezTo>
                  <a:pt x="1248466" y="45607"/>
                  <a:pt x="1257008" y="58245"/>
                  <a:pt x="1257008" y="80965"/>
                </a:cubicBezTo>
                <a:cubicBezTo>
                  <a:pt x="1257008" y="102658"/>
                  <a:pt x="1248294" y="115299"/>
                  <a:pt x="1233435" y="115299"/>
                </a:cubicBezTo>
                <a:cubicBezTo>
                  <a:pt x="1218746" y="115299"/>
                  <a:pt x="1210205" y="102486"/>
                  <a:pt x="1210205" y="80451"/>
                </a:cubicBezTo>
                <a:cubicBezTo>
                  <a:pt x="1210205" y="58589"/>
                  <a:pt x="1218746" y="45607"/>
                  <a:pt x="1233435" y="45607"/>
                </a:cubicBezTo>
                <a:close/>
                <a:moveTo>
                  <a:pt x="1300222" y="160733"/>
                </a:moveTo>
                <a:cubicBezTo>
                  <a:pt x="1317304" y="138357"/>
                  <a:pt x="1328066" y="107268"/>
                  <a:pt x="1328066" y="80451"/>
                </a:cubicBezTo>
                <a:cubicBezTo>
                  <a:pt x="1328066" y="53462"/>
                  <a:pt x="1317304" y="22376"/>
                  <a:pt x="1300222" y="0"/>
                </a:cubicBezTo>
                <a:lnTo>
                  <a:pt x="1290828" y="0"/>
                </a:lnTo>
                <a:cubicBezTo>
                  <a:pt x="1305859" y="24424"/>
                  <a:pt x="1314228" y="53121"/>
                  <a:pt x="1314228" y="80451"/>
                </a:cubicBezTo>
                <a:cubicBezTo>
                  <a:pt x="1314228" y="107610"/>
                  <a:pt x="1305859" y="136478"/>
                  <a:pt x="1290828" y="160733"/>
                </a:cubicBezTo>
                <a:lnTo>
                  <a:pt x="1300222" y="16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NumCommits(log)">
            <a:extLst xmlns:a="http://schemas.openxmlformats.org/drawingml/2006/main">
              <a:ext uri="{FF2B5EF4-FFF2-40B4-BE49-F238E27FC236}">
                <a16:creationId xmlns:a16="http://schemas.microsoft.com/office/drawing/2014/main" id="{414A22F5-B4ED-4C20-B4A1-F08BC42B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0" y="2113722"/>
            <a:ext cx="1444731" cy="163809"/>
          </a:xfrm>
          <a:custGeom xmlns:a="http://schemas.openxmlformats.org/drawingml/2006/main">
            <a:pathLst>
              <a:path w="1444731" h="163809">
                <a:moveTo>
                  <a:pt x="97364" y="2051"/>
                </a:moveTo>
                <a:lnTo>
                  <a:pt x="82333" y="2051"/>
                </a:lnTo>
                <a:lnTo>
                  <a:pt x="82333" y="103854"/>
                </a:lnTo>
                <a:lnTo>
                  <a:pt x="17252" y="2051"/>
                </a:lnTo>
                <a:lnTo>
                  <a:pt x="0" y="2051"/>
                </a:lnTo>
                <a:lnTo>
                  <a:pt x="0" y="126571"/>
                </a:lnTo>
                <a:lnTo>
                  <a:pt x="15031" y="126571"/>
                </a:lnTo>
                <a:lnTo>
                  <a:pt x="15031" y="25623"/>
                </a:lnTo>
                <a:lnTo>
                  <a:pt x="79430" y="126571"/>
                </a:lnTo>
                <a:lnTo>
                  <a:pt x="97364" y="126571"/>
                </a:lnTo>
                <a:lnTo>
                  <a:pt x="97364" y="2051"/>
                </a:lnTo>
                <a:close/>
                <a:moveTo>
                  <a:pt x="192677" y="126571"/>
                </a:moveTo>
                <a:lnTo>
                  <a:pt x="192677" y="37068"/>
                </a:lnTo>
                <a:lnTo>
                  <a:pt x="178498" y="37068"/>
                </a:lnTo>
                <a:lnTo>
                  <a:pt x="178498" y="87799"/>
                </a:lnTo>
                <a:cubicBezTo>
                  <a:pt x="178498" y="106075"/>
                  <a:pt x="168933" y="118033"/>
                  <a:pt x="154074" y="118033"/>
                </a:cubicBezTo>
                <a:cubicBezTo>
                  <a:pt x="142799" y="118033"/>
                  <a:pt x="135626" y="111199"/>
                  <a:pt x="135626" y="100437"/>
                </a:cubicBezTo>
                <a:lnTo>
                  <a:pt x="135626" y="37068"/>
                </a:lnTo>
                <a:lnTo>
                  <a:pt x="121447" y="37068"/>
                </a:lnTo>
                <a:lnTo>
                  <a:pt x="121447" y="106075"/>
                </a:lnTo>
                <a:cubicBezTo>
                  <a:pt x="121447" y="120936"/>
                  <a:pt x="132550" y="130502"/>
                  <a:pt x="149974" y="130502"/>
                </a:cubicBezTo>
                <a:cubicBezTo>
                  <a:pt x="163126" y="130502"/>
                  <a:pt x="171495" y="125889"/>
                  <a:pt x="179867" y="114102"/>
                </a:cubicBezTo>
                <a:lnTo>
                  <a:pt x="179867" y="126571"/>
                </a:lnTo>
                <a:lnTo>
                  <a:pt x="192677" y="126571"/>
                </a:lnTo>
                <a:close/>
                <a:moveTo>
                  <a:pt x="217274" y="37068"/>
                </a:moveTo>
                <a:lnTo>
                  <a:pt x="217274" y="126571"/>
                </a:lnTo>
                <a:lnTo>
                  <a:pt x="231622" y="126571"/>
                </a:lnTo>
                <a:lnTo>
                  <a:pt x="231622" y="70375"/>
                </a:lnTo>
                <a:cubicBezTo>
                  <a:pt x="231622" y="57393"/>
                  <a:pt x="241018" y="46975"/>
                  <a:pt x="252632" y="46975"/>
                </a:cubicBezTo>
                <a:cubicBezTo>
                  <a:pt x="263222" y="46975"/>
                  <a:pt x="269201" y="53465"/>
                  <a:pt x="269201" y="64909"/>
                </a:cubicBezTo>
                <a:lnTo>
                  <a:pt x="269201" y="126571"/>
                </a:lnTo>
                <a:lnTo>
                  <a:pt x="283549" y="126571"/>
                </a:lnTo>
                <a:lnTo>
                  <a:pt x="283549" y="70375"/>
                </a:lnTo>
                <a:cubicBezTo>
                  <a:pt x="283549" y="57393"/>
                  <a:pt x="292945" y="46975"/>
                  <a:pt x="304559" y="46975"/>
                </a:cubicBezTo>
                <a:cubicBezTo>
                  <a:pt x="314979" y="46975"/>
                  <a:pt x="321128" y="53637"/>
                  <a:pt x="321128" y="64909"/>
                </a:cubicBezTo>
                <a:lnTo>
                  <a:pt x="321128" y="126571"/>
                </a:lnTo>
                <a:lnTo>
                  <a:pt x="335476" y="126571"/>
                </a:lnTo>
                <a:lnTo>
                  <a:pt x="335476" y="59444"/>
                </a:lnTo>
                <a:cubicBezTo>
                  <a:pt x="335476" y="43386"/>
                  <a:pt x="326252" y="34506"/>
                  <a:pt x="309514" y="34506"/>
                </a:cubicBezTo>
                <a:cubicBezTo>
                  <a:pt x="297556" y="34506"/>
                  <a:pt x="290380" y="38092"/>
                  <a:pt x="282011" y="48169"/>
                </a:cubicBezTo>
                <a:cubicBezTo>
                  <a:pt x="276718" y="38603"/>
                  <a:pt x="269542" y="34506"/>
                  <a:pt x="257928" y="34506"/>
                </a:cubicBezTo>
                <a:cubicBezTo>
                  <a:pt x="245970" y="34506"/>
                  <a:pt x="237942" y="38945"/>
                  <a:pt x="230426" y="49706"/>
                </a:cubicBezTo>
                <a:lnTo>
                  <a:pt x="230426" y="37068"/>
                </a:lnTo>
                <a:lnTo>
                  <a:pt x="217274" y="37068"/>
                </a:lnTo>
                <a:close/>
                <a:moveTo>
                  <a:pt x="508166" y="40654"/>
                </a:moveTo>
                <a:cubicBezTo>
                  <a:pt x="503214" y="13324"/>
                  <a:pt x="487500" y="0"/>
                  <a:pt x="460170" y="0"/>
                </a:cubicBezTo>
                <a:cubicBezTo>
                  <a:pt x="443429" y="0"/>
                  <a:pt x="429935" y="5296"/>
                  <a:pt x="420711" y="15544"/>
                </a:cubicBezTo>
                <a:cubicBezTo>
                  <a:pt x="409439" y="27844"/>
                  <a:pt x="403288" y="45607"/>
                  <a:pt x="403288" y="65764"/>
                </a:cubicBezTo>
                <a:cubicBezTo>
                  <a:pt x="403288" y="86261"/>
                  <a:pt x="409608" y="103854"/>
                  <a:pt x="421225" y="115982"/>
                </a:cubicBezTo>
                <a:cubicBezTo>
                  <a:pt x="430960" y="125889"/>
                  <a:pt x="443259" y="130502"/>
                  <a:pt x="459487" y="130502"/>
                </a:cubicBezTo>
                <a:cubicBezTo>
                  <a:pt x="489890" y="130502"/>
                  <a:pt x="506972" y="114102"/>
                  <a:pt x="510728" y="81137"/>
                </a:cubicBezTo>
                <a:lnTo>
                  <a:pt x="494331" y="81137"/>
                </a:lnTo>
                <a:cubicBezTo>
                  <a:pt x="492966" y="89678"/>
                  <a:pt x="491256" y="95485"/>
                  <a:pt x="488694" y="100437"/>
                </a:cubicBezTo>
                <a:cubicBezTo>
                  <a:pt x="483570" y="110688"/>
                  <a:pt x="472980" y="116495"/>
                  <a:pt x="459656" y="116495"/>
                </a:cubicBezTo>
                <a:cubicBezTo>
                  <a:pt x="434888" y="116495"/>
                  <a:pt x="419174" y="96681"/>
                  <a:pt x="419174" y="65592"/>
                </a:cubicBezTo>
                <a:cubicBezTo>
                  <a:pt x="419174" y="33651"/>
                  <a:pt x="434035" y="14007"/>
                  <a:pt x="458290" y="14007"/>
                </a:cubicBezTo>
                <a:cubicBezTo>
                  <a:pt x="468369" y="14007"/>
                  <a:pt x="477763" y="16910"/>
                  <a:pt x="482887" y="21865"/>
                </a:cubicBezTo>
                <a:cubicBezTo>
                  <a:pt x="487500" y="26134"/>
                  <a:pt x="490062" y="31258"/>
                  <a:pt x="491939" y="40654"/>
                </a:cubicBezTo>
                <a:lnTo>
                  <a:pt x="508166" y="40654"/>
                </a:lnTo>
                <a:close/>
                <a:moveTo>
                  <a:pt x="564876" y="34506"/>
                </a:moveTo>
                <a:cubicBezTo>
                  <a:pt x="539597" y="34506"/>
                  <a:pt x="524566" y="52441"/>
                  <a:pt x="524566" y="82503"/>
                </a:cubicBezTo>
                <a:cubicBezTo>
                  <a:pt x="524566" y="112737"/>
                  <a:pt x="539597" y="130502"/>
                  <a:pt x="565048" y="130502"/>
                </a:cubicBezTo>
                <a:cubicBezTo>
                  <a:pt x="590327" y="130502"/>
                  <a:pt x="605530" y="112567"/>
                  <a:pt x="605530" y="83185"/>
                </a:cubicBezTo>
                <a:cubicBezTo>
                  <a:pt x="605530" y="52099"/>
                  <a:pt x="590841" y="34506"/>
                  <a:pt x="564876" y="34506"/>
                </a:cubicBezTo>
                <a:moveTo>
                  <a:pt x="565048" y="47658"/>
                </a:moveTo>
                <a:cubicBezTo>
                  <a:pt x="581103" y="47658"/>
                  <a:pt x="590669" y="60810"/>
                  <a:pt x="590669" y="83016"/>
                </a:cubicBezTo>
                <a:cubicBezTo>
                  <a:pt x="590669" y="104196"/>
                  <a:pt x="580762" y="117350"/>
                  <a:pt x="565048" y="117350"/>
                </a:cubicBezTo>
                <a:cubicBezTo>
                  <a:pt x="549162" y="117350"/>
                  <a:pt x="539425" y="104196"/>
                  <a:pt x="539425" y="82503"/>
                </a:cubicBezTo>
                <a:cubicBezTo>
                  <a:pt x="539425" y="60810"/>
                  <a:pt x="549162" y="47658"/>
                  <a:pt x="565048" y="47658"/>
                </a:cubicBezTo>
                <a:close/>
                <a:moveTo>
                  <a:pt x="625344" y="37068"/>
                </a:moveTo>
                <a:lnTo>
                  <a:pt x="625344" y="126571"/>
                </a:lnTo>
                <a:lnTo>
                  <a:pt x="639692" y="126571"/>
                </a:lnTo>
                <a:lnTo>
                  <a:pt x="639692" y="70375"/>
                </a:lnTo>
                <a:cubicBezTo>
                  <a:pt x="639692" y="57393"/>
                  <a:pt x="649088" y="46975"/>
                  <a:pt x="660702" y="46975"/>
                </a:cubicBezTo>
                <a:cubicBezTo>
                  <a:pt x="671292" y="46975"/>
                  <a:pt x="677271" y="53465"/>
                  <a:pt x="677271" y="64909"/>
                </a:cubicBezTo>
                <a:lnTo>
                  <a:pt x="677271" y="126571"/>
                </a:lnTo>
                <a:lnTo>
                  <a:pt x="691619" y="126571"/>
                </a:lnTo>
                <a:lnTo>
                  <a:pt x="691619" y="70375"/>
                </a:lnTo>
                <a:cubicBezTo>
                  <a:pt x="691619" y="57393"/>
                  <a:pt x="701015" y="46975"/>
                  <a:pt x="712629" y="46975"/>
                </a:cubicBezTo>
                <a:cubicBezTo>
                  <a:pt x="723050" y="46975"/>
                  <a:pt x="729198" y="53637"/>
                  <a:pt x="729198" y="64909"/>
                </a:cubicBezTo>
                <a:lnTo>
                  <a:pt x="729198" y="126571"/>
                </a:lnTo>
                <a:lnTo>
                  <a:pt x="743546" y="126571"/>
                </a:lnTo>
                <a:lnTo>
                  <a:pt x="743546" y="59444"/>
                </a:lnTo>
                <a:cubicBezTo>
                  <a:pt x="743546" y="43386"/>
                  <a:pt x="734322" y="34506"/>
                  <a:pt x="717584" y="34506"/>
                </a:cubicBezTo>
                <a:cubicBezTo>
                  <a:pt x="705626" y="34506"/>
                  <a:pt x="698451" y="38092"/>
                  <a:pt x="690082" y="48169"/>
                </a:cubicBezTo>
                <a:cubicBezTo>
                  <a:pt x="684788" y="38603"/>
                  <a:pt x="677613" y="34506"/>
                  <a:pt x="665999" y="34506"/>
                </a:cubicBezTo>
                <a:cubicBezTo>
                  <a:pt x="654040" y="34506"/>
                  <a:pt x="646013" y="38945"/>
                  <a:pt x="638496" y="49706"/>
                </a:cubicBezTo>
                <a:lnTo>
                  <a:pt x="638496" y="37068"/>
                </a:lnTo>
                <a:lnTo>
                  <a:pt x="625344" y="37068"/>
                </a:lnTo>
                <a:close/>
                <a:moveTo>
                  <a:pt x="767631" y="37068"/>
                </a:moveTo>
                <a:lnTo>
                  <a:pt x="767631" y="126571"/>
                </a:lnTo>
                <a:lnTo>
                  <a:pt x="781979" y="126571"/>
                </a:lnTo>
                <a:lnTo>
                  <a:pt x="781979" y="70375"/>
                </a:lnTo>
                <a:cubicBezTo>
                  <a:pt x="781979" y="57393"/>
                  <a:pt x="791375" y="46975"/>
                  <a:pt x="802989" y="46975"/>
                </a:cubicBezTo>
                <a:cubicBezTo>
                  <a:pt x="813579" y="46975"/>
                  <a:pt x="819558" y="53465"/>
                  <a:pt x="819558" y="64909"/>
                </a:cubicBezTo>
                <a:lnTo>
                  <a:pt x="819558" y="126571"/>
                </a:lnTo>
                <a:lnTo>
                  <a:pt x="833906" y="126571"/>
                </a:lnTo>
                <a:lnTo>
                  <a:pt x="833906" y="70375"/>
                </a:lnTo>
                <a:cubicBezTo>
                  <a:pt x="833906" y="57393"/>
                  <a:pt x="843302" y="46975"/>
                  <a:pt x="854916" y="46975"/>
                </a:cubicBezTo>
                <a:cubicBezTo>
                  <a:pt x="865336" y="46975"/>
                  <a:pt x="871485" y="53637"/>
                  <a:pt x="871485" y="64909"/>
                </a:cubicBezTo>
                <a:lnTo>
                  <a:pt x="871485" y="126571"/>
                </a:lnTo>
                <a:lnTo>
                  <a:pt x="885833" y="126571"/>
                </a:lnTo>
                <a:lnTo>
                  <a:pt x="885833" y="59444"/>
                </a:lnTo>
                <a:cubicBezTo>
                  <a:pt x="885833" y="43386"/>
                  <a:pt x="876609" y="34506"/>
                  <a:pt x="859871" y="34506"/>
                </a:cubicBezTo>
                <a:cubicBezTo>
                  <a:pt x="847913" y="34506"/>
                  <a:pt x="840737" y="38092"/>
                  <a:pt x="832368" y="48169"/>
                </a:cubicBezTo>
                <a:cubicBezTo>
                  <a:pt x="827075" y="38603"/>
                  <a:pt x="819899" y="34506"/>
                  <a:pt x="808285" y="34506"/>
                </a:cubicBezTo>
                <a:cubicBezTo>
                  <a:pt x="796327" y="34506"/>
                  <a:pt x="788299" y="38945"/>
                  <a:pt x="780783" y="49706"/>
                </a:cubicBezTo>
                <a:lnTo>
                  <a:pt x="780783" y="37068"/>
                </a:lnTo>
                <a:lnTo>
                  <a:pt x="767631" y="37068"/>
                </a:lnTo>
                <a:close/>
                <a:moveTo>
                  <a:pt x="923583" y="37068"/>
                </a:moveTo>
                <a:lnTo>
                  <a:pt x="909404" y="37068"/>
                </a:lnTo>
                <a:lnTo>
                  <a:pt x="909404" y="126571"/>
                </a:lnTo>
                <a:lnTo>
                  <a:pt x="923583" y="126571"/>
                </a:lnTo>
                <a:lnTo>
                  <a:pt x="923583" y="37068"/>
                </a:lnTo>
                <a:moveTo>
                  <a:pt x="923583" y="2051"/>
                </a:moveTo>
                <a:lnTo>
                  <a:pt x="909234" y="2051"/>
                </a:lnTo>
                <a:lnTo>
                  <a:pt x="909234" y="19986"/>
                </a:lnTo>
                <a:lnTo>
                  <a:pt x="923583" y="19986"/>
                </a:lnTo>
                <a:lnTo>
                  <a:pt x="923583" y="2051"/>
                </a:lnTo>
                <a:close/>
                <a:moveTo>
                  <a:pt x="979268" y="37068"/>
                </a:moveTo>
                <a:lnTo>
                  <a:pt x="964579" y="37068"/>
                </a:lnTo>
                <a:lnTo>
                  <a:pt x="964579" y="12469"/>
                </a:lnTo>
                <a:lnTo>
                  <a:pt x="950400" y="12469"/>
                </a:lnTo>
                <a:lnTo>
                  <a:pt x="950400" y="37068"/>
                </a:lnTo>
                <a:lnTo>
                  <a:pt x="938272" y="37068"/>
                </a:lnTo>
                <a:lnTo>
                  <a:pt x="938272" y="48682"/>
                </a:lnTo>
                <a:lnTo>
                  <a:pt x="950400" y="48682"/>
                </a:lnTo>
                <a:lnTo>
                  <a:pt x="950400" y="116323"/>
                </a:lnTo>
                <a:cubicBezTo>
                  <a:pt x="950400" y="125547"/>
                  <a:pt x="956548" y="130502"/>
                  <a:pt x="967651" y="130502"/>
                </a:cubicBezTo>
                <a:cubicBezTo>
                  <a:pt x="971410" y="130502"/>
                  <a:pt x="974485" y="130160"/>
                  <a:pt x="979268" y="129305"/>
                </a:cubicBezTo>
                <a:lnTo>
                  <a:pt x="979268" y="117350"/>
                </a:lnTo>
                <a:cubicBezTo>
                  <a:pt x="977217" y="117861"/>
                  <a:pt x="975338" y="118033"/>
                  <a:pt x="972434" y="118033"/>
                </a:cubicBezTo>
                <a:cubicBezTo>
                  <a:pt x="966286" y="118033"/>
                  <a:pt x="964579" y="116323"/>
                  <a:pt x="964579" y="110003"/>
                </a:cubicBezTo>
                <a:lnTo>
                  <a:pt x="964579" y="48682"/>
                </a:lnTo>
                <a:lnTo>
                  <a:pt x="979268" y="48682"/>
                </a:lnTo>
                <a:lnTo>
                  <a:pt x="979268" y="37068"/>
                </a:lnTo>
                <a:close/>
                <a:moveTo>
                  <a:pt x="1058182" y="62006"/>
                </a:moveTo>
                <a:cubicBezTo>
                  <a:pt x="1058012" y="44413"/>
                  <a:pt x="1046396" y="34506"/>
                  <a:pt x="1025727" y="34506"/>
                </a:cubicBezTo>
                <a:cubicBezTo>
                  <a:pt x="1004889" y="34506"/>
                  <a:pt x="991396" y="45265"/>
                  <a:pt x="991396" y="61834"/>
                </a:cubicBezTo>
                <a:cubicBezTo>
                  <a:pt x="991396" y="75841"/>
                  <a:pt x="998568" y="82503"/>
                  <a:pt x="1019750" y="87627"/>
                </a:cubicBezTo>
                <a:lnTo>
                  <a:pt x="1033074" y="90872"/>
                </a:lnTo>
                <a:cubicBezTo>
                  <a:pt x="1042981" y="93264"/>
                  <a:pt x="1046909" y="96851"/>
                  <a:pt x="1046909" y="103171"/>
                </a:cubicBezTo>
                <a:cubicBezTo>
                  <a:pt x="1046909" y="111712"/>
                  <a:pt x="1038540" y="117350"/>
                  <a:pt x="1026071" y="117350"/>
                </a:cubicBezTo>
                <a:cubicBezTo>
                  <a:pt x="1018382" y="117350"/>
                  <a:pt x="1011892" y="115129"/>
                  <a:pt x="1008306" y="111371"/>
                </a:cubicBezTo>
                <a:cubicBezTo>
                  <a:pt x="1006085" y="108809"/>
                  <a:pt x="1005061" y="106247"/>
                  <a:pt x="1004206" y="99926"/>
                </a:cubicBezTo>
                <a:lnTo>
                  <a:pt x="989175" y="99926"/>
                </a:lnTo>
                <a:cubicBezTo>
                  <a:pt x="989858" y="120595"/>
                  <a:pt x="1001472" y="130502"/>
                  <a:pt x="1024875" y="130502"/>
                </a:cubicBezTo>
                <a:cubicBezTo>
                  <a:pt x="1047422" y="130502"/>
                  <a:pt x="1061771" y="119399"/>
                  <a:pt x="1061771" y="102147"/>
                </a:cubicBezTo>
                <a:cubicBezTo>
                  <a:pt x="1061771" y="88823"/>
                  <a:pt x="1054254" y="81478"/>
                  <a:pt x="1036489" y="77209"/>
                </a:cubicBezTo>
                <a:lnTo>
                  <a:pt x="1022823" y="73961"/>
                </a:lnTo>
                <a:cubicBezTo>
                  <a:pt x="1011209" y="71230"/>
                  <a:pt x="1006255" y="67472"/>
                  <a:pt x="1006255" y="61151"/>
                </a:cubicBezTo>
                <a:cubicBezTo>
                  <a:pt x="1006255" y="52782"/>
                  <a:pt x="1013599" y="47658"/>
                  <a:pt x="1025216" y="47658"/>
                </a:cubicBezTo>
                <a:cubicBezTo>
                  <a:pt x="1036661" y="47658"/>
                  <a:pt x="1042809" y="52610"/>
                  <a:pt x="1043151" y="62006"/>
                </a:cubicBezTo>
                <a:lnTo>
                  <a:pt x="1058182" y="62006"/>
                </a:lnTo>
                <a:close/>
                <a:moveTo>
                  <a:pt x="1156570" y="2051"/>
                </a:moveTo>
                <a:cubicBezTo>
                  <a:pt x="1139488" y="24427"/>
                  <a:pt x="1128729" y="55513"/>
                  <a:pt x="1128729" y="82333"/>
                </a:cubicBezTo>
                <a:cubicBezTo>
                  <a:pt x="1128729" y="109320"/>
                  <a:pt x="1139488" y="140409"/>
                  <a:pt x="1156570" y="162785"/>
                </a:cubicBezTo>
                <a:lnTo>
                  <a:pt x="1165966" y="162785"/>
                </a:lnTo>
                <a:cubicBezTo>
                  <a:pt x="1150933" y="138357"/>
                  <a:pt x="1142563" y="109661"/>
                  <a:pt x="1142563" y="82333"/>
                </a:cubicBezTo>
                <a:cubicBezTo>
                  <a:pt x="1142563" y="55172"/>
                  <a:pt x="1150933" y="26306"/>
                  <a:pt x="1165966" y="2051"/>
                </a:cubicBezTo>
                <a:lnTo>
                  <a:pt x="1156570" y="2051"/>
                </a:lnTo>
                <a:close/>
                <a:moveTo>
                  <a:pt x="1199102" y="2051"/>
                </a:moveTo>
                <a:lnTo>
                  <a:pt x="1184754" y="2051"/>
                </a:lnTo>
                <a:lnTo>
                  <a:pt x="1184754" y="126571"/>
                </a:lnTo>
                <a:lnTo>
                  <a:pt x="1199102" y="126571"/>
                </a:lnTo>
                <a:lnTo>
                  <a:pt x="1199102" y="2051"/>
                </a:lnTo>
                <a:close/>
                <a:moveTo>
                  <a:pt x="1257520" y="34506"/>
                </a:moveTo>
                <a:cubicBezTo>
                  <a:pt x="1232240" y="34506"/>
                  <a:pt x="1217209" y="52441"/>
                  <a:pt x="1217209" y="82503"/>
                </a:cubicBezTo>
                <a:cubicBezTo>
                  <a:pt x="1217209" y="112737"/>
                  <a:pt x="1232240" y="130502"/>
                  <a:pt x="1257692" y="130502"/>
                </a:cubicBezTo>
                <a:cubicBezTo>
                  <a:pt x="1282971" y="130502"/>
                  <a:pt x="1298174" y="112567"/>
                  <a:pt x="1298174" y="83185"/>
                </a:cubicBezTo>
                <a:cubicBezTo>
                  <a:pt x="1298174" y="52099"/>
                  <a:pt x="1283484" y="34506"/>
                  <a:pt x="1257520" y="34506"/>
                </a:cubicBezTo>
                <a:moveTo>
                  <a:pt x="1257692" y="47658"/>
                </a:moveTo>
                <a:cubicBezTo>
                  <a:pt x="1273747" y="47658"/>
                  <a:pt x="1283312" y="60810"/>
                  <a:pt x="1283312" y="83016"/>
                </a:cubicBezTo>
                <a:cubicBezTo>
                  <a:pt x="1283312" y="104196"/>
                  <a:pt x="1273405" y="117350"/>
                  <a:pt x="1257692" y="117350"/>
                </a:cubicBezTo>
                <a:cubicBezTo>
                  <a:pt x="1241806" y="117350"/>
                  <a:pt x="1232068" y="104196"/>
                  <a:pt x="1232068" y="82503"/>
                </a:cubicBezTo>
                <a:cubicBezTo>
                  <a:pt x="1232068" y="60810"/>
                  <a:pt x="1241806" y="47658"/>
                  <a:pt x="1257692" y="47658"/>
                </a:cubicBezTo>
                <a:close/>
                <a:moveTo>
                  <a:pt x="1375039" y="37068"/>
                </a:moveTo>
                <a:lnTo>
                  <a:pt x="1375039" y="50048"/>
                </a:lnTo>
                <a:cubicBezTo>
                  <a:pt x="1367866" y="39289"/>
                  <a:pt x="1360008" y="34506"/>
                  <a:pt x="1348735" y="34506"/>
                </a:cubicBezTo>
                <a:cubicBezTo>
                  <a:pt x="1327040" y="34506"/>
                  <a:pt x="1312009" y="54661"/>
                  <a:pt x="1312009" y="83357"/>
                </a:cubicBezTo>
                <a:cubicBezTo>
                  <a:pt x="1312009" y="98389"/>
                  <a:pt x="1315598" y="109320"/>
                  <a:pt x="1323284" y="118374"/>
                </a:cubicBezTo>
                <a:cubicBezTo>
                  <a:pt x="1329946" y="126230"/>
                  <a:pt x="1338484" y="130502"/>
                  <a:pt x="1347708" y="130502"/>
                </a:cubicBezTo>
                <a:cubicBezTo>
                  <a:pt x="1358470" y="130502"/>
                  <a:pt x="1366156" y="125719"/>
                  <a:pt x="1373673" y="114444"/>
                </a:cubicBezTo>
                <a:lnTo>
                  <a:pt x="1373673" y="119057"/>
                </a:lnTo>
                <a:cubicBezTo>
                  <a:pt x="1373673" y="142971"/>
                  <a:pt x="1367011" y="151853"/>
                  <a:pt x="1349246" y="151853"/>
                </a:cubicBezTo>
                <a:cubicBezTo>
                  <a:pt x="1337119" y="151853"/>
                  <a:pt x="1330798" y="147071"/>
                  <a:pt x="1329432" y="136822"/>
                </a:cubicBezTo>
                <a:lnTo>
                  <a:pt x="1314912" y="136822"/>
                </a:lnTo>
                <a:cubicBezTo>
                  <a:pt x="1316281" y="153391"/>
                  <a:pt x="1329432" y="163809"/>
                  <a:pt x="1348905" y="163809"/>
                </a:cubicBezTo>
                <a:cubicBezTo>
                  <a:pt x="1362057" y="163809"/>
                  <a:pt x="1372990" y="159540"/>
                  <a:pt x="1378797" y="152364"/>
                </a:cubicBezTo>
                <a:cubicBezTo>
                  <a:pt x="1385629" y="143995"/>
                  <a:pt x="1388191" y="132892"/>
                  <a:pt x="1388191" y="111882"/>
                </a:cubicBezTo>
                <a:lnTo>
                  <a:pt x="1388191" y="37068"/>
                </a:lnTo>
                <a:lnTo>
                  <a:pt x="1375039" y="37068"/>
                </a:lnTo>
                <a:moveTo>
                  <a:pt x="1350101" y="47658"/>
                </a:moveTo>
                <a:cubicBezTo>
                  <a:pt x="1365132" y="47658"/>
                  <a:pt x="1373673" y="60296"/>
                  <a:pt x="1373673" y="83016"/>
                </a:cubicBezTo>
                <a:cubicBezTo>
                  <a:pt x="1373673" y="104709"/>
                  <a:pt x="1364960" y="117350"/>
                  <a:pt x="1350101" y="117350"/>
                </a:cubicBezTo>
                <a:cubicBezTo>
                  <a:pt x="1335411" y="117350"/>
                  <a:pt x="1326870" y="104537"/>
                  <a:pt x="1326870" y="82503"/>
                </a:cubicBezTo>
                <a:cubicBezTo>
                  <a:pt x="1326870" y="60640"/>
                  <a:pt x="1335411" y="47658"/>
                  <a:pt x="1350101" y="47658"/>
                </a:cubicBezTo>
                <a:close/>
                <a:moveTo>
                  <a:pt x="1416887" y="162785"/>
                </a:moveTo>
                <a:cubicBezTo>
                  <a:pt x="1433969" y="140409"/>
                  <a:pt x="1444731" y="109320"/>
                  <a:pt x="1444731" y="82503"/>
                </a:cubicBezTo>
                <a:cubicBezTo>
                  <a:pt x="1444731" y="55513"/>
                  <a:pt x="1433969" y="24427"/>
                  <a:pt x="1416887" y="2051"/>
                </a:cubicBezTo>
                <a:lnTo>
                  <a:pt x="1407494" y="2051"/>
                </a:lnTo>
                <a:cubicBezTo>
                  <a:pt x="1422525" y="26476"/>
                  <a:pt x="1430894" y="55172"/>
                  <a:pt x="1430894" y="82503"/>
                </a:cubicBezTo>
                <a:cubicBezTo>
                  <a:pt x="1430894" y="109661"/>
                  <a:pt x="1422525" y="138529"/>
                  <a:pt x="1407494" y="162785"/>
                </a:cubicBezTo>
                <a:lnTo>
                  <a:pt x="1416887" y="162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NumMaintainers(log)">
            <a:extLst xmlns:a="http://schemas.openxmlformats.org/drawingml/2006/main">
              <a:ext uri="{FF2B5EF4-FFF2-40B4-BE49-F238E27FC236}">
                <a16:creationId xmlns:a16="http://schemas.microsoft.com/office/drawing/2014/main" id="{9886F095-0187-4769-AAE9-1F36A60F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0" y="1790661"/>
            <a:ext cx="1653805" cy="161758"/>
          </a:xfrm>
          <a:custGeom xmlns:a="http://schemas.openxmlformats.org/drawingml/2006/main">
            <a:pathLst>
              <a:path w="1653805" h="161758">
                <a:moveTo>
                  <a:pt x="97364" y="0"/>
                </a:moveTo>
                <a:lnTo>
                  <a:pt x="82333" y="0"/>
                </a:lnTo>
                <a:lnTo>
                  <a:pt x="82333" y="101803"/>
                </a:lnTo>
                <a:lnTo>
                  <a:pt x="17252" y="0"/>
                </a:lnTo>
                <a:lnTo>
                  <a:pt x="0" y="0"/>
                </a:lnTo>
                <a:lnTo>
                  <a:pt x="0" y="124520"/>
                </a:lnTo>
                <a:lnTo>
                  <a:pt x="15031" y="124520"/>
                </a:lnTo>
                <a:lnTo>
                  <a:pt x="15031" y="23572"/>
                </a:lnTo>
                <a:lnTo>
                  <a:pt x="79430" y="124520"/>
                </a:lnTo>
                <a:lnTo>
                  <a:pt x="97364" y="124520"/>
                </a:lnTo>
                <a:lnTo>
                  <a:pt x="97364" y="0"/>
                </a:lnTo>
                <a:close/>
                <a:moveTo>
                  <a:pt x="192677" y="124520"/>
                </a:moveTo>
                <a:lnTo>
                  <a:pt x="192677" y="35017"/>
                </a:lnTo>
                <a:lnTo>
                  <a:pt x="178498" y="35017"/>
                </a:lnTo>
                <a:lnTo>
                  <a:pt x="178498" y="85748"/>
                </a:lnTo>
                <a:cubicBezTo>
                  <a:pt x="178498" y="104024"/>
                  <a:pt x="168933" y="115982"/>
                  <a:pt x="154074" y="115982"/>
                </a:cubicBezTo>
                <a:cubicBezTo>
                  <a:pt x="142799" y="115982"/>
                  <a:pt x="135626" y="109148"/>
                  <a:pt x="135626" y="98386"/>
                </a:cubicBezTo>
                <a:lnTo>
                  <a:pt x="135626" y="35017"/>
                </a:lnTo>
                <a:lnTo>
                  <a:pt x="121447" y="35017"/>
                </a:lnTo>
                <a:lnTo>
                  <a:pt x="121447" y="104024"/>
                </a:lnTo>
                <a:cubicBezTo>
                  <a:pt x="121447" y="118885"/>
                  <a:pt x="132550" y="128451"/>
                  <a:pt x="149974" y="128451"/>
                </a:cubicBezTo>
                <a:cubicBezTo>
                  <a:pt x="163126" y="128451"/>
                  <a:pt x="171495" y="123837"/>
                  <a:pt x="179867" y="112051"/>
                </a:cubicBezTo>
                <a:lnTo>
                  <a:pt x="179867" y="124520"/>
                </a:lnTo>
                <a:lnTo>
                  <a:pt x="192677" y="124520"/>
                </a:lnTo>
                <a:close/>
                <a:moveTo>
                  <a:pt x="217274" y="35017"/>
                </a:moveTo>
                <a:lnTo>
                  <a:pt x="217274" y="124520"/>
                </a:lnTo>
                <a:lnTo>
                  <a:pt x="231622" y="124520"/>
                </a:lnTo>
                <a:lnTo>
                  <a:pt x="231622" y="68324"/>
                </a:lnTo>
                <a:cubicBezTo>
                  <a:pt x="231622" y="55341"/>
                  <a:pt x="241018" y="44924"/>
                  <a:pt x="252632" y="44924"/>
                </a:cubicBezTo>
                <a:cubicBezTo>
                  <a:pt x="263222" y="44924"/>
                  <a:pt x="269201" y="51414"/>
                  <a:pt x="269201" y="62858"/>
                </a:cubicBezTo>
                <a:lnTo>
                  <a:pt x="269201" y="124520"/>
                </a:lnTo>
                <a:lnTo>
                  <a:pt x="283549" y="124520"/>
                </a:lnTo>
                <a:lnTo>
                  <a:pt x="283549" y="68324"/>
                </a:lnTo>
                <a:cubicBezTo>
                  <a:pt x="283549" y="55341"/>
                  <a:pt x="292945" y="44924"/>
                  <a:pt x="304559" y="44924"/>
                </a:cubicBezTo>
                <a:cubicBezTo>
                  <a:pt x="314979" y="44924"/>
                  <a:pt x="321128" y="51586"/>
                  <a:pt x="321128" y="62858"/>
                </a:cubicBezTo>
                <a:lnTo>
                  <a:pt x="321128" y="124520"/>
                </a:lnTo>
                <a:lnTo>
                  <a:pt x="335476" y="124520"/>
                </a:lnTo>
                <a:lnTo>
                  <a:pt x="335476" y="57393"/>
                </a:lnTo>
                <a:cubicBezTo>
                  <a:pt x="335476" y="41335"/>
                  <a:pt x="326252" y="32455"/>
                  <a:pt x="309514" y="32455"/>
                </a:cubicBezTo>
                <a:cubicBezTo>
                  <a:pt x="297556" y="32455"/>
                  <a:pt x="290380" y="36041"/>
                  <a:pt x="282011" y="46117"/>
                </a:cubicBezTo>
                <a:cubicBezTo>
                  <a:pt x="276718" y="36552"/>
                  <a:pt x="269542" y="32455"/>
                  <a:pt x="257928" y="32455"/>
                </a:cubicBezTo>
                <a:cubicBezTo>
                  <a:pt x="245970" y="32455"/>
                  <a:pt x="237942" y="36893"/>
                  <a:pt x="230426" y="47655"/>
                </a:cubicBezTo>
                <a:lnTo>
                  <a:pt x="230426" y="35017"/>
                </a:lnTo>
                <a:lnTo>
                  <a:pt x="217274" y="35017"/>
                </a:lnTo>
                <a:close/>
                <a:moveTo>
                  <a:pt x="475029" y="124520"/>
                </a:moveTo>
                <a:lnTo>
                  <a:pt x="510045" y="20155"/>
                </a:lnTo>
                <a:lnTo>
                  <a:pt x="510045" y="124520"/>
                </a:lnTo>
                <a:lnTo>
                  <a:pt x="525076" y="124520"/>
                </a:lnTo>
                <a:lnTo>
                  <a:pt x="525076" y="0"/>
                </a:lnTo>
                <a:lnTo>
                  <a:pt x="503042" y="0"/>
                </a:lnTo>
                <a:lnTo>
                  <a:pt x="466831" y="108465"/>
                </a:lnTo>
                <a:lnTo>
                  <a:pt x="429935" y="0"/>
                </a:lnTo>
                <a:lnTo>
                  <a:pt x="407901" y="0"/>
                </a:lnTo>
                <a:lnTo>
                  <a:pt x="407901" y="124520"/>
                </a:lnTo>
                <a:lnTo>
                  <a:pt x="422932" y="124520"/>
                </a:lnTo>
                <a:lnTo>
                  <a:pt x="422932" y="20155"/>
                </a:lnTo>
                <a:lnTo>
                  <a:pt x="458290" y="124520"/>
                </a:lnTo>
                <a:lnTo>
                  <a:pt x="475029" y="124520"/>
                </a:lnTo>
                <a:close/>
                <a:moveTo>
                  <a:pt x="628760" y="116151"/>
                </a:moveTo>
                <a:cubicBezTo>
                  <a:pt x="627225" y="116492"/>
                  <a:pt x="626539" y="116492"/>
                  <a:pt x="625687" y="116492"/>
                </a:cubicBezTo>
                <a:cubicBezTo>
                  <a:pt x="620732" y="116492"/>
                  <a:pt x="618001" y="113930"/>
                  <a:pt x="618001" y="109489"/>
                </a:cubicBezTo>
                <a:lnTo>
                  <a:pt x="618001" y="56879"/>
                </a:lnTo>
                <a:cubicBezTo>
                  <a:pt x="618001" y="40993"/>
                  <a:pt x="606384" y="32455"/>
                  <a:pt x="584350" y="32455"/>
                </a:cubicBezTo>
                <a:cubicBezTo>
                  <a:pt x="571198" y="32455"/>
                  <a:pt x="560777" y="36211"/>
                  <a:pt x="554629" y="42872"/>
                </a:cubicBezTo>
                <a:cubicBezTo>
                  <a:pt x="550529" y="47486"/>
                  <a:pt x="548819" y="52610"/>
                  <a:pt x="548478" y="61493"/>
                </a:cubicBezTo>
                <a:lnTo>
                  <a:pt x="562826" y="61493"/>
                </a:lnTo>
                <a:cubicBezTo>
                  <a:pt x="564022" y="50559"/>
                  <a:pt x="570515" y="45607"/>
                  <a:pt x="583836" y="45607"/>
                </a:cubicBezTo>
                <a:cubicBezTo>
                  <a:pt x="596818" y="45607"/>
                  <a:pt x="603822" y="50389"/>
                  <a:pt x="603822" y="58930"/>
                </a:cubicBezTo>
                <a:lnTo>
                  <a:pt x="603822" y="62686"/>
                </a:lnTo>
                <a:cubicBezTo>
                  <a:pt x="603652" y="68837"/>
                  <a:pt x="600577" y="71058"/>
                  <a:pt x="588960" y="72596"/>
                </a:cubicBezTo>
                <a:cubicBezTo>
                  <a:pt x="568805" y="75158"/>
                  <a:pt x="565729" y="75841"/>
                  <a:pt x="560264" y="78061"/>
                </a:cubicBezTo>
                <a:cubicBezTo>
                  <a:pt x="549846" y="82503"/>
                  <a:pt x="544550" y="90358"/>
                  <a:pt x="544550" y="101975"/>
                </a:cubicBezTo>
                <a:cubicBezTo>
                  <a:pt x="544550" y="118202"/>
                  <a:pt x="555823" y="128451"/>
                  <a:pt x="573929" y="128451"/>
                </a:cubicBezTo>
                <a:cubicBezTo>
                  <a:pt x="585204" y="128451"/>
                  <a:pt x="594256" y="124520"/>
                  <a:pt x="604335" y="115299"/>
                </a:cubicBezTo>
                <a:cubicBezTo>
                  <a:pt x="605360" y="124520"/>
                  <a:pt x="609801" y="128451"/>
                  <a:pt x="619025" y="128451"/>
                </a:cubicBezTo>
                <a:cubicBezTo>
                  <a:pt x="622098" y="128451"/>
                  <a:pt x="623977" y="128109"/>
                  <a:pt x="628760" y="126913"/>
                </a:cubicBezTo>
                <a:lnTo>
                  <a:pt x="628760" y="116151"/>
                </a:lnTo>
                <a:moveTo>
                  <a:pt x="603822" y="96337"/>
                </a:moveTo>
                <a:cubicBezTo>
                  <a:pt x="603822" y="101120"/>
                  <a:pt x="602456" y="104024"/>
                  <a:pt x="598184" y="107951"/>
                </a:cubicBezTo>
                <a:cubicBezTo>
                  <a:pt x="592377" y="113248"/>
                  <a:pt x="585374" y="115982"/>
                  <a:pt x="577005" y="115982"/>
                </a:cubicBezTo>
                <a:cubicBezTo>
                  <a:pt x="565902" y="115982"/>
                  <a:pt x="559412" y="110685"/>
                  <a:pt x="559412" y="101633"/>
                </a:cubicBezTo>
                <a:cubicBezTo>
                  <a:pt x="559412" y="92237"/>
                  <a:pt x="565560" y="87455"/>
                  <a:pt x="580933" y="85234"/>
                </a:cubicBezTo>
                <a:cubicBezTo>
                  <a:pt x="596136" y="83185"/>
                  <a:pt x="599039" y="82503"/>
                  <a:pt x="603822" y="80282"/>
                </a:cubicBezTo>
                <a:lnTo>
                  <a:pt x="603822" y="96337"/>
                </a:lnTo>
                <a:close/>
                <a:moveTo>
                  <a:pt x="657970" y="35017"/>
                </a:moveTo>
                <a:lnTo>
                  <a:pt x="643791" y="35017"/>
                </a:lnTo>
                <a:lnTo>
                  <a:pt x="643791" y="124520"/>
                </a:lnTo>
                <a:lnTo>
                  <a:pt x="657970" y="124520"/>
                </a:lnTo>
                <a:lnTo>
                  <a:pt x="657970" y="35017"/>
                </a:lnTo>
                <a:moveTo>
                  <a:pt x="657970" y="0"/>
                </a:moveTo>
                <a:lnTo>
                  <a:pt x="643621" y="0"/>
                </a:lnTo>
                <a:lnTo>
                  <a:pt x="643621" y="17935"/>
                </a:lnTo>
                <a:lnTo>
                  <a:pt x="657970" y="17935"/>
                </a:lnTo>
                <a:lnTo>
                  <a:pt x="657970" y="0"/>
                </a:lnTo>
                <a:close/>
                <a:moveTo>
                  <a:pt x="682225" y="35017"/>
                </a:moveTo>
                <a:lnTo>
                  <a:pt x="682225" y="124520"/>
                </a:lnTo>
                <a:lnTo>
                  <a:pt x="696573" y="124520"/>
                </a:lnTo>
                <a:lnTo>
                  <a:pt x="696573" y="75158"/>
                </a:lnTo>
                <a:cubicBezTo>
                  <a:pt x="696573" y="56879"/>
                  <a:pt x="706138" y="44924"/>
                  <a:pt x="720828" y="44924"/>
                </a:cubicBezTo>
                <a:cubicBezTo>
                  <a:pt x="732103" y="44924"/>
                  <a:pt x="739276" y="51755"/>
                  <a:pt x="739276" y="62517"/>
                </a:cubicBezTo>
                <a:lnTo>
                  <a:pt x="739276" y="124520"/>
                </a:lnTo>
                <a:lnTo>
                  <a:pt x="753455" y="124520"/>
                </a:lnTo>
                <a:lnTo>
                  <a:pt x="753455" y="56879"/>
                </a:lnTo>
                <a:cubicBezTo>
                  <a:pt x="753455" y="42020"/>
                  <a:pt x="742351" y="32455"/>
                  <a:pt x="725100" y="32455"/>
                </a:cubicBezTo>
                <a:cubicBezTo>
                  <a:pt x="711776" y="32455"/>
                  <a:pt x="703235" y="37579"/>
                  <a:pt x="695376" y="50048"/>
                </a:cubicBezTo>
                <a:lnTo>
                  <a:pt x="695376" y="35017"/>
                </a:lnTo>
                <a:lnTo>
                  <a:pt x="682225" y="35017"/>
                </a:lnTo>
                <a:close/>
                <a:moveTo>
                  <a:pt x="808627" y="35017"/>
                </a:moveTo>
                <a:lnTo>
                  <a:pt x="793937" y="35017"/>
                </a:lnTo>
                <a:lnTo>
                  <a:pt x="793937" y="10418"/>
                </a:lnTo>
                <a:lnTo>
                  <a:pt x="779758" y="10418"/>
                </a:lnTo>
                <a:lnTo>
                  <a:pt x="779758" y="35017"/>
                </a:lnTo>
                <a:lnTo>
                  <a:pt x="767631" y="35017"/>
                </a:lnTo>
                <a:lnTo>
                  <a:pt x="767631" y="46631"/>
                </a:lnTo>
                <a:lnTo>
                  <a:pt x="779758" y="46631"/>
                </a:lnTo>
                <a:lnTo>
                  <a:pt x="779758" y="114272"/>
                </a:lnTo>
                <a:cubicBezTo>
                  <a:pt x="779758" y="123496"/>
                  <a:pt x="785907" y="128451"/>
                  <a:pt x="797010" y="128451"/>
                </a:cubicBezTo>
                <a:cubicBezTo>
                  <a:pt x="800768" y="128451"/>
                  <a:pt x="803844" y="128109"/>
                  <a:pt x="808627" y="127254"/>
                </a:cubicBezTo>
                <a:lnTo>
                  <a:pt x="808627" y="115299"/>
                </a:lnTo>
                <a:cubicBezTo>
                  <a:pt x="806575" y="115810"/>
                  <a:pt x="804696" y="115982"/>
                  <a:pt x="801793" y="115982"/>
                </a:cubicBezTo>
                <a:cubicBezTo>
                  <a:pt x="795644" y="115982"/>
                  <a:pt x="793937" y="114272"/>
                  <a:pt x="793937" y="107951"/>
                </a:cubicBezTo>
                <a:lnTo>
                  <a:pt x="793937" y="46631"/>
                </a:lnTo>
                <a:lnTo>
                  <a:pt x="808627" y="46631"/>
                </a:lnTo>
                <a:lnTo>
                  <a:pt x="808627" y="35017"/>
                </a:lnTo>
                <a:close/>
                <a:moveTo>
                  <a:pt x="904109" y="116151"/>
                </a:moveTo>
                <a:cubicBezTo>
                  <a:pt x="902574" y="116492"/>
                  <a:pt x="901888" y="116492"/>
                  <a:pt x="901036" y="116492"/>
                </a:cubicBezTo>
                <a:cubicBezTo>
                  <a:pt x="896081" y="116492"/>
                  <a:pt x="893350" y="113930"/>
                  <a:pt x="893350" y="109489"/>
                </a:cubicBezTo>
                <a:lnTo>
                  <a:pt x="893350" y="56879"/>
                </a:lnTo>
                <a:cubicBezTo>
                  <a:pt x="893350" y="40993"/>
                  <a:pt x="881733" y="32455"/>
                  <a:pt x="859699" y="32455"/>
                </a:cubicBezTo>
                <a:cubicBezTo>
                  <a:pt x="846547" y="32455"/>
                  <a:pt x="836127" y="36211"/>
                  <a:pt x="829978" y="42872"/>
                </a:cubicBezTo>
                <a:cubicBezTo>
                  <a:pt x="825878" y="47486"/>
                  <a:pt x="824169" y="52610"/>
                  <a:pt x="823827" y="61493"/>
                </a:cubicBezTo>
                <a:lnTo>
                  <a:pt x="838175" y="61493"/>
                </a:lnTo>
                <a:cubicBezTo>
                  <a:pt x="839372" y="50559"/>
                  <a:pt x="845864" y="45607"/>
                  <a:pt x="859185" y="45607"/>
                </a:cubicBezTo>
                <a:cubicBezTo>
                  <a:pt x="872168" y="45607"/>
                  <a:pt x="879171" y="50389"/>
                  <a:pt x="879171" y="58930"/>
                </a:cubicBezTo>
                <a:lnTo>
                  <a:pt x="879171" y="62686"/>
                </a:lnTo>
                <a:cubicBezTo>
                  <a:pt x="879002" y="68837"/>
                  <a:pt x="875926" y="71058"/>
                  <a:pt x="864310" y="72596"/>
                </a:cubicBezTo>
                <a:cubicBezTo>
                  <a:pt x="844154" y="75158"/>
                  <a:pt x="841079" y="75841"/>
                  <a:pt x="835613" y="78061"/>
                </a:cubicBezTo>
                <a:cubicBezTo>
                  <a:pt x="825195" y="82503"/>
                  <a:pt x="819899" y="90358"/>
                  <a:pt x="819899" y="101975"/>
                </a:cubicBezTo>
                <a:cubicBezTo>
                  <a:pt x="819899" y="118202"/>
                  <a:pt x="831172" y="128451"/>
                  <a:pt x="849279" y="128451"/>
                </a:cubicBezTo>
                <a:cubicBezTo>
                  <a:pt x="860554" y="128451"/>
                  <a:pt x="869606" y="124520"/>
                  <a:pt x="879685" y="115299"/>
                </a:cubicBezTo>
                <a:cubicBezTo>
                  <a:pt x="880709" y="124520"/>
                  <a:pt x="885150" y="128451"/>
                  <a:pt x="894374" y="128451"/>
                </a:cubicBezTo>
                <a:cubicBezTo>
                  <a:pt x="897447" y="128451"/>
                  <a:pt x="899326" y="128109"/>
                  <a:pt x="904109" y="126913"/>
                </a:cubicBezTo>
                <a:lnTo>
                  <a:pt x="904109" y="116151"/>
                </a:lnTo>
                <a:moveTo>
                  <a:pt x="879171" y="96337"/>
                </a:moveTo>
                <a:cubicBezTo>
                  <a:pt x="879171" y="101120"/>
                  <a:pt x="877805" y="104024"/>
                  <a:pt x="873534" y="107951"/>
                </a:cubicBezTo>
                <a:cubicBezTo>
                  <a:pt x="867727" y="113248"/>
                  <a:pt x="860723" y="115982"/>
                  <a:pt x="852354" y="115982"/>
                </a:cubicBezTo>
                <a:cubicBezTo>
                  <a:pt x="841251" y="115982"/>
                  <a:pt x="834761" y="110685"/>
                  <a:pt x="834761" y="101633"/>
                </a:cubicBezTo>
                <a:cubicBezTo>
                  <a:pt x="834761" y="92237"/>
                  <a:pt x="840909" y="87455"/>
                  <a:pt x="856282" y="85234"/>
                </a:cubicBezTo>
                <a:cubicBezTo>
                  <a:pt x="871485" y="83185"/>
                  <a:pt x="874388" y="82503"/>
                  <a:pt x="879171" y="80282"/>
                </a:cubicBezTo>
                <a:lnTo>
                  <a:pt x="879171" y="96337"/>
                </a:lnTo>
                <a:close/>
                <a:moveTo>
                  <a:pt x="933319" y="35017"/>
                </a:moveTo>
                <a:lnTo>
                  <a:pt x="919140" y="35017"/>
                </a:lnTo>
                <a:lnTo>
                  <a:pt x="919140" y="124520"/>
                </a:lnTo>
                <a:lnTo>
                  <a:pt x="933319" y="124520"/>
                </a:lnTo>
                <a:lnTo>
                  <a:pt x="933319" y="35017"/>
                </a:lnTo>
                <a:moveTo>
                  <a:pt x="933319" y="0"/>
                </a:moveTo>
                <a:lnTo>
                  <a:pt x="918971" y="0"/>
                </a:lnTo>
                <a:lnTo>
                  <a:pt x="918971" y="17935"/>
                </a:lnTo>
                <a:lnTo>
                  <a:pt x="933319" y="17935"/>
                </a:lnTo>
                <a:lnTo>
                  <a:pt x="933319" y="0"/>
                </a:lnTo>
                <a:close/>
                <a:moveTo>
                  <a:pt x="957574" y="35017"/>
                </a:moveTo>
                <a:lnTo>
                  <a:pt x="957574" y="124520"/>
                </a:lnTo>
                <a:lnTo>
                  <a:pt x="971922" y="124520"/>
                </a:lnTo>
                <a:lnTo>
                  <a:pt x="971922" y="75158"/>
                </a:lnTo>
                <a:cubicBezTo>
                  <a:pt x="971922" y="56879"/>
                  <a:pt x="981488" y="44924"/>
                  <a:pt x="996177" y="44924"/>
                </a:cubicBezTo>
                <a:cubicBezTo>
                  <a:pt x="1007452" y="44924"/>
                  <a:pt x="1014625" y="51755"/>
                  <a:pt x="1014625" y="62517"/>
                </a:cubicBezTo>
                <a:lnTo>
                  <a:pt x="1014625" y="124520"/>
                </a:lnTo>
                <a:lnTo>
                  <a:pt x="1028804" y="124520"/>
                </a:lnTo>
                <a:lnTo>
                  <a:pt x="1028804" y="56879"/>
                </a:lnTo>
                <a:cubicBezTo>
                  <a:pt x="1028804" y="42020"/>
                  <a:pt x="1017701" y="32455"/>
                  <a:pt x="1000449" y="32455"/>
                </a:cubicBezTo>
                <a:cubicBezTo>
                  <a:pt x="987125" y="32455"/>
                  <a:pt x="978584" y="37579"/>
                  <a:pt x="970726" y="50048"/>
                </a:cubicBezTo>
                <a:lnTo>
                  <a:pt x="970726" y="35017"/>
                </a:lnTo>
                <a:lnTo>
                  <a:pt x="957574" y="35017"/>
                </a:lnTo>
                <a:close/>
                <a:moveTo>
                  <a:pt x="1128217" y="84551"/>
                </a:moveTo>
                <a:cubicBezTo>
                  <a:pt x="1128217" y="70886"/>
                  <a:pt x="1127190" y="62686"/>
                  <a:pt x="1124628" y="56027"/>
                </a:cubicBezTo>
                <a:cubicBezTo>
                  <a:pt x="1118821" y="41335"/>
                  <a:pt x="1105155" y="32455"/>
                  <a:pt x="1088417" y="32455"/>
                </a:cubicBezTo>
                <a:cubicBezTo>
                  <a:pt x="1063477" y="32455"/>
                  <a:pt x="1047421" y="51414"/>
                  <a:pt x="1047421" y="80965"/>
                </a:cubicBezTo>
                <a:cubicBezTo>
                  <a:pt x="1047421" y="110516"/>
                  <a:pt x="1062794" y="128451"/>
                  <a:pt x="1088076" y="128451"/>
                </a:cubicBezTo>
                <a:cubicBezTo>
                  <a:pt x="1108572" y="128451"/>
                  <a:pt x="1122749" y="116834"/>
                  <a:pt x="1126338" y="97362"/>
                </a:cubicBezTo>
                <a:lnTo>
                  <a:pt x="1111989" y="97362"/>
                </a:lnTo>
                <a:cubicBezTo>
                  <a:pt x="1108059" y="109148"/>
                  <a:pt x="1100031" y="115299"/>
                  <a:pt x="1088587" y="115299"/>
                </a:cubicBezTo>
                <a:cubicBezTo>
                  <a:pt x="1079535" y="115299"/>
                  <a:pt x="1071848" y="111199"/>
                  <a:pt x="1067066" y="103682"/>
                </a:cubicBezTo>
                <a:cubicBezTo>
                  <a:pt x="1063649" y="98558"/>
                  <a:pt x="1062452" y="93434"/>
                  <a:pt x="1062283" y="84551"/>
                </a:cubicBezTo>
                <a:lnTo>
                  <a:pt x="1128217" y="84551"/>
                </a:lnTo>
                <a:moveTo>
                  <a:pt x="1062624" y="72937"/>
                </a:moveTo>
                <a:cubicBezTo>
                  <a:pt x="1063818" y="56368"/>
                  <a:pt x="1073897" y="45607"/>
                  <a:pt x="1088245" y="45607"/>
                </a:cubicBezTo>
                <a:cubicBezTo>
                  <a:pt x="1102765" y="45607"/>
                  <a:pt x="1112842" y="56879"/>
                  <a:pt x="1112842" y="72937"/>
                </a:cubicBezTo>
                <a:lnTo>
                  <a:pt x="1062624" y="72937"/>
                </a:lnTo>
                <a:close/>
                <a:moveTo>
                  <a:pt x="1147345" y="35017"/>
                </a:moveTo>
                <a:lnTo>
                  <a:pt x="1147345" y="124520"/>
                </a:lnTo>
                <a:lnTo>
                  <a:pt x="1161696" y="124520"/>
                </a:lnTo>
                <a:lnTo>
                  <a:pt x="1161696" y="78061"/>
                </a:lnTo>
                <a:cubicBezTo>
                  <a:pt x="1161865" y="56538"/>
                  <a:pt x="1170748" y="46972"/>
                  <a:pt x="1190392" y="47486"/>
                </a:cubicBezTo>
                <a:lnTo>
                  <a:pt x="1190392" y="32966"/>
                </a:lnTo>
                <a:cubicBezTo>
                  <a:pt x="1187999" y="32624"/>
                  <a:pt x="1186634" y="32455"/>
                  <a:pt x="1184924" y="32455"/>
                </a:cubicBezTo>
                <a:cubicBezTo>
                  <a:pt x="1175700" y="32455"/>
                  <a:pt x="1168699" y="37920"/>
                  <a:pt x="1160499" y="51242"/>
                </a:cubicBezTo>
                <a:lnTo>
                  <a:pt x="1160499" y="35017"/>
                </a:lnTo>
                <a:lnTo>
                  <a:pt x="1147345" y="35017"/>
                </a:lnTo>
                <a:close/>
                <a:moveTo>
                  <a:pt x="1267256" y="59955"/>
                </a:moveTo>
                <a:cubicBezTo>
                  <a:pt x="1267086" y="42362"/>
                  <a:pt x="1255470" y="32455"/>
                  <a:pt x="1234801" y="32455"/>
                </a:cubicBezTo>
                <a:cubicBezTo>
                  <a:pt x="1213963" y="32455"/>
                  <a:pt x="1200470" y="43214"/>
                  <a:pt x="1200470" y="59783"/>
                </a:cubicBezTo>
                <a:cubicBezTo>
                  <a:pt x="1200470" y="73789"/>
                  <a:pt x="1207642" y="80451"/>
                  <a:pt x="1228825" y="85576"/>
                </a:cubicBezTo>
                <a:lnTo>
                  <a:pt x="1242148" y="88820"/>
                </a:lnTo>
                <a:cubicBezTo>
                  <a:pt x="1252055" y="91213"/>
                  <a:pt x="1255983" y="94800"/>
                  <a:pt x="1255983" y="101120"/>
                </a:cubicBezTo>
                <a:cubicBezTo>
                  <a:pt x="1255983" y="109661"/>
                  <a:pt x="1247614" y="115299"/>
                  <a:pt x="1235145" y="115299"/>
                </a:cubicBezTo>
                <a:cubicBezTo>
                  <a:pt x="1227456" y="115299"/>
                  <a:pt x="1220966" y="113078"/>
                  <a:pt x="1217380" y="109320"/>
                </a:cubicBezTo>
                <a:cubicBezTo>
                  <a:pt x="1215159" y="106758"/>
                  <a:pt x="1214135" y="104196"/>
                  <a:pt x="1213280" y="97875"/>
                </a:cubicBezTo>
                <a:lnTo>
                  <a:pt x="1198249" y="97875"/>
                </a:lnTo>
                <a:cubicBezTo>
                  <a:pt x="1198932" y="118544"/>
                  <a:pt x="1210546" y="128451"/>
                  <a:pt x="1233949" y="128451"/>
                </a:cubicBezTo>
                <a:cubicBezTo>
                  <a:pt x="1256497" y="128451"/>
                  <a:pt x="1270845" y="117347"/>
                  <a:pt x="1270845" y="100096"/>
                </a:cubicBezTo>
                <a:cubicBezTo>
                  <a:pt x="1270845" y="86772"/>
                  <a:pt x="1263328" y="79427"/>
                  <a:pt x="1245563" y="75158"/>
                </a:cubicBezTo>
                <a:lnTo>
                  <a:pt x="1231897" y="71910"/>
                </a:lnTo>
                <a:cubicBezTo>
                  <a:pt x="1220283" y="69179"/>
                  <a:pt x="1215329" y="65420"/>
                  <a:pt x="1215329" y="59100"/>
                </a:cubicBezTo>
                <a:cubicBezTo>
                  <a:pt x="1215329" y="50731"/>
                  <a:pt x="1222673" y="45607"/>
                  <a:pt x="1234290" y="45607"/>
                </a:cubicBezTo>
                <a:cubicBezTo>
                  <a:pt x="1245735" y="45607"/>
                  <a:pt x="1251883" y="50559"/>
                  <a:pt x="1252225" y="59955"/>
                </a:cubicBezTo>
                <a:lnTo>
                  <a:pt x="1267256" y="59955"/>
                </a:lnTo>
                <a:close/>
                <a:moveTo>
                  <a:pt x="1365644" y="0"/>
                </a:moveTo>
                <a:cubicBezTo>
                  <a:pt x="1348562" y="22376"/>
                  <a:pt x="1337803" y="53462"/>
                  <a:pt x="1337803" y="80282"/>
                </a:cubicBezTo>
                <a:cubicBezTo>
                  <a:pt x="1337803" y="107268"/>
                  <a:pt x="1348562" y="138357"/>
                  <a:pt x="1365644" y="160733"/>
                </a:cubicBezTo>
                <a:lnTo>
                  <a:pt x="1375040" y="160733"/>
                </a:lnTo>
                <a:cubicBezTo>
                  <a:pt x="1360007" y="136306"/>
                  <a:pt x="1351638" y="107610"/>
                  <a:pt x="1351638" y="80282"/>
                </a:cubicBezTo>
                <a:cubicBezTo>
                  <a:pt x="1351638" y="53121"/>
                  <a:pt x="1360007" y="24255"/>
                  <a:pt x="1375040" y="0"/>
                </a:cubicBezTo>
                <a:lnTo>
                  <a:pt x="1365644" y="0"/>
                </a:lnTo>
                <a:close/>
                <a:moveTo>
                  <a:pt x="1408177" y="0"/>
                </a:moveTo>
                <a:lnTo>
                  <a:pt x="1393828" y="0"/>
                </a:lnTo>
                <a:lnTo>
                  <a:pt x="1393828" y="124520"/>
                </a:lnTo>
                <a:lnTo>
                  <a:pt x="1408177" y="124520"/>
                </a:lnTo>
                <a:lnTo>
                  <a:pt x="1408177" y="0"/>
                </a:lnTo>
                <a:close/>
                <a:moveTo>
                  <a:pt x="1466594" y="32455"/>
                </a:moveTo>
                <a:cubicBezTo>
                  <a:pt x="1441314" y="32455"/>
                  <a:pt x="1426283" y="50389"/>
                  <a:pt x="1426283" y="80451"/>
                </a:cubicBezTo>
                <a:cubicBezTo>
                  <a:pt x="1426283" y="110685"/>
                  <a:pt x="1441314" y="128451"/>
                  <a:pt x="1466766" y="128451"/>
                </a:cubicBezTo>
                <a:cubicBezTo>
                  <a:pt x="1492045" y="128451"/>
                  <a:pt x="1507248" y="110516"/>
                  <a:pt x="1507248" y="81134"/>
                </a:cubicBezTo>
                <a:cubicBezTo>
                  <a:pt x="1507248" y="50048"/>
                  <a:pt x="1492558" y="32455"/>
                  <a:pt x="1466594" y="32455"/>
                </a:cubicBezTo>
                <a:moveTo>
                  <a:pt x="1466766" y="45607"/>
                </a:moveTo>
                <a:cubicBezTo>
                  <a:pt x="1482821" y="45607"/>
                  <a:pt x="1492386" y="58758"/>
                  <a:pt x="1492386" y="80965"/>
                </a:cubicBezTo>
                <a:cubicBezTo>
                  <a:pt x="1492386" y="102144"/>
                  <a:pt x="1482480" y="115299"/>
                  <a:pt x="1466766" y="115299"/>
                </a:cubicBezTo>
                <a:cubicBezTo>
                  <a:pt x="1450880" y="115299"/>
                  <a:pt x="1441142" y="102144"/>
                  <a:pt x="1441142" y="80451"/>
                </a:cubicBezTo>
                <a:cubicBezTo>
                  <a:pt x="1441142" y="58758"/>
                  <a:pt x="1450880" y="45607"/>
                  <a:pt x="1466766" y="45607"/>
                </a:cubicBezTo>
                <a:close/>
                <a:moveTo>
                  <a:pt x="1584113" y="35017"/>
                </a:moveTo>
                <a:lnTo>
                  <a:pt x="1584113" y="47997"/>
                </a:lnTo>
                <a:cubicBezTo>
                  <a:pt x="1576940" y="37237"/>
                  <a:pt x="1569082" y="32455"/>
                  <a:pt x="1557809" y="32455"/>
                </a:cubicBezTo>
                <a:cubicBezTo>
                  <a:pt x="1536114" y="32455"/>
                  <a:pt x="1521083" y="52610"/>
                  <a:pt x="1521083" y="81306"/>
                </a:cubicBezTo>
                <a:cubicBezTo>
                  <a:pt x="1521083" y="96337"/>
                  <a:pt x="1524672" y="107268"/>
                  <a:pt x="1532358" y="116323"/>
                </a:cubicBezTo>
                <a:cubicBezTo>
                  <a:pt x="1539020" y="124179"/>
                  <a:pt x="1547558" y="128451"/>
                  <a:pt x="1556782" y="128451"/>
                </a:cubicBezTo>
                <a:cubicBezTo>
                  <a:pt x="1567544" y="128451"/>
                  <a:pt x="1575230" y="123668"/>
                  <a:pt x="1582747" y="112393"/>
                </a:cubicBezTo>
                <a:lnTo>
                  <a:pt x="1582747" y="117006"/>
                </a:lnTo>
                <a:cubicBezTo>
                  <a:pt x="1582747" y="140920"/>
                  <a:pt x="1576085" y="149802"/>
                  <a:pt x="1558320" y="149802"/>
                </a:cubicBezTo>
                <a:cubicBezTo>
                  <a:pt x="1546193" y="149802"/>
                  <a:pt x="1539872" y="145019"/>
                  <a:pt x="1538506" y="134771"/>
                </a:cubicBezTo>
                <a:lnTo>
                  <a:pt x="1523986" y="134771"/>
                </a:lnTo>
                <a:cubicBezTo>
                  <a:pt x="1525355" y="151340"/>
                  <a:pt x="1538506" y="161758"/>
                  <a:pt x="1557979" y="161758"/>
                </a:cubicBezTo>
                <a:cubicBezTo>
                  <a:pt x="1571131" y="161758"/>
                  <a:pt x="1582064" y="157488"/>
                  <a:pt x="1587871" y="150313"/>
                </a:cubicBezTo>
                <a:cubicBezTo>
                  <a:pt x="1594703" y="141944"/>
                  <a:pt x="1597265" y="130841"/>
                  <a:pt x="1597265" y="109831"/>
                </a:cubicBezTo>
                <a:lnTo>
                  <a:pt x="1597265" y="35017"/>
                </a:lnTo>
                <a:lnTo>
                  <a:pt x="1584113" y="35017"/>
                </a:lnTo>
                <a:moveTo>
                  <a:pt x="1559175" y="45607"/>
                </a:moveTo>
                <a:cubicBezTo>
                  <a:pt x="1574206" y="45607"/>
                  <a:pt x="1582747" y="58245"/>
                  <a:pt x="1582747" y="80965"/>
                </a:cubicBezTo>
                <a:cubicBezTo>
                  <a:pt x="1582747" y="102658"/>
                  <a:pt x="1574034" y="115299"/>
                  <a:pt x="1559175" y="115299"/>
                </a:cubicBezTo>
                <a:cubicBezTo>
                  <a:pt x="1544485" y="115299"/>
                  <a:pt x="1535944" y="102486"/>
                  <a:pt x="1535944" y="80451"/>
                </a:cubicBezTo>
                <a:cubicBezTo>
                  <a:pt x="1535944" y="58589"/>
                  <a:pt x="1544485" y="45607"/>
                  <a:pt x="1559175" y="45607"/>
                </a:cubicBezTo>
                <a:close/>
                <a:moveTo>
                  <a:pt x="1625961" y="160733"/>
                </a:moveTo>
                <a:cubicBezTo>
                  <a:pt x="1643043" y="138357"/>
                  <a:pt x="1653805" y="107268"/>
                  <a:pt x="1653805" y="80451"/>
                </a:cubicBezTo>
                <a:cubicBezTo>
                  <a:pt x="1653805" y="53462"/>
                  <a:pt x="1643043" y="22376"/>
                  <a:pt x="1625961" y="0"/>
                </a:cubicBezTo>
                <a:lnTo>
                  <a:pt x="1616568" y="0"/>
                </a:lnTo>
                <a:cubicBezTo>
                  <a:pt x="1631599" y="24424"/>
                  <a:pt x="1639968" y="53121"/>
                  <a:pt x="1639968" y="80451"/>
                </a:cubicBezTo>
                <a:cubicBezTo>
                  <a:pt x="1639968" y="107610"/>
                  <a:pt x="1631599" y="136478"/>
                  <a:pt x="1616568" y="160733"/>
                </a:cubicBezTo>
                <a:lnTo>
                  <a:pt x="1625961" y="16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ProjectAge(log)">
            <a:extLst xmlns:a="http://schemas.openxmlformats.org/drawingml/2006/main">
              <a:ext uri="{FF2B5EF4-FFF2-40B4-BE49-F238E27FC236}">
                <a16:creationId xmlns:a16="http://schemas.microsoft.com/office/drawing/2014/main" id="{F4DD3546-5C4D-4CBB-B55A-C65F9F7C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2" y="1465690"/>
            <a:ext cx="1243344" cy="161758"/>
          </a:xfrm>
          <a:custGeom xmlns:a="http://schemas.openxmlformats.org/drawingml/2006/main">
            <a:pathLst>
              <a:path w="1243344" h="161758">
                <a:moveTo>
                  <a:pt x="15886" y="71741"/>
                </a:moveTo>
                <a:lnTo>
                  <a:pt x="55003" y="71741"/>
                </a:lnTo>
                <a:cubicBezTo>
                  <a:pt x="64737" y="71741"/>
                  <a:pt x="72426" y="68837"/>
                  <a:pt x="79088" y="62858"/>
                </a:cubicBezTo>
                <a:cubicBezTo>
                  <a:pt x="86602" y="56027"/>
                  <a:pt x="89847" y="47997"/>
                  <a:pt x="89847" y="36552"/>
                </a:cubicBezTo>
                <a:cubicBezTo>
                  <a:pt x="89847" y="13152"/>
                  <a:pt x="76013" y="0"/>
                  <a:pt x="51416" y="0"/>
                </a:cubicBezTo>
                <a:lnTo>
                  <a:pt x="0" y="0"/>
                </a:lnTo>
                <a:lnTo>
                  <a:pt x="0" y="124520"/>
                </a:lnTo>
                <a:lnTo>
                  <a:pt x="15886" y="124520"/>
                </a:lnTo>
                <a:lnTo>
                  <a:pt x="15886" y="71741"/>
                </a:lnTo>
                <a:moveTo>
                  <a:pt x="15886" y="57734"/>
                </a:moveTo>
                <a:lnTo>
                  <a:pt x="15886" y="14007"/>
                </a:lnTo>
                <a:lnTo>
                  <a:pt x="49024" y="14007"/>
                </a:lnTo>
                <a:cubicBezTo>
                  <a:pt x="64227" y="14007"/>
                  <a:pt x="73279" y="22204"/>
                  <a:pt x="73279" y="35869"/>
                </a:cubicBezTo>
                <a:cubicBezTo>
                  <a:pt x="73279" y="49534"/>
                  <a:pt x="64227" y="57734"/>
                  <a:pt x="49024" y="57734"/>
                </a:cubicBezTo>
                <a:lnTo>
                  <a:pt x="15886" y="57734"/>
                </a:lnTo>
                <a:close/>
                <a:moveTo>
                  <a:pt x="110173" y="35017"/>
                </a:moveTo>
                <a:lnTo>
                  <a:pt x="110173" y="124520"/>
                </a:lnTo>
                <a:lnTo>
                  <a:pt x="124524" y="124520"/>
                </a:lnTo>
                <a:lnTo>
                  <a:pt x="124524" y="78061"/>
                </a:lnTo>
                <a:cubicBezTo>
                  <a:pt x="124694" y="56538"/>
                  <a:pt x="133576" y="46972"/>
                  <a:pt x="153220" y="47486"/>
                </a:cubicBezTo>
                <a:lnTo>
                  <a:pt x="153220" y="32966"/>
                </a:lnTo>
                <a:cubicBezTo>
                  <a:pt x="150828" y="32624"/>
                  <a:pt x="149462" y="32455"/>
                  <a:pt x="147752" y="32455"/>
                </a:cubicBezTo>
                <a:cubicBezTo>
                  <a:pt x="138528" y="32455"/>
                  <a:pt x="131527" y="37920"/>
                  <a:pt x="123328" y="51242"/>
                </a:cubicBezTo>
                <a:lnTo>
                  <a:pt x="123328" y="35017"/>
                </a:lnTo>
                <a:lnTo>
                  <a:pt x="110173" y="35017"/>
                </a:lnTo>
                <a:close/>
                <a:moveTo>
                  <a:pt x="201729" y="32455"/>
                </a:moveTo>
                <a:cubicBezTo>
                  <a:pt x="176450" y="32455"/>
                  <a:pt x="161419" y="50389"/>
                  <a:pt x="161419" y="80451"/>
                </a:cubicBezTo>
                <a:cubicBezTo>
                  <a:pt x="161419" y="110685"/>
                  <a:pt x="176450" y="128451"/>
                  <a:pt x="201901" y="128451"/>
                </a:cubicBezTo>
                <a:cubicBezTo>
                  <a:pt x="227181" y="128451"/>
                  <a:pt x="242384" y="110516"/>
                  <a:pt x="242384" y="81134"/>
                </a:cubicBezTo>
                <a:cubicBezTo>
                  <a:pt x="242384" y="50048"/>
                  <a:pt x="227694" y="32455"/>
                  <a:pt x="201729" y="32455"/>
                </a:cubicBezTo>
                <a:moveTo>
                  <a:pt x="201901" y="45607"/>
                </a:moveTo>
                <a:cubicBezTo>
                  <a:pt x="217957" y="45607"/>
                  <a:pt x="227522" y="58758"/>
                  <a:pt x="227522" y="80965"/>
                </a:cubicBezTo>
                <a:cubicBezTo>
                  <a:pt x="227522" y="102144"/>
                  <a:pt x="217615" y="115299"/>
                  <a:pt x="201901" y="115299"/>
                </a:cubicBezTo>
                <a:cubicBezTo>
                  <a:pt x="186015" y="115299"/>
                  <a:pt x="176278" y="102144"/>
                  <a:pt x="176278" y="80451"/>
                </a:cubicBezTo>
                <a:cubicBezTo>
                  <a:pt x="176278" y="58758"/>
                  <a:pt x="186015" y="45607"/>
                  <a:pt x="201901" y="45607"/>
                </a:cubicBezTo>
                <a:close/>
                <a:moveTo>
                  <a:pt x="262197" y="35017"/>
                </a:moveTo>
                <a:lnTo>
                  <a:pt x="262197" y="137503"/>
                </a:lnTo>
                <a:cubicBezTo>
                  <a:pt x="262197" y="146385"/>
                  <a:pt x="259463" y="149289"/>
                  <a:pt x="250583" y="149289"/>
                </a:cubicBezTo>
                <a:cubicBezTo>
                  <a:pt x="249556" y="149289"/>
                  <a:pt x="249046" y="149289"/>
                  <a:pt x="247166" y="149119"/>
                </a:cubicBezTo>
                <a:lnTo>
                  <a:pt x="247166" y="161247"/>
                </a:lnTo>
                <a:cubicBezTo>
                  <a:pt x="248874" y="161588"/>
                  <a:pt x="249728" y="161758"/>
                  <a:pt x="251949" y="161758"/>
                </a:cubicBezTo>
                <a:cubicBezTo>
                  <a:pt x="268004" y="161758"/>
                  <a:pt x="276376" y="155440"/>
                  <a:pt x="276376" y="143140"/>
                </a:cubicBezTo>
                <a:lnTo>
                  <a:pt x="276376" y="35017"/>
                </a:lnTo>
                <a:lnTo>
                  <a:pt x="262197" y="35017"/>
                </a:lnTo>
                <a:moveTo>
                  <a:pt x="276376" y="0"/>
                </a:moveTo>
                <a:lnTo>
                  <a:pt x="262197" y="0"/>
                </a:lnTo>
                <a:lnTo>
                  <a:pt x="262197" y="17935"/>
                </a:lnTo>
                <a:lnTo>
                  <a:pt x="276376" y="17935"/>
                </a:lnTo>
                <a:lnTo>
                  <a:pt x="276376" y="0"/>
                </a:lnTo>
                <a:close/>
                <a:moveTo>
                  <a:pt x="375789" y="84551"/>
                </a:moveTo>
                <a:cubicBezTo>
                  <a:pt x="375789" y="70886"/>
                  <a:pt x="374762" y="62686"/>
                  <a:pt x="372200" y="56027"/>
                </a:cubicBezTo>
                <a:cubicBezTo>
                  <a:pt x="366393" y="41335"/>
                  <a:pt x="352728" y="32455"/>
                  <a:pt x="335989" y="32455"/>
                </a:cubicBezTo>
                <a:cubicBezTo>
                  <a:pt x="311049" y="32455"/>
                  <a:pt x="294994" y="51414"/>
                  <a:pt x="294994" y="80965"/>
                </a:cubicBezTo>
                <a:cubicBezTo>
                  <a:pt x="294994" y="110516"/>
                  <a:pt x="310366" y="128451"/>
                  <a:pt x="335648" y="128451"/>
                </a:cubicBezTo>
                <a:cubicBezTo>
                  <a:pt x="356145" y="128451"/>
                  <a:pt x="370321" y="116834"/>
                  <a:pt x="373910" y="97362"/>
                </a:cubicBezTo>
                <a:lnTo>
                  <a:pt x="359562" y="97362"/>
                </a:lnTo>
                <a:cubicBezTo>
                  <a:pt x="355631" y="109148"/>
                  <a:pt x="347604" y="115299"/>
                  <a:pt x="336159" y="115299"/>
                </a:cubicBezTo>
                <a:cubicBezTo>
                  <a:pt x="327107" y="115299"/>
                  <a:pt x="319421" y="111199"/>
                  <a:pt x="314638" y="103682"/>
                </a:cubicBezTo>
                <a:cubicBezTo>
                  <a:pt x="311221" y="98558"/>
                  <a:pt x="310025" y="93434"/>
                  <a:pt x="309855" y="84551"/>
                </a:cubicBezTo>
                <a:lnTo>
                  <a:pt x="375789" y="84551"/>
                </a:lnTo>
                <a:moveTo>
                  <a:pt x="310197" y="72937"/>
                </a:moveTo>
                <a:cubicBezTo>
                  <a:pt x="311390" y="56368"/>
                  <a:pt x="321469" y="45607"/>
                  <a:pt x="335817" y="45607"/>
                </a:cubicBezTo>
                <a:cubicBezTo>
                  <a:pt x="350338" y="45607"/>
                  <a:pt x="360414" y="56879"/>
                  <a:pt x="360414" y="72937"/>
                </a:cubicBezTo>
                <a:lnTo>
                  <a:pt x="310197" y="72937"/>
                </a:lnTo>
                <a:close/>
                <a:moveTo>
                  <a:pt x="463585" y="65079"/>
                </a:moveTo>
                <a:cubicBezTo>
                  <a:pt x="462902" y="56368"/>
                  <a:pt x="461023" y="50731"/>
                  <a:pt x="457606" y="45776"/>
                </a:cubicBezTo>
                <a:cubicBezTo>
                  <a:pt x="451458" y="37407"/>
                  <a:pt x="440696" y="32455"/>
                  <a:pt x="428227" y="32455"/>
                </a:cubicBezTo>
                <a:cubicBezTo>
                  <a:pt x="403972" y="32455"/>
                  <a:pt x="388427" y="51586"/>
                  <a:pt x="388427" y="81306"/>
                </a:cubicBezTo>
                <a:cubicBezTo>
                  <a:pt x="388427" y="110172"/>
                  <a:pt x="403800" y="128451"/>
                  <a:pt x="428058" y="128451"/>
                </a:cubicBezTo>
                <a:cubicBezTo>
                  <a:pt x="449409" y="128451"/>
                  <a:pt x="462902" y="115640"/>
                  <a:pt x="464609" y="93775"/>
                </a:cubicBezTo>
                <a:lnTo>
                  <a:pt x="450261" y="93775"/>
                </a:lnTo>
                <a:cubicBezTo>
                  <a:pt x="447871" y="108123"/>
                  <a:pt x="440526" y="115299"/>
                  <a:pt x="428399" y="115299"/>
                </a:cubicBezTo>
                <a:cubicBezTo>
                  <a:pt x="412682" y="115299"/>
                  <a:pt x="403289" y="102486"/>
                  <a:pt x="403289" y="81306"/>
                </a:cubicBezTo>
                <a:cubicBezTo>
                  <a:pt x="403289" y="58930"/>
                  <a:pt x="412513" y="45607"/>
                  <a:pt x="428058" y="45607"/>
                </a:cubicBezTo>
                <a:cubicBezTo>
                  <a:pt x="440013" y="45607"/>
                  <a:pt x="447530" y="52610"/>
                  <a:pt x="449237" y="65079"/>
                </a:cubicBezTo>
                <a:lnTo>
                  <a:pt x="463585" y="65079"/>
                </a:lnTo>
                <a:close/>
                <a:moveTo>
                  <a:pt x="511926" y="35017"/>
                </a:moveTo>
                <a:lnTo>
                  <a:pt x="497236" y="35017"/>
                </a:lnTo>
                <a:lnTo>
                  <a:pt x="497236" y="10418"/>
                </a:lnTo>
                <a:lnTo>
                  <a:pt x="483058" y="10418"/>
                </a:lnTo>
                <a:lnTo>
                  <a:pt x="483058" y="35017"/>
                </a:lnTo>
                <a:lnTo>
                  <a:pt x="470930" y="35017"/>
                </a:lnTo>
                <a:lnTo>
                  <a:pt x="470930" y="46631"/>
                </a:lnTo>
                <a:lnTo>
                  <a:pt x="483058" y="46631"/>
                </a:lnTo>
                <a:lnTo>
                  <a:pt x="483058" y="114272"/>
                </a:lnTo>
                <a:cubicBezTo>
                  <a:pt x="483058" y="123496"/>
                  <a:pt x="489206" y="128451"/>
                  <a:pt x="500309" y="128451"/>
                </a:cubicBezTo>
                <a:cubicBezTo>
                  <a:pt x="504068" y="128451"/>
                  <a:pt x="507143" y="128109"/>
                  <a:pt x="511926" y="127254"/>
                </a:cubicBezTo>
                <a:lnTo>
                  <a:pt x="511926" y="115299"/>
                </a:lnTo>
                <a:cubicBezTo>
                  <a:pt x="509875" y="115810"/>
                  <a:pt x="507995" y="115982"/>
                  <a:pt x="505092" y="115982"/>
                </a:cubicBezTo>
                <a:cubicBezTo>
                  <a:pt x="498943" y="115982"/>
                  <a:pt x="497236" y="114272"/>
                  <a:pt x="497236" y="107951"/>
                </a:cubicBezTo>
                <a:lnTo>
                  <a:pt x="497236" y="46631"/>
                </a:lnTo>
                <a:lnTo>
                  <a:pt x="511926" y="46631"/>
                </a:lnTo>
                <a:lnTo>
                  <a:pt x="511926" y="35017"/>
                </a:lnTo>
                <a:close/>
                <a:moveTo>
                  <a:pt x="644476" y="87113"/>
                </a:moveTo>
                <a:lnTo>
                  <a:pt x="657287" y="124520"/>
                </a:lnTo>
                <a:lnTo>
                  <a:pt x="675052" y="124520"/>
                </a:lnTo>
                <a:lnTo>
                  <a:pt x="631322" y="0"/>
                </a:lnTo>
                <a:lnTo>
                  <a:pt x="610825" y="0"/>
                </a:lnTo>
                <a:lnTo>
                  <a:pt x="566415" y="124520"/>
                </a:lnTo>
                <a:lnTo>
                  <a:pt x="583325" y="124520"/>
                </a:lnTo>
                <a:lnTo>
                  <a:pt x="596477" y="87113"/>
                </a:lnTo>
                <a:lnTo>
                  <a:pt x="644476" y="87113"/>
                </a:lnTo>
                <a:moveTo>
                  <a:pt x="640035" y="73789"/>
                </a:moveTo>
                <a:lnTo>
                  <a:pt x="600405" y="73789"/>
                </a:lnTo>
                <a:lnTo>
                  <a:pt x="620904" y="17080"/>
                </a:lnTo>
                <a:lnTo>
                  <a:pt x="640035" y="73789"/>
                </a:lnTo>
                <a:close/>
                <a:moveTo>
                  <a:pt x="746450" y="35017"/>
                </a:moveTo>
                <a:lnTo>
                  <a:pt x="746450" y="47997"/>
                </a:lnTo>
                <a:cubicBezTo>
                  <a:pt x="739277" y="37237"/>
                  <a:pt x="731419" y="32455"/>
                  <a:pt x="720146" y="32455"/>
                </a:cubicBezTo>
                <a:cubicBezTo>
                  <a:pt x="698451" y="32455"/>
                  <a:pt x="683420" y="52610"/>
                  <a:pt x="683420" y="81306"/>
                </a:cubicBezTo>
                <a:cubicBezTo>
                  <a:pt x="683420" y="96337"/>
                  <a:pt x="687009" y="107268"/>
                  <a:pt x="694695" y="116323"/>
                </a:cubicBezTo>
                <a:cubicBezTo>
                  <a:pt x="701357" y="124179"/>
                  <a:pt x="709895" y="128451"/>
                  <a:pt x="719119" y="128451"/>
                </a:cubicBezTo>
                <a:cubicBezTo>
                  <a:pt x="729881" y="128451"/>
                  <a:pt x="737567" y="123668"/>
                  <a:pt x="745084" y="112393"/>
                </a:cubicBezTo>
                <a:lnTo>
                  <a:pt x="745084" y="117006"/>
                </a:lnTo>
                <a:cubicBezTo>
                  <a:pt x="745084" y="140920"/>
                  <a:pt x="738422" y="149802"/>
                  <a:pt x="720657" y="149802"/>
                </a:cubicBezTo>
                <a:cubicBezTo>
                  <a:pt x="708530" y="149802"/>
                  <a:pt x="702209" y="145019"/>
                  <a:pt x="700843" y="134771"/>
                </a:cubicBezTo>
                <a:lnTo>
                  <a:pt x="686323" y="134771"/>
                </a:lnTo>
                <a:cubicBezTo>
                  <a:pt x="687692" y="151340"/>
                  <a:pt x="700843" y="161758"/>
                  <a:pt x="720316" y="161758"/>
                </a:cubicBezTo>
                <a:cubicBezTo>
                  <a:pt x="733468" y="161758"/>
                  <a:pt x="744401" y="157488"/>
                  <a:pt x="750208" y="150313"/>
                </a:cubicBezTo>
                <a:cubicBezTo>
                  <a:pt x="757040" y="141944"/>
                  <a:pt x="759602" y="130841"/>
                  <a:pt x="759602" y="109831"/>
                </a:cubicBezTo>
                <a:lnTo>
                  <a:pt x="759602" y="35017"/>
                </a:lnTo>
                <a:lnTo>
                  <a:pt x="746450" y="35017"/>
                </a:lnTo>
                <a:moveTo>
                  <a:pt x="721512" y="45607"/>
                </a:moveTo>
                <a:cubicBezTo>
                  <a:pt x="736543" y="45607"/>
                  <a:pt x="745084" y="58245"/>
                  <a:pt x="745084" y="80965"/>
                </a:cubicBezTo>
                <a:cubicBezTo>
                  <a:pt x="745084" y="102658"/>
                  <a:pt x="736371" y="115299"/>
                  <a:pt x="721512" y="115299"/>
                </a:cubicBezTo>
                <a:cubicBezTo>
                  <a:pt x="706823" y="115299"/>
                  <a:pt x="698281" y="102486"/>
                  <a:pt x="698281" y="80451"/>
                </a:cubicBezTo>
                <a:cubicBezTo>
                  <a:pt x="698281" y="58589"/>
                  <a:pt x="706823" y="45607"/>
                  <a:pt x="721512" y="45607"/>
                </a:cubicBezTo>
                <a:close/>
                <a:moveTo>
                  <a:pt x="860042" y="84551"/>
                </a:moveTo>
                <a:cubicBezTo>
                  <a:pt x="860042" y="70886"/>
                  <a:pt x="859015" y="62686"/>
                  <a:pt x="856453" y="56027"/>
                </a:cubicBezTo>
                <a:cubicBezTo>
                  <a:pt x="850646" y="41335"/>
                  <a:pt x="836980" y="32455"/>
                  <a:pt x="820242" y="32455"/>
                </a:cubicBezTo>
                <a:cubicBezTo>
                  <a:pt x="795302" y="32455"/>
                  <a:pt x="779246" y="51414"/>
                  <a:pt x="779246" y="80965"/>
                </a:cubicBezTo>
                <a:cubicBezTo>
                  <a:pt x="779246" y="110516"/>
                  <a:pt x="794619" y="128451"/>
                  <a:pt x="819901" y="128451"/>
                </a:cubicBezTo>
                <a:cubicBezTo>
                  <a:pt x="840397" y="128451"/>
                  <a:pt x="854573" y="116834"/>
                  <a:pt x="858162" y="97362"/>
                </a:cubicBezTo>
                <a:lnTo>
                  <a:pt x="843814" y="97362"/>
                </a:lnTo>
                <a:cubicBezTo>
                  <a:pt x="839884" y="109148"/>
                  <a:pt x="831856" y="115299"/>
                  <a:pt x="820412" y="115299"/>
                </a:cubicBezTo>
                <a:cubicBezTo>
                  <a:pt x="811360" y="115299"/>
                  <a:pt x="803673" y="111199"/>
                  <a:pt x="798891" y="103682"/>
                </a:cubicBezTo>
                <a:cubicBezTo>
                  <a:pt x="795474" y="98558"/>
                  <a:pt x="794277" y="93434"/>
                  <a:pt x="794108" y="84551"/>
                </a:cubicBezTo>
                <a:lnTo>
                  <a:pt x="860042" y="84551"/>
                </a:lnTo>
                <a:moveTo>
                  <a:pt x="794449" y="72937"/>
                </a:moveTo>
                <a:cubicBezTo>
                  <a:pt x="795643" y="56368"/>
                  <a:pt x="805722" y="45607"/>
                  <a:pt x="820070" y="45607"/>
                </a:cubicBezTo>
                <a:cubicBezTo>
                  <a:pt x="834590" y="45607"/>
                  <a:pt x="844667" y="56879"/>
                  <a:pt x="844667" y="72937"/>
                </a:cubicBezTo>
                <a:lnTo>
                  <a:pt x="794449" y="72937"/>
                </a:lnTo>
                <a:close/>
                <a:moveTo>
                  <a:pt x="955183" y="0"/>
                </a:moveTo>
                <a:cubicBezTo>
                  <a:pt x="938100" y="22376"/>
                  <a:pt x="927341" y="53462"/>
                  <a:pt x="927341" y="80282"/>
                </a:cubicBezTo>
                <a:cubicBezTo>
                  <a:pt x="927341" y="107268"/>
                  <a:pt x="938100" y="138357"/>
                  <a:pt x="955183" y="160733"/>
                </a:cubicBezTo>
                <a:lnTo>
                  <a:pt x="964579" y="160733"/>
                </a:lnTo>
                <a:cubicBezTo>
                  <a:pt x="949545" y="136306"/>
                  <a:pt x="941176" y="107610"/>
                  <a:pt x="941176" y="80282"/>
                </a:cubicBezTo>
                <a:cubicBezTo>
                  <a:pt x="941176" y="53121"/>
                  <a:pt x="949545" y="24255"/>
                  <a:pt x="964579" y="0"/>
                </a:cubicBezTo>
                <a:lnTo>
                  <a:pt x="955183" y="0"/>
                </a:lnTo>
                <a:close/>
                <a:moveTo>
                  <a:pt x="997715" y="0"/>
                </a:moveTo>
                <a:lnTo>
                  <a:pt x="983367" y="0"/>
                </a:lnTo>
                <a:lnTo>
                  <a:pt x="983367" y="124520"/>
                </a:lnTo>
                <a:lnTo>
                  <a:pt x="997715" y="124520"/>
                </a:lnTo>
                <a:lnTo>
                  <a:pt x="997715" y="0"/>
                </a:lnTo>
                <a:close/>
                <a:moveTo>
                  <a:pt x="1056132" y="32455"/>
                </a:moveTo>
                <a:cubicBezTo>
                  <a:pt x="1030853" y="32455"/>
                  <a:pt x="1015822" y="50389"/>
                  <a:pt x="1015822" y="80451"/>
                </a:cubicBezTo>
                <a:cubicBezTo>
                  <a:pt x="1015822" y="110685"/>
                  <a:pt x="1030853" y="128451"/>
                  <a:pt x="1056304" y="128451"/>
                </a:cubicBezTo>
                <a:cubicBezTo>
                  <a:pt x="1081583" y="128451"/>
                  <a:pt x="1096786" y="110516"/>
                  <a:pt x="1096786" y="81134"/>
                </a:cubicBezTo>
                <a:cubicBezTo>
                  <a:pt x="1096786" y="50048"/>
                  <a:pt x="1082097" y="32455"/>
                  <a:pt x="1056132" y="32455"/>
                </a:cubicBezTo>
                <a:moveTo>
                  <a:pt x="1056304" y="45607"/>
                </a:moveTo>
                <a:cubicBezTo>
                  <a:pt x="1072359" y="45607"/>
                  <a:pt x="1081925" y="58758"/>
                  <a:pt x="1081925" y="80965"/>
                </a:cubicBezTo>
                <a:cubicBezTo>
                  <a:pt x="1081925" y="102144"/>
                  <a:pt x="1072018" y="115299"/>
                  <a:pt x="1056304" y="115299"/>
                </a:cubicBezTo>
                <a:cubicBezTo>
                  <a:pt x="1040418" y="115299"/>
                  <a:pt x="1030681" y="102144"/>
                  <a:pt x="1030681" y="80451"/>
                </a:cubicBezTo>
                <a:cubicBezTo>
                  <a:pt x="1030681" y="58758"/>
                  <a:pt x="1040418" y="45607"/>
                  <a:pt x="1056304" y="45607"/>
                </a:cubicBezTo>
                <a:close/>
                <a:moveTo>
                  <a:pt x="1173651" y="35017"/>
                </a:moveTo>
                <a:lnTo>
                  <a:pt x="1173651" y="47997"/>
                </a:lnTo>
                <a:cubicBezTo>
                  <a:pt x="1166479" y="37237"/>
                  <a:pt x="1158620" y="32455"/>
                  <a:pt x="1147348" y="32455"/>
                </a:cubicBezTo>
                <a:cubicBezTo>
                  <a:pt x="1125652" y="32455"/>
                  <a:pt x="1110621" y="52610"/>
                  <a:pt x="1110621" y="81306"/>
                </a:cubicBezTo>
                <a:cubicBezTo>
                  <a:pt x="1110621" y="96337"/>
                  <a:pt x="1114210" y="107268"/>
                  <a:pt x="1121896" y="116323"/>
                </a:cubicBezTo>
                <a:cubicBezTo>
                  <a:pt x="1128558" y="124179"/>
                  <a:pt x="1137097" y="128451"/>
                  <a:pt x="1146321" y="128451"/>
                </a:cubicBezTo>
                <a:cubicBezTo>
                  <a:pt x="1157083" y="128451"/>
                  <a:pt x="1164769" y="123668"/>
                  <a:pt x="1172286" y="112393"/>
                </a:cubicBezTo>
                <a:lnTo>
                  <a:pt x="1172286" y="117006"/>
                </a:lnTo>
                <a:cubicBezTo>
                  <a:pt x="1172286" y="140920"/>
                  <a:pt x="1165624" y="149802"/>
                  <a:pt x="1147859" y="149802"/>
                </a:cubicBezTo>
                <a:cubicBezTo>
                  <a:pt x="1135731" y="149802"/>
                  <a:pt x="1129411" y="145019"/>
                  <a:pt x="1128045" y="134771"/>
                </a:cubicBezTo>
                <a:lnTo>
                  <a:pt x="1113525" y="134771"/>
                </a:lnTo>
                <a:cubicBezTo>
                  <a:pt x="1114893" y="151340"/>
                  <a:pt x="1128045" y="161758"/>
                  <a:pt x="1147517" y="161758"/>
                </a:cubicBezTo>
                <a:cubicBezTo>
                  <a:pt x="1160669" y="161758"/>
                  <a:pt x="1171603" y="157488"/>
                  <a:pt x="1177410" y="150313"/>
                </a:cubicBezTo>
                <a:cubicBezTo>
                  <a:pt x="1184241" y="141944"/>
                  <a:pt x="1186803" y="130841"/>
                  <a:pt x="1186803" y="109831"/>
                </a:cubicBezTo>
                <a:lnTo>
                  <a:pt x="1186803" y="35017"/>
                </a:lnTo>
                <a:lnTo>
                  <a:pt x="1173651" y="35017"/>
                </a:lnTo>
                <a:moveTo>
                  <a:pt x="1148714" y="45607"/>
                </a:moveTo>
                <a:cubicBezTo>
                  <a:pt x="1163745" y="45607"/>
                  <a:pt x="1172286" y="58245"/>
                  <a:pt x="1172286" y="80965"/>
                </a:cubicBezTo>
                <a:cubicBezTo>
                  <a:pt x="1172286" y="102658"/>
                  <a:pt x="1163573" y="115299"/>
                  <a:pt x="1148714" y="115299"/>
                </a:cubicBezTo>
                <a:cubicBezTo>
                  <a:pt x="1134024" y="115299"/>
                  <a:pt x="1125483" y="102486"/>
                  <a:pt x="1125483" y="80451"/>
                </a:cubicBezTo>
                <a:cubicBezTo>
                  <a:pt x="1125483" y="58589"/>
                  <a:pt x="1134024" y="45607"/>
                  <a:pt x="1148714" y="45607"/>
                </a:cubicBezTo>
                <a:close/>
                <a:moveTo>
                  <a:pt x="1215500" y="160733"/>
                </a:moveTo>
                <a:cubicBezTo>
                  <a:pt x="1232582" y="138357"/>
                  <a:pt x="1243344" y="107268"/>
                  <a:pt x="1243344" y="80451"/>
                </a:cubicBezTo>
                <a:cubicBezTo>
                  <a:pt x="1243344" y="53462"/>
                  <a:pt x="1232582" y="22376"/>
                  <a:pt x="1215500" y="0"/>
                </a:cubicBezTo>
                <a:lnTo>
                  <a:pt x="1206106" y="0"/>
                </a:lnTo>
                <a:cubicBezTo>
                  <a:pt x="1221137" y="24424"/>
                  <a:pt x="1229506" y="53121"/>
                  <a:pt x="1229506" y="80451"/>
                </a:cubicBezTo>
                <a:cubicBezTo>
                  <a:pt x="1229506" y="107610"/>
                  <a:pt x="1221137" y="136478"/>
                  <a:pt x="1206106" y="160733"/>
                </a:cubicBezTo>
                <a:lnTo>
                  <a:pt x="1215500" y="16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ProjectSize(log)">
            <a:extLst xmlns:a="http://schemas.openxmlformats.org/drawingml/2006/main">
              <a:ext uri="{FF2B5EF4-FFF2-40B4-BE49-F238E27FC236}">
                <a16:creationId xmlns:a16="http://schemas.microsoft.com/office/drawing/2014/main" id="{80667526-482A-4FFF-8731-868A7743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2" y="1138527"/>
            <a:ext cx="1269136" cy="163809"/>
          </a:xfrm>
          <a:custGeom xmlns:a="http://schemas.openxmlformats.org/drawingml/2006/main">
            <a:pathLst>
              <a:path w="1269136" h="163809">
                <a:moveTo>
                  <a:pt x="15886" y="73792"/>
                </a:moveTo>
                <a:lnTo>
                  <a:pt x="55003" y="73792"/>
                </a:lnTo>
                <a:cubicBezTo>
                  <a:pt x="64737" y="73792"/>
                  <a:pt x="72426" y="70889"/>
                  <a:pt x="79088" y="64909"/>
                </a:cubicBezTo>
                <a:cubicBezTo>
                  <a:pt x="86602" y="58078"/>
                  <a:pt x="89847" y="50048"/>
                  <a:pt x="89847" y="38603"/>
                </a:cubicBezTo>
                <a:cubicBezTo>
                  <a:pt x="89847" y="15203"/>
                  <a:pt x="76013" y="2051"/>
                  <a:pt x="51416" y="2051"/>
                </a:cubicBezTo>
                <a:lnTo>
                  <a:pt x="0" y="2051"/>
                </a:lnTo>
                <a:lnTo>
                  <a:pt x="0" y="126571"/>
                </a:lnTo>
                <a:lnTo>
                  <a:pt x="15886" y="126571"/>
                </a:lnTo>
                <a:lnTo>
                  <a:pt x="15886" y="73792"/>
                </a:lnTo>
                <a:moveTo>
                  <a:pt x="15886" y="59785"/>
                </a:moveTo>
                <a:lnTo>
                  <a:pt x="15886" y="16058"/>
                </a:lnTo>
                <a:lnTo>
                  <a:pt x="49024" y="16058"/>
                </a:lnTo>
                <a:cubicBezTo>
                  <a:pt x="64227" y="16058"/>
                  <a:pt x="73279" y="24255"/>
                  <a:pt x="73279" y="37920"/>
                </a:cubicBezTo>
                <a:cubicBezTo>
                  <a:pt x="73279" y="51586"/>
                  <a:pt x="64227" y="59785"/>
                  <a:pt x="49024" y="59785"/>
                </a:cubicBezTo>
                <a:lnTo>
                  <a:pt x="15886" y="59785"/>
                </a:lnTo>
                <a:close/>
                <a:moveTo>
                  <a:pt x="110173" y="37068"/>
                </a:moveTo>
                <a:lnTo>
                  <a:pt x="110173" y="126571"/>
                </a:lnTo>
                <a:lnTo>
                  <a:pt x="124524" y="126571"/>
                </a:lnTo>
                <a:lnTo>
                  <a:pt x="124524" y="80113"/>
                </a:lnTo>
                <a:cubicBezTo>
                  <a:pt x="124694" y="58589"/>
                  <a:pt x="133576" y="49024"/>
                  <a:pt x="153220" y="49537"/>
                </a:cubicBezTo>
                <a:lnTo>
                  <a:pt x="153220" y="35017"/>
                </a:lnTo>
                <a:cubicBezTo>
                  <a:pt x="150828" y="34675"/>
                  <a:pt x="149462" y="34506"/>
                  <a:pt x="147752" y="34506"/>
                </a:cubicBezTo>
                <a:cubicBezTo>
                  <a:pt x="138528" y="34506"/>
                  <a:pt x="131527" y="39972"/>
                  <a:pt x="123328" y="53293"/>
                </a:cubicBezTo>
                <a:lnTo>
                  <a:pt x="123328" y="37068"/>
                </a:lnTo>
                <a:lnTo>
                  <a:pt x="110173" y="37068"/>
                </a:lnTo>
                <a:close/>
                <a:moveTo>
                  <a:pt x="201729" y="34506"/>
                </a:moveTo>
                <a:cubicBezTo>
                  <a:pt x="176450" y="34506"/>
                  <a:pt x="161419" y="52441"/>
                  <a:pt x="161419" y="82503"/>
                </a:cubicBezTo>
                <a:cubicBezTo>
                  <a:pt x="161419" y="112737"/>
                  <a:pt x="176450" y="130502"/>
                  <a:pt x="201901" y="130502"/>
                </a:cubicBezTo>
                <a:cubicBezTo>
                  <a:pt x="227181" y="130502"/>
                  <a:pt x="242384" y="112567"/>
                  <a:pt x="242384" y="83185"/>
                </a:cubicBezTo>
                <a:cubicBezTo>
                  <a:pt x="242384" y="52099"/>
                  <a:pt x="227694" y="34506"/>
                  <a:pt x="201729" y="34506"/>
                </a:cubicBezTo>
                <a:moveTo>
                  <a:pt x="201901" y="47658"/>
                </a:moveTo>
                <a:cubicBezTo>
                  <a:pt x="217957" y="47658"/>
                  <a:pt x="227522" y="60810"/>
                  <a:pt x="227522" y="83016"/>
                </a:cubicBezTo>
                <a:cubicBezTo>
                  <a:pt x="227522" y="104196"/>
                  <a:pt x="217615" y="117350"/>
                  <a:pt x="201901" y="117350"/>
                </a:cubicBezTo>
                <a:cubicBezTo>
                  <a:pt x="186015" y="117350"/>
                  <a:pt x="176278" y="104196"/>
                  <a:pt x="176278" y="82503"/>
                </a:cubicBezTo>
                <a:cubicBezTo>
                  <a:pt x="176278" y="60810"/>
                  <a:pt x="186015" y="47658"/>
                  <a:pt x="201901" y="47658"/>
                </a:cubicBezTo>
                <a:close/>
                <a:moveTo>
                  <a:pt x="262197" y="37068"/>
                </a:moveTo>
                <a:lnTo>
                  <a:pt x="262197" y="139554"/>
                </a:lnTo>
                <a:cubicBezTo>
                  <a:pt x="262197" y="148436"/>
                  <a:pt x="259463" y="151340"/>
                  <a:pt x="250583" y="151340"/>
                </a:cubicBezTo>
                <a:cubicBezTo>
                  <a:pt x="249556" y="151340"/>
                  <a:pt x="249046" y="151340"/>
                  <a:pt x="247166" y="151170"/>
                </a:cubicBezTo>
                <a:lnTo>
                  <a:pt x="247166" y="163298"/>
                </a:lnTo>
                <a:cubicBezTo>
                  <a:pt x="248874" y="163639"/>
                  <a:pt x="249728" y="163809"/>
                  <a:pt x="251949" y="163809"/>
                </a:cubicBezTo>
                <a:cubicBezTo>
                  <a:pt x="268004" y="163809"/>
                  <a:pt x="276376" y="157491"/>
                  <a:pt x="276376" y="145191"/>
                </a:cubicBezTo>
                <a:lnTo>
                  <a:pt x="276376" y="37068"/>
                </a:lnTo>
                <a:lnTo>
                  <a:pt x="262197" y="37068"/>
                </a:lnTo>
                <a:moveTo>
                  <a:pt x="276376" y="2051"/>
                </a:moveTo>
                <a:lnTo>
                  <a:pt x="262197" y="2051"/>
                </a:lnTo>
                <a:lnTo>
                  <a:pt x="262197" y="19986"/>
                </a:lnTo>
                <a:lnTo>
                  <a:pt x="276376" y="19986"/>
                </a:lnTo>
                <a:lnTo>
                  <a:pt x="276376" y="2051"/>
                </a:lnTo>
                <a:close/>
                <a:moveTo>
                  <a:pt x="375789" y="86602"/>
                </a:moveTo>
                <a:cubicBezTo>
                  <a:pt x="375789" y="72937"/>
                  <a:pt x="374762" y="64737"/>
                  <a:pt x="372200" y="58078"/>
                </a:cubicBezTo>
                <a:cubicBezTo>
                  <a:pt x="366393" y="43386"/>
                  <a:pt x="352728" y="34506"/>
                  <a:pt x="335989" y="34506"/>
                </a:cubicBezTo>
                <a:cubicBezTo>
                  <a:pt x="311049" y="34506"/>
                  <a:pt x="294994" y="53465"/>
                  <a:pt x="294994" y="83016"/>
                </a:cubicBezTo>
                <a:cubicBezTo>
                  <a:pt x="294994" y="112567"/>
                  <a:pt x="310366" y="130502"/>
                  <a:pt x="335648" y="130502"/>
                </a:cubicBezTo>
                <a:cubicBezTo>
                  <a:pt x="356145" y="130502"/>
                  <a:pt x="370321" y="118885"/>
                  <a:pt x="373910" y="99413"/>
                </a:cubicBezTo>
                <a:lnTo>
                  <a:pt x="359562" y="99413"/>
                </a:lnTo>
                <a:cubicBezTo>
                  <a:pt x="355631" y="111199"/>
                  <a:pt x="347604" y="117350"/>
                  <a:pt x="336159" y="117350"/>
                </a:cubicBezTo>
                <a:cubicBezTo>
                  <a:pt x="327107" y="117350"/>
                  <a:pt x="319421" y="113250"/>
                  <a:pt x="314638" y="105733"/>
                </a:cubicBezTo>
                <a:cubicBezTo>
                  <a:pt x="311221" y="100609"/>
                  <a:pt x="310025" y="95485"/>
                  <a:pt x="309855" y="86602"/>
                </a:cubicBezTo>
                <a:lnTo>
                  <a:pt x="375789" y="86602"/>
                </a:lnTo>
                <a:moveTo>
                  <a:pt x="310197" y="74988"/>
                </a:moveTo>
                <a:cubicBezTo>
                  <a:pt x="311390" y="58420"/>
                  <a:pt x="321469" y="47658"/>
                  <a:pt x="335817" y="47658"/>
                </a:cubicBezTo>
                <a:cubicBezTo>
                  <a:pt x="350338" y="47658"/>
                  <a:pt x="360414" y="58930"/>
                  <a:pt x="360414" y="74988"/>
                </a:cubicBezTo>
                <a:lnTo>
                  <a:pt x="310197" y="74988"/>
                </a:lnTo>
                <a:close/>
                <a:moveTo>
                  <a:pt x="463585" y="67130"/>
                </a:moveTo>
                <a:cubicBezTo>
                  <a:pt x="462902" y="58420"/>
                  <a:pt x="461023" y="52782"/>
                  <a:pt x="457606" y="47827"/>
                </a:cubicBezTo>
                <a:cubicBezTo>
                  <a:pt x="451458" y="39458"/>
                  <a:pt x="440696" y="34506"/>
                  <a:pt x="428227" y="34506"/>
                </a:cubicBezTo>
                <a:cubicBezTo>
                  <a:pt x="403972" y="34506"/>
                  <a:pt x="388427" y="53637"/>
                  <a:pt x="388427" y="83357"/>
                </a:cubicBezTo>
                <a:cubicBezTo>
                  <a:pt x="388427" y="112223"/>
                  <a:pt x="403800" y="130502"/>
                  <a:pt x="428058" y="130502"/>
                </a:cubicBezTo>
                <a:cubicBezTo>
                  <a:pt x="449409" y="130502"/>
                  <a:pt x="462902" y="117691"/>
                  <a:pt x="464609" y="95826"/>
                </a:cubicBezTo>
                <a:lnTo>
                  <a:pt x="450261" y="95826"/>
                </a:lnTo>
                <a:cubicBezTo>
                  <a:pt x="447871" y="110175"/>
                  <a:pt x="440526" y="117350"/>
                  <a:pt x="428399" y="117350"/>
                </a:cubicBezTo>
                <a:cubicBezTo>
                  <a:pt x="412682" y="117350"/>
                  <a:pt x="403289" y="104537"/>
                  <a:pt x="403289" y="83357"/>
                </a:cubicBezTo>
                <a:cubicBezTo>
                  <a:pt x="403289" y="60982"/>
                  <a:pt x="412513" y="47658"/>
                  <a:pt x="428058" y="47658"/>
                </a:cubicBezTo>
                <a:cubicBezTo>
                  <a:pt x="440013" y="47658"/>
                  <a:pt x="447530" y="54661"/>
                  <a:pt x="449237" y="67130"/>
                </a:cubicBezTo>
                <a:lnTo>
                  <a:pt x="463585" y="67130"/>
                </a:lnTo>
                <a:close/>
                <a:moveTo>
                  <a:pt x="511926" y="37068"/>
                </a:moveTo>
                <a:lnTo>
                  <a:pt x="497236" y="37068"/>
                </a:lnTo>
                <a:lnTo>
                  <a:pt x="497236" y="12469"/>
                </a:lnTo>
                <a:lnTo>
                  <a:pt x="483058" y="12469"/>
                </a:lnTo>
                <a:lnTo>
                  <a:pt x="483058" y="37068"/>
                </a:lnTo>
                <a:lnTo>
                  <a:pt x="470930" y="37068"/>
                </a:lnTo>
                <a:lnTo>
                  <a:pt x="470930" y="48682"/>
                </a:lnTo>
                <a:lnTo>
                  <a:pt x="483058" y="48682"/>
                </a:lnTo>
                <a:lnTo>
                  <a:pt x="483058" y="116323"/>
                </a:lnTo>
                <a:cubicBezTo>
                  <a:pt x="483058" y="125547"/>
                  <a:pt x="489206" y="130502"/>
                  <a:pt x="500309" y="130502"/>
                </a:cubicBezTo>
                <a:cubicBezTo>
                  <a:pt x="504068" y="130502"/>
                  <a:pt x="507143" y="130160"/>
                  <a:pt x="511926" y="129305"/>
                </a:cubicBezTo>
                <a:lnTo>
                  <a:pt x="511926" y="117350"/>
                </a:lnTo>
                <a:cubicBezTo>
                  <a:pt x="509875" y="117861"/>
                  <a:pt x="507995" y="118033"/>
                  <a:pt x="505092" y="118033"/>
                </a:cubicBezTo>
                <a:cubicBezTo>
                  <a:pt x="498943" y="118033"/>
                  <a:pt x="497236" y="116323"/>
                  <a:pt x="497236" y="110003"/>
                </a:cubicBezTo>
                <a:lnTo>
                  <a:pt x="497236" y="48682"/>
                </a:lnTo>
                <a:lnTo>
                  <a:pt x="511926" y="48682"/>
                </a:lnTo>
                <a:lnTo>
                  <a:pt x="511926" y="37068"/>
                </a:lnTo>
                <a:close/>
                <a:moveTo>
                  <a:pt x="665314" y="38603"/>
                </a:moveTo>
                <a:cubicBezTo>
                  <a:pt x="665314" y="30065"/>
                  <a:pt x="664801" y="27672"/>
                  <a:pt x="662070" y="21865"/>
                </a:cubicBezTo>
                <a:cubicBezTo>
                  <a:pt x="655236" y="7517"/>
                  <a:pt x="640718" y="0"/>
                  <a:pt x="619708" y="0"/>
                </a:cubicBezTo>
                <a:cubicBezTo>
                  <a:pt x="592377" y="0"/>
                  <a:pt x="575467" y="14007"/>
                  <a:pt x="575467" y="36555"/>
                </a:cubicBezTo>
                <a:cubicBezTo>
                  <a:pt x="575467" y="51758"/>
                  <a:pt x="583495" y="61323"/>
                  <a:pt x="599894" y="65592"/>
                </a:cubicBezTo>
                <a:lnTo>
                  <a:pt x="630811" y="73792"/>
                </a:lnTo>
                <a:cubicBezTo>
                  <a:pt x="646697" y="77892"/>
                  <a:pt x="653700" y="84212"/>
                  <a:pt x="653700" y="93947"/>
                </a:cubicBezTo>
                <a:cubicBezTo>
                  <a:pt x="653700" y="100609"/>
                  <a:pt x="650111" y="107441"/>
                  <a:pt x="644818" y="111199"/>
                </a:cubicBezTo>
                <a:cubicBezTo>
                  <a:pt x="639863" y="114788"/>
                  <a:pt x="632005" y="116495"/>
                  <a:pt x="621929" y="116495"/>
                </a:cubicBezTo>
                <a:cubicBezTo>
                  <a:pt x="608263" y="116495"/>
                  <a:pt x="599211" y="113250"/>
                  <a:pt x="593232" y="106075"/>
                </a:cubicBezTo>
                <a:cubicBezTo>
                  <a:pt x="588619" y="100609"/>
                  <a:pt x="586570" y="94630"/>
                  <a:pt x="586740" y="86944"/>
                </a:cubicBezTo>
                <a:lnTo>
                  <a:pt x="571709" y="86944"/>
                </a:lnTo>
                <a:cubicBezTo>
                  <a:pt x="571881" y="98389"/>
                  <a:pt x="574101" y="105905"/>
                  <a:pt x="579053" y="112737"/>
                </a:cubicBezTo>
                <a:cubicBezTo>
                  <a:pt x="587595" y="124523"/>
                  <a:pt x="601943" y="130502"/>
                  <a:pt x="620904" y="130502"/>
                </a:cubicBezTo>
                <a:cubicBezTo>
                  <a:pt x="635763" y="130502"/>
                  <a:pt x="647891" y="127085"/>
                  <a:pt x="655921" y="120936"/>
                </a:cubicBezTo>
                <a:cubicBezTo>
                  <a:pt x="664290" y="114274"/>
                  <a:pt x="669584" y="103171"/>
                  <a:pt x="669584" y="92409"/>
                </a:cubicBezTo>
                <a:cubicBezTo>
                  <a:pt x="669584" y="77037"/>
                  <a:pt x="660018" y="65764"/>
                  <a:pt x="643108" y="61151"/>
                </a:cubicBezTo>
                <a:lnTo>
                  <a:pt x="611850" y="52782"/>
                </a:lnTo>
                <a:cubicBezTo>
                  <a:pt x="596819" y="48682"/>
                  <a:pt x="591353" y="43899"/>
                  <a:pt x="591353" y="34334"/>
                </a:cubicBezTo>
                <a:cubicBezTo>
                  <a:pt x="591353" y="21693"/>
                  <a:pt x="602456" y="13324"/>
                  <a:pt x="619194" y="13324"/>
                </a:cubicBezTo>
                <a:cubicBezTo>
                  <a:pt x="639008" y="13324"/>
                  <a:pt x="650111" y="22206"/>
                  <a:pt x="650283" y="38603"/>
                </a:cubicBezTo>
                <a:lnTo>
                  <a:pt x="665314" y="38603"/>
                </a:lnTo>
                <a:close/>
                <a:moveTo>
                  <a:pt x="703064" y="37068"/>
                </a:moveTo>
                <a:lnTo>
                  <a:pt x="688885" y="37068"/>
                </a:lnTo>
                <a:lnTo>
                  <a:pt x="688885" y="126571"/>
                </a:lnTo>
                <a:lnTo>
                  <a:pt x="703064" y="126571"/>
                </a:lnTo>
                <a:lnTo>
                  <a:pt x="703064" y="37068"/>
                </a:lnTo>
                <a:moveTo>
                  <a:pt x="703064" y="2051"/>
                </a:moveTo>
                <a:lnTo>
                  <a:pt x="688716" y="2051"/>
                </a:lnTo>
                <a:lnTo>
                  <a:pt x="688716" y="19986"/>
                </a:lnTo>
                <a:lnTo>
                  <a:pt x="703064" y="19986"/>
                </a:lnTo>
                <a:lnTo>
                  <a:pt x="703064" y="2051"/>
                </a:lnTo>
                <a:close/>
                <a:moveTo>
                  <a:pt x="791032" y="37068"/>
                </a:moveTo>
                <a:lnTo>
                  <a:pt x="724244" y="37068"/>
                </a:lnTo>
                <a:lnTo>
                  <a:pt x="724244" y="49537"/>
                </a:lnTo>
                <a:lnTo>
                  <a:pt x="774122" y="49537"/>
                </a:lnTo>
                <a:lnTo>
                  <a:pt x="720657" y="113761"/>
                </a:lnTo>
                <a:lnTo>
                  <a:pt x="720657" y="126571"/>
                </a:lnTo>
                <a:lnTo>
                  <a:pt x="793425" y="126571"/>
                </a:lnTo>
                <a:lnTo>
                  <a:pt x="793425" y="114102"/>
                </a:lnTo>
                <a:lnTo>
                  <a:pt x="737909" y="114102"/>
                </a:lnTo>
                <a:lnTo>
                  <a:pt x="791032" y="49706"/>
                </a:lnTo>
                <a:lnTo>
                  <a:pt x="791032" y="37068"/>
                </a:lnTo>
                <a:close/>
                <a:moveTo>
                  <a:pt x="885834" y="86602"/>
                </a:moveTo>
                <a:cubicBezTo>
                  <a:pt x="885834" y="72937"/>
                  <a:pt x="884807" y="64737"/>
                  <a:pt x="882245" y="58078"/>
                </a:cubicBezTo>
                <a:cubicBezTo>
                  <a:pt x="876438" y="43386"/>
                  <a:pt x="862773" y="34506"/>
                  <a:pt x="846035" y="34506"/>
                </a:cubicBezTo>
                <a:cubicBezTo>
                  <a:pt x="821094" y="34506"/>
                  <a:pt x="805039" y="53465"/>
                  <a:pt x="805039" y="83016"/>
                </a:cubicBezTo>
                <a:cubicBezTo>
                  <a:pt x="805039" y="112567"/>
                  <a:pt x="820411" y="130502"/>
                  <a:pt x="845693" y="130502"/>
                </a:cubicBezTo>
                <a:cubicBezTo>
                  <a:pt x="866190" y="130502"/>
                  <a:pt x="880366" y="118885"/>
                  <a:pt x="883955" y="99413"/>
                </a:cubicBezTo>
                <a:lnTo>
                  <a:pt x="869607" y="99413"/>
                </a:lnTo>
                <a:cubicBezTo>
                  <a:pt x="865677" y="111199"/>
                  <a:pt x="857649" y="117350"/>
                  <a:pt x="846204" y="117350"/>
                </a:cubicBezTo>
                <a:cubicBezTo>
                  <a:pt x="837152" y="117350"/>
                  <a:pt x="829466" y="113250"/>
                  <a:pt x="824683" y="105733"/>
                </a:cubicBezTo>
                <a:cubicBezTo>
                  <a:pt x="821266" y="100609"/>
                  <a:pt x="820070" y="95485"/>
                  <a:pt x="819901" y="86602"/>
                </a:cubicBezTo>
                <a:lnTo>
                  <a:pt x="885834" y="86602"/>
                </a:lnTo>
                <a:moveTo>
                  <a:pt x="820242" y="74988"/>
                </a:moveTo>
                <a:cubicBezTo>
                  <a:pt x="821436" y="58420"/>
                  <a:pt x="831515" y="47658"/>
                  <a:pt x="845863" y="47658"/>
                </a:cubicBezTo>
                <a:cubicBezTo>
                  <a:pt x="860383" y="47658"/>
                  <a:pt x="870459" y="58930"/>
                  <a:pt x="870459" y="74988"/>
                </a:cubicBezTo>
                <a:lnTo>
                  <a:pt x="820242" y="74988"/>
                </a:lnTo>
                <a:close/>
                <a:moveTo>
                  <a:pt x="980975" y="2051"/>
                </a:moveTo>
                <a:cubicBezTo>
                  <a:pt x="963893" y="24427"/>
                  <a:pt x="953134" y="55513"/>
                  <a:pt x="953134" y="82333"/>
                </a:cubicBezTo>
                <a:cubicBezTo>
                  <a:pt x="953134" y="109320"/>
                  <a:pt x="963893" y="140409"/>
                  <a:pt x="980975" y="162785"/>
                </a:cubicBezTo>
                <a:lnTo>
                  <a:pt x="990371" y="162785"/>
                </a:lnTo>
                <a:cubicBezTo>
                  <a:pt x="975338" y="138357"/>
                  <a:pt x="966969" y="109661"/>
                  <a:pt x="966969" y="82333"/>
                </a:cubicBezTo>
                <a:cubicBezTo>
                  <a:pt x="966969" y="55172"/>
                  <a:pt x="975338" y="26306"/>
                  <a:pt x="990371" y="2051"/>
                </a:cubicBezTo>
                <a:lnTo>
                  <a:pt x="980975" y="2051"/>
                </a:lnTo>
                <a:close/>
                <a:moveTo>
                  <a:pt x="1023508" y="2051"/>
                </a:moveTo>
                <a:lnTo>
                  <a:pt x="1009160" y="2051"/>
                </a:lnTo>
                <a:lnTo>
                  <a:pt x="1009160" y="126571"/>
                </a:lnTo>
                <a:lnTo>
                  <a:pt x="1023508" y="126571"/>
                </a:lnTo>
                <a:lnTo>
                  <a:pt x="1023508" y="2051"/>
                </a:lnTo>
                <a:close/>
                <a:moveTo>
                  <a:pt x="1081925" y="34506"/>
                </a:moveTo>
                <a:cubicBezTo>
                  <a:pt x="1056645" y="34506"/>
                  <a:pt x="1041614" y="52441"/>
                  <a:pt x="1041614" y="82503"/>
                </a:cubicBezTo>
                <a:cubicBezTo>
                  <a:pt x="1041614" y="112737"/>
                  <a:pt x="1056645" y="130502"/>
                  <a:pt x="1082097" y="130502"/>
                </a:cubicBezTo>
                <a:cubicBezTo>
                  <a:pt x="1107376" y="130502"/>
                  <a:pt x="1122579" y="112567"/>
                  <a:pt x="1122579" y="83185"/>
                </a:cubicBezTo>
                <a:cubicBezTo>
                  <a:pt x="1122579" y="52099"/>
                  <a:pt x="1107890" y="34506"/>
                  <a:pt x="1081925" y="34506"/>
                </a:cubicBezTo>
                <a:moveTo>
                  <a:pt x="1082097" y="47658"/>
                </a:moveTo>
                <a:cubicBezTo>
                  <a:pt x="1098152" y="47658"/>
                  <a:pt x="1107718" y="60810"/>
                  <a:pt x="1107718" y="83016"/>
                </a:cubicBezTo>
                <a:cubicBezTo>
                  <a:pt x="1107718" y="104196"/>
                  <a:pt x="1097811" y="117350"/>
                  <a:pt x="1082097" y="117350"/>
                </a:cubicBezTo>
                <a:cubicBezTo>
                  <a:pt x="1066211" y="117350"/>
                  <a:pt x="1056473" y="104196"/>
                  <a:pt x="1056473" y="82503"/>
                </a:cubicBezTo>
                <a:cubicBezTo>
                  <a:pt x="1056473" y="60810"/>
                  <a:pt x="1066211" y="47658"/>
                  <a:pt x="1082097" y="47658"/>
                </a:cubicBezTo>
                <a:close/>
                <a:moveTo>
                  <a:pt x="1199444" y="37068"/>
                </a:moveTo>
                <a:lnTo>
                  <a:pt x="1199444" y="50048"/>
                </a:lnTo>
                <a:cubicBezTo>
                  <a:pt x="1192271" y="39289"/>
                  <a:pt x="1184413" y="34506"/>
                  <a:pt x="1173140" y="34506"/>
                </a:cubicBezTo>
                <a:cubicBezTo>
                  <a:pt x="1151445" y="34506"/>
                  <a:pt x="1136414" y="54661"/>
                  <a:pt x="1136414" y="83357"/>
                </a:cubicBezTo>
                <a:cubicBezTo>
                  <a:pt x="1136414" y="98389"/>
                  <a:pt x="1140003" y="109320"/>
                  <a:pt x="1147689" y="118374"/>
                </a:cubicBezTo>
                <a:cubicBezTo>
                  <a:pt x="1154351" y="126230"/>
                  <a:pt x="1162889" y="130502"/>
                  <a:pt x="1172113" y="130502"/>
                </a:cubicBezTo>
                <a:cubicBezTo>
                  <a:pt x="1182875" y="130502"/>
                  <a:pt x="1190561" y="125719"/>
                  <a:pt x="1198078" y="114444"/>
                </a:cubicBezTo>
                <a:lnTo>
                  <a:pt x="1198078" y="119057"/>
                </a:lnTo>
                <a:cubicBezTo>
                  <a:pt x="1198078" y="142971"/>
                  <a:pt x="1191416" y="151853"/>
                  <a:pt x="1173651" y="151853"/>
                </a:cubicBezTo>
                <a:cubicBezTo>
                  <a:pt x="1161524" y="151853"/>
                  <a:pt x="1155203" y="147071"/>
                  <a:pt x="1153837" y="136822"/>
                </a:cubicBezTo>
                <a:lnTo>
                  <a:pt x="1139317" y="136822"/>
                </a:lnTo>
                <a:cubicBezTo>
                  <a:pt x="1140686" y="153391"/>
                  <a:pt x="1153837" y="163809"/>
                  <a:pt x="1173310" y="163809"/>
                </a:cubicBezTo>
                <a:cubicBezTo>
                  <a:pt x="1186462" y="163809"/>
                  <a:pt x="1197395" y="159540"/>
                  <a:pt x="1203202" y="152364"/>
                </a:cubicBezTo>
                <a:cubicBezTo>
                  <a:pt x="1210034" y="143995"/>
                  <a:pt x="1212596" y="132892"/>
                  <a:pt x="1212596" y="111882"/>
                </a:cubicBezTo>
                <a:lnTo>
                  <a:pt x="1212596" y="37068"/>
                </a:lnTo>
                <a:lnTo>
                  <a:pt x="1199444" y="37068"/>
                </a:lnTo>
                <a:moveTo>
                  <a:pt x="1174506" y="47658"/>
                </a:moveTo>
                <a:cubicBezTo>
                  <a:pt x="1189537" y="47658"/>
                  <a:pt x="1198078" y="60296"/>
                  <a:pt x="1198078" y="83016"/>
                </a:cubicBezTo>
                <a:cubicBezTo>
                  <a:pt x="1198078" y="104709"/>
                  <a:pt x="1189365" y="117350"/>
                  <a:pt x="1174506" y="117350"/>
                </a:cubicBezTo>
                <a:cubicBezTo>
                  <a:pt x="1159816" y="117350"/>
                  <a:pt x="1151275" y="104537"/>
                  <a:pt x="1151275" y="82503"/>
                </a:cubicBezTo>
                <a:cubicBezTo>
                  <a:pt x="1151275" y="60640"/>
                  <a:pt x="1159816" y="47658"/>
                  <a:pt x="1174506" y="47658"/>
                </a:cubicBezTo>
                <a:close/>
                <a:moveTo>
                  <a:pt x="1241292" y="162785"/>
                </a:moveTo>
                <a:cubicBezTo>
                  <a:pt x="1258374" y="140409"/>
                  <a:pt x="1269136" y="109320"/>
                  <a:pt x="1269136" y="82503"/>
                </a:cubicBezTo>
                <a:cubicBezTo>
                  <a:pt x="1269136" y="55513"/>
                  <a:pt x="1258374" y="24427"/>
                  <a:pt x="1241292" y="2051"/>
                </a:cubicBezTo>
                <a:lnTo>
                  <a:pt x="1231899" y="2051"/>
                </a:lnTo>
                <a:cubicBezTo>
                  <a:pt x="1246930" y="26476"/>
                  <a:pt x="1255299" y="55172"/>
                  <a:pt x="1255299" y="82503"/>
                </a:cubicBezTo>
                <a:cubicBezTo>
                  <a:pt x="1255299" y="109661"/>
                  <a:pt x="1246930" y="138529"/>
                  <a:pt x="1231899" y="162785"/>
                </a:cubicBezTo>
                <a:lnTo>
                  <a:pt x="1241292" y="162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DependencyChurn(log)">
            <a:extLst xmlns:a="http://schemas.openxmlformats.org/drawingml/2006/main">
              <a:ext uri="{FF2B5EF4-FFF2-40B4-BE49-F238E27FC236}">
                <a16:creationId xmlns:a16="http://schemas.microsoft.com/office/drawing/2014/main" id="{A443DB94-EB31-4CD3-AB28-66FD657B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1" y="813414"/>
            <a:ext cx="1836574" cy="163809"/>
          </a:xfrm>
          <a:custGeom xmlns:a="http://schemas.openxmlformats.org/drawingml/2006/main">
            <a:pathLst>
              <a:path w="1836574" h="163809">
                <a:moveTo>
                  <a:pt x="0" y="126571"/>
                </a:moveTo>
                <a:lnTo>
                  <a:pt x="47999" y="126571"/>
                </a:lnTo>
                <a:cubicBezTo>
                  <a:pt x="79430" y="126571"/>
                  <a:pt x="98730" y="103002"/>
                  <a:pt x="98730" y="64227"/>
                </a:cubicBezTo>
                <a:cubicBezTo>
                  <a:pt x="98730" y="25623"/>
                  <a:pt x="79599" y="2051"/>
                  <a:pt x="47999" y="2051"/>
                </a:cubicBezTo>
                <a:lnTo>
                  <a:pt x="0" y="2051"/>
                </a:lnTo>
                <a:lnTo>
                  <a:pt x="0" y="126571"/>
                </a:lnTo>
                <a:moveTo>
                  <a:pt x="15886" y="112567"/>
                </a:moveTo>
                <a:lnTo>
                  <a:pt x="15886" y="16058"/>
                </a:lnTo>
                <a:lnTo>
                  <a:pt x="45265" y="16058"/>
                </a:lnTo>
                <a:cubicBezTo>
                  <a:pt x="69862" y="16058"/>
                  <a:pt x="82844" y="32627"/>
                  <a:pt x="82844" y="64396"/>
                </a:cubicBezTo>
                <a:cubicBezTo>
                  <a:pt x="82844" y="95998"/>
                  <a:pt x="69862" y="112567"/>
                  <a:pt x="45265" y="112567"/>
                </a:cubicBezTo>
                <a:lnTo>
                  <a:pt x="15886" y="112567"/>
                </a:lnTo>
                <a:close/>
                <a:moveTo>
                  <a:pt x="195753" y="86602"/>
                </a:moveTo>
                <a:cubicBezTo>
                  <a:pt x="195753" y="72937"/>
                  <a:pt x="194726" y="64737"/>
                  <a:pt x="192164" y="58078"/>
                </a:cubicBezTo>
                <a:cubicBezTo>
                  <a:pt x="186357" y="43386"/>
                  <a:pt x="172691" y="34506"/>
                  <a:pt x="155953" y="34506"/>
                </a:cubicBezTo>
                <a:cubicBezTo>
                  <a:pt x="131013" y="34506"/>
                  <a:pt x="114957" y="53465"/>
                  <a:pt x="114957" y="83016"/>
                </a:cubicBezTo>
                <a:cubicBezTo>
                  <a:pt x="114957" y="112567"/>
                  <a:pt x="130330" y="130502"/>
                  <a:pt x="155612" y="130502"/>
                </a:cubicBezTo>
                <a:cubicBezTo>
                  <a:pt x="176108" y="130502"/>
                  <a:pt x="190285" y="118885"/>
                  <a:pt x="193874" y="99413"/>
                </a:cubicBezTo>
                <a:lnTo>
                  <a:pt x="179525" y="99413"/>
                </a:lnTo>
                <a:cubicBezTo>
                  <a:pt x="175595" y="111199"/>
                  <a:pt x="167567" y="117350"/>
                  <a:pt x="156123" y="117350"/>
                </a:cubicBezTo>
                <a:cubicBezTo>
                  <a:pt x="147071" y="117350"/>
                  <a:pt x="139384" y="113250"/>
                  <a:pt x="134602" y="105733"/>
                </a:cubicBezTo>
                <a:cubicBezTo>
                  <a:pt x="131185" y="100609"/>
                  <a:pt x="129988" y="95485"/>
                  <a:pt x="129819" y="86602"/>
                </a:cubicBezTo>
                <a:lnTo>
                  <a:pt x="195753" y="86602"/>
                </a:lnTo>
                <a:moveTo>
                  <a:pt x="130160" y="74988"/>
                </a:moveTo>
                <a:cubicBezTo>
                  <a:pt x="131354" y="58420"/>
                  <a:pt x="141433" y="47658"/>
                  <a:pt x="155781" y="47658"/>
                </a:cubicBezTo>
                <a:cubicBezTo>
                  <a:pt x="170301" y="47658"/>
                  <a:pt x="180378" y="58930"/>
                  <a:pt x="180378" y="74988"/>
                </a:cubicBezTo>
                <a:lnTo>
                  <a:pt x="130160" y="74988"/>
                </a:lnTo>
                <a:close/>
                <a:moveTo>
                  <a:pt x="212319" y="163809"/>
                </a:moveTo>
                <a:lnTo>
                  <a:pt x="226667" y="163809"/>
                </a:lnTo>
                <a:lnTo>
                  <a:pt x="226667" y="117178"/>
                </a:lnTo>
                <a:cubicBezTo>
                  <a:pt x="234184" y="126402"/>
                  <a:pt x="242553" y="130502"/>
                  <a:pt x="254170" y="130502"/>
                </a:cubicBezTo>
                <a:cubicBezTo>
                  <a:pt x="277400" y="130502"/>
                  <a:pt x="292432" y="111882"/>
                  <a:pt x="292432" y="83357"/>
                </a:cubicBezTo>
                <a:cubicBezTo>
                  <a:pt x="292432" y="53293"/>
                  <a:pt x="277742" y="34506"/>
                  <a:pt x="253998" y="34506"/>
                </a:cubicBezTo>
                <a:cubicBezTo>
                  <a:pt x="241870" y="34506"/>
                  <a:pt x="232135" y="39972"/>
                  <a:pt x="225473" y="50561"/>
                </a:cubicBezTo>
                <a:lnTo>
                  <a:pt x="225473" y="37068"/>
                </a:lnTo>
                <a:lnTo>
                  <a:pt x="212319" y="37068"/>
                </a:lnTo>
                <a:lnTo>
                  <a:pt x="212319" y="163809"/>
                </a:lnTo>
                <a:moveTo>
                  <a:pt x="251608" y="47827"/>
                </a:moveTo>
                <a:cubicBezTo>
                  <a:pt x="267322" y="47827"/>
                  <a:pt x="277570" y="61665"/>
                  <a:pt x="277570" y="83016"/>
                </a:cubicBezTo>
                <a:cubicBezTo>
                  <a:pt x="277570" y="103343"/>
                  <a:pt x="267152" y="117178"/>
                  <a:pt x="251608" y="117178"/>
                </a:cubicBezTo>
                <a:cubicBezTo>
                  <a:pt x="236405" y="117178"/>
                  <a:pt x="226667" y="103513"/>
                  <a:pt x="226667" y="82503"/>
                </a:cubicBezTo>
                <a:cubicBezTo>
                  <a:pt x="226667" y="61492"/>
                  <a:pt x="236405" y="47827"/>
                  <a:pt x="251608" y="47827"/>
                </a:cubicBezTo>
                <a:close/>
                <a:moveTo>
                  <a:pt x="385696" y="86602"/>
                </a:moveTo>
                <a:cubicBezTo>
                  <a:pt x="385696" y="72937"/>
                  <a:pt x="384669" y="64737"/>
                  <a:pt x="382107" y="58078"/>
                </a:cubicBezTo>
                <a:cubicBezTo>
                  <a:pt x="376300" y="43386"/>
                  <a:pt x="362635" y="34506"/>
                  <a:pt x="345896" y="34506"/>
                </a:cubicBezTo>
                <a:cubicBezTo>
                  <a:pt x="320956" y="34506"/>
                  <a:pt x="304901" y="53465"/>
                  <a:pt x="304901" y="83016"/>
                </a:cubicBezTo>
                <a:cubicBezTo>
                  <a:pt x="304901" y="112567"/>
                  <a:pt x="320273" y="130502"/>
                  <a:pt x="345555" y="130502"/>
                </a:cubicBezTo>
                <a:cubicBezTo>
                  <a:pt x="366052" y="130502"/>
                  <a:pt x="380228" y="118885"/>
                  <a:pt x="383817" y="99413"/>
                </a:cubicBezTo>
                <a:lnTo>
                  <a:pt x="369469" y="99413"/>
                </a:lnTo>
                <a:cubicBezTo>
                  <a:pt x="365538" y="111199"/>
                  <a:pt x="357510" y="117350"/>
                  <a:pt x="346066" y="117350"/>
                </a:cubicBezTo>
                <a:cubicBezTo>
                  <a:pt x="337014" y="117350"/>
                  <a:pt x="329328" y="113250"/>
                  <a:pt x="324545" y="105733"/>
                </a:cubicBezTo>
                <a:cubicBezTo>
                  <a:pt x="321128" y="100609"/>
                  <a:pt x="319932" y="95485"/>
                  <a:pt x="319762" y="86602"/>
                </a:cubicBezTo>
                <a:lnTo>
                  <a:pt x="385696" y="86602"/>
                </a:lnTo>
                <a:moveTo>
                  <a:pt x="320104" y="74988"/>
                </a:moveTo>
                <a:cubicBezTo>
                  <a:pt x="321297" y="58420"/>
                  <a:pt x="331376" y="47658"/>
                  <a:pt x="345724" y="47658"/>
                </a:cubicBezTo>
                <a:cubicBezTo>
                  <a:pt x="360245" y="47658"/>
                  <a:pt x="370321" y="58930"/>
                  <a:pt x="370321" y="74988"/>
                </a:cubicBezTo>
                <a:lnTo>
                  <a:pt x="320104" y="74988"/>
                </a:lnTo>
                <a:close/>
                <a:moveTo>
                  <a:pt x="404996" y="37068"/>
                </a:moveTo>
                <a:lnTo>
                  <a:pt x="404996" y="126571"/>
                </a:lnTo>
                <a:lnTo>
                  <a:pt x="419344" y="126571"/>
                </a:lnTo>
                <a:lnTo>
                  <a:pt x="419344" y="77209"/>
                </a:lnTo>
                <a:cubicBezTo>
                  <a:pt x="419344" y="58930"/>
                  <a:pt x="428910" y="46975"/>
                  <a:pt x="443600" y="46975"/>
                </a:cubicBezTo>
                <a:cubicBezTo>
                  <a:pt x="454875" y="46975"/>
                  <a:pt x="462048" y="53806"/>
                  <a:pt x="462048" y="64568"/>
                </a:cubicBezTo>
                <a:lnTo>
                  <a:pt x="462048" y="126571"/>
                </a:lnTo>
                <a:lnTo>
                  <a:pt x="476226" y="126571"/>
                </a:lnTo>
                <a:lnTo>
                  <a:pt x="476226" y="58930"/>
                </a:lnTo>
                <a:cubicBezTo>
                  <a:pt x="476226" y="44071"/>
                  <a:pt x="465123" y="34506"/>
                  <a:pt x="447871" y="34506"/>
                </a:cubicBezTo>
                <a:cubicBezTo>
                  <a:pt x="434548" y="34506"/>
                  <a:pt x="426006" y="39630"/>
                  <a:pt x="418148" y="52099"/>
                </a:cubicBezTo>
                <a:lnTo>
                  <a:pt x="418148" y="37068"/>
                </a:lnTo>
                <a:lnTo>
                  <a:pt x="404996" y="37068"/>
                </a:lnTo>
                <a:close/>
                <a:moveTo>
                  <a:pt x="572564" y="2051"/>
                </a:moveTo>
                <a:lnTo>
                  <a:pt x="558385" y="2051"/>
                </a:lnTo>
                <a:lnTo>
                  <a:pt x="558385" y="48341"/>
                </a:lnTo>
                <a:cubicBezTo>
                  <a:pt x="552408" y="39289"/>
                  <a:pt x="542843" y="34506"/>
                  <a:pt x="530885" y="34506"/>
                </a:cubicBezTo>
                <a:cubicBezTo>
                  <a:pt x="507654" y="34506"/>
                  <a:pt x="492451" y="53123"/>
                  <a:pt x="492451" y="81648"/>
                </a:cubicBezTo>
                <a:cubicBezTo>
                  <a:pt x="492451" y="111882"/>
                  <a:pt x="507143" y="130502"/>
                  <a:pt x="531398" y="130502"/>
                </a:cubicBezTo>
                <a:cubicBezTo>
                  <a:pt x="543695" y="130502"/>
                  <a:pt x="552236" y="125889"/>
                  <a:pt x="559923" y="114788"/>
                </a:cubicBezTo>
                <a:lnTo>
                  <a:pt x="559923" y="126571"/>
                </a:lnTo>
                <a:lnTo>
                  <a:pt x="572564" y="126571"/>
                </a:lnTo>
                <a:lnTo>
                  <a:pt x="572564" y="2051"/>
                </a:lnTo>
                <a:moveTo>
                  <a:pt x="533278" y="47827"/>
                </a:moveTo>
                <a:cubicBezTo>
                  <a:pt x="548650" y="47827"/>
                  <a:pt x="558385" y="61323"/>
                  <a:pt x="558385" y="82844"/>
                </a:cubicBezTo>
                <a:cubicBezTo>
                  <a:pt x="558385" y="103513"/>
                  <a:pt x="548478" y="117178"/>
                  <a:pt x="533447" y="117178"/>
                </a:cubicBezTo>
                <a:cubicBezTo>
                  <a:pt x="517733" y="117178"/>
                  <a:pt x="507313" y="103343"/>
                  <a:pt x="507313" y="82503"/>
                </a:cubicBezTo>
                <a:cubicBezTo>
                  <a:pt x="507313" y="61665"/>
                  <a:pt x="517733" y="47827"/>
                  <a:pt x="533278" y="47827"/>
                </a:cubicBezTo>
                <a:close/>
                <a:moveTo>
                  <a:pt x="670611" y="86602"/>
                </a:moveTo>
                <a:cubicBezTo>
                  <a:pt x="670611" y="72937"/>
                  <a:pt x="669584" y="64737"/>
                  <a:pt x="667022" y="58078"/>
                </a:cubicBezTo>
                <a:cubicBezTo>
                  <a:pt x="661215" y="43386"/>
                  <a:pt x="647549" y="34506"/>
                  <a:pt x="630811" y="34506"/>
                </a:cubicBezTo>
                <a:cubicBezTo>
                  <a:pt x="605871" y="34506"/>
                  <a:pt x="589815" y="53465"/>
                  <a:pt x="589815" y="83016"/>
                </a:cubicBezTo>
                <a:cubicBezTo>
                  <a:pt x="589815" y="112567"/>
                  <a:pt x="605188" y="130502"/>
                  <a:pt x="630470" y="130502"/>
                </a:cubicBezTo>
                <a:cubicBezTo>
                  <a:pt x="650966" y="130502"/>
                  <a:pt x="665143" y="118885"/>
                  <a:pt x="668732" y="99413"/>
                </a:cubicBezTo>
                <a:lnTo>
                  <a:pt x="654383" y="99413"/>
                </a:lnTo>
                <a:cubicBezTo>
                  <a:pt x="650453" y="111199"/>
                  <a:pt x="642425" y="117350"/>
                  <a:pt x="630981" y="117350"/>
                </a:cubicBezTo>
                <a:cubicBezTo>
                  <a:pt x="621929" y="117350"/>
                  <a:pt x="614242" y="113250"/>
                  <a:pt x="609460" y="105733"/>
                </a:cubicBezTo>
                <a:cubicBezTo>
                  <a:pt x="606043" y="100609"/>
                  <a:pt x="604846" y="95485"/>
                  <a:pt x="604677" y="86602"/>
                </a:cubicBezTo>
                <a:lnTo>
                  <a:pt x="670611" y="86602"/>
                </a:lnTo>
                <a:moveTo>
                  <a:pt x="605018" y="74988"/>
                </a:moveTo>
                <a:cubicBezTo>
                  <a:pt x="606212" y="58420"/>
                  <a:pt x="616291" y="47658"/>
                  <a:pt x="630639" y="47658"/>
                </a:cubicBezTo>
                <a:cubicBezTo>
                  <a:pt x="645159" y="47658"/>
                  <a:pt x="655236" y="58930"/>
                  <a:pt x="655236" y="74988"/>
                </a:cubicBezTo>
                <a:lnTo>
                  <a:pt x="605018" y="74988"/>
                </a:lnTo>
                <a:close/>
                <a:moveTo>
                  <a:pt x="689911" y="37068"/>
                </a:moveTo>
                <a:lnTo>
                  <a:pt x="689911" y="126571"/>
                </a:lnTo>
                <a:lnTo>
                  <a:pt x="704259" y="126571"/>
                </a:lnTo>
                <a:lnTo>
                  <a:pt x="704259" y="77209"/>
                </a:lnTo>
                <a:cubicBezTo>
                  <a:pt x="704259" y="58930"/>
                  <a:pt x="713825" y="46975"/>
                  <a:pt x="728514" y="46975"/>
                </a:cubicBezTo>
                <a:cubicBezTo>
                  <a:pt x="739790" y="46975"/>
                  <a:pt x="746962" y="53806"/>
                  <a:pt x="746962" y="64568"/>
                </a:cubicBezTo>
                <a:lnTo>
                  <a:pt x="746962" y="126571"/>
                </a:lnTo>
                <a:lnTo>
                  <a:pt x="761141" y="126571"/>
                </a:lnTo>
                <a:lnTo>
                  <a:pt x="761141" y="58930"/>
                </a:lnTo>
                <a:cubicBezTo>
                  <a:pt x="761141" y="44071"/>
                  <a:pt x="750038" y="34506"/>
                  <a:pt x="732786" y="34506"/>
                </a:cubicBezTo>
                <a:cubicBezTo>
                  <a:pt x="719462" y="34506"/>
                  <a:pt x="710921" y="39630"/>
                  <a:pt x="703063" y="52099"/>
                </a:cubicBezTo>
                <a:lnTo>
                  <a:pt x="703063" y="37068"/>
                </a:lnTo>
                <a:lnTo>
                  <a:pt x="689911" y="37068"/>
                </a:lnTo>
                <a:close/>
                <a:moveTo>
                  <a:pt x="853379" y="67130"/>
                </a:moveTo>
                <a:cubicBezTo>
                  <a:pt x="852696" y="58420"/>
                  <a:pt x="850817" y="52782"/>
                  <a:pt x="847400" y="47827"/>
                </a:cubicBezTo>
                <a:cubicBezTo>
                  <a:pt x="841251" y="39458"/>
                  <a:pt x="830489" y="34506"/>
                  <a:pt x="818020" y="34506"/>
                </a:cubicBezTo>
                <a:cubicBezTo>
                  <a:pt x="793765" y="34506"/>
                  <a:pt x="778221" y="53637"/>
                  <a:pt x="778221" y="83357"/>
                </a:cubicBezTo>
                <a:cubicBezTo>
                  <a:pt x="778221" y="112223"/>
                  <a:pt x="793593" y="130502"/>
                  <a:pt x="817851" y="130502"/>
                </a:cubicBezTo>
                <a:cubicBezTo>
                  <a:pt x="839202" y="130502"/>
                  <a:pt x="852696" y="117691"/>
                  <a:pt x="854403" y="95826"/>
                </a:cubicBezTo>
                <a:lnTo>
                  <a:pt x="840055" y="95826"/>
                </a:lnTo>
                <a:cubicBezTo>
                  <a:pt x="837665" y="110175"/>
                  <a:pt x="830320" y="117350"/>
                  <a:pt x="818192" y="117350"/>
                </a:cubicBezTo>
                <a:cubicBezTo>
                  <a:pt x="802476" y="117350"/>
                  <a:pt x="793082" y="104537"/>
                  <a:pt x="793082" y="83357"/>
                </a:cubicBezTo>
                <a:cubicBezTo>
                  <a:pt x="793082" y="60982"/>
                  <a:pt x="802306" y="47658"/>
                  <a:pt x="817851" y="47658"/>
                </a:cubicBezTo>
                <a:cubicBezTo>
                  <a:pt x="829806" y="47658"/>
                  <a:pt x="837323" y="54661"/>
                  <a:pt x="839030" y="67130"/>
                </a:cubicBezTo>
                <a:lnTo>
                  <a:pt x="853379" y="67130"/>
                </a:lnTo>
                <a:close/>
                <a:moveTo>
                  <a:pt x="924609" y="37068"/>
                </a:moveTo>
                <a:lnTo>
                  <a:pt x="899840" y="106758"/>
                </a:lnTo>
                <a:lnTo>
                  <a:pt x="876951" y="37068"/>
                </a:lnTo>
                <a:lnTo>
                  <a:pt x="861748" y="37068"/>
                </a:lnTo>
                <a:lnTo>
                  <a:pt x="891982" y="126915"/>
                </a:lnTo>
                <a:lnTo>
                  <a:pt x="886516" y="141092"/>
                </a:lnTo>
                <a:cubicBezTo>
                  <a:pt x="884124" y="147412"/>
                  <a:pt x="881051" y="149802"/>
                  <a:pt x="875072" y="149802"/>
                </a:cubicBezTo>
                <a:cubicBezTo>
                  <a:pt x="872682" y="149802"/>
                  <a:pt x="870630" y="149461"/>
                  <a:pt x="867555" y="148778"/>
                </a:cubicBezTo>
                <a:lnTo>
                  <a:pt x="867555" y="161588"/>
                </a:lnTo>
                <a:cubicBezTo>
                  <a:pt x="870461" y="163126"/>
                  <a:pt x="873364" y="163809"/>
                  <a:pt x="877120" y="163809"/>
                </a:cubicBezTo>
                <a:cubicBezTo>
                  <a:pt x="881734" y="163809"/>
                  <a:pt x="886686" y="162274"/>
                  <a:pt x="890444" y="159540"/>
                </a:cubicBezTo>
                <a:cubicBezTo>
                  <a:pt x="894885" y="156295"/>
                  <a:pt x="897447" y="152536"/>
                  <a:pt x="900182" y="145361"/>
                </a:cubicBezTo>
                <a:lnTo>
                  <a:pt x="939981" y="37068"/>
                </a:lnTo>
                <a:lnTo>
                  <a:pt x="924609" y="37068"/>
                </a:lnTo>
                <a:close/>
                <a:moveTo>
                  <a:pt x="1104301" y="40654"/>
                </a:moveTo>
                <a:cubicBezTo>
                  <a:pt x="1099349" y="13324"/>
                  <a:pt x="1083635" y="0"/>
                  <a:pt x="1056304" y="0"/>
                </a:cubicBezTo>
                <a:cubicBezTo>
                  <a:pt x="1039563" y="0"/>
                  <a:pt x="1026070" y="5296"/>
                  <a:pt x="1016846" y="15544"/>
                </a:cubicBezTo>
                <a:cubicBezTo>
                  <a:pt x="1005573" y="27844"/>
                  <a:pt x="999422" y="45607"/>
                  <a:pt x="999422" y="65764"/>
                </a:cubicBezTo>
                <a:cubicBezTo>
                  <a:pt x="999422" y="86261"/>
                  <a:pt x="1005743" y="103854"/>
                  <a:pt x="1017359" y="115982"/>
                </a:cubicBezTo>
                <a:cubicBezTo>
                  <a:pt x="1027094" y="125889"/>
                  <a:pt x="1039394" y="130502"/>
                  <a:pt x="1055621" y="130502"/>
                </a:cubicBezTo>
                <a:cubicBezTo>
                  <a:pt x="1086025" y="130502"/>
                  <a:pt x="1103107" y="114102"/>
                  <a:pt x="1106863" y="81137"/>
                </a:cubicBezTo>
                <a:lnTo>
                  <a:pt x="1090466" y="81137"/>
                </a:lnTo>
                <a:cubicBezTo>
                  <a:pt x="1089100" y="89678"/>
                  <a:pt x="1087390" y="95485"/>
                  <a:pt x="1084828" y="100437"/>
                </a:cubicBezTo>
                <a:cubicBezTo>
                  <a:pt x="1079704" y="110688"/>
                  <a:pt x="1069115" y="116495"/>
                  <a:pt x="1055791" y="116495"/>
                </a:cubicBezTo>
                <a:cubicBezTo>
                  <a:pt x="1031022" y="116495"/>
                  <a:pt x="1015308" y="96681"/>
                  <a:pt x="1015308" y="65592"/>
                </a:cubicBezTo>
                <a:cubicBezTo>
                  <a:pt x="1015308" y="33651"/>
                  <a:pt x="1030170" y="14007"/>
                  <a:pt x="1054425" y="14007"/>
                </a:cubicBezTo>
                <a:cubicBezTo>
                  <a:pt x="1064504" y="14007"/>
                  <a:pt x="1073897" y="16910"/>
                  <a:pt x="1079021" y="21865"/>
                </a:cubicBezTo>
                <a:cubicBezTo>
                  <a:pt x="1083635" y="26134"/>
                  <a:pt x="1086197" y="31258"/>
                  <a:pt x="1088073" y="40654"/>
                </a:cubicBezTo>
                <a:lnTo>
                  <a:pt x="1104301" y="40654"/>
                </a:lnTo>
                <a:close/>
                <a:moveTo>
                  <a:pt x="1126507" y="2051"/>
                </a:moveTo>
                <a:lnTo>
                  <a:pt x="1126507" y="126571"/>
                </a:lnTo>
                <a:lnTo>
                  <a:pt x="1140686" y="126571"/>
                </a:lnTo>
                <a:lnTo>
                  <a:pt x="1140686" y="77209"/>
                </a:lnTo>
                <a:cubicBezTo>
                  <a:pt x="1140686" y="58930"/>
                  <a:pt x="1150251" y="46975"/>
                  <a:pt x="1164941" y="46975"/>
                </a:cubicBezTo>
                <a:cubicBezTo>
                  <a:pt x="1169724" y="46975"/>
                  <a:pt x="1174165" y="48341"/>
                  <a:pt x="1177579" y="50903"/>
                </a:cubicBezTo>
                <a:cubicBezTo>
                  <a:pt x="1181679" y="53978"/>
                  <a:pt x="1183389" y="58248"/>
                  <a:pt x="1183389" y="64568"/>
                </a:cubicBezTo>
                <a:lnTo>
                  <a:pt x="1183389" y="126571"/>
                </a:lnTo>
                <a:lnTo>
                  <a:pt x="1197565" y="126571"/>
                </a:lnTo>
                <a:lnTo>
                  <a:pt x="1197565" y="58930"/>
                </a:lnTo>
                <a:cubicBezTo>
                  <a:pt x="1197565" y="43899"/>
                  <a:pt x="1186803" y="34506"/>
                  <a:pt x="1169382" y="34506"/>
                </a:cubicBezTo>
                <a:cubicBezTo>
                  <a:pt x="1156741" y="34506"/>
                  <a:pt x="1149055" y="38434"/>
                  <a:pt x="1140686" y="49365"/>
                </a:cubicBezTo>
                <a:lnTo>
                  <a:pt x="1140686" y="2051"/>
                </a:lnTo>
                <a:lnTo>
                  <a:pt x="1126507" y="2051"/>
                </a:lnTo>
                <a:close/>
                <a:moveTo>
                  <a:pt x="1291854" y="126571"/>
                </a:moveTo>
                <a:lnTo>
                  <a:pt x="1291854" y="37068"/>
                </a:lnTo>
                <a:lnTo>
                  <a:pt x="1277675" y="37068"/>
                </a:lnTo>
                <a:lnTo>
                  <a:pt x="1277675" y="87799"/>
                </a:lnTo>
                <a:cubicBezTo>
                  <a:pt x="1277675" y="106075"/>
                  <a:pt x="1268110" y="118033"/>
                  <a:pt x="1253251" y="118033"/>
                </a:cubicBezTo>
                <a:cubicBezTo>
                  <a:pt x="1241975" y="118033"/>
                  <a:pt x="1234803" y="111199"/>
                  <a:pt x="1234803" y="100437"/>
                </a:cubicBezTo>
                <a:lnTo>
                  <a:pt x="1234803" y="37068"/>
                </a:lnTo>
                <a:lnTo>
                  <a:pt x="1220624" y="37068"/>
                </a:lnTo>
                <a:lnTo>
                  <a:pt x="1220624" y="106075"/>
                </a:lnTo>
                <a:cubicBezTo>
                  <a:pt x="1220624" y="120936"/>
                  <a:pt x="1231727" y="130502"/>
                  <a:pt x="1249151" y="130502"/>
                </a:cubicBezTo>
                <a:cubicBezTo>
                  <a:pt x="1262303" y="130502"/>
                  <a:pt x="1270672" y="125889"/>
                  <a:pt x="1279043" y="114102"/>
                </a:cubicBezTo>
                <a:lnTo>
                  <a:pt x="1279043" y="126571"/>
                </a:lnTo>
                <a:lnTo>
                  <a:pt x="1291854" y="126571"/>
                </a:lnTo>
                <a:close/>
                <a:moveTo>
                  <a:pt x="1316278" y="37068"/>
                </a:moveTo>
                <a:lnTo>
                  <a:pt x="1316278" y="126571"/>
                </a:lnTo>
                <a:lnTo>
                  <a:pt x="1330629" y="126571"/>
                </a:lnTo>
                <a:lnTo>
                  <a:pt x="1330629" y="80113"/>
                </a:lnTo>
                <a:cubicBezTo>
                  <a:pt x="1330798" y="58589"/>
                  <a:pt x="1339681" y="49024"/>
                  <a:pt x="1359325" y="49537"/>
                </a:cubicBezTo>
                <a:lnTo>
                  <a:pt x="1359325" y="35017"/>
                </a:lnTo>
                <a:cubicBezTo>
                  <a:pt x="1356933" y="34675"/>
                  <a:pt x="1355567" y="34506"/>
                  <a:pt x="1353857" y="34506"/>
                </a:cubicBezTo>
                <a:cubicBezTo>
                  <a:pt x="1344633" y="34506"/>
                  <a:pt x="1337632" y="39972"/>
                  <a:pt x="1329433" y="53293"/>
                </a:cubicBezTo>
                <a:lnTo>
                  <a:pt x="1329433" y="37068"/>
                </a:lnTo>
                <a:lnTo>
                  <a:pt x="1316278" y="37068"/>
                </a:lnTo>
                <a:close/>
                <a:moveTo>
                  <a:pt x="1377601" y="37068"/>
                </a:moveTo>
                <a:lnTo>
                  <a:pt x="1377601" y="126571"/>
                </a:lnTo>
                <a:lnTo>
                  <a:pt x="1391949" y="126571"/>
                </a:lnTo>
                <a:lnTo>
                  <a:pt x="1391949" y="77209"/>
                </a:lnTo>
                <a:cubicBezTo>
                  <a:pt x="1391949" y="58930"/>
                  <a:pt x="1401515" y="46975"/>
                  <a:pt x="1416204" y="46975"/>
                </a:cubicBezTo>
                <a:cubicBezTo>
                  <a:pt x="1427479" y="46975"/>
                  <a:pt x="1434652" y="53806"/>
                  <a:pt x="1434652" y="64568"/>
                </a:cubicBezTo>
                <a:lnTo>
                  <a:pt x="1434652" y="126571"/>
                </a:lnTo>
                <a:lnTo>
                  <a:pt x="1448831" y="126571"/>
                </a:lnTo>
                <a:lnTo>
                  <a:pt x="1448831" y="58930"/>
                </a:lnTo>
                <a:cubicBezTo>
                  <a:pt x="1448831" y="44071"/>
                  <a:pt x="1437728" y="34506"/>
                  <a:pt x="1420476" y="34506"/>
                </a:cubicBezTo>
                <a:cubicBezTo>
                  <a:pt x="1407152" y="34506"/>
                  <a:pt x="1398611" y="39630"/>
                  <a:pt x="1390753" y="52099"/>
                </a:cubicBezTo>
                <a:lnTo>
                  <a:pt x="1390753" y="37068"/>
                </a:lnTo>
                <a:lnTo>
                  <a:pt x="1377601" y="37068"/>
                </a:lnTo>
                <a:close/>
                <a:moveTo>
                  <a:pt x="1548413" y="2051"/>
                </a:moveTo>
                <a:cubicBezTo>
                  <a:pt x="1531331" y="24427"/>
                  <a:pt x="1520572" y="55513"/>
                  <a:pt x="1520572" y="82333"/>
                </a:cubicBezTo>
                <a:cubicBezTo>
                  <a:pt x="1520572" y="109320"/>
                  <a:pt x="1531331" y="140409"/>
                  <a:pt x="1548413" y="162785"/>
                </a:cubicBezTo>
                <a:lnTo>
                  <a:pt x="1557809" y="162785"/>
                </a:lnTo>
                <a:cubicBezTo>
                  <a:pt x="1542776" y="138357"/>
                  <a:pt x="1534407" y="109661"/>
                  <a:pt x="1534407" y="82333"/>
                </a:cubicBezTo>
                <a:cubicBezTo>
                  <a:pt x="1534407" y="55172"/>
                  <a:pt x="1542776" y="26306"/>
                  <a:pt x="1557809" y="2051"/>
                </a:cubicBezTo>
                <a:lnTo>
                  <a:pt x="1548413" y="2051"/>
                </a:lnTo>
                <a:close/>
                <a:moveTo>
                  <a:pt x="1590946" y="2051"/>
                </a:moveTo>
                <a:lnTo>
                  <a:pt x="1576597" y="2051"/>
                </a:lnTo>
                <a:lnTo>
                  <a:pt x="1576597" y="126571"/>
                </a:lnTo>
                <a:lnTo>
                  <a:pt x="1590946" y="126571"/>
                </a:lnTo>
                <a:lnTo>
                  <a:pt x="1590946" y="2051"/>
                </a:lnTo>
                <a:close/>
                <a:moveTo>
                  <a:pt x="1649363" y="34506"/>
                </a:moveTo>
                <a:cubicBezTo>
                  <a:pt x="1624083" y="34506"/>
                  <a:pt x="1609052" y="52441"/>
                  <a:pt x="1609052" y="82503"/>
                </a:cubicBezTo>
                <a:cubicBezTo>
                  <a:pt x="1609052" y="112737"/>
                  <a:pt x="1624083" y="130502"/>
                  <a:pt x="1649535" y="130502"/>
                </a:cubicBezTo>
                <a:cubicBezTo>
                  <a:pt x="1674814" y="130502"/>
                  <a:pt x="1690017" y="112567"/>
                  <a:pt x="1690017" y="83185"/>
                </a:cubicBezTo>
                <a:cubicBezTo>
                  <a:pt x="1690017" y="52099"/>
                  <a:pt x="1675327" y="34506"/>
                  <a:pt x="1649363" y="34506"/>
                </a:cubicBezTo>
                <a:moveTo>
                  <a:pt x="1649535" y="47658"/>
                </a:moveTo>
                <a:cubicBezTo>
                  <a:pt x="1665590" y="47658"/>
                  <a:pt x="1675155" y="60810"/>
                  <a:pt x="1675155" y="83016"/>
                </a:cubicBezTo>
                <a:cubicBezTo>
                  <a:pt x="1675155" y="104196"/>
                  <a:pt x="1665248" y="117350"/>
                  <a:pt x="1649535" y="117350"/>
                </a:cubicBezTo>
                <a:cubicBezTo>
                  <a:pt x="1633649" y="117350"/>
                  <a:pt x="1623911" y="104196"/>
                  <a:pt x="1623911" y="82503"/>
                </a:cubicBezTo>
                <a:cubicBezTo>
                  <a:pt x="1623911" y="60810"/>
                  <a:pt x="1633649" y="47658"/>
                  <a:pt x="1649535" y="47658"/>
                </a:cubicBezTo>
                <a:close/>
                <a:moveTo>
                  <a:pt x="1766882" y="37068"/>
                </a:moveTo>
                <a:lnTo>
                  <a:pt x="1766882" y="50048"/>
                </a:lnTo>
                <a:cubicBezTo>
                  <a:pt x="1759709" y="39289"/>
                  <a:pt x="1751851" y="34506"/>
                  <a:pt x="1740578" y="34506"/>
                </a:cubicBezTo>
                <a:cubicBezTo>
                  <a:pt x="1718883" y="34506"/>
                  <a:pt x="1703852" y="54661"/>
                  <a:pt x="1703852" y="83357"/>
                </a:cubicBezTo>
                <a:cubicBezTo>
                  <a:pt x="1703852" y="98389"/>
                  <a:pt x="1707441" y="109320"/>
                  <a:pt x="1715127" y="118374"/>
                </a:cubicBezTo>
                <a:cubicBezTo>
                  <a:pt x="1721789" y="126230"/>
                  <a:pt x="1730327" y="130502"/>
                  <a:pt x="1739551" y="130502"/>
                </a:cubicBezTo>
                <a:cubicBezTo>
                  <a:pt x="1750313" y="130502"/>
                  <a:pt x="1757999" y="125719"/>
                  <a:pt x="1765516" y="114444"/>
                </a:cubicBezTo>
                <a:lnTo>
                  <a:pt x="1765516" y="119057"/>
                </a:lnTo>
                <a:cubicBezTo>
                  <a:pt x="1765516" y="142971"/>
                  <a:pt x="1758854" y="151853"/>
                  <a:pt x="1741089" y="151853"/>
                </a:cubicBezTo>
                <a:cubicBezTo>
                  <a:pt x="1728962" y="151853"/>
                  <a:pt x="1722641" y="147071"/>
                  <a:pt x="1721275" y="136822"/>
                </a:cubicBezTo>
                <a:lnTo>
                  <a:pt x="1706755" y="136822"/>
                </a:lnTo>
                <a:cubicBezTo>
                  <a:pt x="1708124" y="153391"/>
                  <a:pt x="1721275" y="163809"/>
                  <a:pt x="1740748" y="163809"/>
                </a:cubicBezTo>
                <a:cubicBezTo>
                  <a:pt x="1753900" y="163809"/>
                  <a:pt x="1764833" y="159540"/>
                  <a:pt x="1770640" y="152364"/>
                </a:cubicBezTo>
                <a:cubicBezTo>
                  <a:pt x="1777472" y="143995"/>
                  <a:pt x="1780034" y="132892"/>
                  <a:pt x="1780034" y="111882"/>
                </a:cubicBezTo>
                <a:lnTo>
                  <a:pt x="1780034" y="37068"/>
                </a:lnTo>
                <a:lnTo>
                  <a:pt x="1766882" y="37068"/>
                </a:lnTo>
                <a:moveTo>
                  <a:pt x="1741944" y="47658"/>
                </a:moveTo>
                <a:cubicBezTo>
                  <a:pt x="1756975" y="47658"/>
                  <a:pt x="1765516" y="60296"/>
                  <a:pt x="1765516" y="83016"/>
                </a:cubicBezTo>
                <a:cubicBezTo>
                  <a:pt x="1765516" y="104709"/>
                  <a:pt x="1756803" y="117350"/>
                  <a:pt x="1741944" y="117350"/>
                </a:cubicBezTo>
                <a:cubicBezTo>
                  <a:pt x="1727254" y="117350"/>
                  <a:pt x="1718713" y="104537"/>
                  <a:pt x="1718713" y="82503"/>
                </a:cubicBezTo>
                <a:cubicBezTo>
                  <a:pt x="1718713" y="60640"/>
                  <a:pt x="1727254" y="47658"/>
                  <a:pt x="1741944" y="47658"/>
                </a:cubicBezTo>
                <a:close/>
                <a:moveTo>
                  <a:pt x="1808730" y="162785"/>
                </a:moveTo>
                <a:cubicBezTo>
                  <a:pt x="1825812" y="140409"/>
                  <a:pt x="1836574" y="109320"/>
                  <a:pt x="1836574" y="82503"/>
                </a:cubicBezTo>
                <a:cubicBezTo>
                  <a:pt x="1836574" y="55513"/>
                  <a:pt x="1825812" y="24427"/>
                  <a:pt x="1808730" y="2051"/>
                </a:cubicBezTo>
                <a:lnTo>
                  <a:pt x="1799337" y="2051"/>
                </a:lnTo>
                <a:cubicBezTo>
                  <a:pt x="1814368" y="26476"/>
                  <a:pt x="1822737" y="55172"/>
                  <a:pt x="1822737" y="82503"/>
                </a:cubicBezTo>
                <a:cubicBezTo>
                  <a:pt x="1822737" y="109661"/>
                  <a:pt x="1814368" y="138529"/>
                  <a:pt x="1799337" y="162785"/>
                </a:cubicBezTo>
                <a:lnTo>
                  <a:pt x="1808730" y="162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UsesDep.Mgmt.T">
            <a:extLst xmlns:a="http://schemas.openxmlformats.org/drawingml/2006/main">
              <a:ext uri="{FF2B5EF4-FFF2-40B4-BE49-F238E27FC236}">
                <a16:creationId xmlns:a16="http://schemas.microsoft.com/office/drawing/2014/main" id="{C5288A1C-D679-4623-9039-66DEE87D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68" y="490495"/>
            <a:ext cx="1447633" cy="161758"/>
          </a:xfrm>
          <a:custGeom xmlns:a="http://schemas.openxmlformats.org/drawingml/2006/main">
            <a:pathLst>
              <a:path w="1447633" h="161758">
                <a:moveTo>
                  <a:pt x="79768" y="0"/>
                </a:moveTo>
                <a:lnTo>
                  <a:pt x="79768" y="87455"/>
                </a:lnTo>
                <a:cubicBezTo>
                  <a:pt x="79768" y="104196"/>
                  <a:pt x="67641" y="114444"/>
                  <a:pt x="47658" y="114444"/>
                </a:cubicBezTo>
                <a:cubicBezTo>
                  <a:pt x="38434" y="114444"/>
                  <a:pt x="30917" y="112223"/>
                  <a:pt x="24938" y="107951"/>
                </a:cubicBezTo>
                <a:cubicBezTo>
                  <a:pt x="18789" y="103169"/>
                  <a:pt x="15886" y="96851"/>
                  <a:pt x="15886" y="87455"/>
                </a:cubicBezTo>
                <a:lnTo>
                  <a:pt x="15886" y="0"/>
                </a:lnTo>
                <a:lnTo>
                  <a:pt x="0" y="0"/>
                </a:lnTo>
                <a:lnTo>
                  <a:pt x="0" y="87455"/>
                </a:lnTo>
                <a:cubicBezTo>
                  <a:pt x="0" y="112737"/>
                  <a:pt x="18107" y="128451"/>
                  <a:pt x="47658" y="128451"/>
                </a:cubicBezTo>
                <a:cubicBezTo>
                  <a:pt x="76865" y="128451"/>
                  <a:pt x="95654" y="112393"/>
                  <a:pt x="95654" y="87455"/>
                </a:cubicBezTo>
                <a:lnTo>
                  <a:pt x="95654" y="0"/>
                </a:lnTo>
                <a:lnTo>
                  <a:pt x="79768" y="0"/>
                </a:lnTo>
                <a:close/>
                <a:moveTo>
                  <a:pt x="183623" y="59955"/>
                </a:moveTo>
                <a:cubicBezTo>
                  <a:pt x="183453" y="42362"/>
                  <a:pt x="171836" y="32455"/>
                  <a:pt x="151168" y="32455"/>
                </a:cubicBezTo>
                <a:cubicBezTo>
                  <a:pt x="130330" y="32455"/>
                  <a:pt x="116837" y="43214"/>
                  <a:pt x="116837" y="59783"/>
                </a:cubicBezTo>
                <a:cubicBezTo>
                  <a:pt x="116837" y="73789"/>
                  <a:pt x="124009" y="80451"/>
                  <a:pt x="145191" y="85576"/>
                </a:cubicBezTo>
                <a:lnTo>
                  <a:pt x="158515" y="88820"/>
                </a:lnTo>
                <a:cubicBezTo>
                  <a:pt x="168422" y="91213"/>
                  <a:pt x="172350" y="94800"/>
                  <a:pt x="172350" y="101120"/>
                </a:cubicBezTo>
                <a:cubicBezTo>
                  <a:pt x="172350" y="109661"/>
                  <a:pt x="163981" y="115299"/>
                  <a:pt x="151512" y="115299"/>
                </a:cubicBezTo>
                <a:cubicBezTo>
                  <a:pt x="143823" y="115299"/>
                  <a:pt x="137333" y="113078"/>
                  <a:pt x="133747" y="109320"/>
                </a:cubicBezTo>
                <a:cubicBezTo>
                  <a:pt x="131526" y="106758"/>
                  <a:pt x="130502" y="104196"/>
                  <a:pt x="129647" y="97875"/>
                </a:cubicBezTo>
                <a:lnTo>
                  <a:pt x="114616" y="97875"/>
                </a:lnTo>
                <a:cubicBezTo>
                  <a:pt x="115299" y="118544"/>
                  <a:pt x="126913" y="128451"/>
                  <a:pt x="150316" y="128451"/>
                </a:cubicBezTo>
                <a:cubicBezTo>
                  <a:pt x="172863" y="128451"/>
                  <a:pt x="187212" y="117347"/>
                  <a:pt x="187212" y="100096"/>
                </a:cubicBezTo>
                <a:cubicBezTo>
                  <a:pt x="187212" y="86772"/>
                  <a:pt x="179695" y="79427"/>
                  <a:pt x="161930" y="75158"/>
                </a:cubicBezTo>
                <a:lnTo>
                  <a:pt x="148264" y="71910"/>
                </a:lnTo>
                <a:cubicBezTo>
                  <a:pt x="136650" y="69179"/>
                  <a:pt x="131696" y="65420"/>
                  <a:pt x="131696" y="59100"/>
                </a:cubicBezTo>
                <a:cubicBezTo>
                  <a:pt x="131696" y="50731"/>
                  <a:pt x="139040" y="45607"/>
                  <a:pt x="150657" y="45607"/>
                </a:cubicBezTo>
                <a:cubicBezTo>
                  <a:pt x="162102" y="45607"/>
                  <a:pt x="168250" y="50559"/>
                  <a:pt x="168592" y="59955"/>
                </a:cubicBezTo>
                <a:lnTo>
                  <a:pt x="183623" y="59955"/>
                </a:lnTo>
                <a:close/>
                <a:moveTo>
                  <a:pt x="281842" y="84551"/>
                </a:moveTo>
                <a:cubicBezTo>
                  <a:pt x="281842" y="70886"/>
                  <a:pt x="280815" y="62686"/>
                  <a:pt x="278253" y="56027"/>
                </a:cubicBezTo>
                <a:cubicBezTo>
                  <a:pt x="272446" y="41335"/>
                  <a:pt x="258780" y="32455"/>
                  <a:pt x="242042" y="32455"/>
                </a:cubicBezTo>
                <a:cubicBezTo>
                  <a:pt x="217102" y="32455"/>
                  <a:pt x="201046" y="51414"/>
                  <a:pt x="201046" y="80965"/>
                </a:cubicBezTo>
                <a:cubicBezTo>
                  <a:pt x="201046" y="110516"/>
                  <a:pt x="216419" y="128451"/>
                  <a:pt x="241701" y="128451"/>
                </a:cubicBezTo>
                <a:cubicBezTo>
                  <a:pt x="262197" y="128451"/>
                  <a:pt x="276373" y="116834"/>
                  <a:pt x="279962" y="97362"/>
                </a:cubicBezTo>
                <a:lnTo>
                  <a:pt x="265614" y="97362"/>
                </a:lnTo>
                <a:cubicBezTo>
                  <a:pt x="261684" y="109148"/>
                  <a:pt x="253656" y="115299"/>
                  <a:pt x="242212" y="115299"/>
                </a:cubicBezTo>
                <a:cubicBezTo>
                  <a:pt x="233160" y="115299"/>
                  <a:pt x="225473" y="111199"/>
                  <a:pt x="220691" y="103682"/>
                </a:cubicBezTo>
                <a:cubicBezTo>
                  <a:pt x="217274" y="98558"/>
                  <a:pt x="216077" y="93434"/>
                  <a:pt x="215908" y="84551"/>
                </a:cubicBezTo>
                <a:lnTo>
                  <a:pt x="281842" y="84551"/>
                </a:lnTo>
                <a:moveTo>
                  <a:pt x="216249" y="72937"/>
                </a:moveTo>
                <a:cubicBezTo>
                  <a:pt x="217443" y="56368"/>
                  <a:pt x="227522" y="45607"/>
                  <a:pt x="241870" y="45607"/>
                </a:cubicBezTo>
                <a:cubicBezTo>
                  <a:pt x="256390" y="45607"/>
                  <a:pt x="266467" y="56879"/>
                  <a:pt x="266467" y="72937"/>
                </a:cubicBezTo>
                <a:lnTo>
                  <a:pt x="216249" y="72937"/>
                </a:lnTo>
                <a:close/>
                <a:moveTo>
                  <a:pt x="364000" y="59955"/>
                </a:moveTo>
                <a:cubicBezTo>
                  <a:pt x="363831" y="42362"/>
                  <a:pt x="352214" y="32455"/>
                  <a:pt x="331546" y="32455"/>
                </a:cubicBezTo>
                <a:cubicBezTo>
                  <a:pt x="310708" y="32455"/>
                  <a:pt x="297214" y="43214"/>
                  <a:pt x="297214" y="59783"/>
                </a:cubicBezTo>
                <a:cubicBezTo>
                  <a:pt x="297214" y="73789"/>
                  <a:pt x="304387" y="80451"/>
                  <a:pt x="325569" y="85576"/>
                </a:cubicBezTo>
                <a:lnTo>
                  <a:pt x="338893" y="88820"/>
                </a:lnTo>
                <a:cubicBezTo>
                  <a:pt x="348800" y="91213"/>
                  <a:pt x="352728" y="94800"/>
                  <a:pt x="352728" y="101120"/>
                </a:cubicBezTo>
                <a:cubicBezTo>
                  <a:pt x="352728" y="109661"/>
                  <a:pt x="344359" y="115299"/>
                  <a:pt x="331890" y="115299"/>
                </a:cubicBezTo>
                <a:cubicBezTo>
                  <a:pt x="324201" y="115299"/>
                  <a:pt x="317711" y="113078"/>
                  <a:pt x="314124" y="109320"/>
                </a:cubicBezTo>
                <a:cubicBezTo>
                  <a:pt x="311904" y="106758"/>
                  <a:pt x="310880" y="104196"/>
                  <a:pt x="310025" y="97875"/>
                </a:cubicBezTo>
                <a:lnTo>
                  <a:pt x="294994" y="97875"/>
                </a:lnTo>
                <a:cubicBezTo>
                  <a:pt x="295676" y="118544"/>
                  <a:pt x="307291" y="128451"/>
                  <a:pt x="330693" y="128451"/>
                </a:cubicBezTo>
                <a:cubicBezTo>
                  <a:pt x="353241" y="128451"/>
                  <a:pt x="367589" y="117347"/>
                  <a:pt x="367589" y="100096"/>
                </a:cubicBezTo>
                <a:cubicBezTo>
                  <a:pt x="367589" y="86772"/>
                  <a:pt x="360073" y="79427"/>
                  <a:pt x="342307" y="75158"/>
                </a:cubicBezTo>
                <a:lnTo>
                  <a:pt x="328642" y="71910"/>
                </a:lnTo>
                <a:cubicBezTo>
                  <a:pt x="317028" y="69179"/>
                  <a:pt x="312073" y="65420"/>
                  <a:pt x="312073" y="59100"/>
                </a:cubicBezTo>
                <a:cubicBezTo>
                  <a:pt x="312073" y="50731"/>
                  <a:pt x="319418" y="45607"/>
                  <a:pt x="331035" y="45607"/>
                </a:cubicBezTo>
                <a:cubicBezTo>
                  <a:pt x="342479" y="45607"/>
                  <a:pt x="348628" y="50559"/>
                  <a:pt x="348969" y="59955"/>
                </a:cubicBezTo>
                <a:lnTo>
                  <a:pt x="364000" y="59955"/>
                </a:lnTo>
                <a:close/>
                <a:moveTo>
                  <a:pt x="437279" y="124520"/>
                </a:moveTo>
                <a:lnTo>
                  <a:pt x="485278" y="124520"/>
                </a:lnTo>
                <a:cubicBezTo>
                  <a:pt x="516709" y="124520"/>
                  <a:pt x="536009" y="100951"/>
                  <a:pt x="536009" y="62175"/>
                </a:cubicBezTo>
                <a:cubicBezTo>
                  <a:pt x="536009" y="23572"/>
                  <a:pt x="516878" y="0"/>
                  <a:pt x="485278" y="0"/>
                </a:cubicBezTo>
                <a:lnTo>
                  <a:pt x="437279" y="0"/>
                </a:lnTo>
                <a:lnTo>
                  <a:pt x="437279" y="124520"/>
                </a:lnTo>
                <a:moveTo>
                  <a:pt x="453165" y="110516"/>
                </a:moveTo>
                <a:lnTo>
                  <a:pt x="453165" y="14007"/>
                </a:lnTo>
                <a:lnTo>
                  <a:pt x="482544" y="14007"/>
                </a:lnTo>
                <a:cubicBezTo>
                  <a:pt x="507141" y="14007"/>
                  <a:pt x="520123" y="30576"/>
                  <a:pt x="520123" y="62345"/>
                </a:cubicBezTo>
                <a:cubicBezTo>
                  <a:pt x="520123" y="93947"/>
                  <a:pt x="507141" y="110516"/>
                  <a:pt x="482544" y="110516"/>
                </a:cubicBezTo>
                <a:lnTo>
                  <a:pt x="453165" y="110516"/>
                </a:lnTo>
                <a:close/>
                <a:moveTo>
                  <a:pt x="633032" y="84551"/>
                </a:moveTo>
                <a:cubicBezTo>
                  <a:pt x="633032" y="70886"/>
                  <a:pt x="632005" y="62686"/>
                  <a:pt x="629443" y="56027"/>
                </a:cubicBezTo>
                <a:cubicBezTo>
                  <a:pt x="623636" y="41335"/>
                  <a:pt x="609970" y="32455"/>
                  <a:pt x="593232" y="32455"/>
                </a:cubicBezTo>
                <a:cubicBezTo>
                  <a:pt x="568292" y="32455"/>
                  <a:pt x="552236" y="51414"/>
                  <a:pt x="552236" y="80965"/>
                </a:cubicBezTo>
                <a:cubicBezTo>
                  <a:pt x="552236" y="110516"/>
                  <a:pt x="567609" y="128451"/>
                  <a:pt x="592891" y="128451"/>
                </a:cubicBezTo>
                <a:cubicBezTo>
                  <a:pt x="613387" y="128451"/>
                  <a:pt x="627563" y="116834"/>
                  <a:pt x="631152" y="97362"/>
                </a:cubicBezTo>
                <a:lnTo>
                  <a:pt x="616804" y="97362"/>
                </a:lnTo>
                <a:cubicBezTo>
                  <a:pt x="612874" y="109148"/>
                  <a:pt x="604846" y="115299"/>
                  <a:pt x="593401" y="115299"/>
                </a:cubicBezTo>
                <a:cubicBezTo>
                  <a:pt x="584350" y="115299"/>
                  <a:pt x="576663" y="111199"/>
                  <a:pt x="571881" y="103682"/>
                </a:cubicBezTo>
                <a:cubicBezTo>
                  <a:pt x="568464" y="98558"/>
                  <a:pt x="567267" y="93434"/>
                  <a:pt x="567098" y="84551"/>
                </a:cubicBezTo>
                <a:lnTo>
                  <a:pt x="633032" y="84551"/>
                </a:lnTo>
                <a:moveTo>
                  <a:pt x="567439" y="72937"/>
                </a:moveTo>
                <a:cubicBezTo>
                  <a:pt x="568633" y="56368"/>
                  <a:pt x="578712" y="45607"/>
                  <a:pt x="593060" y="45607"/>
                </a:cubicBezTo>
                <a:cubicBezTo>
                  <a:pt x="607580" y="45607"/>
                  <a:pt x="617657" y="56879"/>
                  <a:pt x="617657" y="72937"/>
                </a:cubicBezTo>
                <a:lnTo>
                  <a:pt x="567439" y="72937"/>
                </a:lnTo>
                <a:close/>
                <a:moveTo>
                  <a:pt x="649598" y="161758"/>
                </a:moveTo>
                <a:lnTo>
                  <a:pt x="663946" y="161758"/>
                </a:lnTo>
                <a:lnTo>
                  <a:pt x="663946" y="115127"/>
                </a:lnTo>
                <a:cubicBezTo>
                  <a:pt x="671463" y="124351"/>
                  <a:pt x="679832" y="128451"/>
                  <a:pt x="691449" y="128451"/>
                </a:cubicBezTo>
                <a:cubicBezTo>
                  <a:pt x="714679" y="128451"/>
                  <a:pt x="729710" y="109831"/>
                  <a:pt x="729710" y="81306"/>
                </a:cubicBezTo>
                <a:cubicBezTo>
                  <a:pt x="729710" y="51242"/>
                  <a:pt x="715021" y="32455"/>
                  <a:pt x="691277" y="32455"/>
                </a:cubicBezTo>
                <a:cubicBezTo>
                  <a:pt x="679149" y="32455"/>
                  <a:pt x="669414" y="37920"/>
                  <a:pt x="662752" y="48510"/>
                </a:cubicBezTo>
                <a:lnTo>
                  <a:pt x="662752" y="35017"/>
                </a:lnTo>
                <a:lnTo>
                  <a:pt x="649598" y="35017"/>
                </a:lnTo>
                <a:lnTo>
                  <a:pt x="649598" y="161758"/>
                </a:lnTo>
                <a:moveTo>
                  <a:pt x="688887" y="45776"/>
                </a:moveTo>
                <a:cubicBezTo>
                  <a:pt x="704600" y="45776"/>
                  <a:pt x="714849" y="59613"/>
                  <a:pt x="714849" y="80965"/>
                </a:cubicBezTo>
                <a:cubicBezTo>
                  <a:pt x="714849" y="101292"/>
                  <a:pt x="704431" y="115127"/>
                  <a:pt x="688887" y="115127"/>
                </a:cubicBezTo>
                <a:cubicBezTo>
                  <a:pt x="673683" y="115127"/>
                  <a:pt x="663946" y="101461"/>
                  <a:pt x="663946" y="80451"/>
                </a:cubicBezTo>
                <a:cubicBezTo>
                  <a:pt x="663946" y="59441"/>
                  <a:pt x="673683" y="45776"/>
                  <a:pt x="688887" y="45776"/>
                </a:cubicBezTo>
                <a:close/>
                <a:moveTo>
                  <a:pt x="761994" y="106758"/>
                </a:moveTo>
                <a:lnTo>
                  <a:pt x="744229" y="106758"/>
                </a:lnTo>
                <a:lnTo>
                  <a:pt x="744229" y="124520"/>
                </a:lnTo>
                <a:lnTo>
                  <a:pt x="761994" y="124520"/>
                </a:lnTo>
                <a:lnTo>
                  <a:pt x="761994" y="106758"/>
                </a:lnTo>
                <a:close/>
                <a:moveTo>
                  <a:pt x="904279" y="124520"/>
                </a:moveTo>
                <a:lnTo>
                  <a:pt x="939296" y="20155"/>
                </a:lnTo>
                <a:lnTo>
                  <a:pt x="939296" y="124520"/>
                </a:lnTo>
                <a:lnTo>
                  <a:pt x="954327" y="124520"/>
                </a:lnTo>
                <a:lnTo>
                  <a:pt x="954327" y="0"/>
                </a:lnTo>
                <a:lnTo>
                  <a:pt x="932293" y="0"/>
                </a:lnTo>
                <a:lnTo>
                  <a:pt x="896082" y="108465"/>
                </a:lnTo>
                <a:lnTo>
                  <a:pt x="859186" y="0"/>
                </a:lnTo>
                <a:lnTo>
                  <a:pt x="837152" y="0"/>
                </a:lnTo>
                <a:lnTo>
                  <a:pt x="837152" y="124520"/>
                </a:lnTo>
                <a:lnTo>
                  <a:pt x="852183" y="124520"/>
                </a:lnTo>
                <a:lnTo>
                  <a:pt x="852183" y="20155"/>
                </a:lnTo>
                <a:lnTo>
                  <a:pt x="887541" y="124520"/>
                </a:lnTo>
                <a:lnTo>
                  <a:pt x="904279" y="124520"/>
                </a:lnTo>
                <a:close/>
                <a:moveTo>
                  <a:pt x="1035635" y="35017"/>
                </a:moveTo>
                <a:lnTo>
                  <a:pt x="1035635" y="47997"/>
                </a:lnTo>
                <a:cubicBezTo>
                  <a:pt x="1028462" y="37237"/>
                  <a:pt x="1020604" y="32455"/>
                  <a:pt x="1009331" y="32455"/>
                </a:cubicBezTo>
                <a:cubicBezTo>
                  <a:pt x="987635" y="32455"/>
                  <a:pt x="972604" y="52610"/>
                  <a:pt x="972604" y="81306"/>
                </a:cubicBezTo>
                <a:cubicBezTo>
                  <a:pt x="972604" y="96337"/>
                  <a:pt x="976193" y="107268"/>
                  <a:pt x="983880" y="116323"/>
                </a:cubicBezTo>
                <a:cubicBezTo>
                  <a:pt x="990541" y="124179"/>
                  <a:pt x="999080" y="128451"/>
                  <a:pt x="1008304" y="128451"/>
                </a:cubicBezTo>
                <a:cubicBezTo>
                  <a:pt x="1019066" y="128451"/>
                  <a:pt x="1026752" y="123668"/>
                  <a:pt x="1034269" y="112393"/>
                </a:cubicBezTo>
                <a:lnTo>
                  <a:pt x="1034269" y="117006"/>
                </a:lnTo>
                <a:cubicBezTo>
                  <a:pt x="1034269" y="140920"/>
                  <a:pt x="1027607" y="149802"/>
                  <a:pt x="1009842" y="149802"/>
                </a:cubicBezTo>
                <a:cubicBezTo>
                  <a:pt x="997714" y="149802"/>
                  <a:pt x="991394" y="145019"/>
                  <a:pt x="990028" y="134771"/>
                </a:cubicBezTo>
                <a:lnTo>
                  <a:pt x="975508" y="134771"/>
                </a:lnTo>
                <a:cubicBezTo>
                  <a:pt x="976876" y="151340"/>
                  <a:pt x="990028" y="161758"/>
                  <a:pt x="1009500" y="161758"/>
                </a:cubicBezTo>
                <a:cubicBezTo>
                  <a:pt x="1022652" y="161758"/>
                  <a:pt x="1033586" y="157488"/>
                  <a:pt x="1039393" y="150313"/>
                </a:cubicBezTo>
                <a:cubicBezTo>
                  <a:pt x="1046224" y="141944"/>
                  <a:pt x="1048786" y="130841"/>
                  <a:pt x="1048786" y="109831"/>
                </a:cubicBezTo>
                <a:lnTo>
                  <a:pt x="1048786" y="35017"/>
                </a:lnTo>
                <a:lnTo>
                  <a:pt x="1035635" y="35017"/>
                </a:lnTo>
                <a:moveTo>
                  <a:pt x="1010697" y="45607"/>
                </a:moveTo>
                <a:cubicBezTo>
                  <a:pt x="1025728" y="45607"/>
                  <a:pt x="1034269" y="58245"/>
                  <a:pt x="1034269" y="80965"/>
                </a:cubicBezTo>
                <a:cubicBezTo>
                  <a:pt x="1034269" y="102658"/>
                  <a:pt x="1025556" y="115299"/>
                  <a:pt x="1010697" y="115299"/>
                </a:cubicBezTo>
                <a:cubicBezTo>
                  <a:pt x="996007" y="115299"/>
                  <a:pt x="987466" y="102486"/>
                  <a:pt x="987466" y="80451"/>
                </a:cubicBezTo>
                <a:cubicBezTo>
                  <a:pt x="987466" y="58589"/>
                  <a:pt x="996007" y="45607"/>
                  <a:pt x="1010697" y="45607"/>
                </a:cubicBezTo>
                <a:close/>
                <a:moveTo>
                  <a:pt x="1073555" y="35017"/>
                </a:moveTo>
                <a:lnTo>
                  <a:pt x="1073555" y="124520"/>
                </a:lnTo>
                <a:lnTo>
                  <a:pt x="1087903" y="124520"/>
                </a:lnTo>
                <a:lnTo>
                  <a:pt x="1087903" y="68324"/>
                </a:lnTo>
                <a:cubicBezTo>
                  <a:pt x="1087903" y="55341"/>
                  <a:pt x="1097299" y="44924"/>
                  <a:pt x="1108913" y="44924"/>
                </a:cubicBezTo>
                <a:cubicBezTo>
                  <a:pt x="1119503" y="44924"/>
                  <a:pt x="1125482" y="51414"/>
                  <a:pt x="1125482" y="62858"/>
                </a:cubicBezTo>
                <a:lnTo>
                  <a:pt x="1125482" y="124520"/>
                </a:lnTo>
                <a:lnTo>
                  <a:pt x="1139830" y="124520"/>
                </a:lnTo>
                <a:lnTo>
                  <a:pt x="1139830" y="68324"/>
                </a:lnTo>
                <a:cubicBezTo>
                  <a:pt x="1139830" y="55341"/>
                  <a:pt x="1149226" y="44924"/>
                  <a:pt x="1160840" y="44924"/>
                </a:cubicBezTo>
                <a:cubicBezTo>
                  <a:pt x="1171261" y="44924"/>
                  <a:pt x="1177409" y="51586"/>
                  <a:pt x="1177409" y="62858"/>
                </a:cubicBezTo>
                <a:lnTo>
                  <a:pt x="1177409" y="124520"/>
                </a:lnTo>
                <a:lnTo>
                  <a:pt x="1191757" y="124520"/>
                </a:lnTo>
                <a:lnTo>
                  <a:pt x="1191757" y="57393"/>
                </a:lnTo>
                <a:cubicBezTo>
                  <a:pt x="1191757" y="41335"/>
                  <a:pt x="1182533" y="32455"/>
                  <a:pt x="1165795" y="32455"/>
                </a:cubicBezTo>
                <a:cubicBezTo>
                  <a:pt x="1153837" y="32455"/>
                  <a:pt x="1146661" y="36041"/>
                  <a:pt x="1138292" y="46117"/>
                </a:cubicBezTo>
                <a:cubicBezTo>
                  <a:pt x="1132999" y="36552"/>
                  <a:pt x="1125823" y="32455"/>
                  <a:pt x="1114209" y="32455"/>
                </a:cubicBezTo>
                <a:cubicBezTo>
                  <a:pt x="1102251" y="32455"/>
                  <a:pt x="1094224" y="36893"/>
                  <a:pt x="1086707" y="47655"/>
                </a:cubicBezTo>
                <a:lnTo>
                  <a:pt x="1086707" y="35017"/>
                </a:lnTo>
                <a:lnTo>
                  <a:pt x="1073555" y="35017"/>
                </a:lnTo>
                <a:close/>
                <a:moveTo>
                  <a:pt x="1247272" y="35017"/>
                </a:moveTo>
                <a:lnTo>
                  <a:pt x="1232582" y="35017"/>
                </a:lnTo>
                <a:lnTo>
                  <a:pt x="1232582" y="10418"/>
                </a:lnTo>
                <a:lnTo>
                  <a:pt x="1218404" y="10418"/>
                </a:lnTo>
                <a:lnTo>
                  <a:pt x="1218404" y="35017"/>
                </a:lnTo>
                <a:lnTo>
                  <a:pt x="1206276" y="35017"/>
                </a:lnTo>
                <a:lnTo>
                  <a:pt x="1206276" y="46631"/>
                </a:lnTo>
                <a:lnTo>
                  <a:pt x="1218404" y="46631"/>
                </a:lnTo>
                <a:lnTo>
                  <a:pt x="1218404" y="114272"/>
                </a:lnTo>
                <a:cubicBezTo>
                  <a:pt x="1218404" y="123496"/>
                  <a:pt x="1224552" y="128451"/>
                  <a:pt x="1235655" y="128451"/>
                </a:cubicBezTo>
                <a:cubicBezTo>
                  <a:pt x="1239414" y="128451"/>
                  <a:pt x="1242489" y="128109"/>
                  <a:pt x="1247272" y="127254"/>
                </a:cubicBezTo>
                <a:lnTo>
                  <a:pt x="1247272" y="115299"/>
                </a:lnTo>
                <a:cubicBezTo>
                  <a:pt x="1245221" y="115810"/>
                  <a:pt x="1243342" y="115982"/>
                  <a:pt x="1240438" y="115982"/>
                </a:cubicBezTo>
                <a:cubicBezTo>
                  <a:pt x="1234290" y="115982"/>
                  <a:pt x="1232582" y="114272"/>
                  <a:pt x="1232582" y="107951"/>
                </a:cubicBezTo>
                <a:lnTo>
                  <a:pt x="1232582" y="46631"/>
                </a:lnTo>
                <a:lnTo>
                  <a:pt x="1247272" y="46631"/>
                </a:lnTo>
                <a:lnTo>
                  <a:pt x="1247272" y="35017"/>
                </a:lnTo>
                <a:close/>
                <a:moveTo>
                  <a:pt x="1283996" y="106758"/>
                </a:moveTo>
                <a:lnTo>
                  <a:pt x="1266231" y="106758"/>
                </a:lnTo>
                <a:lnTo>
                  <a:pt x="1266231" y="124520"/>
                </a:lnTo>
                <a:lnTo>
                  <a:pt x="1283996" y="124520"/>
                </a:lnTo>
                <a:lnTo>
                  <a:pt x="1283996" y="106758"/>
                </a:lnTo>
                <a:close/>
                <a:moveTo>
                  <a:pt x="1406809" y="14007"/>
                </a:moveTo>
                <a:lnTo>
                  <a:pt x="1447633" y="14007"/>
                </a:lnTo>
                <a:lnTo>
                  <a:pt x="1447633" y="0"/>
                </a:lnTo>
                <a:lnTo>
                  <a:pt x="1349930" y="0"/>
                </a:lnTo>
                <a:lnTo>
                  <a:pt x="1349930" y="14007"/>
                </a:lnTo>
                <a:lnTo>
                  <a:pt x="1390923" y="14007"/>
                </a:lnTo>
                <a:lnTo>
                  <a:pt x="1390923" y="124520"/>
                </a:lnTo>
                <a:lnTo>
                  <a:pt x="1406809" y="124520"/>
                </a:lnTo>
                <a:lnTo>
                  <a:pt x="1406809" y="140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ools">
            <a:extLst xmlns:a="http://schemas.openxmlformats.org/drawingml/2006/main">
              <a:ext uri="{FF2B5EF4-FFF2-40B4-BE49-F238E27FC236}">
                <a16:creationId xmlns:a16="http://schemas.microsoft.com/office/drawing/2014/main" id="{0949622A-ADEF-4D1C-B360-B9F8294B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29" y="490495"/>
            <a:ext cx="300118" cy="128451"/>
          </a:xfrm>
          <a:custGeom xmlns:a="http://schemas.openxmlformats.org/drawingml/2006/main">
            <a:pathLst>
              <a:path w="300118" h="128451">
                <a:moveTo>
                  <a:pt x="40310" y="32455"/>
                </a:moveTo>
                <a:cubicBezTo>
                  <a:pt x="15031" y="32455"/>
                  <a:pt x="0" y="50389"/>
                  <a:pt x="0" y="80451"/>
                </a:cubicBezTo>
                <a:cubicBezTo>
                  <a:pt x="0" y="110685"/>
                  <a:pt x="15031" y="128451"/>
                  <a:pt x="40482" y="128451"/>
                </a:cubicBezTo>
                <a:cubicBezTo>
                  <a:pt x="65762" y="128451"/>
                  <a:pt x="80965" y="110516"/>
                  <a:pt x="80965" y="81134"/>
                </a:cubicBezTo>
                <a:cubicBezTo>
                  <a:pt x="80965" y="50048"/>
                  <a:pt x="66275" y="32455"/>
                  <a:pt x="40310" y="32455"/>
                </a:cubicBezTo>
                <a:moveTo>
                  <a:pt x="40482" y="45607"/>
                </a:moveTo>
                <a:cubicBezTo>
                  <a:pt x="56538" y="45607"/>
                  <a:pt x="66103" y="58758"/>
                  <a:pt x="66103" y="80965"/>
                </a:cubicBezTo>
                <a:cubicBezTo>
                  <a:pt x="66103" y="102144"/>
                  <a:pt x="56196" y="115299"/>
                  <a:pt x="40482" y="115299"/>
                </a:cubicBezTo>
                <a:cubicBezTo>
                  <a:pt x="24596" y="115299"/>
                  <a:pt x="14859" y="102144"/>
                  <a:pt x="14859" y="80451"/>
                </a:cubicBezTo>
                <a:cubicBezTo>
                  <a:pt x="14859" y="58758"/>
                  <a:pt x="24596" y="45607"/>
                  <a:pt x="40482" y="45607"/>
                </a:cubicBezTo>
                <a:close/>
                <a:moveTo>
                  <a:pt x="135282" y="32455"/>
                </a:moveTo>
                <a:cubicBezTo>
                  <a:pt x="110003" y="32455"/>
                  <a:pt x="94972" y="50389"/>
                  <a:pt x="94972" y="80451"/>
                </a:cubicBezTo>
                <a:cubicBezTo>
                  <a:pt x="94972" y="110685"/>
                  <a:pt x="110003" y="128451"/>
                  <a:pt x="135454" y="128451"/>
                </a:cubicBezTo>
                <a:cubicBezTo>
                  <a:pt x="160733" y="128451"/>
                  <a:pt x="175936" y="110516"/>
                  <a:pt x="175936" y="81134"/>
                </a:cubicBezTo>
                <a:cubicBezTo>
                  <a:pt x="175936" y="50048"/>
                  <a:pt x="161247" y="32455"/>
                  <a:pt x="135282" y="32455"/>
                </a:cubicBezTo>
                <a:moveTo>
                  <a:pt x="135454" y="45607"/>
                </a:moveTo>
                <a:cubicBezTo>
                  <a:pt x="151509" y="45607"/>
                  <a:pt x="161075" y="58758"/>
                  <a:pt x="161075" y="80965"/>
                </a:cubicBezTo>
                <a:cubicBezTo>
                  <a:pt x="161075" y="102144"/>
                  <a:pt x="151168" y="115299"/>
                  <a:pt x="135454" y="115299"/>
                </a:cubicBezTo>
                <a:cubicBezTo>
                  <a:pt x="119568" y="115299"/>
                  <a:pt x="109831" y="102144"/>
                  <a:pt x="109831" y="80451"/>
                </a:cubicBezTo>
                <a:cubicBezTo>
                  <a:pt x="109831" y="58758"/>
                  <a:pt x="119568" y="45607"/>
                  <a:pt x="135454" y="45607"/>
                </a:cubicBezTo>
                <a:close/>
                <a:moveTo>
                  <a:pt x="209757" y="0"/>
                </a:moveTo>
                <a:lnTo>
                  <a:pt x="195409" y="0"/>
                </a:lnTo>
                <a:lnTo>
                  <a:pt x="195409" y="124520"/>
                </a:lnTo>
                <a:lnTo>
                  <a:pt x="209757" y="124520"/>
                </a:lnTo>
                <a:lnTo>
                  <a:pt x="209757" y="0"/>
                </a:lnTo>
                <a:close/>
                <a:moveTo>
                  <a:pt x="296529" y="59955"/>
                </a:moveTo>
                <a:cubicBezTo>
                  <a:pt x="296359" y="42362"/>
                  <a:pt x="284743" y="32455"/>
                  <a:pt x="264074" y="32455"/>
                </a:cubicBezTo>
                <a:cubicBezTo>
                  <a:pt x="243236" y="32455"/>
                  <a:pt x="229743" y="43214"/>
                  <a:pt x="229743" y="59783"/>
                </a:cubicBezTo>
                <a:cubicBezTo>
                  <a:pt x="229743" y="73789"/>
                  <a:pt x="236916" y="80451"/>
                  <a:pt x="258098" y="85576"/>
                </a:cubicBezTo>
                <a:lnTo>
                  <a:pt x="271421" y="88820"/>
                </a:lnTo>
                <a:cubicBezTo>
                  <a:pt x="281328" y="91213"/>
                  <a:pt x="285256" y="94800"/>
                  <a:pt x="285256" y="101120"/>
                </a:cubicBezTo>
                <a:cubicBezTo>
                  <a:pt x="285256" y="109661"/>
                  <a:pt x="276887" y="115299"/>
                  <a:pt x="264418" y="115299"/>
                </a:cubicBezTo>
                <a:cubicBezTo>
                  <a:pt x="256729" y="115299"/>
                  <a:pt x="250239" y="113078"/>
                  <a:pt x="246653" y="109320"/>
                </a:cubicBezTo>
                <a:cubicBezTo>
                  <a:pt x="244432" y="106758"/>
                  <a:pt x="243408" y="104196"/>
                  <a:pt x="242553" y="97875"/>
                </a:cubicBezTo>
                <a:lnTo>
                  <a:pt x="227522" y="97875"/>
                </a:lnTo>
                <a:cubicBezTo>
                  <a:pt x="228205" y="118544"/>
                  <a:pt x="239819" y="128451"/>
                  <a:pt x="263222" y="128451"/>
                </a:cubicBezTo>
                <a:cubicBezTo>
                  <a:pt x="285770" y="128451"/>
                  <a:pt x="300118" y="117347"/>
                  <a:pt x="300118" y="100096"/>
                </a:cubicBezTo>
                <a:cubicBezTo>
                  <a:pt x="300118" y="86772"/>
                  <a:pt x="292601" y="79427"/>
                  <a:pt x="274836" y="75158"/>
                </a:cubicBezTo>
                <a:lnTo>
                  <a:pt x="261171" y="71910"/>
                </a:lnTo>
                <a:cubicBezTo>
                  <a:pt x="249556" y="69179"/>
                  <a:pt x="244602" y="65420"/>
                  <a:pt x="244602" y="59100"/>
                </a:cubicBezTo>
                <a:cubicBezTo>
                  <a:pt x="244602" y="50731"/>
                  <a:pt x="251947" y="45607"/>
                  <a:pt x="263563" y="45607"/>
                </a:cubicBezTo>
                <a:cubicBezTo>
                  <a:pt x="275008" y="45607"/>
                  <a:pt x="281156" y="50559"/>
                  <a:pt x="281498" y="59955"/>
                </a:cubicBezTo>
                <a:lnTo>
                  <a:pt x="296529" y="59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0.0">
            <a:extLst xmlns:a="http://schemas.openxmlformats.org/drawingml/2006/main">
              <a:ext uri="{FF2B5EF4-FFF2-40B4-BE49-F238E27FC236}">
                <a16:creationId xmlns:a16="http://schemas.microsoft.com/office/drawing/2014/main" id="{0AC7BC12-4F2A-430C-B483-3BCE0C37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823" y="3743769"/>
            <a:ext cx="166284" cy="95570"/>
          </a:xfrm>
          <a:custGeom xmlns:a="http://schemas.openxmlformats.org/drawingml/2006/main">
            <a:pathLst>
              <a:path w="166284" h="95570">
                <a:moveTo>
                  <a:pt x="29721" y="0"/>
                </a:moveTo>
                <a:cubicBezTo>
                  <a:pt x="21266" y="0"/>
                  <a:pt x="13578" y="3843"/>
                  <a:pt x="8840" y="10120"/>
                </a:cubicBezTo>
                <a:cubicBezTo>
                  <a:pt x="2946" y="18320"/>
                  <a:pt x="0" y="30618"/>
                  <a:pt x="0" y="47785"/>
                </a:cubicBezTo>
                <a:cubicBezTo>
                  <a:pt x="0" y="79044"/>
                  <a:pt x="10247" y="95570"/>
                  <a:pt x="29721" y="95570"/>
                </a:cubicBezTo>
                <a:cubicBezTo>
                  <a:pt x="48936" y="95570"/>
                  <a:pt x="59441" y="79044"/>
                  <a:pt x="59441" y="48553"/>
                </a:cubicBezTo>
                <a:cubicBezTo>
                  <a:pt x="59441" y="30618"/>
                  <a:pt x="56624" y="18576"/>
                  <a:pt x="50602" y="10120"/>
                </a:cubicBezTo>
                <a:cubicBezTo>
                  <a:pt x="45861" y="3714"/>
                  <a:pt x="38304" y="0"/>
                  <a:pt x="29721" y="0"/>
                </a:cubicBezTo>
                <a:moveTo>
                  <a:pt x="29721" y="9993"/>
                </a:moveTo>
                <a:cubicBezTo>
                  <a:pt x="41891" y="9993"/>
                  <a:pt x="47912" y="22419"/>
                  <a:pt x="47912" y="47529"/>
                </a:cubicBezTo>
                <a:cubicBezTo>
                  <a:pt x="47912" y="73918"/>
                  <a:pt x="42018" y="86218"/>
                  <a:pt x="29465" y="86218"/>
                </a:cubicBezTo>
                <a:cubicBezTo>
                  <a:pt x="17550" y="86218"/>
                  <a:pt x="11529" y="73406"/>
                  <a:pt x="11529" y="47912"/>
                </a:cubicBezTo>
                <a:cubicBezTo>
                  <a:pt x="11529" y="22419"/>
                  <a:pt x="17550" y="9993"/>
                  <a:pt x="29721" y="9993"/>
                </a:cubicBezTo>
                <a:close/>
                <a:moveTo>
                  <a:pt x="90188" y="79300"/>
                </a:moveTo>
                <a:lnTo>
                  <a:pt x="76864" y="79300"/>
                </a:lnTo>
                <a:lnTo>
                  <a:pt x="76864" y="92622"/>
                </a:lnTo>
                <a:lnTo>
                  <a:pt x="90188" y="92622"/>
                </a:lnTo>
                <a:lnTo>
                  <a:pt x="90188" y="79300"/>
                </a:lnTo>
                <a:close/>
                <a:moveTo>
                  <a:pt x="136564" y="0"/>
                </a:moveTo>
                <a:cubicBezTo>
                  <a:pt x="128109" y="0"/>
                  <a:pt x="120421" y="3843"/>
                  <a:pt x="115683" y="10120"/>
                </a:cubicBezTo>
                <a:cubicBezTo>
                  <a:pt x="109789" y="18320"/>
                  <a:pt x="106843" y="30618"/>
                  <a:pt x="106843" y="47785"/>
                </a:cubicBezTo>
                <a:cubicBezTo>
                  <a:pt x="106843" y="79044"/>
                  <a:pt x="117090" y="95570"/>
                  <a:pt x="136564" y="95570"/>
                </a:cubicBezTo>
                <a:cubicBezTo>
                  <a:pt x="155779" y="95570"/>
                  <a:pt x="166284" y="79044"/>
                  <a:pt x="166284" y="48553"/>
                </a:cubicBezTo>
                <a:cubicBezTo>
                  <a:pt x="166284" y="30618"/>
                  <a:pt x="163467" y="18576"/>
                  <a:pt x="157445" y="10120"/>
                </a:cubicBezTo>
                <a:cubicBezTo>
                  <a:pt x="152704" y="3714"/>
                  <a:pt x="145147" y="0"/>
                  <a:pt x="136564" y="0"/>
                </a:cubicBezTo>
                <a:moveTo>
                  <a:pt x="136564" y="9993"/>
                </a:moveTo>
                <a:cubicBezTo>
                  <a:pt x="148734" y="9993"/>
                  <a:pt x="154755" y="22419"/>
                  <a:pt x="154755" y="47529"/>
                </a:cubicBezTo>
                <a:cubicBezTo>
                  <a:pt x="154755" y="73918"/>
                  <a:pt x="148861" y="86218"/>
                  <a:pt x="136308" y="86218"/>
                </a:cubicBezTo>
                <a:cubicBezTo>
                  <a:pt x="124393" y="86218"/>
                  <a:pt x="118372" y="73406"/>
                  <a:pt x="118372" y="47912"/>
                </a:cubicBezTo>
                <a:cubicBezTo>
                  <a:pt x="118372" y="22419"/>
                  <a:pt x="124393" y="9993"/>
                  <a:pt x="136564" y="9993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0.5">
            <a:extLst xmlns:a="http://schemas.openxmlformats.org/drawingml/2006/main">
              <a:ext uri="{FF2B5EF4-FFF2-40B4-BE49-F238E27FC236}">
                <a16:creationId xmlns:a16="http://schemas.microsoft.com/office/drawing/2014/main" id="{17D24742-E5EB-4685-9599-44A39799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899" y="3743769"/>
            <a:ext cx="167055" cy="95570"/>
          </a:xfrm>
          <a:custGeom xmlns:a="http://schemas.openxmlformats.org/drawingml/2006/main">
            <a:pathLst>
              <a:path w="167055" h="95570">
                <a:moveTo>
                  <a:pt x="29721" y="0"/>
                </a:moveTo>
                <a:cubicBezTo>
                  <a:pt x="21266" y="0"/>
                  <a:pt x="13578" y="3843"/>
                  <a:pt x="8840" y="10120"/>
                </a:cubicBezTo>
                <a:cubicBezTo>
                  <a:pt x="2946" y="18320"/>
                  <a:pt x="0" y="30618"/>
                  <a:pt x="0" y="47785"/>
                </a:cubicBezTo>
                <a:cubicBezTo>
                  <a:pt x="0" y="79044"/>
                  <a:pt x="10247" y="95570"/>
                  <a:pt x="29721" y="95570"/>
                </a:cubicBezTo>
                <a:cubicBezTo>
                  <a:pt x="48936" y="95570"/>
                  <a:pt x="59441" y="79044"/>
                  <a:pt x="59441" y="48553"/>
                </a:cubicBezTo>
                <a:cubicBezTo>
                  <a:pt x="59441" y="30618"/>
                  <a:pt x="56624" y="18576"/>
                  <a:pt x="50602" y="10120"/>
                </a:cubicBezTo>
                <a:cubicBezTo>
                  <a:pt x="45861" y="3714"/>
                  <a:pt x="38304" y="0"/>
                  <a:pt x="29721" y="0"/>
                </a:cubicBezTo>
                <a:moveTo>
                  <a:pt x="29721" y="9993"/>
                </a:moveTo>
                <a:cubicBezTo>
                  <a:pt x="41891" y="9993"/>
                  <a:pt x="47912" y="22419"/>
                  <a:pt x="47912" y="47529"/>
                </a:cubicBezTo>
                <a:cubicBezTo>
                  <a:pt x="47912" y="73918"/>
                  <a:pt x="42018" y="86218"/>
                  <a:pt x="29465" y="86218"/>
                </a:cubicBezTo>
                <a:cubicBezTo>
                  <a:pt x="17550" y="86218"/>
                  <a:pt x="11529" y="73406"/>
                  <a:pt x="11529" y="47912"/>
                </a:cubicBezTo>
                <a:cubicBezTo>
                  <a:pt x="11529" y="22419"/>
                  <a:pt x="17550" y="9993"/>
                  <a:pt x="29721" y="9993"/>
                </a:cubicBezTo>
                <a:close/>
                <a:moveTo>
                  <a:pt x="90188" y="79300"/>
                </a:moveTo>
                <a:lnTo>
                  <a:pt x="76864" y="79300"/>
                </a:lnTo>
                <a:lnTo>
                  <a:pt x="76864" y="92622"/>
                </a:lnTo>
                <a:lnTo>
                  <a:pt x="90188" y="92622"/>
                </a:lnTo>
                <a:lnTo>
                  <a:pt x="90188" y="79300"/>
                </a:lnTo>
                <a:close/>
                <a:moveTo>
                  <a:pt x="162314" y="1793"/>
                </a:moveTo>
                <a:lnTo>
                  <a:pt x="115425" y="1793"/>
                </a:lnTo>
                <a:lnTo>
                  <a:pt x="108636" y="51243"/>
                </a:lnTo>
                <a:lnTo>
                  <a:pt x="119012" y="51243"/>
                </a:lnTo>
                <a:cubicBezTo>
                  <a:pt x="124264" y="44966"/>
                  <a:pt x="128621" y="42788"/>
                  <a:pt x="135795" y="42788"/>
                </a:cubicBezTo>
                <a:cubicBezTo>
                  <a:pt x="147966" y="42788"/>
                  <a:pt x="155523" y="51116"/>
                  <a:pt x="155523" y="64567"/>
                </a:cubicBezTo>
                <a:cubicBezTo>
                  <a:pt x="155523" y="77635"/>
                  <a:pt x="147966" y="85577"/>
                  <a:pt x="135666" y="85577"/>
                </a:cubicBezTo>
                <a:cubicBezTo>
                  <a:pt x="125803" y="85577"/>
                  <a:pt x="119782" y="80580"/>
                  <a:pt x="117090" y="70331"/>
                </a:cubicBezTo>
                <a:lnTo>
                  <a:pt x="105817" y="70331"/>
                </a:lnTo>
                <a:cubicBezTo>
                  <a:pt x="107355" y="77762"/>
                  <a:pt x="108636" y="81349"/>
                  <a:pt x="111325" y="84680"/>
                </a:cubicBezTo>
                <a:cubicBezTo>
                  <a:pt x="116451" y="91598"/>
                  <a:pt x="125674" y="95570"/>
                  <a:pt x="135923" y="95570"/>
                </a:cubicBezTo>
                <a:cubicBezTo>
                  <a:pt x="154243" y="95570"/>
                  <a:pt x="167055" y="82246"/>
                  <a:pt x="167055" y="63030"/>
                </a:cubicBezTo>
                <a:cubicBezTo>
                  <a:pt x="167055" y="45095"/>
                  <a:pt x="155140" y="32796"/>
                  <a:pt x="137717" y="32796"/>
                </a:cubicBezTo>
                <a:cubicBezTo>
                  <a:pt x="131311" y="32796"/>
                  <a:pt x="126188" y="34461"/>
                  <a:pt x="120935" y="38304"/>
                </a:cubicBezTo>
                <a:lnTo>
                  <a:pt x="124522" y="12939"/>
                </a:lnTo>
                <a:lnTo>
                  <a:pt x="162314" y="12939"/>
                </a:lnTo>
                <a:lnTo>
                  <a:pt x="162314" y="1793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1.0">
            <a:extLst xmlns:a="http://schemas.openxmlformats.org/drawingml/2006/main">
              <a:ext uri="{FF2B5EF4-FFF2-40B4-BE49-F238E27FC236}">
                <a16:creationId xmlns:a16="http://schemas.microsoft.com/office/drawing/2014/main" id="{826C426E-97BF-44CF-9FA3-04FC4A6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532" y="3743769"/>
            <a:ext cx="158727" cy="95570"/>
          </a:xfrm>
          <a:custGeom xmlns:a="http://schemas.openxmlformats.org/drawingml/2006/main">
            <a:pathLst>
              <a:path w="158727" h="95570">
                <a:moveTo>
                  <a:pt x="20113" y="26646"/>
                </a:moveTo>
                <a:lnTo>
                  <a:pt x="20113" y="92622"/>
                </a:lnTo>
                <a:lnTo>
                  <a:pt x="31388" y="92622"/>
                </a:lnTo>
                <a:lnTo>
                  <a:pt x="31388" y="0"/>
                </a:lnTo>
                <a:lnTo>
                  <a:pt x="23956" y="0"/>
                </a:lnTo>
                <a:cubicBezTo>
                  <a:pt x="19986" y="14219"/>
                  <a:pt x="17423" y="16141"/>
                  <a:pt x="0" y="18447"/>
                </a:cubicBezTo>
                <a:lnTo>
                  <a:pt x="0" y="26646"/>
                </a:lnTo>
                <a:lnTo>
                  <a:pt x="20113" y="26646"/>
                </a:lnTo>
                <a:close/>
                <a:moveTo>
                  <a:pt x="82631" y="79300"/>
                </a:moveTo>
                <a:lnTo>
                  <a:pt x="69307" y="79300"/>
                </a:lnTo>
                <a:lnTo>
                  <a:pt x="69307" y="92622"/>
                </a:lnTo>
                <a:lnTo>
                  <a:pt x="82631" y="92622"/>
                </a:lnTo>
                <a:lnTo>
                  <a:pt x="82631" y="79300"/>
                </a:lnTo>
                <a:close/>
                <a:moveTo>
                  <a:pt x="129006" y="0"/>
                </a:moveTo>
                <a:cubicBezTo>
                  <a:pt x="120552" y="0"/>
                  <a:pt x="112864" y="3843"/>
                  <a:pt x="108125" y="10120"/>
                </a:cubicBezTo>
                <a:cubicBezTo>
                  <a:pt x="102232" y="18320"/>
                  <a:pt x="99286" y="30618"/>
                  <a:pt x="99286" y="47785"/>
                </a:cubicBezTo>
                <a:cubicBezTo>
                  <a:pt x="99286" y="79044"/>
                  <a:pt x="109533" y="95570"/>
                  <a:pt x="129006" y="95570"/>
                </a:cubicBezTo>
                <a:cubicBezTo>
                  <a:pt x="148222" y="95570"/>
                  <a:pt x="158727" y="79044"/>
                  <a:pt x="158727" y="48553"/>
                </a:cubicBezTo>
                <a:cubicBezTo>
                  <a:pt x="158727" y="30618"/>
                  <a:pt x="155910" y="18576"/>
                  <a:pt x="149888" y="10120"/>
                </a:cubicBezTo>
                <a:cubicBezTo>
                  <a:pt x="145147" y="3714"/>
                  <a:pt x="137590" y="0"/>
                  <a:pt x="129006" y="0"/>
                </a:cubicBezTo>
                <a:moveTo>
                  <a:pt x="129006" y="9993"/>
                </a:moveTo>
                <a:cubicBezTo>
                  <a:pt x="141177" y="9993"/>
                  <a:pt x="147198" y="22419"/>
                  <a:pt x="147198" y="47529"/>
                </a:cubicBezTo>
                <a:cubicBezTo>
                  <a:pt x="147198" y="73918"/>
                  <a:pt x="141304" y="86218"/>
                  <a:pt x="128750" y="86218"/>
                </a:cubicBezTo>
                <a:cubicBezTo>
                  <a:pt x="116836" y="86218"/>
                  <a:pt x="110815" y="73406"/>
                  <a:pt x="110815" y="47912"/>
                </a:cubicBezTo>
                <a:cubicBezTo>
                  <a:pt x="110815" y="22419"/>
                  <a:pt x="116836" y="9993"/>
                  <a:pt x="129006" y="9993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1.5">
            <a:extLst xmlns:a="http://schemas.openxmlformats.org/drawingml/2006/main">
              <a:ext uri="{FF2B5EF4-FFF2-40B4-BE49-F238E27FC236}">
                <a16:creationId xmlns:a16="http://schemas.microsoft.com/office/drawing/2014/main" id="{3C1CBF8B-4C1E-44F2-AB2D-9A3EEE60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608" y="3743769"/>
            <a:ext cx="159498" cy="95570"/>
          </a:xfrm>
          <a:custGeom xmlns:a="http://schemas.openxmlformats.org/drawingml/2006/main">
            <a:pathLst>
              <a:path w="159498" h="95570">
                <a:moveTo>
                  <a:pt x="20113" y="26646"/>
                </a:moveTo>
                <a:lnTo>
                  <a:pt x="20113" y="92622"/>
                </a:lnTo>
                <a:lnTo>
                  <a:pt x="31388" y="92622"/>
                </a:lnTo>
                <a:lnTo>
                  <a:pt x="31388" y="0"/>
                </a:lnTo>
                <a:lnTo>
                  <a:pt x="23956" y="0"/>
                </a:lnTo>
                <a:cubicBezTo>
                  <a:pt x="19986" y="14219"/>
                  <a:pt x="17423" y="16141"/>
                  <a:pt x="0" y="18447"/>
                </a:cubicBezTo>
                <a:lnTo>
                  <a:pt x="0" y="26646"/>
                </a:lnTo>
                <a:lnTo>
                  <a:pt x="20113" y="26646"/>
                </a:lnTo>
                <a:close/>
                <a:moveTo>
                  <a:pt x="82631" y="79300"/>
                </a:moveTo>
                <a:lnTo>
                  <a:pt x="69307" y="79300"/>
                </a:lnTo>
                <a:lnTo>
                  <a:pt x="69307" y="92622"/>
                </a:lnTo>
                <a:lnTo>
                  <a:pt x="82631" y="92622"/>
                </a:lnTo>
                <a:lnTo>
                  <a:pt x="82631" y="79300"/>
                </a:lnTo>
                <a:close/>
                <a:moveTo>
                  <a:pt x="154757" y="1793"/>
                </a:moveTo>
                <a:lnTo>
                  <a:pt x="107868" y="1793"/>
                </a:lnTo>
                <a:lnTo>
                  <a:pt x="101079" y="51243"/>
                </a:lnTo>
                <a:lnTo>
                  <a:pt x="111455" y="51243"/>
                </a:lnTo>
                <a:cubicBezTo>
                  <a:pt x="116707" y="44966"/>
                  <a:pt x="121064" y="42788"/>
                  <a:pt x="128239" y="42788"/>
                </a:cubicBezTo>
                <a:cubicBezTo>
                  <a:pt x="140409" y="42788"/>
                  <a:pt x="147966" y="51116"/>
                  <a:pt x="147966" y="64567"/>
                </a:cubicBezTo>
                <a:cubicBezTo>
                  <a:pt x="147966" y="77635"/>
                  <a:pt x="140409" y="85577"/>
                  <a:pt x="128110" y="85577"/>
                </a:cubicBezTo>
                <a:cubicBezTo>
                  <a:pt x="118246" y="85577"/>
                  <a:pt x="112225" y="80580"/>
                  <a:pt x="109533" y="70331"/>
                </a:cubicBezTo>
                <a:lnTo>
                  <a:pt x="98260" y="70331"/>
                </a:lnTo>
                <a:cubicBezTo>
                  <a:pt x="99798" y="77762"/>
                  <a:pt x="101079" y="81349"/>
                  <a:pt x="103768" y="84680"/>
                </a:cubicBezTo>
                <a:cubicBezTo>
                  <a:pt x="108894" y="91598"/>
                  <a:pt x="118117" y="95570"/>
                  <a:pt x="128366" y="95570"/>
                </a:cubicBezTo>
                <a:cubicBezTo>
                  <a:pt x="146686" y="95570"/>
                  <a:pt x="159498" y="82246"/>
                  <a:pt x="159498" y="63030"/>
                </a:cubicBezTo>
                <a:cubicBezTo>
                  <a:pt x="159498" y="45095"/>
                  <a:pt x="147583" y="32796"/>
                  <a:pt x="130160" y="32796"/>
                </a:cubicBezTo>
                <a:cubicBezTo>
                  <a:pt x="123754" y="32796"/>
                  <a:pt x="118631" y="34461"/>
                  <a:pt x="113378" y="38304"/>
                </a:cubicBezTo>
                <a:lnTo>
                  <a:pt x="116965" y="12939"/>
                </a:lnTo>
                <a:lnTo>
                  <a:pt x="154757" y="12939"/>
                </a:lnTo>
                <a:lnTo>
                  <a:pt x="154757" y="1793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2.0">
            <a:extLst xmlns:a="http://schemas.openxmlformats.org/drawingml/2006/main">
              <a:ext uri="{FF2B5EF4-FFF2-40B4-BE49-F238E27FC236}">
                <a16:creationId xmlns:a16="http://schemas.microsoft.com/office/drawing/2014/main" id="{ABA46BAD-FBE0-490A-9131-9DF5E82A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973" y="3743769"/>
            <a:ext cx="167438" cy="95570"/>
          </a:xfrm>
          <a:custGeom xmlns:a="http://schemas.openxmlformats.org/drawingml/2006/main">
            <a:pathLst>
              <a:path w="167438" h="95570">
                <a:moveTo>
                  <a:pt x="60468" y="81478"/>
                </a:moveTo>
                <a:lnTo>
                  <a:pt x="12683" y="81478"/>
                </a:lnTo>
                <a:cubicBezTo>
                  <a:pt x="13836" y="73791"/>
                  <a:pt x="17935" y="68922"/>
                  <a:pt x="29079" y="62133"/>
                </a:cubicBezTo>
                <a:lnTo>
                  <a:pt x="41891" y="54959"/>
                </a:lnTo>
                <a:cubicBezTo>
                  <a:pt x="54574" y="47912"/>
                  <a:pt x="61107" y="38433"/>
                  <a:pt x="61107" y="27031"/>
                </a:cubicBezTo>
                <a:cubicBezTo>
                  <a:pt x="61107" y="19345"/>
                  <a:pt x="58034" y="12171"/>
                  <a:pt x="52652" y="7174"/>
                </a:cubicBezTo>
                <a:cubicBezTo>
                  <a:pt x="47273" y="2307"/>
                  <a:pt x="40611" y="0"/>
                  <a:pt x="32027" y="0"/>
                </a:cubicBezTo>
                <a:cubicBezTo>
                  <a:pt x="20498" y="0"/>
                  <a:pt x="11914" y="4099"/>
                  <a:pt x="6918" y="12042"/>
                </a:cubicBezTo>
                <a:cubicBezTo>
                  <a:pt x="3714" y="16911"/>
                  <a:pt x="2305" y="22676"/>
                  <a:pt x="2049" y="32027"/>
                </a:cubicBezTo>
                <a:lnTo>
                  <a:pt x="13322" y="32027"/>
                </a:lnTo>
                <a:cubicBezTo>
                  <a:pt x="13707" y="25750"/>
                  <a:pt x="14475" y="22034"/>
                  <a:pt x="16014" y="18960"/>
                </a:cubicBezTo>
                <a:cubicBezTo>
                  <a:pt x="18960" y="13324"/>
                  <a:pt x="24853" y="9864"/>
                  <a:pt x="31642" y="9864"/>
                </a:cubicBezTo>
                <a:cubicBezTo>
                  <a:pt x="41891" y="9864"/>
                  <a:pt x="49577" y="17294"/>
                  <a:pt x="49577" y="27287"/>
                </a:cubicBezTo>
                <a:cubicBezTo>
                  <a:pt x="49577" y="34717"/>
                  <a:pt x="45351" y="41123"/>
                  <a:pt x="37280" y="45734"/>
                </a:cubicBezTo>
                <a:lnTo>
                  <a:pt x="25492" y="52652"/>
                </a:lnTo>
                <a:cubicBezTo>
                  <a:pt x="6533" y="63542"/>
                  <a:pt x="1024" y="72253"/>
                  <a:pt x="0" y="92495"/>
                </a:cubicBezTo>
                <a:lnTo>
                  <a:pt x="60468" y="92495"/>
                </a:lnTo>
                <a:lnTo>
                  <a:pt x="60468" y="81478"/>
                </a:lnTo>
                <a:close/>
                <a:moveTo>
                  <a:pt x="91341" y="79300"/>
                </a:moveTo>
                <a:lnTo>
                  <a:pt x="78018" y="79300"/>
                </a:lnTo>
                <a:lnTo>
                  <a:pt x="78018" y="92622"/>
                </a:lnTo>
                <a:lnTo>
                  <a:pt x="91341" y="92622"/>
                </a:lnTo>
                <a:lnTo>
                  <a:pt x="91341" y="79300"/>
                </a:lnTo>
                <a:close/>
                <a:moveTo>
                  <a:pt x="137717" y="0"/>
                </a:moveTo>
                <a:cubicBezTo>
                  <a:pt x="129263" y="0"/>
                  <a:pt x="121575" y="3843"/>
                  <a:pt x="116836" y="10120"/>
                </a:cubicBezTo>
                <a:cubicBezTo>
                  <a:pt x="110943" y="18320"/>
                  <a:pt x="107997" y="30618"/>
                  <a:pt x="107997" y="47785"/>
                </a:cubicBezTo>
                <a:cubicBezTo>
                  <a:pt x="107997" y="79044"/>
                  <a:pt x="118244" y="95570"/>
                  <a:pt x="137717" y="95570"/>
                </a:cubicBezTo>
                <a:cubicBezTo>
                  <a:pt x="156933" y="95570"/>
                  <a:pt x="167438" y="79044"/>
                  <a:pt x="167438" y="48553"/>
                </a:cubicBezTo>
                <a:cubicBezTo>
                  <a:pt x="167438" y="30618"/>
                  <a:pt x="164621" y="18576"/>
                  <a:pt x="158598" y="10120"/>
                </a:cubicBezTo>
                <a:cubicBezTo>
                  <a:pt x="153858" y="3714"/>
                  <a:pt x="146301" y="0"/>
                  <a:pt x="137717" y="0"/>
                </a:cubicBezTo>
                <a:moveTo>
                  <a:pt x="137717" y="9993"/>
                </a:moveTo>
                <a:cubicBezTo>
                  <a:pt x="149888" y="9993"/>
                  <a:pt x="155909" y="22419"/>
                  <a:pt x="155909" y="47529"/>
                </a:cubicBezTo>
                <a:cubicBezTo>
                  <a:pt x="155909" y="73918"/>
                  <a:pt x="150015" y="86218"/>
                  <a:pt x="137461" y="86218"/>
                </a:cubicBezTo>
                <a:cubicBezTo>
                  <a:pt x="125547" y="86218"/>
                  <a:pt x="119526" y="73406"/>
                  <a:pt x="119526" y="47912"/>
                </a:cubicBezTo>
                <a:cubicBezTo>
                  <a:pt x="119526" y="22419"/>
                  <a:pt x="125547" y="9993"/>
                  <a:pt x="137717" y="9993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HazardRatioEstimate(***p&lt;0.001,**p&lt;0.01,*p&lt;0.05)">
            <a:extLst xmlns:a="http://schemas.openxmlformats.org/drawingml/2006/main">
              <a:ext uri="{FF2B5EF4-FFF2-40B4-BE49-F238E27FC236}">
                <a16:creationId xmlns:a16="http://schemas.microsoft.com/office/drawing/2014/main" id="{E7878548-6D4A-4E33-9730-45E80626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126" y="3901757"/>
            <a:ext cx="4392435" cy="161758"/>
          </a:xfrm>
          <a:custGeom xmlns:a="http://schemas.openxmlformats.org/drawingml/2006/main">
            <a:pathLst>
              <a:path w="4392435" h="161758">
                <a:moveTo>
                  <a:pt x="79941" y="67813"/>
                </a:moveTo>
                <a:lnTo>
                  <a:pt x="79941" y="124520"/>
                </a:lnTo>
                <a:lnTo>
                  <a:pt x="95826" y="124520"/>
                </a:lnTo>
                <a:lnTo>
                  <a:pt x="95826" y="0"/>
                </a:lnTo>
                <a:lnTo>
                  <a:pt x="79941" y="0"/>
                </a:lnTo>
                <a:lnTo>
                  <a:pt x="79941" y="53806"/>
                </a:lnTo>
                <a:lnTo>
                  <a:pt x="15886" y="53806"/>
                </a:lnTo>
                <a:lnTo>
                  <a:pt x="15886" y="0"/>
                </a:lnTo>
                <a:lnTo>
                  <a:pt x="0" y="0"/>
                </a:lnTo>
                <a:lnTo>
                  <a:pt x="0" y="124520"/>
                </a:lnTo>
                <a:lnTo>
                  <a:pt x="15886" y="124520"/>
                </a:lnTo>
                <a:lnTo>
                  <a:pt x="15886" y="67813"/>
                </a:lnTo>
                <a:lnTo>
                  <a:pt x="79941" y="67813"/>
                </a:lnTo>
                <a:close/>
                <a:moveTo>
                  <a:pt x="200533" y="116151"/>
                </a:moveTo>
                <a:cubicBezTo>
                  <a:pt x="198998" y="116492"/>
                  <a:pt x="198312" y="116492"/>
                  <a:pt x="197460" y="116492"/>
                </a:cubicBezTo>
                <a:cubicBezTo>
                  <a:pt x="192505" y="116492"/>
                  <a:pt x="189774" y="113930"/>
                  <a:pt x="189774" y="109489"/>
                </a:cubicBezTo>
                <a:lnTo>
                  <a:pt x="189774" y="56879"/>
                </a:lnTo>
                <a:cubicBezTo>
                  <a:pt x="189774" y="40993"/>
                  <a:pt x="178157" y="32455"/>
                  <a:pt x="156122" y="32455"/>
                </a:cubicBezTo>
                <a:cubicBezTo>
                  <a:pt x="142971" y="32455"/>
                  <a:pt x="132550" y="36211"/>
                  <a:pt x="126402" y="42872"/>
                </a:cubicBezTo>
                <a:cubicBezTo>
                  <a:pt x="122302" y="47486"/>
                  <a:pt x="120592" y="52610"/>
                  <a:pt x="120251" y="61493"/>
                </a:cubicBezTo>
                <a:lnTo>
                  <a:pt x="134599" y="61493"/>
                </a:lnTo>
                <a:cubicBezTo>
                  <a:pt x="135795" y="50559"/>
                  <a:pt x="142288" y="45607"/>
                  <a:pt x="155609" y="45607"/>
                </a:cubicBezTo>
                <a:cubicBezTo>
                  <a:pt x="168591" y="45607"/>
                  <a:pt x="175595" y="50389"/>
                  <a:pt x="175595" y="58930"/>
                </a:cubicBezTo>
                <a:lnTo>
                  <a:pt x="175595" y="62686"/>
                </a:lnTo>
                <a:cubicBezTo>
                  <a:pt x="175425" y="68837"/>
                  <a:pt x="172350" y="71058"/>
                  <a:pt x="160733" y="72596"/>
                </a:cubicBezTo>
                <a:cubicBezTo>
                  <a:pt x="140578" y="75158"/>
                  <a:pt x="137502" y="75841"/>
                  <a:pt x="132037" y="78061"/>
                </a:cubicBezTo>
                <a:cubicBezTo>
                  <a:pt x="121619" y="82503"/>
                  <a:pt x="116323" y="90358"/>
                  <a:pt x="116323" y="101975"/>
                </a:cubicBezTo>
                <a:cubicBezTo>
                  <a:pt x="116323" y="118202"/>
                  <a:pt x="127596" y="128451"/>
                  <a:pt x="145702" y="128451"/>
                </a:cubicBezTo>
                <a:cubicBezTo>
                  <a:pt x="156977" y="128451"/>
                  <a:pt x="166029" y="124520"/>
                  <a:pt x="176108" y="115299"/>
                </a:cubicBezTo>
                <a:cubicBezTo>
                  <a:pt x="177133" y="124520"/>
                  <a:pt x="181574" y="128451"/>
                  <a:pt x="190798" y="128451"/>
                </a:cubicBezTo>
                <a:cubicBezTo>
                  <a:pt x="193871" y="128451"/>
                  <a:pt x="195750" y="128109"/>
                  <a:pt x="200533" y="126913"/>
                </a:cubicBezTo>
                <a:lnTo>
                  <a:pt x="200533" y="116151"/>
                </a:lnTo>
                <a:moveTo>
                  <a:pt x="175595" y="96337"/>
                </a:moveTo>
                <a:cubicBezTo>
                  <a:pt x="175595" y="101120"/>
                  <a:pt x="174229" y="104024"/>
                  <a:pt x="169957" y="107951"/>
                </a:cubicBezTo>
                <a:cubicBezTo>
                  <a:pt x="164150" y="113248"/>
                  <a:pt x="157147" y="115982"/>
                  <a:pt x="148778" y="115982"/>
                </a:cubicBezTo>
                <a:cubicBezTo>
                  <a:pt x="137674" y="115982"/>
                  <a:pt x="131185" y="110685"/>
                  <a:pt x="131185" y="101633"/>
                </a:cubicBezTo>
                <a:cubicBezTo>
                  <a:pt x="131185" y="92237"/>
                  <a:pt x="137333" y="87455"/>
                  <a:pt x="152706" y="85234"/>
                </a:cubicBezTo>
                <a:cubicBezTo>
                  <a:pt x="167909" y="83185"/>
                  <a:pt x="170812" y="82503"/>
                  <a:pt x="175595" y="80282"/>
                </a:cubicBezTo>
                <a:lnTo>
                  <a:pt x="175595" y="96337"/>
                </a:lnTo>
                <a:close/>
                <a:moveTo>
                  <a:pt x="279791" y="35017"/>
                </a:moveTo>
                <a:lnTo>
                  <a:pt x="213002" y="35017"/>
                </a:lnTo>
                <a:lnTo>
                  <a:pt x="213002" y="47486"/>
                </a:lnTo>
                <a:lnTo>
                  <a:pt x="262880" y="47486"/>
                </a:lnTo>
                <a:lnTo>
                  <a:pt x="209416" y="111710"/>
                </a:lnTo>
                <a:lnTo>
                  <a:pt x="209416" y="124520"/>
                </a:lnTo>
                <a:lnTo>
                  <a:pt x="282183" y="124520"/>
                </a:lnTo>
                <a:lnTo>
                  <a:pt x="282183" y="112051"/>
                </a:lnTo>
                <a:lnTo>
                  <a:pt x="226667" y="112051"/>
                </a:lnTo>
                <a:lnTo>
                  <a:pt x="279791" y="47655"/>
                </a:lnTo>
                <a:lnTo>
                  <a:pt x="279791" y="35017"/>
                </a:lnTo>
                <a:close/>
                <a:moveTo>
                  <a:pt x="380911" y="116151"/>
                </a:moveTo>
                <a:cubicBezTo>
                  <a:pt x="379375" y="116492"/>
                  <a:pt x="378690" y="116492"/>
                  <a:pt x="377838" y="116492"/>
                </a:cubicBezTo>
                <a:cubicBezTo>
                  <a:pt x="372883" y="116492"/>
                  <a:pt x="370151" y="113930"/>
                  <a:pt x="370151" y="109489"/>
                </a:cubicBezTo>
                <a:lnTo>
                  <a:pt x="370151" y="56879"/>
                </a:lnTo>
                <a:cubicBezTo>
                  <a:pt x="370151" y="40993"/>
                  <a:pt x="358535" y="32455"/>
                  <a:pt x="336500" y="32455"/>
                </a:cubicBezTo>
                <a:cubicBezTo>
                  <a:pt x="323349" y="32455"/>
                  <a:pt x="312928" y="36211"/>
                  <a:pt x="306780" y="42872"/>
                </a:cubicBezTo>
                <a:cubicBezTo>
                  <a:pt x="302680" y="47486"/>
                  <a:pt x="300970" y="52610"/>
                  <a:pt x="300629" y="61493"/>
                </a:cubicBezTo>
                <a:lnTo>
                  <a:pt x="314977" y="61493"/>
                </a:lnTo>
                <a:cubicBezTo>
                  <a:pt x="316173" y="50559"/>
                  <a:pt x="322666" y="45607"/>
                  <a:pt x="335987" y="45607"/>
                </a:cubicBezTo>
                <a:cubicBezTo>
                  <a:pt x="348969" y="45607"/>
                  <a:pt x="355973" y="50389"/>
                  <a:pt x="355973" y="58930"/>
                </a:cubicBezTo>
                <a:lnTo>
                  <a:pt x="355973" y="62686"/>
                </a:lnTo>
                <a:cubicBezTo>
                  <a:pt x="355803" y="68837"/>
                  <a:pt x="352728" y="71058"/>
                  <a:pt x="341111" y="72596"/>
                </a:cubicBezTo>
                <a:cubicBezTo>
                  <a:pt x="320956" y="75158"/>
                  <a:pt x="317880" y="75841"/>
                  <a:pt x="312415" y="78061"/>
                </a:cubicBezTo>
                <a:cubicBezTo>
                  <a:pt x="301997" y="82503"/>
                  <a:pt x="296701" y="90358"/>
                  <a:pt x="296701" y="101975"/>
                </a:cubicBezTo>
                <a:cubicBezTo>
                  <a:pt x="296701" y="118202"/>
                  <a:pt x="307973" y="128451"/>
                  <a:pt x="326080" y="128451"/>
                </a:cubicBezTo>
                <a:cubicBezTo>
                  <a:pt x="337355" y="128451"/>
                  <a:pt x="346407" y="124520"/>
                  <a:pt x="356486" y="115299"/>
                </a:cubicBezTo>
                <a:cubicBezTo>
                  <a:pt x="357510" y="124520"/>
                  <a:pt x="361952" y="128451"/>
                  <a:pt x="371176" y="128451"/>
                </a:cubicBezTo>
                <a:cubicBezTo>
                  <a:pt x="374249" y="128451"/>
                  <a:pt x="376128" y="128109"/>
                  <a:pt x="380911" y="126913"/>
                </a:cubicBezTo>
                <a:lnTo>
                  <a:pt x="380911" y="116151"/>
                </a:lnTo>
                <a:moveTo>
                  <a:pt x="355973" y="96337"/>
                </a:moveTo>
                <a:cubicBezTo>
                  <a:pt x="355973" y="101120"/>
                  <a:pt x="354607" y="104024"/>
                  <a:pt x="350335" y="107951"/>
                </a:cubicBezTo>
                <a:cubicBezTo>
                  <a:pt x="344528" y="113248"/>
                  <a:pt x="337525" y="115982"/>
                  <a:pt x="329156" y="115982"/>
                </a:cubicBezTo>
                <a:cubicBezTo>
                  <a:pt x="318052" y="115982"/>
                  <a:pt x="311562" y="110685"/>
                  <a:pt x="311562" y="101633"/>
                </a:cubicBezTo>
                <a:cubicBezTo>
                  <a:pt x="311562" y="92237"/>
                  <a:pt x="317711" y="87455"/>
                  <a:pt x="333083" y="85234"/>
                </a:cubicBezTo>
                <a:cubicBezTo>
                  <a:pt x="348286" y="83185"/>
                  <a:pt x="351190" y="82503"/>
                  <a:pt x="355973" y="80282"/>
                </a:cubicBezTo>
                <a:lnTo>
                  <a:pt x="355973" y="96337"/>
                </a:lnTo>
                <a:close/>
                <a:moveTo>
                  <a:pt x="396283" y="35017"/>
                </a:moveTo>
                <a:lnTo>
                  <a:pt x="396283" y="124520"/>
                </a:lnTo>
                <a:lnTo>
                  <a:pt x="410634" y="124520"/>
                </a:lnTo>
                <a:lnTo>
                  <a:pt x="410634" y="78061"/>
                </a:lnTo>
                <a:cubicBezTo>
                  <a:pt x="410803" y="56538"/>
                  <a:pt x="419686" y="46972"/>
                  <a:pt x="439330" y="47486"/>
                </a:cubicBezTo>
                <a:lnTo>
                  <a:pt x="439330" y="32966"/>
                </a:lnTo>
                <a:cubicBezTo>
                  <a:pt x="436937" y="32624"/>
                  <a:pt x="435572" y="32455"/>
                  <a:pt x="433862" y="32455"/>
                </a:cubicBezTo>
                <a:cubicBezTo>
                  <a:pt x="424638" y="32455"/>
                  <a:pt x="417637" y="37920"/>
                  <a:pt x="409437" y="51242"/>
                </a:cubicBezTo>
                <a:lnTo>
                  <a:pt x="409437" y="35017"/>
                </a:lnTo>
                <a:lnTo>
                  <a:pt x="396283" y="35017"/>
                </a:lnTo>
                <a:close/>
                <a:moveTo>
                  <a:pt x="525931" y="0"/>
                </a:moveTo>
                <a:lnTo>
                  <a:pt x="511752" y="0"/>
                </a:lnTo>
                <a:lnTo>
                  <a:pt x="511752" y="46289"/>
                </a:lnTo>
                <a:cubicBezTo>
                  <a:pt x="505776" y="37237"/>
                  <a:pt x="496211" y="32455"/>
                  <a:pt x="484252" y="32455"/>
                </a:cubicBezTo>
                <a:cubicBezTo>
                  <a:pt x="461022" y="32455"/>
                  <a:pt x="445819" y="51072"/>
                  <a:pt x="445819" y="79596"/>
                </a:cubicBezTo>
                <a:cubicBezTo>
                  <a:pt x="445819" y="109831"/>
                  <a:pt x="460511" y="128451"/>
                  <a:pt x="484766" y="128451"/>
                </a:cubicBezTo>
                <a:cubicBezTo>
                  <a:pt x="497063" y="128451"/>
                  <a:pt x="505604" y="123837"/>
                  <a:pt x="513290" y="112737"/>
                </a:cubicBezTo>
                <a:lnTo>
                  <a:pt x="513290" y="124520"/>
                </a:lnTo>
                <a:lnTo>
                  <a:pt x="525931" y="124520"/>
                </a:lnTo>
                <a:lnTo>
                  <a:pt x="525931" y="0"/>
                </a:lnTo>
                <a:moveTo>
                  <a:pt x="486645" y="45776"/>
                </a:moveTo>
                <a:cubicBezTo>
                  <a:pt x="502018" y="45776"/>
                  <a:pt x="511752" y="59272"/>
                  <a:pt x="511752" y="80793"/>
                </a:cubicBezTo>
                <a:cubicBezTo>
                  <a:pt x="511752" y="101461"/>
                  <a:pt x="501846" y="115127"/>
                  <a:pt x="486815" y="115127"/>
                </a:cubicBezTo>
                <a:cubicBezTo>
                  <a:pt x="471101" y="115127"/>
                  <a:pt x="460680" y="101292"/>
                  <a:pt x="460680" y="80451"/>
                </a:cubicBezTo>
                <a:cubicBezTo>
                  <a:pt x="460680" y="59613"/>
                  <a:pt x="471101" y="45776"/>
                  <a:pt x="486645" y="45776"/>
                </a:cubicBezTo>
                <a:close/>
                <a:moveTo>
                  <a:pt x="615606" y="70886"/>
                </a:moveTo>
                <a:lnTo>
                  <a:pt x="656602" y="70886"/>
                </a:lnTo>
                <a:cubicBezTo>
                  <a:pt x="670778" y="70886"/>
                  <a:pt x="677099" y="77720"/>
                  <a:pt x="677099" y="93092"/>
                </a:cubicBezTo>
                <a:lnTo>
                  <a:pt x="676930" y="104196"/>
                </a:lnTo>
                <a:cubicBezTo>
                  <a:pt x="676930" y="111882"/>
                  <a:pt x="678295" y="119396"/>
                  <a:pt x="680516" y="124520"/>
                </a:cubicBezTo>
                <a:lnTo>
                  <a:pt x="699819" y="124520"/>
                </a:lnTo>
                <a:lnTo>
                  <a:pt x="699819" y="120592"/>
                </a:lnTo>
                <a:cubicBezTo>
                  <a:pt x="693840" y="116492"/>
                  <a:pt x="692643" y="112051"/>
                  <a:pt x="692302" y="95482"/>
                </a:cubicBezTo>
                <a:cubicBezTo>
                  <a:pt x="692130" y="74986"/>
                  <a:pt x="688885" y="68837"/>
                  <a:pt x="675392" y="63028"/>
                </a:cubicBezTo>
                <a:cubicBezTo>
                  <a:pt x="689398" y="56027"/>
                  <a:pt x="695036" y="47655"/>
                  <a:pt x="695036" y="33307"/>
                </a:cubicBezTo>
                <a:cubicBezTo>
                  <a:pt x="695036" y="11786"/>
                  <a:pt x="681712" y="0"/>
                  <a:pt x="657116" y="0"/>
                </a:cubicBezTo>
                <a:lnTo>
                  <a:pt x="599721" y="0"/>
                </a:lnTo>
                <a:lnTo>
                  <a:pt x="599721" y="124520"/>
                </a:lnTo>
                <a:lnTo>
                  <a:pt x="615606" y="124520"/>
                </a:lnTo>
                <a:lnTo>
                  <a:pt x="615606" y="70886"/>
                </a:lnTo>
                <a:moveTo>
                  <a:pt x="615606" y="56879"/>
                </a:moveTo>
                <a:lnTo>
                  <a:pt x="615606" y="14007"/>
                </a:lnTo>
                <a:lnTo>
                  <a:pt x="654040" y="14007"/>
                </a:lnTo>
                <a:cubicBezTo>
                  <a:pt x="662923" y="14007"/>
                  <a:pt x="668047" y="15372"/>
                  <a:pt x="671975" y="18789"/>
                </a:cubicBezTo>
                <a:cubicBezTo>
                  <a:pt x="676247" y="22376"/>
                  <a:pt x="678467" y="28013"/>
                  <a:pt x="678467" y="35358"/>
                </a:cubicBezTo>
                <a:cubicBezTo>
                  <a:pt x="678467" y="50217"/>
                  <a:pt x="670950" y="56879"/>
                  <a:pt x="654040" y="56879"/>
                </a:cubicBezTo>
                <a:lnTo>
                  <a:pt x="615606" y="56879"/>
                </a:lnTo>
                <a:close/>
                <a:moveTo>
                  <a:pt x="798546" y="116151"/>
                </a:moveTo>
                <a:cubicBezTo>
                  <a:pt x="797011" y="116492"/>
                  <a:pt x="796326" y="116492"/>
                  <a:pt x="795473" y="116492"/>
                </a:cubicBezTo>
                <a:cubicBezTo>
                  <a:pt x="790519" y="116492"/>
                  <a:pt x="787787" y="113930"/>
                  <a:pt x="787787" y="109489"/>
                </a:cubicBezTo>
                <a:lnTo>
                  <a:pt x="787787" y="56879"/>
                </a:lnTo>
                <a:cubicBezTo>
                  <a:pt x="787787" y="40993"/>
                  <a:pt x="776170" y="32455"/>
                  <a:pt x="754136" y="32455"/>
                </a:cubicBezTo>
                <a:cubicBezTo>
                  <a:pt x="740984" y="32455"/>
                  <a:pt x="730564" y="36211"/>
                  <a:pt x="724415" y="42872"/>
                </a:cubicBezTo>
                <a:cubicBezTo>
                  <a:pt x="720316" y="47486"/>
                  <a:pt x="718606" y="52610"/>
                  <a:pt x="718264" y="61493"/>
                </a:cubicBezTo>
                <a:lnTo>
                  <a:pt x="732613" y="61493"/>
                </a:lnTo>
                <a:cubicBezTo>
                  <a:pt x="733809" y="50559"/>
                  <a:pt x="740301" y="45607"/>
                  <a:pt x="753623" y="45607"/>
                </a:cubicBezTo>
                <a:cubicBezTo>
                  <a:pt x="766605" y="45607"/>
                  <a:pt x="773608" y="50389"/>
                  <a:pt x="773608" y="58930"/>
                </a:cubicBezTo>
                <a:lnTo>
                  <a:pt x="773608" y="62686"/>
                </a:lnTo>
                <a:cubicBezTo>
                  <a:pt x="773439" y="68837"/>
                  <a:pt x="770363" y="71058"/>
                  <a:pt x="758747" y="72596"/>
                </a:cubicBezTo>
                <a:cubicBezTo>
                  <a:pt x="738592" y="75158"/>
                  <a:pt x="735516" y="75841"/>
                  <a:pt x="730050" y="78061"/>
                </a:cubicBezTo>
                <a:cubicBezTo>
                  <a:pt x="719633" y="82503"/>
                  <a:pt x="714337" y="90358"/>
                  <a:pt x="714337" y="101975"/>
                </a:cubicBezTo>
                <a:cubicBezTo>
                  <a:pt x="714337" y="118202"/>
                  <a:pt x="725609" y="128451"/>
                  <a:pt x="743716" y="128451"/>
                </a:cubicBezTo>
                <a:cubicBezTo>
                  <a:pt x="754991" y="128451"/>
                  <a:pt x="764043" y="124520"/>
                  <a:pt x="774122" y="115299"/>
                </a:cubicBezTo>
                <a:cubicBezTo>
                  <a:pt x="775146" y="124520"/>
                  <a:pt x="779587" y="128451"/>
                  <a:pt x="788811" y="128451"/>
                </a:cubicBezTo>
                <a:cubicBezTo>
                  <a:pt x="791884" y="128451"/>
                  <a:pt x="793764" y="128109"/>
                  <a:pt x="798546" y="126913"/>
                </a:cubicBezTo>
                <a:lnTo>
                  <a:pt x="798546" y="116151"/>
                </a:lnTo>
                <a:moveTo>
                  <a:pt x="773608" y="96337"/>
                </a:moveTo>
                <a:cubicBezTo>
                  <a:pt x="773608" y="101120"/>
                  <a:pt x="772243" y="104024"/>
                  <a:pt x="767971" y="107951"/>
                </a:cubicBezTo>
                <a:cubicBezTo>
                  <a:pt x="762164" y="113248"/>
                  <a:pt x="755160" y="115982"/>
                  <a:pt x="746791" y="115982"/>
                </a:cubicBezTo>
                <a:cubicBezTo>
                  <a:pt x="735688" y="115982"/>
                  <a:pt x="729198" y="110685"/>
                  <a:pt x="729198" y="101633"/>
                </a:cubicBezTo>
                <a:cubicBezTo>
                  <a:pt x="729198" y="92237"/>
                  <a:pt x="735347" y="87455"/>
                  <a:pt x="750719" y="85234"/>
                </a:cubicBezTo>
                <a:cubicBezTo>
                  <a:pt x="765922" y="83185"/>
                  <a:pt x="768826" y="82503"/>
                  <a:pt x="773608" y="80282"/>
                </a:cubicBezTo>
                <a:lnTo>
                  <a:pt x="773608" y="96337"/>
                </a:lnTo>
                <a:close/>
                <a:moveTo>
                  <a:pt x="845521" y="35017"/>
                </a:moveTo>
                <a:lnTo>
                  <a:pt x="830832" y="35017"/>
                </a:lnTo>
                <a:lnTo>
                  <a:pt x="830832" y="10418"/>
                </a:lnTo>
                <a:lnTo>
                  <a:pt x="816653" y="10418"/>
                </a:lnTo>
                <a:lnTo>
                  <a:pt x="816653" y="35017"/>
                </a:lnTo>
                <a:lnTo>
                  <a:pt x="804525" y="35017"/>
                </a:lnTo>
                <a:lnTo>
                  <a:pt x="804525" y="46631"/>
                </a:lnTo>
                <a:lnTo>
                  <a:pt x="816653" y="46631"/>
                </a:lnTo>
                <a:lnTo>
                  <a:pt x="816653" y="114272"/>
                </a:lnTo>
                <a:cubicBezTo>
                  <a:pt x="816653" y="123496"/>
                  <a:pt x="822801" y="128451"/>
                  <a:pt x="833905" y="128451"/>
                </a:cubicBezTo>
                <a:cubicBezTo>
                  <a:pt x="837663" y="128451"/>
                  <a:pt x="840739" y="128109"/>
                  <a:pt x="845521" y="127254"/>
                </a:cubicBezTo>
                <a:lnTo>
                  <a:pt x="845521" y="115299"/>
                </a:lnTo>
                <a:cubicBezTo>
                  <a:pt x="843470" y="115810"/>
                  <a:pt x="841591" y="115982"/>
                  <a:pt x="838687" y="115982"/>
                </a:cubicBezTo>
                <a:cubicBezTo>
                  <a:pt x="832539" y="115982"/>
                  <a:pt x="830832" y="114272"/>
                  <a:pt x="830832" y="107951"/>
                </a:cubicBezTo>
                <a:lnTo>
                  <a:pt x="830832" y="46631"/>
                </a:lnTo>
                <a:lnTo>
                  <a:pt x="845521" y="46631"/>
                </a:lnTo>
                <a:lnTo>
                  <a:pt x="845521" y="35017"/>
                </a:lnTo>
                <a:close/>
                <a:moveTo>
                  <a:pt x="875242" y="35017"/>
                </a:moveTo>
                <a:lnTo>
                  <a:pt x="861063" y="35017"/>
                </a:lnTo>
                <a:lnTo>
                  <a:pt x="861063" y="124520"/>
                </a:lnTo>
                <a:lnTo>
                  <a:pt x="875242" y="124520"/>
                </a:lnTo>
                <a:lnTo>
                  <a:pt x="875242" y="35017"/>
                </a:lnTo>
                <a:moveTo>
                  <a:pt x="875242" y="0"/>
                </a:moveTo>
                <a:lnTo>
                  <a:pt x="860894" y="0"/>
                </a:lnTo>
                <a:lnTo>
                  <a:pt x="860894" y="17935"/>
                </a:lnTo>
                <a:lnTo>
                  <a:pt x="875242" y="17935"/>
                </a:lnTo>
                <a:lnTo>
                  <a:pt x="875242" y="0"/>
                </a:lnTo>
                <a:close/>
                <a:moveTo>
                  <a:pt x="934000" y="32455"/>
                </a:moveTo>
                <a:cubicBezTo>
                  <a:pt x="908721" y="32455"/>
                  <a:pt x="893690" y="50389"/>
                  <a:pt x="893690" y="80451"/>
                </a:cubicBezTo>
                <a:cubicBezTo>
                  <a:pt x="893690" y="110685"/>
                  <a:pt x="908721" y="128451"/>
                  <a:pt x="934172" y="128451"/>
                </a:cubicBezTo>
                <a:cubicBezTo>
                  <a:pt x="959452" y="128451"/>
                  <a:pt x="974655" y="110516"/>
                  <a:pt x="974655" y="81134"/>
                </a:cubicBezTo>
                <a:cubicBezTo>
                  <a:pt x="974655" y="50048"/>
                  <a:pt x="959965" y="32455"/>
                  <a:pt x="934000" y="32455"/>
                </a:cubicBezTo>
                <a:moveTo>
                  <a:pt x="934172" y="45607"/>
                </a:moveTo>
                <a:cubicBezTo>
                  <a:pt x="950228" y="45607"/>
                  <a:pt x="959793" y="58758"/>
                  <a:pt x="959793" y="80965"/>
                </a:cubicBezTo>
                <a:cubicBezTo>
                  <a:pt x="959793" y="102144"/>
                  <a:pt x="949886" y="115299"/>
                  <a:pt x="934172" y="115299"/>
                </a:cubicBezTo>
                <a:cubicBezTo>
                  <a:pt x="918286" y="115299"/>
                  <a:pt x="908549" y="102144"/>
                  <a:pt x="908549" y="80451"/>
                </a:cubicBezTo>
                <a:cubicBezTo>
                  <a:pt x="908549" y="58758"/>
                  <a:pt x="918286" y="45607"/>
                  <a:pt x="934172" y="45607"/>
                </a:cubicBezTo>
                <a:close/>
                <a:moveTo>
                  <a:pt x="1061257" y="67813"/>
                </a:moveTo>
                <a:lnTo>
                  <a:pt x="1129067" y="67813"/>
                </a:lnTo>
                <a:lnTo>
                  <a:pt x="1129067" y="53806"/>
                </a:lnTo>
                <a:lnTo>
                  <a:pt x="1061257" y="53806"/>
                </a:lnTo>
                <a:lnTo>
                  <a:pt x="1061257" y="14007"/>
                </a:lnTo>
                <a:lnTo>
                  <a:pt x="1131630" y="14007"/>
                </a:lnTo>
                <a:lnTo>
                  <a:pt x="1131630" y="0"/>
                </a:lnTo>
                <a:lnTo>
                  <a:pt x="1045371" y="0"/>
                </a:lnTo>
                <a:lnTo>
                  <a:pt x="1045371" y="124520"/>
                </a:lnTo>
                <a:lnTo>
                  <a:pt x="1134705" y="124520"/>
                </a:lnTo>
                <a:lnTo>
                  <a:pt x="1134705" y="110516"/>
                </a:lnTo>
                <a:lnTo>
                  <a:pt x="1061257" y="110516"/>
                </a:lnTo>
                <a:lnTo>
                  <a:pt x="1061257" y="67813"/>
                </a:lnTo>
                <a:close/>
                <a:moveTo>
                  <a:pt x="1218744" y="59955"/>
                </a:moveTo>
                <a:cubicBezTo>
                  <a:pt x="1218575" y="42362"/>
                  <a:pt x="1206958" y="32455"/>
                  <a:pt x="1186289" y="32455"/>
                </a:cubicBezTo>
                <a:cubicBezTo>
                  <a:pt x="1165451" y="32455"/>
                  <a:pt x="1151958" y="43214"/>
                  <a:pt x="1151958" y="59783"/>
                </a:cubicBezTo>
                <a:cubicBezTo>
                  <a:pt x="1151958" y="73789"/>
                  <a:pt x="1159131" y="80451"/>
                  <a:pt x="1180313" y="85576"/>
                </a:cubicBezTo>
                <a:lnTo>
                  <a:pt x="1193637" y="88820"/>
                </a:lnTo>
                <a:cubicBezTo>
                  <a:pt x="1203544" y="91213"/>
                  <a:pt x="1207471" y="94800"/>
                  <a:pt x="1207471" y="101120"/>
                </a:cubicBezTo>
                <a:cubicBezTo>
                  <a:pt x="1207471" y="109661"/>
                  <a:pt x="1199102" y="115299"/>
                  <a:pt x="1186633" y="115299"/>
                </a:cubicBezTo>
                <a:cubicBezTo>
                  <a:pt x="1178945" y="115299"/>
                  <a:pt x="1172455" y="113078"/>
                  <a:pt x="1168868" y="109320"/>
                </a:cubicBezTo>
                <a:cubicBezTo>
                  <a:pt x="1166648" y="106758"/>
                  <a:pt x="1165623" y="104196"/>
                  <a:pt x="1164768" y="97875"/>
                </a:cubicBezTo>
                <a:lnTo>
                  <a:pt x="1149737" y="97875"/>
                </a:lnTo>
                <a:cubicBezTo>
                  <a:pt x="1150420" y="118544"/>
                  <a:pt x="1162034" y="128451"/>
                  <a:pt x="1185437" y="128451"/>
                </a:cubicBezTo>
                <a:cubicBezTo>
                  <a:pt x="1207985" y="128451"/>
                  <a:pt x="1222333" y="117347"/>
                  <a:pt x="1222333" y="100096"/>
                </a:cubicBezTo>
                <a:cubicBezTo>
                  <a:pt x="1222333" y="86772"/>
                  <a:pt x="1214816" y="79427"/>
                  <a:pt x="1197051" y="75158"/>
                </a:cubicBezTo>
                <a:lnTo>
                  <a:pt x="1183386" y="71910"/>
                </a:lnTo>
                <a:cubicBezTo>
                  <a:pt x="1171772" y="69179"/>
                  <a:pt x="1166817" y="65420"/>
                  <a:pt x="1166817" y="59100"/>
                </a:cubicBezTo>
                <a:cubicBezTo>
                  <a:pt x="1166817" y="50731"/>
                  <a:pt x="1174162" y="45607"/>
                  <a:pt x="1185779" y="45607"/>
                </a:cubicBezTo>
                <a:cubicBezTo>
                  <a:pt x="1197223" y="45607"/>
                  <a:pt x="1203372" y="50559"/>
                  <a:pt x="1203713" y="59955"/>
                </a:cubicBezTo>
                <a:lnTo>
                  <a:pt x="1218744" y="59955"/>
                </a:lnTo>
                <a:close/>
                <a:moveTo>
                  <a:pt x="1272723" y="35017"/>
                </a:moveTo>
                <a:lnTo>
                  <a:pt x="1258033" y="35017"/>
                </a:lnTo>
                <a:lnTo>
                  <a:pt x="1258033" y="10418"/>
                </a:lnTo>
                <a:lnTo>
                  <a:pt x="1243854" y="10418"/>
                </a:lnTo>
                <a:lnTo>
                  <a:pt x="1243854" y="35017"/>
                </a:lnTo>
                <a:lnTo>
                  <a:pt x="1231727" y="35017"/>
                </a:lnTo>
                <a:lnTo>
                  <a:pt x="1231727" y="46631"/>
                </a:lnTo>
                <a:lnTo>
                  <a:pt x="1243854" y="46631"/>
                </a:lnTo>
                <a:lnTo>
                  <a:pt x="1243854" y="114272"/>
                </a:lnTo>
                <a:cubicBezTo>
                  <a:pt x="1243854" y="123496"/>
                  <a:pt x="1250003" y="128451"/>
                  <a:pt x="1261106" y="128451"/>
                </a:cubicBezTo>
                <a:cubicBezTo>
                  <a:pt x="1264864" y="128451"/>
                  <a:pt x="1267940" y="128109"/>
                  <a:pt x="1272723" y="127254"/>
                </a:cubicBezTo>
                <a:lnTo>
                  <a:pt x="1272723" y="115299"/>
                </a:lnTo>
                <a:cubicBezTo>
                  <a:pt x="1270671" y="115810"/>
                  <a:pt x="1268792" y="115982"/>
                  <a:pt x="1265889" y="115982"/>
                </a:cubicBezTo>
                <a:cubicBezTo>
                  <a:pt x="1259740" y="115982"/>
                  <a:pt x="1258033" y="114272"/>
                  <a:pt x="1258033" y="107951"/>
                </a:cubicBezTo>
                <a:lnTo>
                  <a:pt x="1258033" y="46631"/>
                </a:lnTo>
                <a:lnTo>
                  <a:pt x="1272723" y="46631"/>
                </a:lnTo>
                <a:lnTo>
                  <a:pt x="1272723" y="35017"/>
                </a:lnTo>
                <a:close/>
                <a:moveTo>
                  <a:pt x="1302443" y="35017"/>
                </a:moveTo>
                <a:lnTo>
                  <a:pt x="1288264" y="35017"/>
                </a:lnTo>
                <a:lnTo>
                  <a:pt x="1288264" y="124520"/>
                </a:lnTo>
                <a:lnTo>
                  <a:pt x="1302443" y="124520"/>
                </a:lnTo>
                <a:lnTo>
                  <a:pt x="1302443" y="35017"/>
                </a:lnTo>
                <a:moveTo>
                  <a:pt x="1302443" y="0"/>
                </a:moveTo>
                <a:lnTo>
                  <a:pt x="1288095" y="0"/>
                </a:lnTo>
                <a:lnTo>
                  <a:pt x="1288095" y="17935"/>
                </a:lnTo>
                <a:lnTo>
                  <a:pt x="1302443" y="17935"/>
                </a:lnTo>
                <a:lnTo>
                  <a:pt x="1302443" y="0"/>
                </a:lnTo>
                <a:close/>
                <a:moveTo>
                  <a:pt x="1326698" y="35017"/>
                </a:moveTo>
                <a:lnTo>
                  <a:pt x="1326698" y="124520"/>
                </a:lnTo>
                <a:lnTo>
                  <a:pt x="1341046" y="124520"/>
                </a:lnTo>
                <a:lnTo>
                  <a:pt x="1341046" y="68324"/>
                </a:lnTo>
                <a:cubicBezTo>
                  <a:pt x="1341046" y="55341"/>
                  <a:pt x="1350442" y="44924"/>
                  <a:pt x="1362056" y="44924"/>
                </a:cubicBezTo>
                <a:cubicBezTo>
                  <a:pt x="1372646" y="44924"/>
                  <a:pt x="1378625" y="51414"/>
                  <a:pt x="1378625" y="62858"/>
                </a:cubicBezTo>
                <a:lnTo>
                  <a:pt x="1378625" y="124520"/>
                </a:lnTo>
                <a:lnTo>
                  <a:pt x="1392973" y="124520"/>
                </a:lnTo>
                <a:lnTo>
                  <a:pt x="1392973" y="68324"/>
                </a:lnTo>
                <a:cubicBezTo>
                  <a:pt x="1392973" y="55341"/>
                  <a:pt x="1402369" y="44924"/>
                  <a:pt x="1413983" y="44924"/>
                </a:cubicBezTo>
                <a:cubicBezTo>
                  <a:pt x="1424404" y="44924"/>
                  <a:pt x="1430552" y="51586"/>
                  <a:pt x="1430552" y="62858"/>
                </a:cubicBezTo>
                <a:lnTo>
                  <a:pt x="1430552" y="124520"/>
                </a:lnTo>
                <a:lnTo>
                  <a:pt x="1444900" y="124520"/>
                </a:lnTo>
                <a:lnTo>
                  <a:pt x="1444900" y="57393"/>
                </a:lnTo>
                <a:cubicBezTo>
                  <a:pt x="1444900" y="41335"/>
                  <a:pt x="1435676" y="32455"/>
                  <a:pt x="1418938" y="32455"/>
                </a:cubicBezTo>
                <a:cubicBezTo>
                  <a:pt x="1406980" y="32455"/>
                  <a:pt x="1399805" y="36041"/>
                  <a:pt x="1391436" y="46117"/>
                </a:cubicBezTo>
                <a:cubicBezTo>
                  <a:pt x="1386142" y="36552"/>
                  <a:pt x="1378967" y="32455"/>
                  <a:pt x="1367352" y="32455"/>
                </a:cubicBezTo>
                <a:cubicBezTo>
                  <a:pt x="1355394" y="32455"/>
                  <a:pt x="1347367" y="36893"/>
                  <a:pt x="1339850" y="47655"/>
                </a:cubicBezTo>
                <a:lnTo>
                  <a:pt x="1339850" y="35017"/>
                </a:lnTo>
                <a:lnTo>
                  <a:pt x="1326698" y="35017"/>
                </a:lnTo>
                <a:close/>
                <a:moveTo>
                  <a:pt x="1548412" y="116151"/>
                </a:moveTo>
                <a:cubicBezTo>
                  <a:pt x="1546877" y="116492"/>
                  <a:pt x="1546191" y="116492"/>
                  <a:pt x="1545339" y="116492"/>
                </a:cubicBezTo>
                <a:cubicBezTo>
                  <a:pt x="1540384" y="116492"/>
                  <a:pt x="1537653" y="113930"/>
                  <a:pt x="1537653" y="109489"/>
                </a:cubicBezTo>
                <a:lnTo>
                  <a:pt x="1537653" y="56879"/>
                </a:lnTo>
                <a:cubicBezTo>
                  <a:pt x="1537653" y="40993"/>
                  <a:pt x="1526036" y="32455"/>
                  <a:pt x="1504002" y="32455"/>
                </a:cubicBezTo>
                <a:cubicBezTo>
                  <a:pt x="1490850" y="32455"/>
                  <a:pt x="1480429" y="36211"/>
                  <a:pt x="1474281" y="42872"/>
                </a:cubicBezTo>
                <a:cubicBezTo>
                  <a:pt x="1470181" y="47486"/>
                  <a:pt x="1468471" y="52610"/>
                  <a:pt x="1468130" y="61493"/>
                </a:cubicBezTo>
                <a:lnTo>
                  <a:pt x="1482478" y="61493"/>
                </a:lnTo>
                <a:cubicBezTo>
                  <a:pt x="1483674" y="50559"/>
                  <a:pt x="1490167" y="45607"/>
                  <a:pt x="1503488" y="45607"/>
                </a:cubicBezTo>
                <a:cubicBezTo>
                  <a:pt x="1516470" y="45607"/>
                  <a:pt x="1523474" y="50389"/>
                  <a:pt x="1523474" y="58930"/>
                </a:cubicBezTo>
                <a:lnTo>
                  <a:pt x="1523474" y="62686"/>
                </a:lnTo>
                <a:cubicBezTo>
                  <a:pt x="1523304" y="68837"/>
                  <a:pt x="1520229" y="71058"/>
                  <a:pt x="1508612" y="72596"/>
                </a:cubicBezTo>
                <a:cubicBezTo>
                  <a:pt x="1488457" y="75158"/>
                  <a:pt x="1485381" y="75841"/>
                  <a:pt x="1479916" y="78061"/>
                </a:cubicBezTo>
                <a:cubicBezTo>
                  <a:pt x="1469498" y="82503"/>
                  <a:pt x="1464202" y="90358"/>
                  <a:pt x="1464202" y="101975"/>
                </a:cubicBezTo>
                <a:cubicBezTo>
                  <a:pt x="1464202" y="118202"/>
                  <a:pt x="1475475" y="128451"/>
                  <a:pt x="1493581" y="128451"/>
                </a:cubicBezTo>
                <a:cubicBezTo>
                  <a:pt x="1504856" y="128451"/>
                  <a:pt x="1513908" y="124520"/>
                  <a:pt x="1523987" y="115299"/>
                </a:cubicBezTo>
                <a:cubicBezTo>
                  <a:pt x="1525012" y="124520"/>
                  <a:pt x="1529453" y="128451"/>
                  <a:pt x="1538677" y="128451"/>
                </a:cubicBezTo>
                <a:cubicBezTo>
                  <a:pt x="1541750" y="128451"/>
                  <a:pt x="1543629" y="128109"/>
                  <a:pt x="1548412" y="126913"/>
                </a:cubicBezTo>
                <a:lnTo>
                  <a:pt x="1548412" y="116151"/>
                </a:lnTo>
                <a:moveTo>
                  <a:pt x="1523474" y="96337"/>
                </a:moveTo>
                <a:cubicBezTo>
                  <a:pt x="1523474" y="101120"/>
                  <a:pt x="1522108" y="104024"/>
                  <a:pt x="1517836" y="107951"/>
                </a:cubicBezTo>
                <a:cubicBezTo>
                  <a:pt x="1512029" y="113248"/>
                  <a:pt x="1505026" y="115982"/>
                  <a:pt x="1496657" y="115982"/>
                </a:cubicBezTo>
                <a:cubicBezTo>
                  <a:pt x="1485553" y="115982"/>
                  <a:pt x="1479064" y="110685"/>
                  <a:pt x="1479064" y="101633"/>
                </a:cubicBezTo>
                <a:cubicBezTo>
                  <a:pt x="1479064" y="92237"/>
                  <a:pt x="1485212" y="87455"/>
                  <a:pt x="1500585" y="85234"/>
                </a:cubicBezTo>
                <a:cubicBezTo>
                  <a:pt x="1515788" y="83185"/>
                  <a:pt x="1518691" y="82503"/>
                  <a:pt x="1523474" y="80282"/>
                </a:cubicBezTo>
                <a:lnTo>
                  <a:pt x="1523474" y="96337"/>
                </a:lnTo>
                <a:close/>
                <a:moveTo>
                  <a:pt x="1595387" y="35017"/>
                </a:moveTo>
                <a:lnTo>
                  <a:pt x="1580697" y="35017"/>
                </a:lnTo>
                <a:lnTo>
                  <a:pt x="1580697" y="10418"/>
                </a:lnTo>
                <a:lnTo>
                  <a:pt x="1566518" y="10418"/>
                </a:lnTo>
                <a:lnTo>
                  <a:pt x="1566518" y="35017"/>
                </a:lnTo>
                <a:lnTo>
                  <a:pt x="1554391" y="35017"/>
                </a:lnTo>
                <a:lnTo>
                  <a:pt x="1554391" y="46631"/>
                </a:lnTo>
                <a:lnTo>
                  <a:pt x="1566518" y="46631"/>
                </a:lnTo>
                <a:lnTo>
                  <a:pt x="1566518" y="114272"/>
                </a:lnTo>
                <a:cubicBezTo>
                  <a:pt x="1566518" y="123496"/>
                  <a:pt x="1572667" y="128451"/>
                  <a:pt x="1583770" y="128451"/>
                </a:cubicBezTo>
                <a:cubicBezTo>
                  <a:pt x="1587528" y="128451"/>
                  <a:pt x="1590604" y="128109"/>
                  <a:pt x="1595387" y="127254"/>
                </a:cubicBezTo>
                <a:lnTo>
                  <a:pt x="1595387" y="115299"/>
                </a:lnTo>
                <a:cubicBezTo>
                  <a:pt x="1593335" y="115810"/>
                  <a:pt x="1591456" y="115982"/>
                  <a:pt x="1588553" y="115982"/>
                </a:cubicBezTo>
                <a:cubicBezTo>
                  <a:pt x="1582404" y="115982"/>
                  <a:pt x="1580697" y="114272"/>
                  <a:pt x="1580697" y="107951"/>
                </a:cubicBezTo>
                <a:lnTo>
                  <a:pt x="1580697" y="46631"/>
                </a:lnTo>
                <a:lnTo>
                  <a:pt x="1595387" y="46631"/>
                </a:lnTo>
                <a:lnTo>
                  <a:pt x="1595387" y="35017"/>
                </a:lnTo>
                <a:close/>
                <a:moveTo>
                  <a:pt x="1687113" y="84551"/>
                </a:moveTo>
                <a:cubicBezTo>
                  <a:pt x="1687113" y="70886"/>
                  <a:pt x="1686087" y="62686"/>
                  <a:pt x="1683524" y="56027"/>
                </a:cubicBezTo>
                <a:cubicBezTo>
                  <a:pt x="1677717" y="41335"/>
                  <a:pt x="1664052" y="32455"/>
                  <a:pt x="1647314" y="32455"/>
                </a:cubicBezTo>
                <a:cubicBezTo>
                  <a:pt x="1622373" y="32455"/>
                  <a:pt x="1606318" y="51414"/>
                  <a:pt x="1606318" y="80965"/>
                </a:cubicBezTo>
                <a:cubicBezTo>
                  <a:pt x="1606318" y="110516"/>
                  <a:pt x="1621691" y="128451"/>
                  <a:pt x="1646972" y="128451"/>
                </a:cubicBezTo>
                <a:cubicBezTo>
                  <a:pt x="1667469" y="128451"/>
                  <a:pt x="1681645" y="116834"/>
                  <a:pt x="1685234" y="97362"/>
                </a:cubicBezTo>
                <a:lnTo>
                  <a:pt x="1670886" y="97362"/>
                </a:lnTo>
                <a:cubicBezTo>
                  <a:pt x="1666956" y="109148"/>
                  <a:pt x="1658928" y="115299"/>
                  <a:pt x="1647483" y="115299"/>
                </a:cubicBezTo>
                <a:cubicBezTo>
                  <a:pt x="1638431" y="115299"/>
                  <a:pt x="1630745" y="111199"/>
                  <a:pt x="1625962" y="103682"/>
                </a:cubicBezTo>
                <a:cubicBezTo>
                  <a:pt x="1622545" y="98558"/>
                  <a:pt x="1621349" y="93434"/>
                  <a:pt x="1621180" y="84551"/>
                </a:cubicBezTo>
                <a:lnTo>
                  <a:pt x="1687113" y="84551"/>
                </a:lnTo>
                <a:moveTo>
                  <a:pt x="1621521" y="72937"/>
                </a:moveTo>
                <a:cubicBezTo>
                  <a:pt x="1622715" y="56368"/>
                  <a:pt x="1632794" y="45607"/>
                  <a:pt x="1647142" y="45607"/>
                </a:cubicBezTo>
                <a:cubicBezTo>
                  <a:pt x="1661662" y="45607"/>
                  <a:pt x="1671738" y="56879"/>
                  <a:pt x="1671738" y="72937"/>
                </a:cubicBezTo>
                <a:lnTo>
                  <a:pt x="1621521" y="72937"/>
                </a:lnTo>
                <a:close/>
                <a:moveTo>
                  <a:pt x="1782254" y="0"/>
                </a:moveTo>
                <a:cubicBezTo>
                  <a:pt x="1765172" y="22376"/>
                  <a:pt x="1754413" y="53462"/>
                  <a:pt x="1754413" y="80282"/>
                </a:cubicBezTo>
                <a:cubicBezTo>
                  <a:pt x="1754413" y="107268"/>
                  <a:pt x="1765172" y="138357"/>
                  <a:pt x="1782254" y="160733"/>
                </a:cubicBezTo>
                <a:lnTo>
                  <a:pt x="1791650" y="160733"/>
                </a:lnTo>
                <a:cubicBezTo>
                  <a:pt x="1776617" y="136306"/>
                  <a:pt x="1768248" y="107610"/>
                  <a:pt x="1768248" y="80282"/>
                </a:cubicBezTo>
                <a:cubicBezTo>
                  <a:pt x="1768248" y="53121"/>
                  <a:pt x="1776617" y="24255"/>
                  <a:pt x="1791650" y="0"/>
                </a:cubicBezTo>
                <a:lnTo>
                  <a:pt x="1782254" y="0"/>
                </a:lnTo>
                <a:close/>
                <a:moveTo>
                  <a:pt x="1826152" y="0"/>
                </a:moveTo>
                <a:lnTo>
                  <a:pt x="1827007" y="19131"/>
                </a:lnTo>
                <a:lnTo>
                  <a:pt x="1808901" y="12638"/>
                </a:lnTo>
                <a:lnTo>
                  <a:pt x="1805656" y="22717"/>
                </a:lnTo>
                <a:lnTo>
                  <a:pt x="1824104" y="27841"/>
                </a:lnTo>
                <a:lnTo>
                  <a:pt x="1812318" y="43044"/>
                </a:lnTo>
                <a:lnTo>
                  <a:pt x="1820859" y="49193"/>
                </a:lnTo>
                <a:lnTo>
                  <a:pt x="1831618" y="33307"/>
                </a:lnTo>
                <a:lnTo>
                  <a:pt x="1842210" y="49193"/>
                </a:lnTo>
                <a:lnTo>
                  <a:pt x="1850921" y="43044"/>
                </a:lnTo>
                <a:lnTo>
                  <a:pt x="1838963" y="27841"/>
                </a:lnTo>
                <a:lnTo>
                  <a:pt x="1857411" y="22717"/>
                </a:lnTo>
                <a:lnTo>
                  <a:pt x="1854166" y="12638"/>
                </a:lnTo>
                <a:lnTo>
                  <a:pt x="1836059" y="19131"/>
                </a:lnTo>
                <a:lnTo>
                  <a:pt x="1836914" y="0"/>
                </a:lnTo>
                <a:lnTo>
                  <a:pt x="1826152" y="0"/>
                </a:lnTo>
                <a:close/>
                <a:moveTo>
                  <a:pt x="1892598" y="0"/>
                </a:moveTo>
                <a:lnTo>
                  <a:pt x="1893453" y="19131"/>
                </a:lnTo>
                <a:lnTo>
                  <a:pt x="1875347" y="12638"/>
                </a:lnTo>
                <a:lnTo>
                  <a:pt x="1872102" y="22717"/>
                </a:lnTo>
                <a:lnTo>
                  <a:pt x="1890550" y="27841"/>
                </a:lnTo>
                <a:lnTo>
                  <a:pt x="1878764" y="43044"/>
                </a:lnTo>
                <a:lnTo>
                  <a:pt x="1887305" y="49193"/>
                </a:lnTo>
                <a:lnTo>
                  <a:pt x="1898064" y="33307"/>
                </a:lnTo>
                <a:lnTo>
                  <a:pt x="1908656" y="49193"/>
                </a:lnTo>
                <a:lnTo>
                  <a:pt x="1917367" y="43044"/>
                </a:lnTo>
                <a:lnTo>
                  <a:pt x="1905409" y="27841"/>
                </a:lnTo>
                <a:lnTo>
                  <a:pt x="1923857" y="22717"/>
                </a:lnTo>
                <a:lnTo>
                  <a:pt x="1920612" y="12638"/>
                </a:lnTo>
                <a:lnTo>
                  <a:pt x="1902505" y="19131"/>
                </a:lnTo>
                <a:lnTo>
                  <a:pt x="1903360" y="0"/>
                </a:lnTo>
                <a:lnTo>
                  <a:pt x="1892598" y="0"/>
                </a:lnTo>
                <a:close/>
                <a:moveTo>
                  <a:pt x="1959044" y="0"/>
                </a:moveTo>
                <a:lnTo>
                  <a:pt x="1959899" y="19131"/>
                </a:lnTo>
                <a:lnTo>
                  <a:pt x="1941793" y="12638"/>
                </a:lnTo>
                <a:lnTo>
                  <a:pt x="1938548" y="22717"/>
                </a:lnTo>
                <a:lnTo>
                  <a:pt x="1956996" y="27841"/>
                </a:lnTo>
                <a:lnTo>
                  <a:pt x="1945210" y="43044"/>
                </a:lnTo>
                <a:lnTo>
                  <a:pt x="1953751" y="49193"/>
                </a:lnTo>
                <a:lnTo>
                  <a:pt x="1964510" y="33307"/>
                </a:lnTo>
                <a:lnTo>
                  <a:pt x="1975102" y="49193"/>
                </a:lnTo>
                <a:lnTo>
                  <a:pt x="1983813" y="43044"/>
                </a:lnTo>
                <a:lnTo>
                  <a:pt x="1971855" y="27841"/>
                </a:lnTo>
                <a:lnTo>
                  <a:pt x="1990303" y="22717"/>
                </a:lnTo>
                <a:lnTo>
                  <a:pt x="1987058" y="12638"/>
                </a:lnTo>
                <a:lnTo>
                  <a:pt x="1968951" y="19131"/>
                </a:lnTo>
                <a:lnTo>
                  <a:pt x="1969806" y="0"/>
                </a:lnTo>
                <a:lnTo>
                  <a:pt x="1959044" y="0"/>
                </a:lnTo>
                <a:close/>
                <a:moveTo>
                  <a:pt x="2007384" y="161758"/>
                </a:moveTo>
                <a:lnTo>
                  <a:pt x="2021732" y="161758"/>
                </a:lnTo>
                <a:lnTo>
                  <a:pt x="2021732" y="115127"/>
                </a:lnTo>
                <a:cubicBezTo>
                  <a:pt x="2029249" y="124351"/>
                  <a:pt x="2037618" y="128451"/>
                  <a:pt x="2049234" y="128451"/>
                </a:cubicBezTo>
                <a:cubicBezTo>
                  <a:pt x="2072465" y="128451"/>
                  <a:pt x="2087496" y="109831"/>
                  <a:pt x="2087496" y="81306"/>
                </a:cubicBezTo>
                <a:cubicBezTo>
                  <a:pt x="2087496" y="51242"/>
                  <a:pt x="2072807" y="32455"/>
                  <a:pt x="2049062" y="32455"/>
                </a:cubicBezTo>
                <a:cubicBezTo>
                  <a:pt x="2036935" y="32455"/>
                  <a:pt x="2027200" y="37920"/>
                  <a:pt x="2020538" y="48510"/>
                </a:cubicBezTo>
                <a:lnTo>
                  <a:pt x="2020538" y="35017"/>
                </a:lnTo>
                <a:lnTo>
                  <a:pt x="2007384" y="35017"/>
                </a:lnTo>
                <a:lnTo>
                  <a:pt x="2007384" y="161758"/>
                </a:lnTo>
                <a:moveTo>
                  <a:pt x="2046672" y="45776"/>
                </a:moveTo>
                <a:cubicBezTo>
                  <a:pt x="2062386" y="45776"/>
                  <a:pt x="2072635" y="59613"/>
                  <a:pt x="2072635" y="80965"/>
                </a:cubicBezTo>
                <a:cubicBezTo>
                  <a:pt x="2072635" y="101292"/>
                  <a:pt x="2062217" y="115127"/>
                  <a:pt x="2046672" y="115127"/>
                </a:cubicBezTo>
                <a:cubicBezTo>
                  <a:pt x="2031469" y="115127"/>
                  <a:pt x="2021732" y="101461"/>
                  <a:pt x="2021732" y="80451"/>
                </a:cubicBezTo>
                <a:cubicBezTo>
                  <a:pt x="2021732" y="59441"/>
                  <a:pt x="2031469" y="45776"/>
                  <a:pt x="2046672" y="45776"/>
                </a:cubicBezTo>
                <a:close/>
                <a:moveTo>
                  <a:pt x="2148306" y="90700"/>
                </a:moveTo>
                <a:lnTo>
                  <a:pt x="2231833" y="126058"/>
                </a:lnTo>
                <a:lnTo>
                  <a:pt x="2231833" y="112565"/>
                </a:lnTo>
                <a:lnTo>
                  <a:pt x="2164533" y="84551"/>
                </a:lnTo>
                <a:lnTo>
                  <a:pt x="2231833" y="57051"/>
                </a:lnTo>
                <a:lnTo>
                  <a:pt x="2231833" y="43555"/>
                </a:lnTo>
                <a:lnTo>
                  <a:pt x="2148306" y="78914"/>
                </a:lnTo>
                <a:lnTo>
                  <a:pt x="2148306" y="90700"/>
                </a:lnTo>
                <a:close/>
                <a:moveTo>
                  <a:pt x="2334832" y="1024"/>
                </a:moveTo>
                <a:cubicBezTo>
                  <a:pt x="2323559" y="1024"/>
                  <a:pt x="2313308" y="6148"/>
                  <a:pt x="2306990" y="14518"/>
                </a:cubicBezTo>
                <a:cubicBezTo>
                  <a:pt x="2299132" y="25451"/>
                  <a:pt x="2295204" y="41848"/>
                  <a:pt x="2295204" y="64737"/>
                </a:cubicBezTo>
                <a:cubicBezTo>
                  <a:pt x="2295204" y="106416"/>
                  <a:pt x="2308867" y="128451"/>
                  <a:pt x="2334832" y="128451"/>
                </a:cubicBezTo>
                <a:cubicBezTo>
                  <a:pt x="2360453" y="128451"/>
                  <a:pt x="2374459" y="106416"/>
                  <a:pt x="2374459" y="65762"/>
                </a:cubicBezTo>
                <a:cubicBezTo>
                  <a:pt x="2374459" y="41848"/>
                  <a:pt x="2370704" y="25793"/>
                  <a:pt x="2362673" y="14518"/>
                </a:cubicBezTo>
                <a:cubicBezTo>
                  <a:pt x="2356353" y="5976"/>
                  <a:pt x="2346277" y="1024"/>
                  <a:pt x="2334832" y="1024"/>
                </a:cubicBezTo>
                <a:moveTo>
                  <a:pt x="2334832" y="14348"/>
                </a:moveTo>
                <a:cubicBezTo>
                  <a:pt x="2351059" y="14348"/>
                  <a:pt x="2359087" y="30917"/>
                  <a:pt x="2359087" y="64396"/>
                </a:cubicBezTo>
                <a:cubicBezTo>
                  <a:pt x="2359087" y="99582"/>
                  <a:pt x="2351229" y="115982"/>
                  <a:pt x="2334490" y="115982"/>
                </a:cubicBezTo>
                <a:cubicBezTo>
                  <a:pt x="2318605" y="115982"/>
                  <a:pt x="2310577" y="98899"/>
                  <a:pt x="2310577" y="64907"/>
                </a:cubicBezTo>
                <a:cubicBezTo>
                  <a:pt x="2310577" y="30917"/>
                  <a:pt x="2318605" y="14348"/>
                  <a:pt x="2334832" y="14348"/>
                </a:cubicBezTo>
                <a:close/>
                <a:moveTo>
                  <a:pt x="2415455" y="106758"/>
                </a:moveTo>
                <a:lnTo>
                  <a:pt x="2397690" y="106758"/>
                </a:lnTo>
                <a:lnTo>
                  <a:pt x="2397690" y="124520"/>
                </a:lnTo>
                <a:lnTo>
                  <a:pt x="2415455" y="124520"/>
                </a:lnTo>
                <a:lnTo>
                  <a:pt x="2415455" y="106758"/>
                </a:lnTo>
                <a:close/>
                <a:moveTo>
                  <a:pt x="2477289" y="1024"/>
                </a:moveTo>
                <a:cubicBezTo>
                  <a:pt x="2466017" y="1024"/>
                  <a:pt x="2455766" y="6148"/>
                  <a:pt x="2449448" y="14518"/>
                </a:cubicBezTo>
                <a:cubicBezTo>
                  <a:pt x="2441589" y="25451"/>
                  <a:pt x="2437662" y="41848"/>
                  <a:pt x="2437662" y="64737"/>
                </a:cubicBezTo>
                <a:cubicBezTo>
                  <a:pt x="2437662" y="106416"/>
                  <a:pt x="2451324" y="128451"/>
                  <a:pt x="2477289" y="128451"/>
                </a:cubicBezTo>
                <a:cubicBezTo>
                  <a:pt x="2502910" y="128451"/>
                  <a:pt x="2516917" y="106416"/>
                  <a:pt x="2516917" y="65762"/>
                </a:cubicBezTo>
                <a:cubicBezTo>
                  <a:pt x="2516917" y="41848"/>
                  <a:pt x="2513161" y="25793"/>
                  <a:pt x="2505131" y="14518"/>
                </a:cubicBezTo>
                <a:cubicBezTo>
                  <a:pt x="2498810" y="5976"/>
                  <a:pt x="2488734" y="1024"/>
                  <a:pt x="2477289" y="1024"/>
                </a:cubicBezTo>
                <a:moveTo>
                  <a:pt x="2477289" y="14348"/>
                </a:moveTo>
                <a:cubicBezTo>
                  <a:pt x="2493517" y="14348"/>
                  <a:pt x="2501544" y="30917"/>
                  <a:pt x="2501544" y="64396"/>
                </a:cubicBezTo>
                <a:cubicBezTo>
                  <a:pt x="2501544" y="99582"/>
                  <a:pt x="2493686" y="115982"/>
                  <a:pt x="2476948" y="115982"/>
                </a:cubicBezTo>
                <a:cubicBezTo>
                  <a:pt x="2461062" y="115982"/>
                  <a:pt x="2453034" y="98899"/>
                  <a:pt x="2453034" y="64907"/>
                </a:cubicBezTo>
                <a:cubicBezTo>
                  <a:pt x="2453034" y="30917"/>
                  <a:pt x="2461062" y="14348"/>
                  <a:pt x="2477289" y="14348"/>
                </a:cubicBezTo>
                <a:close/>
                <a:moveTo>
                  <a:pt x="2572261" y="1024"/>
                </a:moveTo>
                <a:cubicBezTo>
                  <a:pt x="2560988" y="1024"/>
                  <a:pt x="2550737" y="6148"/>
                  <a:pt x="2544419" y="14518"/>
                </a:cubicBezTo>
                <a:cubicBezTo>
                  <a:pt x="2536561" y="25451"/>
                  <a:pt x="2532633" y="41848"/>
                  <a:pt x="2532633" y="64737"/>
                </a:cubicBezTo>
                <a:cubicBezTo>
                  <a:pt x="2532633" y="106416"/>
                  <a:pt x="2546296" y="128451"/>
                  <a:pt x="2572261" y="128451"/>
                </a:cubicBezTo>
                <a:cubicBezTo>
                  <a:pt x="2597882" y="128451"/>
                  <a:pt x="2611888" y="106416"/>
                  <a:pt x="2611888" y="65762"/>
                </a:cubicBezTo>
                <a:cubicBezTo>
                  <a:pt x="2611888" y="41848"/>
                  <a:pt x="2608132" y="25793"/>
                  <a:pt x="2600102" y="14518"/>
                </a:cubicBezTo>
                <a:cubicBezTo>
                  <a:pt x="2593782" y="5976"/>
                  <a:pt x="2583705" y="1024"/>
                  <a:pt x="2572261" y="1024"/>
                </a:cubicBezTo>
                <a:moveTo>
                  <a:pt x="2572261" y="14348"/>
                </a:moveTo>
                <a:cubicBezTo>
                  <a:pt x="2588488" y="14348"/>
                  <a:pt x="2596516" y="30917"/>
                  <a:pt x="2596516" y="64396"/>
                </a:cubicBezTo>
                <a:cubicBezTo>
                  <a:pt x="2596516" y="99582"/>
                  <a:pt x="2588658" y="115982"/>
                  <a:pt x="2571919" y="115982"/>
                </a:cubicBezTo>
                <a:cubicBezTo>
                  <a:pt x="2556033" y="115982"/>
                  <a:pt x="2548006" y="98899"/>
                  <a:pt x="2548006" y="64907"/>
                </a:cubicBezTo>
                <a:cubicBezTo>
                  <a:pt x="2548006" y="30917"/>
                  <a:pt x="2556033" y="14348"/>
                  <a:pt x="2572261" y="14348"/>
                </a:cubicBezTo>
                <a:close/>
                <a:moveTo>
                  <a:pt x="2664498" y="36552"/>
                </a:moveTo>
                <a:lnTo>
                  <a:pt x="2664498" y="124520"/>
                </a:lnTo>
                <a:lnTo>
                  <a:pt x="2679532" y="124520"/>
                </a:lnTo>
                <a:lnTo>
                  <a:pt x="2679532" y="1024"/>
                </a:lnTo>
                <a:lnTo>
                  <a:pt x="2669622" y="1024"/>
                </a:lnTo>
                <a:cubicBezTo>
                  <a:pt x="2664329" y="19983"/>
                  <a:pt x="2660912" y="22545"/>
                  <a:pt x="2637681" y="25621"/>
                </a:cubicBezTo>
                <a:lnTo>
                  <a:pt x="2637681" y="36552"/>
                </a:lnTo>
                <a:lnTo>
                  <a:pt x="2664498" y="36552"/>
                </a:lnTo>
                <a:close/>
                <a:moveTo>
                  <a:pt x="2730090" y="106758"/>
                </a:moveTo>
                <a:lnTo>
                  <a:pt x="2730090" y="124520"/>
                </a:lnTo>
                <a:lnTo>
                  <a:pt x="2740339" y="124520"/>
                </a:lnTo>
                <a:lnTo>
                  <a:pt x="2740339" y="127596"/>
                </a:lnTo>
                <a:cubicBezTo>
                  <a:pt x="2740339" y="139382"/>
                  <a:pt x="2738118" y="142799"/>
                  <a:pt x="2730090" y="143140"/>
                </a:cubicBezTo>
                <a:lnTo>
                  <a:pt x="2730090" y="149630"/>
                </a:lnTo>
                <a:cubicBezTo>
                  <a:pt x="2741366" y="149972"/>
                  <a:pt x="2748025" y="141774"/>
                  <a:pt x="2748025" y="127254"/>
                </a:cubicBezTo>
                <a:lnTo>
                  <a:pt x="2748025" y="106758"/>
                </a:lnTo>
                <a:lnTo>
                  <a:pt x="2730090" y="106758"/>
                </a:lnTo>
                <a:close/>
                <a:moveTo>
                  <a:pt x="2837531" y="0"/>
                </a:moveTo>
                <a:lnTo>
                  <a:pt x="2838386" y="19131"/>
                </a:lnTo>
                <a:lnTo>
                  <a:pt x="2820279" y="12638"/>
                </a:lnTo>
                <a:lnTo>
                  <a:pt x="2817035" y="22717"/>
                </a:lnTo>
                <a:lnTo>
                  <a:pt x="2835483" y="27841"/>
                </a:lnTo>
                <a:lnTo>
                  <a:pt x="2823696" y="43044"/>
                </a:lnTo>
                <a:lnTo>
                  <a:pt x="2832238" y="49193"/>
                </a:lnTo>
                <a:lnTo>
                  <a:pt x="2842997" y="33307"/>
                </a:lnTo>
                <a:lnTo>
                  <a:pt x="2853589" y="49193"/>
                </a:lnTo>
                <a:lnTo>
                  <a:pt x="2862300" y="43044"/>
                </a:lnTo>
                <a:lnTo>
                  <a:pt x="2850342" y="27841"/>
                </a:lnTo>
                <a:lnTo>
                  <a:pt x="2868790" y="22717"/>
                </a:lnTo>
                <a:lnTo>
                  <a:pt x="2865545" y="12638"/>
                </a:lnTo>
                <a:lnTo>
                  <a:pt x="2847438" y="19131"/>
                </a:lnTo>
                <a:lnTo>
                  <a:pt x="2848293" y="0"/>
                </a:lnTo>
                <a:lnTo>
                  <a:pt x="2837531" y="0"/>
                </a:lnTo>
                <a:close/>
                <a:moveTo>
                  <a:pt x="2903977" y="0"/>
                </a:moveTo>
                <a:lnTo>
                  <a:pt x="2904832" y="19131"/>
                </a:lnTo>
                <a:lnTo>
                  <a:pt x="2886725" y="12638"/>
                </a:lnTo>
                <a:lnTo>
                  <a:pt x="2883481" y="22717"/>
                </a:lnTo>
                <a:lnTo>
                  <a:pt x="2901929" y="27841"/>
                </a:lnTo>
                <a:lnTo>
                  <a:pt x="2890142" y="43044"/>
                </a:lnTo>
                <a:lnTo>
                  <a:pt x="2898684" y="49193"/>
                </a:lnTo>
                <a:lnTo>
                  <a:pt x="2909443" y="33307"/>
                </a:lnTo>
                <a:lnTo>
                  <a:pt x="2920035" y="49193"/>
                </a:lnTo>
                <a:lnTo>
                  <a:pt x="2928746" y="43044"/>
                </a:lnTo>
                <a:lnTo>
                  <a:pt x="2916788" y="27841"/>
                </a:lnTo>
                <a:lnTo>
                  <a:pt x="2935236" y="22717"/>
                </a:lnTo>
                <a:lnTo>
                  <a:pt x="2931991" y="12638"/>
                </a:lnTo>
                <a:lnTo>
                  <a:pt x="2913884" y="19131"/>
                </a:lnTo>
                <a:lnTo>
                  <a:pt x="2914739" y="0"/>
                </a:lnTo>
                <a:lnTo>
                  <a:pt x="2903977" y="0"/>
                </a:lnTo>
                <a:close/>
                <a:moveTo>
                  <a:pt x="2952316" y="161758"/>
                </a:moveTo>
                <a:lnTo>
                  <a:pt x="2966664" y="161758"/>
                </a:lnTo>
                <a:lnTo>
                  <a:pt x="2966664" y="115127"/>
                </a:lnTo>
                <a:cubicBezTo>
                  <a:pt x="2974181" y="124351"/>
                  <a:pt x="2982550" y="128451"/>
                  <a:pt x="2994167" y="128451"/>
                </a:cubicBezTo>
                <a:cubicBezTo>
                  <a:pt x="3017398" y="128451"/>
                  <a:pt x="3032429" y="109831"/>
                  <a:pt x="3032429" y="81306"/>
                </a:cubicBezTo>
                <a:cubicBezTo>
                  <a:pt x="3032429" y="51242"/>
                  <a:pt x="3017739" y="32455"/>
                  <a:pt x="2993995" y="32455"/>
                </a:cubicBezTo>
                <a:cubicBezTo>
                  <a:pt x="2981868" y="32455"/>
                  <a:pt x="2972133" y="37920"/>
                  <a:pt x="2965471" y="48510"/>
                </a:cubicBezTo>
                <a:lnTo>
                  <a:pt x="2965471" y="35017"/>
                </a:lnTo>
                <a:lnTo>
                  <a:pt x="2952316" y="35017"/>
                </a:lnTo>
                <a:lnTo>
                  <a:pt x="2952316" y="161758"/>
                </a:lnTo>
                <a:moveTo>
                  <a:pt x="2991605" y="45776"/>
                </a:moveTo>
                <a:cubicBezTo>
                  <a:pt x="3007319" y="45776"/>
                  <a:pt x="3017567" y="59613"/>
                  <a:pt x="3017567" y="80965"/>
                </a:cubicBezTo>
                <a:cubicBezTo>
                  <a:pt x="3017567" y="101292"/>
                  <a:pt x="3007150" y="115127"/>
                  <a:pt x="2991605" y="115127"/>
                </a:cubicBezTo>
                <a:cubicBezTo>
                  <a:pt x="2976402" y="115127"/>
                  <a:pt x="2966664" y="101461"/>
                  <a:pt x="2966664" y="80451"/>
                </a:cubicBezTo>
                <a:cubicBezTo>
                  <a:pt x="2966664" y="59441"/>
                  <a:pt x="2976402" y="45776"/>
                  <a:pt x="2991605" y="45776"/>
                </a:cubicBezTo>
                <a:close/>
                <a:moveTo>
                  <a:pt x="3093238" y="90700"/>
                </a:moveTo>
                <a:lnTo>
                  <a:pt x="3176765" y="126058"/>
                </a:lnTo>
                <a:lnTo>
                  <a:pt x="3176765" y="112565"/>
                </a:lnTo>
                <a:lnTo>
                  <a:pt x="3109466" y="84551"/>
                </a:lnTo>
                <a:lnTo>
                  <a:pt x="3176765" y="57051"/>
                </a:lnTo>
                <a:lnTo>
                  <a:pt x="3176765" y="43555"/>
                </a:lnTo>
                <a:lnTo>
                  <a:pt x="3093238" y="78914"/>
                </a:lnTo>
                <a:lnTo>
                  <a:pt x="3093238" y="90700"/>
                </a:lnTo>
                <a:close/>
                <a:moveTo>
                  <a:pt x="3279765" y="1024"/>
                </a:moveTo>
                <a:cubicBezTo>
                  <a:pt x="3268492" y="1024"/>
                  <a:pt x="3258241" y="6148"/>
                  <a:pt x="3251923" y="14518"/>
                </a:cubicBezTo>
                <a:cubicBezTo>
                  <a:pt x="3244065" y="25451"/>
                  <a:pt x="3240137" y="41848"/>
                  <a:pt x="3240137" y="64737"/>
                </a:cubicBezTo>
                <a:cubicBezTo>
                  <a:pt x="3240137" y="106416"/>
                  <a:pt x="3253800" y="128451"/>
                  <a:pt x="3279765" y="128451"/>
                </a:cubicBezTo>
                <a:cubicBezTo>
                  <a:pt x="3305385" y="128451"/>
                  <a:pt x="3319392" y="106416"/>
                  <a:pt x="3319392" y="65762"/>
                </a:cubicBezTo>
                <a:cubicBezTo>
                  <a:pt x="3319392" y="41848"/>
                  <a:pt x="3315636" y="25793"/>
                  <a:pt x="3307606" y="14518"/>
                </a:cubicBezTo>
                <a:cubicBezTo>
                  <a:pt x="3301286" y="5976"/>
                  <a:pt x="3291209" y="1024"/>
                  <a:pt x="3279765" y="1024"/>
                </a:cubicBezTo>
                <a:moveTo>
                  <a:pt x="3279765" y="14348"/>
                </a:moveTo>
                <a:cubicBezTo>
                  <a:pt x="3295992" y="14348"/>
                  <a:pt x="3304020" y="30917"/>
                  <a:pt x="3304020" y="64396"/>
                </a:cubicBezTo>
                <a:cubicBezTo>
                  <a:pt x="3304020" y="99582"/>
                  <a:pt x="3296161" y="115982"/>
                  <a:pt x="3279423" y="115982"/>
                </a:cubicBezTo>
                <a:cubicBezTo>
                  <a:pt x="3263537" y="115982"/>
                  <a:pt x="3255510" y="98899"/>
                  <a:pt x="3255510" y="64907"/>
                </a:cubicBezTo>
                <a:cubicBezTo>
                  <a:pt x="3255510" y="30917"/>
                  <a:pt x="3263537" y="14348"/>
                  <a:pt x="3279765" y="14348"/>
                </a:cubicBezTo>
                <a:close/>
                <a:moveTo>
                  <a:pt x="3360388" y="106758"/>
                </a:moveTo>
                <a:lnTo>
                  <a:pt x="3342623" y="106758"/>
                </a:lnTo>
                <a:lnTo>
                  <a:pt x="3342623" y="124520"/>
                </a:lnTo>
                <a:lnTo>
                  <a:pt x="3360388" y="124520"/>
                </a:lnTo>
                <a:lnTo>
                  <a:pt x="3360388" y="106758"/>
                </a:lnTo>
                <a:close/>
                <a:moveTo>
                  <a:pt x="3422222" y="1024"/>
                </a:moveTo>
                <a:cubicBezTo>
                  <a:pt x="3410949" y="1024"/>
                  <a:pt x="3400698" y="6148"/>
                  <a:pt x="3394380" y="14518"/>
                </a:cubicBezTo>
                <a:cubicBezTo>
                  <a:pt x="3386522" y="25451"/>
                  <a:pt x="3382594" y="41848"/>
                  <a:pt x="3382594" y="64737"/>
                </a:cubicBezTo>
                <a:cubicBezTo>
                  <a:pt x="3382594" y="106416"/>
                  <a:pt x="3396257" y="128451"/>
                  <a:pt x="3422222" y="128451"/>
                </a:cubicBezTo>
                <a:cubicBezTo>
                  <a:pt x="3447843" y="128451"/>
                  <a:pt x="3461849" y="106416"/>
                  <a:pt x="3461849" y="65762"/>
                </a:cubicBezTo>
                <a:cubicBezTo>
                  <a:pt x="3461849" y="41848"/>
                  <a:pt x="3458094" y="25793"/>
                  <a:pt x="3450063" y="14518"/>
                </a:cubicBezTo>
                <a:cubicBezTo>
                  <a:pt x="3443743" y="5976"/>
                  <a:pt x="3433666" y="1024"/>
                  <a:pt x="3422222" y="1024"/>
                </a:cubicBezTo>
                <a:moveTo>
                  <a:pt x="3422222" y="14348"/>
                </a:moveTo>
                <a:cubicBezTo>
                  <a:pt x="3438449" y="14348"/>
                  <a:pt x="3446477" y="30917"/>
                  <a:pt x="3446477" y="64396"/>
                </a:cubicBezTo>
                <a:cubicBezTo>
                  <a:pt x="3446477" y="99582"/>
                  <a:pt x="3438619" y="115982"/>
                  <a:pt x="3421880" y="115982"/>
                </a:cubicBezTo>
                <a:cubicBezTo>
                  <a:pt x="3405994" y="115982"/>
                  <a:pt x="3397967" y="98899"/>
                  <a:pt x="3397967" y="64907"/>
                </a:cubicBezTo>
                <a:cubicBezTo>
                  <a:pt x="3397967" y="30917"/>
                  <a:pt x="3405994" y="14348"/>
                  <a:pt x="3422222" y="14348"/>
                </a:cubicBezTo>
                <a:close/>
                <a:moveTo>
                  <a:pt x="3514460" y="36552"/>
                </a:moveTo>
                <a:lnTo>
                  <a:pt x="3514460" y="124520"/>
                </a:lnTo>
                <a:lnTo>
                  <a:pt x="3529493" y="124520"/>
                </a:lnTo>
                <a:lnTo>
                  <a:pt x="3529493" y="1024"/>
                </a:lnTo>
                <a:lnTo>
                  <a:pt x="3519584" y="1024"/>
                </a:lnTo>
                <a:cubicBezTo>
                  <a:pt x="3514290" y="19983"/>
                  <a:pt x="3510873" y="22545"/>
                  <a:pt x="3487642" y="25621"/>
                </a:cubicBezTo>
                <a:lnTo>
                  <a:pt x="3487642" y="36552"/>
                </a:lnTo>
                <a:lnTo>
                  <a:pt x="3514460" y="36552"/>
                </a:lnTo>
                <a:close/>
                <a:moveTo>
                  <a:pt x="3580052" y="106758"/>
                </a:moveTo>
                <a:lnTo>
                  <a:pt x="3580052" y="124520"/>
                </a:lnTo>
                <a:lnTo>
                  <a:pt x="3590300" y="124520"/>
                </a:lnTo>
                <a:lnTo>
                  <a:pt x="3590300" y="127596"/>
                </a:lnTo>
                <a:cubicBezTo>
                  <a:pt x="3590300" y="139382"/>
                  <a:pt x="3588080" y="142799"/>
                  <a:pt x="3580052" y="143140"/>
                </a:cubicBezTo>
                <a:lnTo>
                  <a:pt x="3580052" y="149630"/>
                </a:lnTo>
                <a:cubicBezTo>
                  <a:pt x="3591327" y="149972"/>
                  <a:pt x="3597987" y="141774"/>
                  <a:pt x="3597987" y="127254"/>
                </a:cubicBezTo>
                <a:lnTo>
                  <a:pt x="3597987" y="106758"/>
                </a:lnTo>
                <a:lnTo>
                  <a:pt x="3580052" y="106758"/>
                </a:lnTo>
                <a:close/>
                <a:moveTo>
                  <a:pt x="3687492" y="0"/>
                </a:moveTo>
                <a:lnTo>
                  <a:pt x="3688347" y="19131"/>
                </a:lnTo>
                <a:lnTo>
                  <a:pt x="3670241" y="12638"/>
                </a:lnTo>
                <a:lnTo>
                  <a:pt x="3666996" y="22717"/>
                </a:lnTo>
                <a:lnTo>
                  <a:pt x="3685444" y="27841"/>
                </a:lnTo>
                <a:lnTo>
                  <a:pt x="3673658" y="43044"/>
                </a:lnTo>
                <a:lnTo>
                  <a:pt x="3682199" y="49193"/>
                </a:lnTo>
                <a:lnTo>
                  <a:pt x="3692958" y="33307"/>
                </a:lnTo>
                <a:lnTo>
                  <a:pt x="3703550" y="49193"/>
                </a:lnTo>
                <a:lnTo>
                  <a:pt x="3712261" y="43044"/>
                </a:lnTo>
                <a:lnTo>
                  <a:pt x="3700303" y="27841"/>
                </a:lnTo>
                <a:lnTo>
                  <a:pt x="3718751" y="22717"/>
                </a:lnTo>
                <a:lnTo>
                  <a:pt x="3715506" y="12638"/>
                </a:lnTo>
                <a:lnTo>
                  <a:pt x="3697399" y="19131"/>
                </a:lnTo>
                <a:lnTo>
                  <a:pt x="3698254" y="0"/>
                </a:lnTo>
                <a:lnTo>
                  <a:pt x="3687492" y="0"/>
                </a:lnTo>
                <a:close/>
                <a:moveTo>
                  <a:pt x="3735831" y="161758"/>
                </a:moveTo>
                <a:lnTo>
                  <a:pt x="3750180" y="161758"/>
                </a:lnTo>
                <a:lnTo>
                  <a:pt x="3750180" y="115127"/>
                </a:lnTo>
                <a:cubicBezTo>
                  <a:pt x="3757696" y="124351"/>
                  <a:pt x="3766065" y="128451"/>
                  <a:pt x="3777682" y="128451"/>
                </a:cubicBezTo>
                <a:cubicBezTo>
                  <a:pt x="3800913" y="128451"/>
                  <a:pt x="3815944" y="109831"/>
                  <a:pt x="3815944" y="81306"/>
                </a:cubicBezTo>
                <a:cubicBezTo>
                  <a:pt x="3815944" y="51242"/>
                  <a:pt x="3801254" y="32455"/>
                  <a:pt x="3777510" y="32455"/>
                </a:cubicBezTo>
                <a:cubicBezTo>
                  <a:pt x="3765383" y="32455"/>
                  <a:pt x="3755648" y="37920"/>
                  <a:pt x="3748986" y="48510"/>
                </a:cubicBezTo>
                <a:lnTo>
                  <a:pt x="3748986" y="35017"/>
                </a:lnTo>
                <a:lnTo>
                  <a:pt x="3735831" y="35017"/>
                </a:lnTo>
                <a:lnTo>
                  <a:pt x="3735831" y="161758"/>
                </a:lnTo>
                <a:moveTo>
                  <a:pt x="3775120" y="45776"/>
                </a:moveTo>
                <a:cubicBezTo>
                  <a:pt x="3790834" y="45776"/>
                  <a:pt x="3801082" y="59613"/>
                  <a:pt x="3801082" y="80965"/>
                </a:cubicBezTo>
                <a:cubicBezTo>
                  <a:pt x="3801082" y="101292"/>
                  <a:pt x="3790665" y="115127"/>
                  <a:pt x="3775120" y="115127"/>
                </a:cubicBezTo>
                <a:cubicBezTo>
                  <a:pt x="3759917" y="115127"/>
                  <a:pt x="3750180" y="101461"/>
                  <a:pt x="3750180" y="80451"/>
                </a:cubicBezTo>
                <a:cubicBezTo>
                  <a:pt x="3750180" y="59441"/>
                  <a:pt x="3759917" y="45776"/>
                  <a:pt x="3775120" y="45776"/>
                </a:cubicBezTo>
                <a:close/>
                <a:moveTo>
                  <a:pt x="3876754" y="90700"/>
                </a:moveTo>
                <a:lnTo>
                  <a:pt x="3960281" y="126058"/>
                </a:lnTo>
                <a:lnTo>
                  <a:pt x="3960281" y="112565"/>
                </a:lnTo>
                <a:lnTo>
                  <a:pt x="3892981" y="84551"/>
                </a:lnTo>
                <a:lnTo>
                  <a:pt x="3960281" y="57051"/>
                </a:lnTo>
                <a:lnTo>
                  <a:pt x="3960281" y="43555"/>
                </a:lnTo>
                <a:lnTo>
                  <a:pt x="3876754" y="78914"/>
                </a:lnTo>
                <a:lnTo>
                  <a:pt x="3876754" y="90700"/>
                </a:lnTo>
                <a:close/>
                <a:moveTo>
                  <a:pt x="4063280" y="1024"/>
                </a:moveTo>
                <a:cubicBezTo>
                  <a:pt x="4052007" y="1024"/>
                  <a:pt x="4041756" y="6148"/>
                  <a:pt x="4035438" y="14518"/>
                </a:cubicBezTo>
                <a:cubicBezTo>
                  <a:pt x="4027580" y="25451"/>
                  <a:pt x="4023652" y="41848"/>
                  <a:pt x="4023652" y="64737"/>
                </a:cubicBezTo>
                <a:cubicBezTo>
                  <a:pt x="4023652" y="106416"/>
                  <a:pt x="4037315" y="128451"/>
                  <a:pt x="4063280" y="128451"/>
                </a:cubicBezTo>
                <a:cubicBezTo>
                  <a:pt x="4088900" y="128451"/>
                  <a:pt x="4102907" y="106416"/>
                  <a:pt x="4102907" y="65762"/>
                </a:cubicBezTo>
                <a:cubicBezTo>
                  <a:pt x="4102907" y="41848"/>
                  <a:pt x="4099151" y="25793"/>
                  <a:pt x="4091121" y="14518"/>
                </a:cubicBezTo>
                <a:cubicBezTo>
                  <a:pt x="4084801" y="5976"/>
                  <a:pt x="4074724" y="1024"/>
                  <a:pt x="4063280" y="1024"/>
                </a:cubicBezTo>
                <a:moveTo>
                  <a:pt x="4063280" y="14348"/>
                </a:moveTo>
                <a:cubicBezTo>
                  <a:pt x="4079507" y="14348"/>
                  <a:pt x="4087535" y="30917"/>
                  <a:pt x="4087535" y="64396"/>
                </a:cubicBezTo>
                <a:cubicBezTo>
                  <a:pt x="4087535" y="99582"/>
                  <a:pt x="4079676" y="115982"/>
                  <a:pt x="4062938" y="115982"/>
                </a:cubicBezTo>
                <a:cubicBezTo>
                  <a:pt x="4047052" y="115982"/>
                  <a:pt x="4039025" y="98899"/>
                  <a:pt x="4039025" y="64907"/>
                </a:cubicBezTo>
                <a:cubicBezTo>
                  <a:pt x="4039025" y="30917"/>
                  <a:pt x="4047052" y="14348"/>
                  <a:pt x="4063280" y="14348"/>
                </a:cubicBezTo>
                <a:close/>
                <a:moveTo>
                  <a:pt x="4143903" y="106758"/>
                </a:moveTo>
                <a:lnTo>
                  <a:pt x="4126138" y="106758"/>
                </a:lnTo>
                <a:lnTo>
                  <a:pt x="4126138" y="124520"/>
                </a:lnTo>
                <a:lnTo>
                  <a:pt x="4143903" y="124520"/>
                </a:lnTo>
                <a:lnTo>
                  <a:pt x="4143903" y="106758"/>
                </a:lnTo>
                <a:close/>
                <a:moveTo>
                  <a:pt x="4205737" y="1024"/>
                </a:moveTo>
                <a:cubicBezTo>
                  <a:pt x="4194465" y="1024"/>
                  <a:pt x="4184214" y="6148"/>
                  <a:pt x="4177896" y="14518"/>
                </a:cubicBezTo>
                <a:cubicBezTo>
                  <a:pt x="4170038" y="25451"/>
                  <a:pt x="4166110" y="41848"/>
                  <a:pt x="4166110" y="64737"/>
                </a:cubicBezTo>
                <a:cubicBezTo>
                  <a:pt x="4166110" y="106416"/>
                  <a:pt x="4179773" y="128451"/>
                  <a:pt x="4205737" y="128451"/>
                </a:cubicBezTo>
                <a:cubicBezTo>
                  <a:pt x="4231358" y="128451"/>
                  <a:pt x="4245365" y="106416"/>
                  <a:pt x="4245365" y="65762"/>
                </a:cubicBezTo>
                <a:cubicBezTo>
                  <a:pt x="4245365" y="41848"/>
                  <a:pt x="4241609" y="25793"/>
                  <a:pt x="4233579" y="14518"/>
                </a:cubicBezTo>
                <a:cubicBezTo>
                  <a:pt x="4227258" y="5976"/>
                  <a:pt x="4217182" y="1024"/>
                  <a:pt x="4205737" y="1024"/>
                </a:cubicBezTo>
                <a:moveTo>
                  <a:pt x="4205737" y="14348"/>
                </a:moveTo>
                <a:cubicBezTo>
                  <a:pt x="4221965" y="14348"/>
                  <a:pt x="4229993" y="30917"/>
                  <a:pt x="4229993" y="64396"/>
                </a:cubicBezTo>
                <a:cubicBezTo>
                  <a:pt x="4229993" y="99582"/>
                  <a:pt x="4222134" y="115982"/>
                  <a:pt x="4205396" y="115982"/>
                </a:cubicBezTo>
                <a:cubicBezTo>
                  <a:pt x="4189510" y="115982"/>
                  <a:pt x="4181482" y="98899"/>
                  <a:pt x="4181482" y="64907"/>
                </a:cubicBezTo>
                <a:cubicBezTo>
                  <a:pt x="4181482" y="30917"/>
                  <a:pt x="4189510" y="14348"/>
                  <a:pt x="4205737" y="14348"/>
                </a:cubicBezTo>
                <a:close/>
                <a:moveTo>
                  <a:pt x="4335043" y="3414"/>
                </a:moveTo>
                <a:lnTo>
                  <a:pt x="4272523" y="3414"/>
                </a:lnTo>
                <a:lnTo>
                  <a:pt x="4263471" y="69348"/>
                </a:lnTo>
                <a:lnTo>
                  <a:pt x="4277306" y="69348"/>
                </a:lnTo>
                <a:cubicBezTo>
                  <a:pt x="4284309" y="60979"/>
                  <a:pt x="4290119" y="58076"/>
                  <a:pt x="4299684" y="58076"/>
                </a:cubicBezTo>
                <a:cubicBezTo>
                  <a:pt x="4315912" y="58076"/>
                  <a:pt x="4325988" y="69179"/>
                  <a:pt x="4325988" y="87113"/>
                </a:cubicBezTo>
                <a:cubicBezTo>
                  <a:pt x="4325988" y="104537"/>
                  <a:pt x="4315912" y="115127"/>
                  <a:pt x="4299512" y="115127"/>
                </a:cubicBezTo>
                <a:cubicBezTo>
                  <a:pt x="4286361" y="115127"/>
                  <a:pt x="4278333" y="108465"/>
                  <a:pt x="4274744" y="94800"/>
                </a:cubicBezTo>
                <a:lnTo>
                  <a:pt x="4259713" y="94800"/>
                </a:lnTo>
                <a:cubicBezTo>
                  <a:pt x="4261764" y="104706"/>
                  <a:pt x="4263471" y="109489"/>
                  <a:pt x="4267058" y="113930"/>
                </a:cubicBezTo>
                <a:cubicBezTo>
                  <a:pt x="4273892" y="123154"/>
                  <a:pt x="4286189" y="128451"/>
                  <a:pt x="4299854" y="128451"/>
                </a:cubicBezTo>
                <a:cubicBezTo>
                  <a:pt x="4324281" y="128451"/>
                  <a:pt x="4341363" y="110685"/>
                  <a:pt x="4341363" y="85065"/>
                </a:cubicBezTo>
                <a:cubicBezTo>
                  <a:pt x="4341363" y="61151"/>
                  <a:pt x="4325477" y="44752"/>
                  <a:pt x="4302247" y="44752"/>
                </a:cubicBezTo>
                <a:cubicBezTo>
                  <a:pt x="4293705" y="44752"/>
                  <a:pt x="4286874" y="46972"/>
                  <a:pt x="4279871" y="52096"/>
                </a:cubicBezTo>
                <a:lnTo>
                  <a:pt x="4284653" y="18276"/>
                </a:lnTo>
                <a:lnTo>
                  <a:pt x="4335043" y="18276"/>
                </a:lnTo>
                <a:lnTo>
                  <a:pt x="4335043" y="3414"/>
                </a:lnTo>
                <a:close/>
                <a:moveTo>
                  <a:pt x="4364591" y="160733"/>
                </a:moveTo>
                <a:cubicBezTo>
                  <a:pt x="4381674" y="138357"/>
                  <a:pt x="4392435" y="107268"/>
                  <a:pt x="4392435" y="80451"/>
                </a:cubicBezTo>
                <a:cubicBezTo>
                  <a:pt x="4392435" y="53462"/>
                  <a:pt x="4381674" y="22376"/>
                  <a:pt x="4364591" y="0"/>
                </a:cubicBezTo>
                <a:lnTo>
                  <a:pt x="4355198" y="0"/>
                </a:lnTo>
                <a:cubicBezTo>
                  <a:pt x="4370229" y="24424"/>
                  <a:pt x="4378598" y="53121"/>
                  <a:pt x="4378598" y="80451"/>
                </a:cubicBezTo>
                <a:cubicBezTo>
                  <a:pt x="4378598" y="107610"/>
                  <a:pt x="4370229" y="136478"/>
                  <a:pt x="4355198" y="160733"/>
                </a:cubicBezTo>
                <a:lnTo>
                  <a:pt x="4364591" y="16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TimetoRemovingAbandonedDependencies">
            <a:extLst xmlns:a="http://schemas.openxmlformats.org/drawingml/2006/main">
              <a:ext uri="{FF2B5EF4-FFF2-40B4-BE49-F238E27FC236}">
                <a16:creationId xmlns:a16="http://schemas.microsoft.com/office/drawing/2014/main" id="{A713D5C7-9343-483C-BD61-53F02887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536" y="118551"/>
            <a:ext cx="3433154" cy="161758"/>
          </a:xfrm>
          <a:custGeom xmlns:a="http://schemas.openxmlformats.org/drawingml/2006/main">
            <a:pathLst>
              <a:path w="3433154" h="161758">
                <a:moveTo>
                  <a:pt x="56879" y="14007"/>
                </a:moveTo>
                <a:lnTo>
                  <a:pt x="97703" y="14007"/>
                </a:lnTo>
                <a:lnTo>
                  <a:pt x="97703" y="0"/>
                </a:lnTo>
                <a:lnTo>
                  <a:pt x="0" y="0"/>
                </a:lnTo>
                <a:lnTo>
                  <a:pt x="0" y="14007"/>
                </a:lnTo>
                <a:lnTo>
                  <a:pt x="40993" y="14007"/>
                </a:lnTo>
                <a:lnTo>
                  <a:pt x="40993" y="124520"/>
                </a:lnTo>
                <a:lnTo>
                  <a:pt x="56879" y="124520"/>
                </a:lnTo>
                <a:lnTo>
                  <a:pt x="56879" y="14007"/>
                </a:lnTo>
                <a:close/>
                <a:moveTo>
                  <a:pt x="126401" y="35017"/>
                </a:moveTo>
                <a:lnTo>
                  <a:pt x="112222" y="35017"/>
                </a:lnTo>
                <a:lnTo>
                  <a:pt x="112222" y="124520"/>
                </a:lnTo>
                <a:lnTo>
                  <a:pt x="126401" y="124520"/>
                </a:lnTo>
                <a:lnTo>
                  <a:pt x="126401" y="35017"/>
                </a:lnTo>
                <a:moveTo>
                  <a:pt x="126401" y="0"/>
                </a:moveTo>
                <a:lnTo>
                  <a:pt x="112052" y="0"/>
                </a:lnTo>
                <a:lnTo>
                  <a:pt x="112052" y="17935"/>
                </a:lnTo>
                <a:lnTo>
                  <a:pt x="126401" y="17935"/>
                </a:lnTo>
                <a:lnTo>
                  <a:pt x="126401" y="0"/>
                </a:lnTo>
                <a:close/>
                <a:moveTo>
                  <a:pt x="150656" y="35017"/>
                </a:moveTo>
                <a:lnTo>
                  <a:pt x="150656" y="124520"/>
                </a:lnTo>
                <a:lnTo>
                  <a:pt x="165004" y="124520"/>
                </a:lnTo>
                <a:lnTo>
                  <a:pt x="165004" y="68324"/>
                </a:lnTo>
                <a:cubicBezTo>
                  <a:pt x="165004" y="55341"/>
                  <a:pt x="174400" y="44924"/>
                  <a:pt x="186014" y="44924"/>
                </a:cubicBezTo>
                <a:cubicBezTo>
                  <a:pt x="196604" y="44924"/>
                  <a:pt x="202583" y="51414"/>
                  <a:pt x="202583" y="62858"/>
                </a:cubicBezTo>
                <a:lnTo>
                  <a:pt x="202583" y="124520"/>
                </a:lnTo>
                <a:lnTo>
                  <a:pt x="216931" y="124520"/>
                </a:lnTo>
                <a:lnTo>
                  <a:pt x="216931" y="68324"/>
                </a:lnTo>
                <a:cubicBezTo>
                  <a:pt x="216931" y="55341"/>
                  <a:pt x="226327" y="44924"/>
                  <a:pt x="237941" y="44924"/>
                </a:cubicBezTo>
                <a:cubicBezTo>
                  <a:pt x="248361" y="44924"/>
                  <a:pt x="254510" y="51586"/>
                  <a:pt x="254510" y="62858"/>
                </a:cubicBezTo>
                <a:lnTo>
                  <a:pt x="254510" y="124520"/>
                </a:lnTo>
                <a:lnTo>
                  <a:pt x="268858" y="124520"/>
                </a:lnTo>
                <a:lnTo>
                  <a:pt x="268858" y="57393"/>
                </a:lnTo>
                <a:cubicBezTo>
                  <a:pt x="268858" y="41335"/>
                  <a:pt x="259634" y="32455"/>
                  <a:pt x="242896" y="32455"/>
                </a:cubicBezTo>
                <a:cubicBezTo>
                  <a:pt x="230938" y="32455"/>
                  <a:pt x="223762" y="36041"/>
                  <a:pt x="215393" y="46117"/>
                </a:cubicBezTo>
                <a:cubicBezTo>
                  <a:pt x="210100" y="36552"/>
                  <a:pt x="202924" y="32455"/>
                  <a:pt x="191310" y="32455"/>
                </a:cubicBezTo>
                <a:cubicBezTo>
                  <a:pt x="179352" y="32455"/>
                  <a:pt x="171324" y="36893"/>
                  <a:pt x="163808" y="47655"/>
                </a:cubicBezTo>
                <a:lnTo>
                  <a:pt x="163808" y="35017"/>
                </a:lnTo>
                <a:lnTo>
                  <a:pt x="150656" y="35017"/>
                </a:lnTo>
                <a:close/>
                <a:moveTo>
                  <a:pt x="368613" y="84551"/>
                </a:moveTo>
                <a:cubicBezTo>
                  <a:pt x="368613" y="70886"/>
                  <a:pt x="367586" y="62686"/>
                  <a:pt x="365024" y="56027"/>
                </a:cubicBezTo>
                <a:cubicBezTo>
                  <a:pt x="359217" y="41335"/>
                  <a:pt x="345552" y="32455"/>
                  <a:pt x="328814" y="32455"/>
                </a:cubicBezTo>
                <a:cubicBezTo>
                  <a:pt x="303873" y="32455"/>
                  <a:pt x="287818" y="51414"/>
                  <a:pt x="287818" y="80965"/>
                </a:cubicBezTo>
                <a:cubicBezTo>
                  <a:pt x="287818" y="110516"/>
                  <a:pt x="303190" y="128451"/>
                  <a:pt x="328472" y="128451"/>
                </a:cubicBezTo>
                <a:cubicBezTo>
                  <a:pt x="348969" y="128451"/>
                  <a:pt x="363145" y="116834"/>
                  <a:pt x="366734" y="97362"/>
                </a:cubicBezTo>
                <a:lnTo>
                  <a:pt x="352386" y="97362"/>
                </a:lnTo>
                <a:cubicBezTo>
                  <a:pt x="348456" y="109148"/>
                  <a:pt x="340428" y="115299"/>
                  <a:pt x="328983" y="115299"/>
                </a:cubicBezTo>
                <a:cubicBezTo>
                  <a:pt x="319931" y="115299"/>
                  <a:pt x="312245" y="111199"/>
                  <a:pt x="307462" y="103682"/>
                </a:cubicBezTo>
                <a:cubicBezTo>
                  <a:pt x="304045" y="98558"/>
                  <a:pt x="302849" y="93434"/>
                  <a:pt x="302680" y="84551"/>
                </a:cubicBezTo>
                <a:lnTo>
                  <a:pt x="368613" y="84551"/>
                </a:lnTo>
                <a:moveTo>
                  <a:pt x="303021" y="72937"/>
                </a:moveTo>
                <a:cubicBezTo>
                  <a:pt x="304215" y="56368"/>
                  <a:pt x="314294" y="45607"/>
                  <a:pt x="328642" y="45607"/>
                </a:cubicBezTo>
                <a:cubicBezTo>
                  <a:pt x="343162" y="45607"/>
                  <a:pt x="353238" y="56879"/>
                  <a:pt x="353238" y="72937"/>
                </a:cubicBezTo>
                <a:lnTo>
                  <a:pt x="303021" y="72937"/>
                </a:lnTo>
                <a:close/>
                <a:moveTo>
                  <a:pt x="466830" y="35017"/>
                </a:moveTo>
                <a:lnTo>
                  <a:pt x="452140" y="35017"/>
                </a:lnTo>
                <a:lnTo>
                  <a:pt x="452140" y="10418"/>
                </a:lnTo>
                <a:lnTo>
                  <a:pt x="437962" y="10418"/>
                </a:lnTo>
                <a:lnTo>
                  <a:pt x="437962" y="35017"/>
                </a:lnTo>
                <a:lnTo>
                  <a:pt x="425834" y="35017"/>
                </a:lnTo>
                <a:lnTo>
                  <a:pt x="425834" y="46631"/>
                </a:lnTo>
                <a:lnTo>
                  <a:pt x="437962" y="46631"/>
                </a:lnTo>
                <a:lnTo>
                  <a:pt x="437962" y="114272"/>
                </a:lnTo>
                <a:cubicBezTo>
                  <a:pt x="437962" y="123496"/>
                  <a:pt x="444110" y="128451"/>
                  <a:pt x="455213" y="128451"/>
                </a:cubicBezTo>
                <a:cubicBezTo>
                  <a:pt x="458972" y="128451"/>
                  <a:pt x="462047" y="128109"/>
                  <a:pt x="466830" y="127254"/>
                </a:cubicBezTo>
                <a:lnTo>
                  <a:pt x="466830" y="115299"/>
                </a:lnTo>
                <a:cubicBezTo>
                  <a:pt x="464779" y="115810"/>
                  <a:pt x="462900" y="115982"/>
                  <a:pt x="459996" y="115982"/>
                </a:cubicBezTo>
                <a:cubicBezTo>
                  <a:pt x="453848" y="115982"/>
                  <a:pt x="452140" y="114272"/>
                  <a:pt x="452140" y="107951"/>
                </a:cubicBezTo>
                <a:lnTo>
                  <a:pt x="452140" y="46631"/>
                </a:lnTo>
                <a:lnTo>
                  <a:pt x="466830" y="46631"/>
                </a:lnTo>
                <a:lnTo>
                  <a:pt x="466830" y="35017"/>
                </a:lnTo>
                <a:close/>
                <a:moveTo>
                  <a:pt x="517389" y="32455"/>
                </a:moveTo>
                <a:cubicBezTo>
                  <a:pt x="492109" y="32455"/>
                  <a:pt x="477078" y="50389"/>
                  <a:pt x="477078" y="80451"/>
                </a:cubicBezTo>
                <a:cubicBezTo>
                  <a:pt x="477078" y="110685"/>
                  <a:pt x="492109" y="128451"/>
                  <a:pt x="517561" y="128451"/>
                </a:cubicBezTo>
                <a:cubicBezTo>
                  <a:pt x="542840" y="128451"/>
                  <a:pt x="558043" y="110516"/>
                  <a:pt x="558043" y="81134"/>
                </a:cubicBezTo>
                <a:cubicBezTo>
                  <a:pt x="558043" y="50048"/>
                  <a:pt x="543353" y="32455"/>
                  <a:pt x="517389" y="32455"/>
                </a:cubicBezTo>
                <a:moveTo>
                  <a:pt x="517561" y="45607"/>
                </a:moveTo>
                <a:cubicBezTo>
                  <a:pt x="533616" y="45607"/>
                  <a:pt x="543181" y="58758"/>
                  <a:pt x="543181" y="80965"/>
                </a:cubicBezTo>
                <a:cubicBezTo>
                  <a:pt x="543181" y="102144"/>
                  <a:pt x="533275" y="115299"/>
                  <a:pt x="517561" y="115299"/>
                </a:cubicBezTo>
                <a:cubicBezTo>
                  <a:pt x="501675" y="115299"/>
                  <a:pt x="491937" y="102144"/>
                  <a:pt x="491937" y="80451"/>
                </a:cubicBezTo>
                <a:cubicBezTo>
                  <a:pt x="491937" y="58758"/>
                  <a:pt x="501675" y="45607"/>
                  <a:pt x="517561" y="45607"/>
                </a:cubicBezTo>
                <a:close/>
                <a:moveTo>
                  <a:pt x="645156" y="70886"/>
                </a:moveTo>
                <a:lnTo>
                  <a:pt x="686152" y="70886"/>
                </a:lnTo>
                <a:cubicBezTo>
                  <a:pt x="700328" y="70886"/>
                  <a:pt x="706649" y="77720"/>
                  <a:pt x="706649" y="93092"/>
                </a:cubicBezTo>
                <a:lnTo>
                  <a:pt x="706479" y="104196"/>
                </a:lnTo>
                <a:cubicBezTo>
                  <a:pt x="706479" y="111882"/>
                  <a:pt x="707845" y="119396"/>
                  <a:pt x="710066" y="124520"/>
                </a:cubicBezTo>
                <a:lnTo>
                  <a:pt x="729369" y="124520"/>
                </a:lnTo>
                <a:lnTo>
                  <a:pt x="729369" y="120592"/>
                </a:lnTo>
                <a:cubicBezTo>
                  <a:pt x="723390" y="116492"/>
                  <a:pt x="722193" y="112051"/>
                  <a:pt x="721852" y="95482"/>
                </a:cubicBezTo>
                <a:cubicBezTo>
                  <a:pt x="721680" y="74986"/>
                  <a:pt x="718435" y="68837"/>
                  <a:pt x="704942" y="63028"/>
                </a:cubicBezTo>
                <a:cubicBezTo>
                  <a:pt x="718948" y="56027"/>
                  <a:pt x="724586" y="47655"/>
                  <a:pt x="724586" y="33307"/>
                </a:cubicBezTo>
                <a:cubicBezTo>
                  <a:pt x="724586" y="11786"/>
                  <a:pt x="711262" y="0"/>
                  <a:pt x="686666" y="0"/>
                </a:cubicBezTo>
                <a:lnTo>
                  <a:pt x="629270" y="0"/>
                </a:lnTo>
                <a:lnTo>
                  <a:pt x="629270" y="124520"/>
                </a:lnTo>
                <a:lnTo>
                  <a:pt x="645156" y="124520"/>
                </a:lnTo>
                <a:lnTo>
                  <a:pt x="645156" y="70886"/>
                </a:lnTo>
                <a:moveTo>
                  <a:pt x="645156" y="56879"/>
                </a:moveTo>
                <a:lnTo>
                  <a:pt x="645156" y="14007"/>
                </a:lnTo>
                <a:lnTo>
                  <a:pt x="683590" y="14007"/>
                </a:lnTo>
                <a:cubicBezTo>
                  <a:pt x="692473" y="14007"/>
                  <a:pt x="697597" y="15372"/>
                  <a:pt x="701525" y="18789"/>
                </a:cubicBezTo>
                <a:cubicBezTo>
                  <a:pt x="705797" y="22376"/>
                  <a:pt x="708017" y="28013"/>
                  <a:pt x="708017" y="35358"/>
                </a:cubicBezTo>
                <a:cubicBezTo>
                  <a:pt x="708017" y="50217"/>
                  <a:pt x="700500" y="56879"/>
                  <a:pt x="683590" y="56879"/>
                </a:cubicBezTo>
                <a:lnTo>
                  <a:pt x="645156" y="56879"/>
                </a:lnTo>
                <a:close/>
                <a:moveTo>
                  <a:pt x="824340" y="84551"/>
                </a:moveTo>
                <a:cubicBezTo>
                  <a:pt x="824340" y="70886"/>
                  <a:pt x="823313" y="62686"/>
                  <a:pt x="820751" y="56027"/>
                </a:cubicBezTo>
                <a:cubicBezTo>
                  <a:pt x="814944" y="41335"/>
                  <a:pt x="801279" y="32455"/>
                  <a:pt x="784541" y="32455"/>
                </a:cubicBezTo>
                <a:cubicBezTo>
                  <a:pt x="759600" y="32455"/>
                  <a:pt x="743545" y="51414"/>
                  <a:pt x="743545" y="80965"/>
                </a:cubicBezTo>
                <a:cubicBezTo>
                  <a:pt x="743545" y="110516"/>
                  <a:pt x="758917" y="128451"/>
                  <a:pt x="784199" y="128451"/>
                </a:cubicBezTo>
                <a:cubicBezTo>
                  <a:pt x="804696" y="128451"/>
                  <a:pt x="818872" y="116834"/>
                  <a:pt x="822461" y="97362"/>
                </a:cubicBezTo>
                <a:lnTo>
                  <a:pt x="808113" y="97362"/>
                </a:lnTo>
                <a:cubicBezTo>
                  <a:pt x="804183" y="109148"/>
                  <a:pt x="796155" y="115299"/>
                  <a:pt x="784710" y="115299"/>
                </a:cubicBezTo>
                <a:cubicBezTo>
                  <a:pt x="775658" y="115299"/>
                  <a:pt x="767972" y="111199"/>
                  <a:pt x="763189" y="103682"/>
                </a:cubicBezTo>
                <a:cubicBezTo>
                  <a:pt x="759772" y="98558"/>
                  <a:pt x="758576" y="93434"/>
                  <a:pt x="758407" y="84551"/>
                </a:cubicBezTo>
                <a:lnTo>
                  <a:pt x="824340" y="84551"/>
                </a:lnTo>
                <a:moveTo>
                  <a:pt x="758748" y="72937"/>
                </a:moveTo>
                <a:cubicBezTo>
                  <a:pt x="759942" y="56368"/>
                  <a:pt x="770021" y="45607"/>
                  <a:pt x="784369" y="45607"/>
                </a:cubicBezTo>
                <a:cubicBezTo>
                  <a:pt x="798889" y="45607"/>
                  <a:pt x="808965" y="56879"/>
                  <a:pt x="808965" y="72937"/>
                </a:cubicBezTo>
                <a:lnTo>
                  <a:pt x="758748" y="72937"/>
                </a:lnTo>
                <a:close/>
                <a:moveTo>
                  <a:pt x="843641" y="35017"/>
                </a:moveTo>
                <a:lnTo>
                  <a:pt x="843641" y="124520"/>
                </a:lnTo>
                <a:lnTo>
                  <a:pt x="857989" y="124520"/>
                </a:lnTo>
                <a:lnTo>
                  <a:pt x="857989" y="68324"/>
                </a:lnTo>
                <a:cubicBezTo>
                  <a:pt x="857989" y="55341"/>
                  <a:pt x="867385" y="44924"/>
                  <a:pt x="878999" y="44924"/>
                </a:cubicBezTo>
                <a:cubicBezTo>
                  <a:pt x="889589" y="44924"/>
                  <a:pt x="895568" y="51414"/>
                  <a:pt x="895568" y="62858"/>
                </a:cubicBezTo>
                <a:lnTo>
                  <a:pt x="895568" y="124520"/>
                </a:lnTo>
                <a:lnTo>
                  <a:pt x="909916" y="124520"/>
                </a:lnTo>
                <a:lnTo>
                  <a:pt x="909916" y="68324"/>
                </a:lnTo>
                <a:cubicBezTo>
                  <a:pt x="909916" y="55341"/>
                  <a:pt x="919312" y="44924"/>
                  <a:pt x="930926" y="44924"/>
                </a:cubicBezTo>
                <a:cubicBezTo>
                  <a:pt x="941346" y="44924"/>
                  <a:pt x="947495" y="51586"/>
                  <a:pt x="947495" y="62858"/>
                </a:cubicBezTo>
                <a:lnTo>
                  <a:pt x="947495" y="124520"/>
                </a:lnTo>
                <a:lnTo>
                  <a:pt x="961843" y="124520"/>
                </a:lnTo>
                <a:lnTo>
                  <a:pt x="961843" y="57393"/>
                </a:lnTo>
                <a:cubicBezTo>
                  <a:pt x="961843" y="41335"/>
                  <a:pt x="952619" y="32455"/>
                  <a:pt x="935881" y="32455"/>
                </a:cubicBezTo>
                <a:cubicBezTo>
                  <a:pt x="923923" y="32455"/>
                  <a:pt x="916747" y="36041"/>
                  <a:pt x="908378" y="46117"/>
                </a:cubicBezTo>
                <a:cubicBezTo>
                  <a:pt x="903085" y="36552"/>
                  <a:pt x="895909" y="32455"/>
                  <a:pt x="884295" y="32455"/>
                </a:cubicBezTo>
                <a:cubicBezTo>
                  <a:pt x="872337" y="32455"/>
                  <a:pt x="864309" y="36893"/>
                  <a:pt x="856793" y="47655"/>
                </a:cubicBezTo>
                <a:lnTo>
                  <a:pt x="856793" y="35017"/>
                </a:lnTo>
                <a:lnTo>
                  <a:pt x="843641" y="35017"/>
                </a:lnTo>
                <a:close/>
                <a:moveTo>
                  <a:pt x="1020431" y="32455"/>
                </a:moveTo>
                <a:cubicBezTo>
                  <a:pt x="995151" y="32455"/>
                  <a:pt x="980120" y="50389"/>
                  <a:pt x="980120" y="80451"/>
                </a:cubicBezTo>
                <a:cubicBezTo>
                  <a:pt x="980120" y="110685"/>
                  <a:pt x="995151" y="128451"/>
                  <a:pt x="1020603" y="128451"/>
                </a:cubicBezTo>
                <a:cubicBezTo>
                  <a:pt x="1045882" y="128451"/>
                  <a:pt x="1061085" y="110516"/>
                  <a:pt x="1061085" y="81134"/>
                </a:cubicBezTo>
                <a:cubicBezTo>
                  <a:pt x="1061085" y="50048"/>
                  <a:pt x="1046396" y="32455"/>
                  <a:pt x="1020431" y="32455"/>
                </a:cubicBezTo>
                <a:moveTo>
                  <a:pt x="1020603" y="45607"/>
                </a:moveTo>
                <a:cubicBezTo>
                  <a:pt x="1036658" y="45607"/>
                  <a:pt x="1046223" y="58758"/>
                  <a:pt x="1046223" y="80965"/>
                </a:cubicBezTo>
                <a:cubicBezTo>
                  <a:pt x="1046223" y="102144"/>
                  <a:pt x="1036317" y="115299"/>
                  <a:pt x="1020603" y="115299"/>
                </a:cubicBezTo>
                <a:cubicBezTo>
                  <a:pt x="1004717" y="115299"/>
                  <a:pt x="994979" y="102144"/>
                  <a:pt x="994979" y="80451"/>
                </a:cubicBezTo>
                <a:cubicBezTo>
                  <a:pt x="994979" y="58758"/>
                  <a:pt x="1004717" y="45607"/>
                  <a:pt x="1020603" y="45607"/>
                </a:cubicBezTo>
                <a:close/>
                <a:moveTo>
                  <a:pt x="1115061" y="124520"/>
                </a:moveTo>
                <a:lnTo>
                  <a:pt x="1149395" y="35017"/>
                </a:lnTo>
                <a:lnTo>
                  <a:pt x="1133339" y="35017"/>
                </a:lnTo>
                <a:lnTo>
                  <a:pt x="1108058" y="107610"/>
                </a:lnTo>
                <a:lnTo>
                  <a:pt x="1084144" y="35017"/>
                </a:lnTo>
                <a:lnTo>
                  <a:pt x="1068089" y="35017"/>
                </a:lnTo>
                <a:lnTo>
                  <a:pt x="1099519" y="124520"/>
                </a:lnTo>
                <a:lnTo>
                  <a:pt x="1115061" y="124520"/>
                </a:lnTo>
                <a:close/>
                <a:moveTo>
                  <a:pt x="1177408" y="35017"/>
                </a:moveTo>
                <a:lnTo>
                  <a:pt x="1163229" y="35017"/>
                </a:lnTo>
                <a:lnTo>
                  <a:pt x="1163229" y="124520"/>
                </a:lnTo>
                <a:lnTo>
                  <a:pt x="1177408" y="124520"/>
                </a:lnTo>
                <a:lnTo>
                  <a:pt x="1177408" y="35017"/>
                </a:lnTo>
                <a:moveTo>
                  <a:pt x="1177408" y="0"/>
                </a:moveTo>
                <a:lnTo>
                  <a:pt x="1163060" y="0"/>
                </a:lnTo>
                <a:lnTo>
                  <a:pt x="1163060" y="17935"/>
                </a:lnTo>
                <a:lnTo>
                  <a:pt x="1177408" y="17935"/>
                </a:lnTo>
                <a:lnTo>
                  <a:pt x="1177408" y="0"/>
                </a:lnTo>
                <a:close/>
                <a:moveTo>
                  <a:pt x="1201663" y="35017"/>
                </a:moveTo>
                <a:lnTo>
                  <a:pt x="1201663" y="124520"/>
                </a:lnTo>
                <a:lnTo>
                  <a:pt x="1216012" y="124520"/>
                </a:lnTo>
                <a:lnTo>
                  <a:pt x="1216012" y="75158"/>
                </a:lnTo>
                <a:cubicBezTo>
                  <a:pt x="1216012" y="56879"/>
                  <a:pt x="1225577" y="44924"/>
                  <a:pt x="1240267" y="44924"/>
                </a:cubicBezTo>
                <a:cubicBezTo>
                  <a:pt x="1251542" y="44924"/>
                  <a:pt x="1258715" y="51755"/>
                  <a:pt x="1258715" y="62517"/>
                </a:cubicBezTo>
                <a:lnTo>
                  <a:pt x="1258715" y="124520"/>
                </a:lnTo>
                <a:lnTo>
                  <a:pt x="1272893" y="124520"/>
                </a:lnTo>
                <a:lnTo>
                  <a:pt x="1272893" y="56879"/>
                </a:lnTo>
                <a:cubicBezTo>
                  <a:pt x="1272893" y="42020"/>
                  <a:pt x="1261790" y="32455"/>
                  <a:pt x="1244538" y="32455"/>
                </a:cubicBezTo>
                <a:cubicBezTo>
                  <a:pt x="1231215" y="32455"/>
                  <a:pt x="1222673" y="37579"/>
                  <a:pt x="1214815" y="50048"/>
                </a:cubicBezTo>
                <a:lnTo>
                  <a:pt x="1214815" y="35017"/>
                </a:lnTo>
                <a:lnTo>
                  <a:pt x="1201663" y="35017"/>
                </a:lnTo>
                <a:close/>
                <a:moveTo>
                  <a:pt x="1353686" y="35017"/>
                </a:moveTo>
                <a:lnTo>
                  <a:pt x="1353686" y="47997"/>
                </a:lnTo>
                <a:cubicBezTo>
                  <a:pt x="1346513" y="37237"/>
                  <a:pt x="1338655" y="32455"/>
                  <a:pt x="1327382" y="32455"/>
                </a:cubicBezTo>
                <a:cubicBezTo>
                  <a:pt x="1305687" y="32455"/>
                  <a:pt x="1290656" y="52610"/>
                  <a:pt x="1290656" y="81306"/>
                </a:cubicBezTo>
                <a:cubicBezTo>
                  <a:pt x="1290656" y="96337"/>
                  <a:pt x="1294245" y="107268"/>
                  <a:pt x="1301931" y="116323"/>
                </a:cubicBezTo>
                <a:cubicBezTo>
                  <a:pt x="1308593" y="124179"/>
                  <a:pt x="1317131" y="128451"/>
                  <a:pt x="1326355" y="128451"/>
                </a:cubicBezTo>
                <a:cubicBezTo>
                  <a:pt x="1337117" y="128451"/>
                  <a:pt x="1344803" y="123668"/>
                  <a:pt x="1352320" y="112393"/>
                </a:cubicBezTo>
                <a:lnTo>
                  <a:pt x="1352320" y="117006"/>
                </a:lnTo>
                <a:cubicBezTo>
                  <a:pt x="1352320" y="140920"/>
                  <a:pt x="1345658" y="149802"/>
                  <a:pt x="1327893" y="149802"/>
                </a:cubicBezTo>
                <a:cubicBezTo>
                  <a:pt x="1315766" y="149802"/>
                  <a:pt x="1309445" y="145019"/>
                  <a:pt x="1308079" y="134771"/>
                </a:cubicBezTo>
                <a:lnTo>
                  <a:pt x="1293559" y="134771"/>
                </a:lnTo>
                <a:cubicBezTo>
                  <a:pt x="1294928" y="151340"/>
                  <a:pt x="1308079" y="161758"/>
                  <a:pt x="1327552" y="161758"/>
                </a:cubicBezTo>
                <a:cubicBezTo>
                  <a:pt x="1340704" y="161758"/>
                  <a:pt x="1351637" y="157488"/>
                  <a:pt x="1357444" y="150313"/>
                </a:cubicBezTo>
                <a:cubicBezTo>
                  <a:pt x="1364276" y="141944"/>
                  <a:pt x="1366838" y="130841"/>
                  <a:pt x="1366838" y="109831"/>
                </a:cubicBezTo>
                <a:lnTo>
                  <a:pt x="1366838" y="35017"/>
                </a:lnTo>
                <a:lnTo>
                  <a:pt x="1353686" y="35017"/>
                </a:lnTo>
                <a:moveTo>
                  <a:pt x="1328748" y="45607"/>
                </a:moveTo>
                <a:cubicBezTo>
                  <a:pt x="1343779" y="45607"/>
                  <a:pt x="1352320" y="58245"/>
                  <a:pt x="1352320" y="80965"/>
                </a:cubicBezTo>
                <a:cubicBezTo>
                  <a:pt x="1352320" y="102658"/>
                  <a:pt x="1343607" y="115299"/>
                  <a:pt x="1328748" y="115299"/>
                </a:cubicBezTo>
                <a:cubicBezTo>
                  <a:pt x="1314058" y="115299"/>
                  <a:pt x="1305517" y="102486"/>
                  <a:pt x="1305517" y="80451"/>
                </a:cubicBezTo>
                <a:cubicBezTo>
                  <a:pt x="1305517" y="58589"/>
                  <a:pt x="1314058" y="45607"/>
                  <a:pt x="1328748" y="45607"/>
                </a:cubicBezTo>
                <a:close/>
                <a:moveTo>
                  <a:pt x="1508101" y="87113"/>
                </a:moveTo>
                <a:lnTo>
                  <a:pt x="1520912" y="124520"/>
                </a:lnTo>
                <a:lnTo>
                  <a:pt x="1538677" y="124520"/>
                </a:lnTo>
                <a:lnTo>
                  <a:pt x="1494947" y="0"/>
                </a:lnTo>
                <a:lnTo>
                  <a:pt x="1474450" y="0"/>
                </a:lnTo>
                <a:lnTo>
                  <a:pt x="1430040" y="124520"/>
                </a:lnTo>
                <a:lnTo>
                  <a:pt x="1446950" y="124520"/>
                </a:lnTo>
                <a:lnTo>
                  <a:pt x="1460102" y="87113"/>
                </a:lnTo>
                <a:lnTo>
                  <a:pt x="1508101" y="87113"/>
                </a:lnTo>
                <a:moveTo>
                  <a:pt x="1503660" y="73789"/>
                </a:moveTo>
                <a:lnTo>
                  <a:pt x="1464030" y="73789"/>
                </a:lnTo>
                <a:lnTo>
                  <a:pt x="1484529" y="17080"/>
                </a:lnTo>
                <a:lnTo>
                  <a:pt x="1503660" y="73789"/>
                </a:lnTo>
                <a:close/>
                <a:moveTo>
                  <a:pt x="1550290" y="0"/>
                </a:moveTo>
                <a:lnTo>
                  <a:pt x="1550290" y="124520"/>
                </a:lnTo>
                <a:lnTo>
                  <a:pt x="1563103" y="124520"/>
                </a:lnTo>
                <a:lnTo>
                  <a:pt x="1563103" y="113078"/>
                </a:lnTo>
                <a:cubicBezTo>
                  <a:pt x="1569934" y="123496"/>
                  <a:pt x="1578989" y="128451"/>
                  <a:pt x="1591458" y="128451"/>
                </a:cubicBezTo>
                <a:cubicBezTo>
                  <a:pt x="1615030" y="128451"/>
                  <a:pt x="1630402" y="109148"/>
                  <a:pt x="1630402" y="79427"/>
                </a:cubicBezTo>
                <a:cubicBezTo>
                  <a:pt x="1630402" y="50389"/>
                  <a:pt x="1615882" y="32455"/>
                  <a:pt x="1592141" y="32455"/>
                </a:cubicBezTo>
                <a:cubicBezTo>
                  <a:pt x="1579841" y="32455"/>
                  <a:pt x="1571130" y="37065"/>
                  <a:pt x="1564469" y="47144"/>
                </a:cubicBezTo>
                <a:lnTo>
                  <a:pt x="1564469" y="0"/>
                </a:lnTo>
                <a:lnTo>
                  <a:pt x="1550290" y="0"/>
                </a:lnTo>
                <a:moveTo>
                  <a:pt x="1589406" y="45776"/>
                </a:moveTo>
                <a:cubicBezTo>
                  <a:pt x="1605292" y="45776"/>
                  <a:pt x="1615541" y="59613"/>
                  <a:pt x="1615541" y="80965"/>
                </a:cubicBezTo>
                <a:cubicBezTo>
                  <a:pt x="1615541" y="101292"/>
                  <a:pt x="1604951" y="115127"/>
                  <a:pt x="1589406" y="115127"/>
                </a:cubicBezTo>
                <a:cubicBezTo>
                  <a:pt x="1574206" y="115127"/>
                  <a:pt x="1564469" y="101461"/>
                  <a:pt x="1564469" y="80451"/>
                </a:cubicBezTo>
                <a:cubicBezTo>
                  <a:pt x="1564469" y="59441"/>
                  <a:pt x="1574206" y="45776"/>
                  <a:pt x="1589406" y="45776"/>
                </a:cubicBezTo>
                <a:close/>
                <a:moveTo>
                  <a:pt x="1727423" y="116151"/>
                </a:moveTo>
                <a:cubicBezTo>
                  <a:pt x="1725887" y="116492"/>
                  <a:pt x="1725202" y="116492"/>
                  <a:pt x="1724350" y="116492"/>
                </a:cubicBezTo>
                <a:cubicBezTo>
                  <a:pt x="1719395" y="116492"/>
                  <a:pt x="1716663" y="113930"/>
                  <a:pt x="1716663" y="109489"/>
                </a:cubicBezTo>
                <a:lnTo>
                  <a:pt x="1716663" y="56879"/>
                </a:lnTo>
                <a:cubicBezTo>
                  <a:pt x="1716663" y="40993"/>
                  <a:pt x="1705047" y="32455"/>
                  <a:pt x="1683012" y="32455"/>
                </a:cubicBezTo>
                <a:cubicBezTo>
                  <a:pt x="1669860" y="32455"/>
                  <a:pt x="1659440" y="36211"/>
                  <a:pt x="1653292" y="42872"/>
                </a:cubicBezTo>
                <a:cubicBezTo>
                  <a:pt x="1649192" y="47486"/>
                  <a:pt x="1647482" y="52610"/>
                  <a:pt x="1647141" y="61493"/>
                </a:cubicBezTo>
                <a:lnTo>
                  <a:pt x="1661489" y="61493"/>
                </a:lnTo>
                <a:cubicBezTo>
                  <a:pt x="1662685" y="50559"/>
                  <a:pt x="1669178" y="45607"/>
                  <a:pt x="1682499" y="45607"/>
                </a:cubicBezTo>
                <a:cubicBezTo>
                  <a:pt x="1695481" y="45607"/>
                  <a:pt x="1702485" y="50389"/>
                  <a:pt x="1702485" y="58930"/>
                </a:cubicBezTo>
                <a:lnTo>
                  <a:pt x="1702485" y="62686"/>
                </a:lnTo>
                <a:cubicBezTo>
                  <a:pt x="1702315" y="68837"/>
                  <a:pt x="1699240" y="71058"/>
                  <a:pt x="1687623" y="72596"/>
                </a:cubicBezTo>
                <a:cubicBezTo>
                  <a:pt x="1667468" y="75158"/>
                  <a:pt x="1664392" y="75841"/>
                  <a:pt x="1658927" y="78061"/>
                </a:cubicBezTo>
                <a:cubicBezTo>
                  <a:pt x="1648509" y="82503"/>
                  <a:pt x="1643213" y="90358"/>
                  <a:pt x="1643213" y="101975"/>
                </a:cubicBezTo>
                <a:cubicBezTo>
                  <a:pt x="1643213" y="118202"/>
                  <a:pt x="1654485" y="128451"/>
                  <a:pt x="1672592" y="128451"/>
                </a:cubicBezTo>
                <a:cubicBezTo>
                  <a:pt x="1683867" y="128451"/>
                  <a:pt x="1692919" y="124520"/>
                  <a:pt x="1702998" y="115299"/>
                </a:cubicBezTo>
                <a:cubicBezTo>
                  <a:pt x="1704022" y="124520"/>
                  <a:pt x="1708464" y="128451"/>
                  <a:pt x="1717688" y="128451"/>
                </a:cubicBezTo>
                <a:cubicBezTo>
                  <a:pt x="1720761" y="128451"/>
                  <a:pt x="1722640" y="128109"/>
                  <a:pt x="1727423" y="126913"/>
                </a:cubicBezTo>
                <a:lnTo>
                  <a:pt x="1727423" y="116151"/>
                </a:lnTo>
                <a:moveTo>
                  <a:pt x="1702485" y="96337"/>
                </a:moveTo>
                <a:cubicBezTo>
                  <a:pt x="1702485" y="101120"/>
                  <a:pt x="1701119" y="104024"/>
                  <a:pt x="1696847" y="107951"/>
                </a:cubicBezTo>
                <a:cubicBezTo>
                  <a:pt x="1691040" y="113248"/>
                  <a:pt x="1684037" y="115982"/>
                  <a:pt x="1675668" y="115982"/>
                </a:cubicBezTo>
                <a:cubicBezTo>
                  <a:pt x="1664564" y="115982"/>
                  <a:pt x="1658074" y="110685"/>
                  <a:pt x="1658074" y="101633"/>
                </a:cubicBezTo>
                <a:cubicBezTo>
                  <a:pt x="1658074" y="92237"/>
                  <a:pt x="1664223" y="87455"/>
                  <a:pt x="1679595" y="85234"/>
                </a:cubicBezTo>
                <a:cubicBezTo>
                  <a:pt x="1694798" y="83185"/>
                  <a:pt x="1697702" y="82503"/>
                  <a:pt x="1702485" y="80282"/>
                </a:cubicBezTo>
                <a:lnTo>
                  <a:pt x="1702485" y="96337"/>
                </a:lnTo>
                <a:close/>
                <a:moveTo>
                  <a:pt x="1742967" y="35017"/>
                </a:moveTo>
                <a:lnTo>
                  <a:pt x="1742967" y="124520"/>
                </a:lnTo>
                <a:lnTo>
                  <a:pt x="1757315" y="124520"/>
                </a:lnTo>
                <a:lnTo>
                  <a:pt x="1757315" y="75158"/>
                </a:lnTo>
                <a:cubicBezTo>
                  <a:pt x="1757315" y="56879"/>
                  <a:pt x="1766880" y="44924"/>
                  <a:pt x="1781570" y="44924"/>
                </a:cubicBezTo>
                <a:cubicBezTo>
                  <a:pt x="1792845" y="44924"/>
                  <a:pt x="1800018" y="51755"/>
                  <a:pt x="1800018" y="62517"/>
                </a:cubicBezTo>
                <a:lnTo>
                  <a:pt x="1800018" y="124520"/>
                </a:lnTo>
                <a:lnTo>
                  <a:pt x="1814197" y="124520"/>
                </a:lnTo>
                <a:lnTo>
                  <a:pt x="1814197" y="56879"/>
                </a:lnTo>
                <a:cubicBezTo>
                  <a:pt x="1814197" y="42020"/>
                  <a:pt x="1803094" y="32455"/>
                  <a:pt x="1785842" y="32455"/>
                </a:cubicBezTo>
                <a:cubicBezTo>
                  <a:pt x="1772518" y="32455"/>
                  <a:pt x="1763977" y="37579"/>
                  <a:pt x="1756119" y="50048"/>
                </a:cubicBezTo>
                <a:lnTo>
                  <a:pt x="1756119" y="35017"/>
                </a:lnTo>
                <a:lnTo>
                  <a:pt x="1742967" y="35017"/>
                </a:lnTo>
                <a:close/>
                <a:moveTo>
                  <a:pt x="1910534" y="0"/>
                </a:moveTo>
                <a:lnTo>
                  <a:pt x="1896355" y="0"/>
                </a:lnTo>
                <a:lnTo>
                  <a:pt x="1896355" y="46289"/>
                </a:lnTo>
                <a:cubicBezTo>
                  <a:pt x="1890379" y="37237"/>
                  <a:pt x="1880813" y="32455"/>
                  <a:pt x="1868855" y="32455"/>
                </a:cubicBezTo>
                <a:cubicBezTo>
                  <a:pt x="1845625" y="32455"/>
                  <a:pt x="1830422" y="51072"/>
                  <a:pt x="1830422" y="79596"/>
                </a:cubicBezTo>
                <a:cubicBezTo>
                  <a:pt x="1830422" y="109831"/>
                  <a:pt x="1845114" y="128451"/>
                  <a:pt x="1869369" y="128451"/>
                </a:cubicBezTo>
                <a:cubicBezTo>
                  <a:pt x="1881666" y="128451"/>
                  <a:pt x="1890207" y="123837"/>
                  <a:pt x="1897893" y="112737"/>
                </a:cubicBezTo>
                <a:lnTo>
                  <a:pt x="1897893" y="124520"/>
                </a:lnTo>
                <a:lnTo>
                  <a:pt x="1910534" y="124520"/>
                </a:lnTo>
                <a:lnTo>
                  <a:pt x="1910534" y="0"/>
                </a:lnTo>
                <a:moveTo>
                  <a:pt x="1871248" y="45776"/>
                </a:moveTo>
                <a:cubicBezTo>
                  <a:pt x="1886620" y="45776"/>
                  <a:pt x="1896355" y="59272"/>
                  <a:pt x="1896355" y="80793"/>
                </a:cubicBezTo>
                <a:cubicBezTo>
                  <a:pt x="1896355" y="101461"/>
                  <a:pt x="1886448" y="115127"/>
                  <a:pt x="1871417" y="115127"/>
                </a:cubicBezTo>
                <a:cubicBezTo>
                  <a:pt x="1855704" y="115127"/>
                  <a:pt x="1845283" y="101292"/>
                  <a:pt x="1845283" y="80451"/>
                </a:cubicBezTo>
                <a:cubicBezTo>
                  <a:pt x="1845283" y="59613"/>
                  <a:pt x="1855704" y="45776"/>
                  <a:pt x="1871248" y="45776"/>
                </a:cubicBezTo>
                <a:close/>
                <a:moveTo>
                  <a:pt x="1967414" y="32455"/>
                </a:moveTo>
                <a:cubicBezTo>
                  <a:pt x="1942134" y="32455"/>
                  <a:pt x="1927103" y="50389"/>
                  <a:pt x="1927103" y="80451"/>
                </a:cubicBezTo>
                <a:cubicBezTo>
                  <a:pt x="1927103" y="110685"/>
                  <a:pt x="1942134" y="128451"/>
                  <a:pt x="1967586" y="128451"/>
                </a:cubicBezTo>
                <a:cubicBezTo>
                  <a:pt x="1992865" y="128451"/>
                  <a:pt x="2008068" y="110516"/>
                  <a:pt x="2008068" y="81134"/>
                </a:cubicBezTo>
                <a:cubicBezTo>
                  <a:pt x="2008068" y="50048"/>
                  <a:pt x="1993378" y="32455"/>
                  <a:pt x="1967414" y="32455"/>
                </a:cubicBezTo>
                <a:moveTo>
                  <a:pt x="1967586" y="45607"/>
                </a:moveTo>
                <a:cubicBezTo>
                  <a:pt x="1983641" y="45607"/>
                  <a:pt x="1993206" y="58758"/>
                  <a:pt x="1993206" y="80965"/>
                </a:cubicBezTo>
                <a:cubicBezTo>
                  <a:pt x="1993206" y="102144"/>
                  <a:pt x="1983300" y="115299"/>
                  <a:pt x="1967586" y="115299"/>
                </a:cubicBezTo>
                <a:cubicBezTo>
                  <a:pt x="1951700" y="115299"/>
                  <a:pt x="1941962" y="102144"/>
                  <a:pt x="1941962" y="80451"/>
                </a:cubicBezTo>
                <a:cubicBezTo>
                  <a:pt x="1941962" y="58758"/>
                  <a:pt x="1951700" y="45607"/>
                  <a:pt x="1967586" y="45607"/>
                </a:cubicBezTo>
                <a:close/>
                <a:moveTo>
                  <a:pt x="2027881" y="35017"/>
                </a:moveTo>
                <a:lnTo>
                  <a:pt x="2027881" y="124520"/>
                </a:lnTo>
                <a:lnTo>
                  <a:pt x="2042229" y="124520"/>
                </a:lnTo>
                <a:lnTo>
                  <a:pt x="2042229" y="75158"/>
                </a:lnTo>
                <a:cubicBezTo>
                  <a:pt x="2042229" y="56879"/>
                  <a:pt x="2051795" y="44924"/>
                  <a:pt x="2066484" y="44924"/>
                </a:cubicBezTo>
                <a:cubicBezTo>
                  <a:pt x="2077760" y="44924"/>
                  <a:pt x="2084932" y="51755"/>
                  <a:pt x="2084932" y="62517"/>
                </a:cubicBezTo>
                <a:lnTo>
                  <a:pt x="2084932" y="124520"/>
                </a:lnTo>
                <a:lnTo>
                  <a:pt x="2099111" y="124520"/>
                </a:lnTo>
                <a:lnTo>
                  <a:pt x="2099111" y="56879"/>
                </a:lnTo>
                <a:cubicBezTo>
                  <a:pt x="2099111" y="42020"/>
                  <a:pt x="2088008" y="32455"/>
                  <a:pt x="2070756" y="32455"/>
                </a:cubicBezTo>
                <a:cubicBezTo>
                  <a:pt x="2057432" y="32455"/>
                  <a:pt x="2048891" y="37579"/>
                  <a:pt x="2041033" y="50048"/>
                </a:cubicBezTo>
                <a:lnTo>
                  <a:pt x="2041033" y="35017"/>
                </a:lnTo>
                <a:lnTo>
                  <a:pt x="2027881" y="35017"/>
                </a:lnTo>
                <a:close/>
                <a:moveTo>
                  <a:pt x="2198524" y="84551"/>
                </a:moveTo>
                <a:cubicBezTo>
                  <a:pt x="2198524" y="70886"/>
                  <a:pt x="2197497" y="62686"/>
                  <a:pt x="2194935" y="56027"/>
                </a:cubicBezTo>
                <a:cubicBezTo>
                  <a:pt x="2189128" y="41335"/>
                  <a:pt x="2175463" y="32455"/>
                  <a:pt x="2158725" y="32455"/>
                </a:cubicBezTo>
                <a:cubicBezTo>
                  <a:pt x="2133784" y="32455"/>
                  <a:pt x="2117729" y="51414"/>
                  <a:pt x="2117729" y="80965"/>
                </a:cubicBezTo>
                <a:cubicBezTo>
                  <a:pt x="2117729" y="110516"/>
                  <a:pt x="2133101" y="128451"/>
                  <a:pt x="2158383" y="128451"/>
                </a:cubicBezTo>
                <a:cubicBezTo>
                  <a:pt x="2178880" y="128451"/>
                  <a:pt x="2193056" y="116834"/>
                  <a:pt x="2196645" y="97362"/>
                </a:cubicBezTo>
                <a:lnTo>
                  <a:pt x="2182297" y="97362"/>
                </a:lnTo>
                <a:cubicBezTo>
                  <a:pt x="2178367" y="109148"/>
                  <a:pt x="2170339" y="115299"/>
                  <a:pt x="2158894" y="115299"/>
                </a:cubicBezTo>
                <a:cubicBezTo>
                  <a:pt x="2149842" y="115299"/>
                  <a:pt x="2142156" y="111199"/>
                  <a:pt x="2137373" y="103682"/>
                </a:cubicBezTo>
                <a:cubicBezTo>
                  <a:pt x="2133956" y="98558"/>
                  <a:pt x="2132760" y="93434"/>
                  <a:pt x="2132591" y="84551"/>
                </a:cubicBezTo>
                <a:lnTo>
                  <a:pt x="2198524" y="84551"/>
                </a:lnTo>
                <a:moveTo>
                  <a:pt x="2132932" y="72937"/>
                </a:moveTo>
                <a:cubicBezTo>
                  <a:pt x="2134126" y="56368"/>
                  <a:pt x="2144205" y="45607"/>
                  <a:pt x="2158553" y="45607"/>
                </a:cubicBezTo>
                <a:cubicBezTo>
                  <a:pt x="2173073" y="45607"/>
                  <a:pt x="2183149" y="56879"/>
                  <a:pt x="2183149" y="72937"/>
                </a:cubicBezTo>
                <a:lnTo>
                  <a:pt x="2132932" y="72937"/>
                </a:lnTo>
                <a:close/>
                <a:moveTo>
                  <a:pt x="2290420" y="0"/>
                </a:moveTo>
                <a:lnTo>
                  <a:pt x="2276242" y="0"/>
                </a:lnTo>
                <a:lnTo>
                  <a:pt x="2276242" y="46289"/>
                </a:lnTo>
                <a:cubicBezTo>
                  <a:pt x="2270265" y="37237"/>
                  <a:pt x="2260700" y="32455"/>
                  <a:pt x="2248742" y="32455"/>
                </a:cubicBezTo>
                <a:cubicBezTo>
                  <a:pt x="2225511" y="32455"/>
                  <a:pt x="2210308" y="51072"/>
                  <a:pt x="2210308" y="79596"/>
                </a:cubicBezTo>
                <a:cubicBezTo>
                  <a:pt x="2210308" y="109831"/>
                  <a:pt x="2225000" y="128451"/>
                  <a:pt x="2249255" y="128451"/>
                </a:cubicBezTo>
                <a:cubicBezTo>
                  <a:pt x="2261552" y="128451"/>
                  <a:pt x="2270093" y="123837"/>
                  <a:pt x="2277779" y="112737"/>
                </a:cubicBezTo>
                <a:lnTo>
                  <a:pt x="2277779" y="124520"/>
                </a:lnTo>
                <a:lnTo>
                  <a:pt x="2290420" y="124520"/>
                </a:lnTo>
                <a:lnTo>
                  <a:pt x="2290420" y="0"/>
                </a:lnTo>
                <a:moveTo>
                  <a:pt x="2251134" y="45776"/>
                </a:moveTo>
                <a:cubicBezTo>
                  <a:pt x="2266507" y="45776"/>
                  <a:pt x="2276242" y="59272"/>
                  <a:pt x="2276242" y="80793"/>
                </a:cubicBezTo>
                <a:cubicBezTo>
                  <a:pt x="2276242" y="101461"/>
                  <a:pt x="2266335" y="115127"/>
                  <a:pt x="2251304" y="115127"/>
                </a:cubicBezTo>
                <a:cubicBezTo>
                  <a:pt x="2235590" y="115127"/>
                  <a:pt x="2225170" y="101292"/>
                  <a:pt x="2225170" y="80451"/>
                </a:cubicBezTo>
                <a:cubicBezTo>
                  <a:pt x="2225170" y="59613"/>
                  <a:pt x="2235590" y="45776"/>
                  <a:pt x="2251134" y="45776"/>
                </a:cubicBezTo>
                <a:close/>
                <a:moveTo>
                  <a:pt x="2363527" y="124520"/>
                </a:moveTo>
                <a:lnTo>
                  <a:pt x="2411526" y="124520"/>
                </a:lnTo>
                <a:cubicBezTo>
                  <a:pt x="2442957" y="124520"/>
                  <a:pt x="2462257" y="100951"/>
                  <a:pt x="2462257" y="62175"/>
                </a:cubicBezTo>
                <a:cubicBezTo>
                  <a:pt x="2462257" y="23572"/>
                  <a:pt x="2443126" y="0"/>
                  <a:pt x="2411526" y="0"/>
                </a:cubicBezTo>
                <a:lnTo>
                  <a:pt x="2363527" y="0"/>
                </a:lnTo>
                <a:lnTo>
                  <a:pt x="2363527" y="124520"/>
                </a:lnTo>
                <a:moveTo>
                  <a:pt x="2379413" y="110516"/>
                </a:moveTo>
                <a:lnTo>
                  <a:pt x="2379413" y="14007"/>
                </a:lnTo>
                <a:lnTo>
                  <a:pt x="2408792" y="14007"/>
                </a:lnTo>
                <a:cubicBezTo>
                  <a:pt x="2433389" y="14007"/>
                  <a:pt x="2446371" y="30576"/>
                  <a:pt x="2446371" y="62345"/>
                </a:cubicBezTo>
                <a:cubicBezTo>
                  <a:pt x="2446371" y="93947"/>
                  <a:pt x="2433389" y="110516"/>
                  <a:pt x="2408792" y="110516"/>
                </a:cubicBezTo>
                <a:lnTo>
                  <a:pt x="2379413" y="110516"/>
                </a:lnTo>
                <a:close/>
                <a:moveTo>
                  <a:pt x="2559279" y="84551"/>
                </a:moveTo>
                <a:cubicBezTo>
                  <a:pt x="2559279" y="70886"/>
                  <a:pt x="2558253" y="62686"/>
                  <a:pt x="2555690" y="56027"/>
                </a:cubicBezTo>
                <a:cubicBezTo>
                  <a:pt x="2549883" y="41335"/>
                  <a:pt x="2536218" y="32455"/>
                  <a:pt x="2519480" y="32455"/>
                </a:cubicBezTo>
                <a:cubicBezTo>
                  <a:pt x="2494539" y="32455"/>
                  <a:pt x="2478484" y="51414"/>
                  <a:pt x="2478484" y="80965"/>
                </a:cubicBezTo>
                <a:cubicBezTo>
                  <a:pt x="2478484" y="110516"/>
                  <a:pt x="2493857" y="128451"/>
                  <a:pt x="2519138" y="128451"/>
                </a:cubicBezTo>
                <a:cubicBezTo>
                  <a:pt x="2539635" y="128451"/>
                  <a:pt x="2553811" y="116834"/>
                  <a:pt x="2557400" y="97362"/>
                </a:cubicBezTo>
                <a:lnTo>
                  <a:pt x="2543052" y="97362"/>
                </a:lnTo>
                <a:cubicBezTo>
                  <a:pt x="2539122" y="109148"/>
                  <a:pt x="2531094" y="115299"/>
                  <a:pt x="2519649" y="115299"/>
                </a:cubicBezTo>
                <a:cubicBezTo>
                  <a:pt x="2510597" y="115299"/>
                  <a:pt x="2502911" y="111199"/>
                  <a:pt x="2498128" y="103682"/>
                </a:cubicBezTo>
                <a:cubicBezTo>
                  <a:pt x="2494711" y="98558"/>
                  <a:pt x="2493515" y="93434"/>
                  <a:pt x="2493346" y="84551"/>
                </a:cubicBezTo>
                <a:lnTo>
                  <a:pt x="2559279" y="84551"/>
                </a:lnTo>
                <a:moveTo>
                  <a:pt x="2493687" y="72937"/>
                </a:moveTo>
                <a:cubicBezTo>
                  <a:pt x="2494881" y="56368"/>
                  <a:pt x="2504960" y="45607"/>
                  <a:pt x="2519308" y="45607"/>
                </a:cubicBezTo>
                <a:cubicBezTo>
                  <a:pt x="2533828" y="45607"/>
                  <a:pt x="2543904" y="56879"/>
                  <a:pt x="2543904" y="72937"/>
                </a:cubicBezTo>
                <a:lnTo>
                  <a:pt x="2493687" y="72937"/>
                </a:lnTo>
                <a:close/>
                <a:moveTo>
                  <a:pt x="2575846" y="161758"/>
                </a:moveTo>
                <a:lnTo>
                  <a:pt x="2590194" y="161758"/>
                </a:lnTo>
                <a:lnTo>
                  <a:pt x="2590194" y="115127"/>
                </a:lnTo>
                <a:cubicBezTo>
                  <a:pt x="2597711" y="124351"/>
                  <a:pt x="2606080" y="128451"/>
                  <a:pt x="2617697" y="128451"/>
                </a:cubicBezTo>
                <a:cubicBezTo>
                  <a:pt x="2640927" y="128451"/>
                  <a:pt x="2655959" y="109831"/>
                  <a:pt x="2655959" y="81306"/>
                </a:cubicBezTo>
                <a:cubicBezTo>
                  <a:pt x="2655959" y="51242"/>
                  <a:pt x="2641269" y="32455"/>
                  <a:pt x="2617525" y="32455"/>
                </a:cubicBezTo>
                <a:cubicBezTo>
                  <a:pt x="2605397" y="32455"/>
                  <a:pt x="2595662" y="37920"/>
                  <a:pt x="2589000" y="48510"/>
                </a:cubicBezTo>
                <a:lnTo>
                  <a:pt x="2589000" y="35017"/>
                </a:lnTo>
                <a:lnTo>
                  <a:pt x="2575846" y="35017"/>
                </a:lnTo>
                <a:lnTo>
                  <a:pt x="2575846" y="161758"/>
                </a:lnTo>
                <a:moveTo>
                  <a:pt x="2615135" y="45776"/>
                </a:moveTo>
                <a:cubicBezTo>
                  <a:pt x="2630849" y="45776"/>
                  <a:pt x="2641097" y="59613"/>
                  <a:pt x="2641097" y="80965"/>
                </a:cubicBezTo>
                <a:cubicBezTo>
                  <a:pt x="2641097" y="101292"/>
                  <a:pt x="2630679" y="115127"/>
                  <a:pt x="2615135" y="115127"/>
                </a:cubicBezTo>
                <a:cubicBezTo>
                  <a:pt x="2599932" y="115127"/>
                  <a:pt x="2590194" y="101461"/>
                  <a:pt x="2590194" y="80451"/>
                </a:cubicBezTo>
                <a:cubicBezTo>
                  <a:pt x="2590194" y="59441"/>
                  <a:pt x="2599932" y="45776"/>
                  <a:pt x="2615135" y="45776"/>
                </a:cubicBezTo>
                <a:close/>
                <a:moveTo>
                  <a:pt x="2749223" y="84551"/>
                </a:moveTo>
                <a:cubicBezTo>
                  <a:pt x="2749223" y="70886"/>
                  <a:pt x="2748196" y="62686"/>
                  <a:pt x="2745634" y="56027"/>
                </a:cubicBezTo>
                <a:cubicBezTo>
                  <a:pt x="2739827" y="41335"/>
                  <a:pt x="2726161" y="32455"/>
                  <a:pt x="2709423" y="32455"/>
                </a:cubicBezTo>
                <a:cubicBezTo>
                  <a:pt x="2684483" y="32455"/>
                  <a:pt x="2668427" y="51414"/>
                  <a:pt x="2668427" y="80965"/>
                </a:cubicBezTo>
                <a:cubicBezTo>
                  <a:pt x="2668427" y="110516"/>
                  <a:pt x="2683800" y="128451"/>
                  <a:pt x="2709082" y="128451"/>
                </a:cubicBezTo>
                <a:cubicBezTo>
                  <a:pt x="2729578" y="128451"/>
                  <a:pt x="2743754" y="116834"/>
                  <a:pt x="2747343" y="97362"/>
                </a:cubicBezTo>
                <a:lnTo>
                  <a:pt x="2732995" y="97362"/>
                </a:lnTo>
                <a:cubicBezTo>
                  <a:pt x="2729065" y="109148"/>
                  <a:pt x="2721037" y="115299"/>
                  <a:pt x="2709593" y="115299"/>
                </a:cubicBezTo>
                <a:cubicBezTo>
                  <a:pt x="2700541" y="115299"/>
                  <a:pt x="2692854" y="111199"/>
                  <a:pt x="2688072" y="103682"/>
                </a:cubicBezTo>
                <a:cubicBezTo>
                  <a:pt x="2684655" y="98558"/>
                  <a:pt x="2683458" y="93434"/>
                  <a:pt x="2683289" y="84551"/>
                </a:cubicBezTo>
                <a:lnTo>
                  <a:pt x="2749223" y="84551"/>
                </a:lnTo>
                <a:moveTo>
                  <a:pt x="2683630" y="72937"/>
                </a:moveTo>
                <a:cubicBezTo>
                  <a:pt x="2684824" y="56368"/>
                  <a:pt x="2694903" y="45607"/>
                  <a:pt x="2709251" y="45607"/>
                </a:cubicBezTo>
                <a:cubicBezTo>
                  <a:pt x="2723771" y="45607"/>
                  <a:pt x="2733848" y="56879"/>
                  <a:pt x="2733848" y="72937"/>
                </a:cubicBezTo>
                <a:lnTo>
                  <a:pt x="2683630" y="72937"/>
                </a:lnTo>
                <a:close/>
                <a:moveTo>
                  <a:pt x="2768523" y="35017"/>
                </a:moveTo>
                <a:lnTo>
                  <a:pt x="2768523" y="124520"/>
                </a:lnTo>
                <a:lnTo>
                  <a:pt x="2782871" y="124520"/>
                </a:lnTo>
                <a:lnTo>
                  <a:pt x="2782871" y="75158"/>
                </a:lnTo>
                <a:cubicBezTo>
                  <a:pt x="2782871" y="56879"/>
                  <a:pt x="2792437" y="44924"/>
                  <a:pt x="2807126" y="44924"/>
                </a:cubicBezTo>
                <a:cubicBezTo>
                  <a:pt x="2818401" y="44924"/>
                  <a:pt x="2825574" y="51755"/>
                  <a:pt x="2825574" y="62517"/>
                </a:cubicBezTo>
                <a:lnTo>
                  <a:pt x="2825574" y="124520"/>
                </a:lnTo>
                <a:lnTo>
                  <a:pt x="2839753" y="124520"/>
                </a:lnTo>
                <a:lnTo>
                  <a:pt x="2839753" y="56879"/>
                </a:lnTo>
                <a:cubicBezTo>
                  <a:pt x="2839753" y="42020"/>
                  <a:pt x="2828650" y="32455"/>
                  <a:pt x="2811398" y="32455"/>
                </a:cubicBezTo>
                <a:cubicBezTo>
                  <a:pt x="2798074" y="32455"/>
                  <a:pt x="2789533" y="37579"/>
                  <a:pt x="2781675" y="50048"/>
                </a:cubicBezTo>
                <a:lnTo>
                  <a:pt x="2781675" y="35017"/>
                </a:lnTo>
                <a:lnTo>
                  <a:pt x="2768523" y="35017"/>
                </a:lnTo>
                <a:close/>
                <a:moveTo>
                  <a:pt x="2936091" y="0"/>
                </a:moveTo>
                <a:lnTo>
                  <a:pt x="2921912" y="0"/>
                </a:lnTo>
                <a:lnTo>
                  <a:pt x="2921912" y="46289"/>
                </a:lnTo>
                <a:cubicBezTo>
                  <a:pt x="2915935" y="37237"/>
                  <a:pt x="2906370" y="32455"/>
                  <a:pt x="2894412" y="32455"/>
                </a:cubicBezTo>
                <a:cubicBezTo>
                  <a:pt x="2871181" y="32455"/>
                  <a:pt x="2855978" y="51072"/>
                  <a:pt x="2855978" y="79596"/>
                </a:cubicBezTo>
                <a:cubicBezTo>
                  <a:pt x="2855978" y="109831"/>
                  <a:pt x="2870670" y="128451"/>
                  <a:pt x="2894925" y="128451"/>
                </a:cubicBezTo>
                <a:cubicBezTo>
                  <a:pt x="2907222" y="128451"/>
                  <a:pt x="2915763" y="123837"/>
                  <a:pt x="2923450" y="112737"/>
                </a:cubicBezTo>
                <a:lnTo>
                  <a:pt x="2923450" y="124520"/>
                </a:lnTo>
                <a:lnTo>
                  <a:pt x="2936091" y="124520"/>
                </a:lnTo>
                <a:lnTo>
                  <a:pt x="2936091" y="0"/>
                </a:lnTo>
                <a:moveTo>
                  <a:pt x="2896804" y="45776"/>
                </a:moveTo>
                <a:cubicBezTo>
                  <a:pt x="2912177" y="45776"/>
                  <a:pt x="2921912" y="59272"/>
                  <a:pt x="2921912" y="80793"/>
                </a:cubicBezTo>
                <a:cubicBezTo>
                  <a:pt x="2921912" y="101461"/>
                  <a:pt x="2912005" y="115127"/>
                  <a:pt x="2896974" y="115127"/>
                </a:cubicBezTo>
                <a:cubicBezTo>
                  <a:pt x="2881260" y="115127"/>
                  <a:pt x="2870840" y="101292"/>
                  <a:pt x="2870840" y="80451"/>
                </a:cubicBezTo>
                <a:cubicBezTo>
                  <a:pt x="2870840" y="59613"/>
                  <a:pt x="2881260" y="45776"/>
                  <a:pt x="2896804" y="45776"/>
                </a:cubicBezTo>
                <a:close/>
                <a:moveTo>
                  <a:pt x="3034137" y="84551"/>
                </a:moveTo>
                <a:cubicBezTo>
                  <a:pt x="3034137" y="70886"/>
                  <a:pt x="3033110" y="62686"/>
                  <a:pt x="3030548" y="56027"/>
                </a:cubicBezTo>
                <a:cubicBezTo>
                  <a:pt x="3024741" y="41335"/>
                  <a:pt x="3011076" y="32455"/>
                  <a:pt x="2994338" y="32455"/>
                </a:cubicBezTo>
                <a:cubicBezTo>
                  <a:pt x="2969397" y="32455"/>
                  <a:pt x="2953342" y="51414"/>
                  <a:pt x="2953342" y="80965"/>
                </a:cubicBezTo>
                <a:cubicBezTo>
                  <a:pt x="2953342" y="110516"/>
                  <a:pt x="2968714" y="128451"/>
                  <a:pt x="2993996" y="128451"/>
                </a:cubicBezTo>
                <a:cubicBezTo>
                  <a:pt x="3014493" y="128451"/>
                  <a:pt x="3028669" y="116834"/>
                  <a:pt x="3032258" y="97362"/>
                </a:cubicBezTo>
                <a:lnTo>
                  <a:pt x="3017910" y="97362"/>
                </a:lnTo>
                <a:cubicBezTo>
                  <a:pt x="3013979" y="109148"/>
                  <a:pt x="3005952" y="115299"/>
                  <a:pt x="2994507" y="115299"/>
                </a:cubicBezTo>
                <a:cubicBezTo>
                  <a:pt x="2985455" y="115299"/>
                  <a:pt x="2977769" y="111199"/>
                  <a:pt x="2972986" y="103682"/>
                </a:cubicBezTo>
                <a:cubicBezTo>
                  <a:pt x="2969569" y="98558"/>
                  <a:pt x="2968373" y="93434"/>
                  <a:pt x="2968203" y="84551"/>
                </a:cubicBezTo>
                <a:lnTo>
                  <a:pt x="3034137" y="84551"/>
                </a:lnTo>
                <a:moveTo>
                  <a:pt x="2968545" y="72937"/>
                </a:moveTo>
                <a:cubicBezTo>
                  <a:pt x="2969738" y="56368"/>
                  <a:pt x="2979817" y="45607"/>
                  <a:pt x="2994166" y="45607"/>
                </a:cubicBezTo>
                <a:cubicBezTo>
                  <a:pt x="3008686" y="45607"/>
                  <a:pt x="3018762" y="56879"/>
                  <a:pt x="3018762" y="72937"/>
                </a:cubicBezTo>
                <a:lnTo>
                  <a:pt x="2968545" y="72937"/>
                </a:lnTo>
                <a:close/>
                <a:moveTo>
                  <a:pt x="3053438" y="35017"/>
                </a:moveTo>
                <a:lnTo>
                  <a:pt x="3053438" y="124520"/>
                </a:lnTo>
                <a:lnTo>
                  <a:pt x="3067786" y="124520"/>
                </a:lnTo>
                <a:lnTo>
                  <a:pt x="3067786" y="75158"/>
                </a:lnTo>
                <a:cubicBezTo>
                  <a:pt x="3067786" y="56879"/>
                  <a:pt x="3077351" y="44924"/>
                  <a:pt x="3092041" y="44924"/>
                </a:cubicBezTo>
                <a:cubicBezTo>
                  <a:pt x="3103316" y="44924"/>
                  <a:pt x="3110489" y="51755"/>
                  <a:pt x="3110489" y="62517"/>
                </a:cubicBezTo>
                <a:lnTo>
                  <a:pt x="3110489" y="124520"/>
                </a:lnTo>
                <a:lnTo>
                  <a:pt x="3124668" y="124520"/>
                </a:lnTo>
                <a:lnTo>
                  <a:pt x="3124668" y="56879"/>
                </a:lnTo>
                <a:cubicBezTo>
                  <a:pt x="3124668" y="42020"/>
                  <a:pt x="3113564" y="32455"/>
                  <a:pt x="3096313" y="32455"/>
                </a:cubicBezTo>
                <a:cubicBezTo>
                  <a:pt x="3082989" y="32455"/>
                  <a:pt x="3074448" y="37579"/>
                  <a:pt x="3066590" y="50048"/>
                </a:cubicBezTo>
                <a:lnTo>
                  <a:pt x="3066590" y="35017"/>
                </a:lnTo>
                <a:lnTo>
                  <a:pt x="3053438" y="35017"/>
                </a:lnTo>
                <a:close/>
                <a:moveTo>
                  <a:pt x="3216905" y="65079"/>
                </a:moveTo>
                <a:cubicBezTo>
                  <a:pt x="3216222" y="56368"/>
                  <a:pt x="3214343" y="50731"/>
                  <a:pt x="3210926" y="45776"/>
                </a:cubicBezTo>
                <a:cubicBezTo>
                  <a:pt x="3204778" y="37407"/>
                  <a:pt x="3194016" y="32455"/>
                  <a:pt x="3181547" y="32455"/>
                </a:cubicBezTo>
                <a:cubicBezTo>
                  <a:pt x="3157292" y="32455"/>
                  <a:pt x="3141747" y="51586"/>
                  <a:pt x="3141747" y="81306"/>
                </a:cubicBezTo>
                <a:cubicBezTo>
                  <a:pt x="3141747" y="110172"/>
                  <a:pt x="3157120" y="128451"/>
                  <a:pt x="3181378" y="128451"/>
                </a:cubicBezTo>
                <a:cubicBezTo>
                  <a:pt x="3202729" y="128451"/>
                  <a:pt x="3216222" y="115640"/>
                  <a:pt x="3217929" y="93775"/>
                </a:cubicBezTo>
                <a:lnTo>
                  <a:pt x="3203581" y="93775"/>
                </a:lnTo>
                <a:cubicBezTo>
                  <a:pt x="3201191" y="108123"/>
                  <a:pt x="3193846" y="115299"/>
                  <a:pt x="3181719" y="115299"/>
                </a:cubicBezTo>
                <a:cubicBezTo>
                  <a:pt x="3166002" y="115299"/>
                  <a:pt x="3156609" y="102486"/>
                  <a:pt x="3156609" y="81306"/>
                </a:cubicBezTo>
                <a:cubicBezTo>
                  <a:pt x="3156609" y="58930"/>
                  <a:pt x="3165833" y="45607"/>
                  <a:pt x="3181378" y="45607"/>
                </a:cubicBezTo>
                <a:cubicBezTo>
                  <a:pt x="3193333" y="45607"/>
                  <a:pt x="3200850" y="52610"/>
                  <a:pt x="3202557" y="65079"/>
                </a:cubicBezTo>
                <a:lnTo>
                  <a:pt x="3216905" y="65079"/>
                </a:lnTo>
                <a:close/>
                <a:moveTo>
                  <a:pt x="3247480" y="35017"/>
                </a:moveTo>
                <a:lnTo>
                  <a:pt x="3233302" y="35017"/>
                </a:lnTo>
                <a:lnTo>
                  <a:pt x="3233302" y="124520"/>
                </a:lnTo>
                <a:lnTo>
                  <a:pt x="3247480" y="124520"/>
                </a:lnTo>
                <a:lnTo>
                  <a:pt x="3247480" y="35017"/>
                </a:lnTo>
                <a:moveTo>
                  <a:pt x="3247480" y="0"/>
                </a:moveTo>
                <a:lnTo>
                  <a:pt x="3233132" y="0"/>
                </a:lnTo>
                <a:lnTo>
                  <a:pt x="3233132" y="17935"/>
                </a:lnTo>
                <a:lnTo>
                  <a:pt x="3247480" y="17935"/>
                </a:lnTo>
                <a:lnTo>
                  <a:pt x="3247480" y="0"/>
                </a:lnTo>
                <a:close/>
                <a:moveTo>
                  <a:pt x="3347407" y="84551"/>
                </a:moveTo>
                <a:cubicBezTo>
                  <a:pt x="3347407" y="70886"/>
                  <a:pt x="3346380" y="62686"/>
                  <a:pt x="3343818" y="56027"/>
                </a:cubicBezTo>
                <a:cubicBezTo>
                  <a:pt x="3338011" y="41335"/>
                  <a:pt x="3324346" y="32455"/>
                  <a:pt x="3307608" y="32455"/>
                </a:cubicBezTo>
                <a:cubicBezTo>
                  <a:pt x="3282667" y="32455"/>
                  <a:pt x="3266612" y="51414"/>
                  <a:pt x="3266612" y="80965"/>
                </a:cubicBezTo>
                <a:cubicBezTo>
                  <a:pt x="3266612" y="110516"/>
                  <a:pt x="3281984" y="128451"/>
                  <a:pt x="3307266" y="128451"/>
                </a:cubicBezTo>
                <a:cubicBezTo>
                  <a:pt x="3327763" y="128451"/>
                  <a:pt x="3341939" y="116834"/>
                  <a:pt x="3345528" y="97362"/>
                </a:cubicBezTo>
                <a:lnTo>
                  <a:pt x="3331180" y="97362"/>
                </a:lnTo>
                <a:cubicBezTo>
                  <a:pt x="3327249" y="109148"/>
                  <a:pt x="3319222" y="115299"/>
                  <a:pt x="3307777" y="115299"/>
                </a:cubicBezTo>
                <a:cubicBezTo>
                  <a:pt x="3298725" y="115299"/>
                  <a:pt x="3291039" y="111199"/>
                  <a:pt x="3286256" y="103682"/>
                </a:cubicBezTo>
                <a:cubicBezTo>
                  <a:pt x="3282839" y="98558"/>
                  <a:pt x="3281643" y="93434"/>
                  <a:pt x="3281473" y="84551"/>
                </a:cubicBezTo>
                <a:lnTo>
                  <a:pt x="3347407" y="84551"/>
                </a:lnTo>
                <a:moveTo>
                  <a:pt x="3281815" y="72937"/>
                </a:moveTo>
                <a:cubicBezTo>
                  <a:pt x="3283008" y="56368"/>
                  <a:pt x="3293087" y="45607"/>
                  <a:pt x="3307436" y="45607"/>
                </a:cubicBezTo>
                <a:cubicBezTo>
                  <a:pt x="3321956" y="45607"/>
                  <a:pt x="3332032" y="56879"/>
                  <a:pt x="3332032" y="72937"/>
                </a:cubicBezTo>
                <a:lnTo>
                  <a:pt x="3281815" y="72937"/>
                </a:lnTo>
                <a:close/>
                <a:moveTo>
                  <a:pt x="3429565" y="59955"/>
                </a:moveTo>
                <a:cubicBezTo>
                  <a:pt x="3429396" y="42362"/>
                  <a:pt x="3417779" y="32455"/>
                  <a:pt x="3397111" y="32455"/>
                </a:cubicBezTo>
                <a:cubicBezTo>
                  <a:pt x="3376273" y="32455"/>
                  <a:pt x="3362779" y="43214"/>
                  <a:pt x="3362779" y="59783"/>
                </a:cubicBezTo>
                <a:cubicBezTo>
                  <a:pt x="3362779" y="73789"/>
                  <a:pt x="3369952" y="80451"/>
                  <a:pt x="3391134" y="85576"/>
                </a:cubicBezTo>
                <a:lnTo>
                  <a:pt x="3404458" y="88820"/>
                </a:lnTo>
                <a:cubicBezTo>
                  <a:pt x="3414365" y="91213"/>
                  <a:pt x="3418293" y="94800"/>
                  <a:pt x="3418293" y="101120"/>
                </a:cubicBezTo>
                <a:cubicBezTo>
                  <a:pt x="3418293" y="109661"/>
                  <a:pt x="3409924" y="115299"/>
                  <a:pt x="3397455" y="115299"/>
                </a:cubicBezTo>
                <a:cubicBezTo>
                  <a:pt x="3389766" y="115299"/>
                  <a:pt x="3383276" y="113078"/>
                  <a:pt x="3379690" y="109320"/>
                </a:cubicBezTo>
                <a:cubicBezTo>
                  <a:pt x="3377469" y="106758"/>
                  <a:pt x="3376445" y="104196"/>
                  <a:pt x="3375590" y="97875"/>
                </a:cubicBezTo>
                <a:lnTo>
                  <a:pt x="3360559" y="97875"/>
                </a:lnTo>
                <a:cubicBezTo>
                  <a:pt x="3361242" y="118544"/>
                  <a:pt x="3372856" y="128451"/>
                  <a:pt x="3396258" y="128451"/>
                </a:cubicBezTo>
                <a:cubicBezTo>
                  <a:pt x="3418806" y="128451"/>
                  <a:pt x="3433154" y="117347"/>
                  <a:pt x="3433154" y="100096"/>
                </a:cubicBezTo>
                <a:cubicBezTo>
                  <a:pt x="3433154" y="86772"/>
                  <a:pt x="3425638" y="79427"/>
                  <a:pt x="3407872" y="75158"/>
                </a:cubicBezTo>
                <a:lnTo>
                  <a:pt x="3394207" y="71910"/>
                </a:lnTo>
                <a:cubicBezTo>
                  <a:pt x="3382593" y="69179"/>
                  <a:pt x="3377638" y="65420"/>
                  <a:pt x="3377638" y="59100"/>
                </a:cubicBezTo>
                <a:cubicBezTo>
                  <a:pt x="3377638" y="50731"/>
                  <a:pt x="3384983" y="45607"/>
                  <a:pt x="3396600" y="45607"/>
                </a:cubicBezTo>
                <a:cubicBezTo>
                  <a:pt x="3408044" y="45607"/>
                  <a:pt x="3414193" y="50559"/>
                  <a:pt x="3414534" y="59955"/>
                </a:cubicBezTo>
                <a:lnTo>
                  <a:pt x="3429565" y="59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26590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2026-09-05T18:15:44.0900000Z</dcterms:created>
  <dcterms:modified xsi:type="dcterms:W3CDTF">2026-09-05T18:15:44.0900000Z</dcterms:modified>
</coreProperties>
</file>