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2b87ed9b044c0d" /><Relationship Type="http://schemas.openxmlformats.org/officeDocument/2006/relationships/extended-properties" Target="/docProps/app.xml" Id="Rcd16f124bc654343" /><Relationship Type="http://schemas.openxmlformats.org/officeDocument/2006/relationships/officeDocument" Target="/ppt/presentation.xml" Id="R6f10fcb6082c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4d17c535942fa"/>
  </p:sldMasterIdLst>
  <p:notesMasterIdLst>
    <p:notesMasterId xmlns:r="http://schemas.openxmlformats.org/officeDocument/2006/relationships" r:id="R896019a2e73b423d"/>
  </p:notesMasterIdLst>
  <p:sldIdLst>
    <p:sldId xmlns:r="http://schemas.openxmlformats.org/officeDocument/2006/relationships" id="256" r:id="R559c6f1ac4ac4403"/>
  </p:sldIdLst>
  <p:sldSz cx="6943725" cy="400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d8f458e9c4af2" /><Relationship Type="http://schemas.openxmlformats.org/officeDocument/2006/relationships/slideMaster" Target="/ppt/slideMasters/slideMaster1.xml" Id="Rb1b4d17c535942fa" /><Relationship Type="http://schemas.openxmlformats.org/officeDocument/2006/relationships/notesMaster" Target="/ppt/notesMasters/notesMaster1.xml" Id="R896019a2e73b423d" /><Relationship Type="http://schemas.openxmlformats.org/officeDocument/2006/relationships/presProps" Target="/ppt/presProps.xml" Id="R92f2793370bd4b91" /><Relationship Type="http://schemas.openxmlformats.org/officeDocument/2006/relationships/tableStyles" Target="/ppt/tableStyles.xml" Id="R4486a24aeb06479b" /><Relationship Type="http://schemas.openxmlformats.org/officeDocument/2006/relationships/slide" Target="/ppt/slides/slide1.xml" Id="R559c6f1ac4ac44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f9b066e2f4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c7544aaa6c4732" /><Relationship Type="http://schemas.openxmlformats.org/officeDocument/2006/relationships/notesMaster" Target="/ppt/notesMasters/notesMaster1.xml" Id="Rcafcfc53f6ab49c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素材ID：SE-022</ns1:t>
            </ns1:r>
          </ns1:p>
          <ns1:p>
            <ns1:r>
              <ns1:t>论文：PreServe: Intelligent Management for LMaaS Systems via Hierarchical Prediction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4，PDF第4页</ns1:t>
            </ns1:r>
          </ns1:p>
          <ns1:p>
            <ns1:r>
              <ns1:t>类型：实验图表</ns1:t>
            </ns1:r>
          </ns1:p>
          <ns1:p>
            <ns1:r>
              <ns1:t>借鉴点：两种路由策略的队列、显存、时延按同一时间轴对照；适合把运行状态与性能失衡的时间证据绑定。</ns1:t>
            </ns1:r>
          </ns1:p>
          <ns1:p>
            <ns1:r>
              <ns1:t>论文URL：https://arxiv.org/pdf/2504.03702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09b0805e2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c3d08cca854099" /><Relationship Type="http://schemas.openxmlformats.org/officeDocument/2006/relationships/slideLayout" Target="/ppt/slideLayouts/slideLayout1.xml" Id="Rb9a16a41882643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16a41882643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25f1b0d134b43" /><Relationship Type="http://schemas.openxmlformats.org/officeDocument/2006/relationships/image" Target="/ppt/media/image.png" Id="R1dd402bb13a84a04" /><Relationship Type="http://schemas.openxmlformats.org/officeDocument/2006/relationships/image" Target="/ppt/media/image2.png" Id="Raecdc74f6c8246c3" /><Relationship Type="http://schemas.openxmlformats.org/officeDocument/2006/relationships/image" Target="/ppt/media/image3.png" Id="Rf434bca9d3c44ef7" /><Relationship Type="http://schemas.openxmlformats.org/officeDocument/2006/relationships/image" Target="/ppt/media/image4.png" Id="R8cf2b7972de143f6" /><Relationship Type="http://schemas.openxmlformats.org/officeDocument/2006/relationships/image" Target="/ppt/media/image5.png" Id="Re311ced0fb4c42a3" /><Relationship Type="http://schemas.openxmlformats.org/officeDocument/2006/relationships/image" Target="/ppt/media/image6.png" Id="R3884ae7826d54dbb" /><Relationship Type="http://schemas.openxmlformats.org/officeDocument/2006/relationships/notesSlide" Target="/ppt/notesSlides/notesSlide1.xml" Id="R50f21c60568f4d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A0232-F61C-4304-9307-976B5C42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76801"/>
            <a:ext cx="6864881" cy="3891638"/>
          </a:xfrm>
          <a:custGeom xmlns:a="http://schemas.openxmlformats.org/drawingml/2006/main">
            <a:pathLst>
              <a:path w="6864881" h="3891638">
                <a:moveTo>
                  <a:pt x="0" y="3891638"/>
                </a:moveTo>
                <a:lnTo>
                  <a:pt x="6864881" y="3891638"/>
                </a:lnTo>
                <a:lnTo>
                  <a:pt x="6864881" y="0"/>
                </a:lnTo>
                <a:lnTo>
                  <a:pt x="0" y="0"/>
                </a:lnTo>
                <a:lnTo>
                  <a:pt x="0" y="38916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8B391-12B1-4DE4-B7A4-22BB94ED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313243"/>
            <a:ext cx="2779658" cy="1072630"/>
          </a:xfrm>
          <a:custGeom xmlns:a="http://schemas.openxmlformats.org/drawingml/2006/main">
            <a:pathLst>
              <a:path w="2779658" h="1072630">
                <a:moveTo>
                  <a:pt x="0" y="1072630"/>
                </a:moveTo>
                <a:lnTo>
                  <a:pt x="2779658" y="1072630"/>
                </a:lnTo>
                <a:lnTo>
                  <a:pt x="2779658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B9197-7E1C-4EDF-BB04-71992AC6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470AB-B2B2-4A63-BCB8-AE437B46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14D09-6E9E-452D-8CB4-4800A856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C609E-A2C1-407D-BDAB-FF9E928E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75CAC-558F-4B4A-85D0-B8885407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07B4C-94DE-4285-91E6-ACFD0EE9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F460B-6C83-4620-AF1C-2577D7B5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06D97-F33A-4FA1-ABFA-047E61EE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EE06B-58B5-4630-B3C1-034FB56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F873D-0650-4C2E-A329-8FE5C5F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73E0C-0EE6-4F3A-AF7A-5F9A4EC8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752D2-2355-4221-888D-7B6976DC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7EDD7-2657-4832-B9C6-41AFFF8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4E786-0F23-4DB4-A789-1FB83410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E8133-0068-4AF3-8728-63A406B1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7E37F-C386-40C9-B0AE-7267FB95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159E4-ACB9-4E4A-940E-FF10EE10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81967-B260-4021-95E8-B27B7C4E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7EF3C-7B25-496E-9061-D55D5B09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6E657-B4C1-46ED-BCAD-DF65BE3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E08F1-CABB-4217-9570-1261BDC9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F6C75-BC25-450D-AB95-2D9188BF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DF090-8397-4588-9A3F-2644C0CD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BA8D2-3001-4ED9-A159-499FF4C8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1BE5C-DC92-442E-9AEF-0F2FCFC6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2A4A9-2C54-442A-B982-485FEEDA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4374E-2020-4039-A5C1-1E68CA58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D3D87-88F3-43C3-A491-CF08FE79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539E6-6C5B-48C8-90FC-DB53FEA9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F988B-2E03-493B-A66A-DA5FFFB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419AC-B3FC-4EA8-B12F-052FFE58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EA7A6-32C4-4411-AAFC-83AF12A5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520C9-4C4C-4016-8025-37B7F4B2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EE170-E3DB-4FE4-A05F-B4B2CF94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E0AC2-E40E-4040-B177-E077FB21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BE005-B306-44B1-9894-3CEF00A1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CA27F-7F6C-4E00-998D-8E2A99A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D267C-D90C-4D8D-AC03-2823A57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0C5BB-7EC2-46F6-888E-2E635AE0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A5D1A-7511-4F0B-95C9-A77D23C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8B496-55E1-466B-A093-41FF7E9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2418C-3A31-42AB-9105-62CB4134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CECC7-4808-4E69-8019-6C43BF20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B8BD3-392B-40A6-A1FE-A15666D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BAD58-69A9-4612-B691-FAB1B3C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36CA2-1B68-47B0-8861-96132640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76F67-222F-407D-9281-8A339B97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A963E-D38A-44A7-8E7B-BBCCB1F8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F47CA-777A-4078-A41F-54CE206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65586-E579-48DB-9852-545D087B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CB975-D166-4DBD-8EBC-61A34136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82A2C-E490-4B2D-8AA2-78E652A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F9873-EABF-4943-8D93-4287EBC6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84160-CC08-4DA8-9901-6289BD7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3A973-DD28-498A-9244-89306253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50743-3A47-46A5-B8CB-A48727C0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4967B-08EF-4586-AA28-54ADCCE4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936AA-B135-43E8-9053-00BA7E2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6D526-00CA-4061-B0BF-38D5E11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4198D-1CE5-474E-A20C-EEBADD0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D35B1-0FAB-44BD-9D1B-70DD5151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D7AC5-B7F0-444A-88DC-D74BBE0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A1FEB-4BA8-4575-B033-80C75CE7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4C497-2001-4348-9C6D-9F2C41FF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4E19D-E8DB-49A3-8F62-5A76EFAE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01E65-A02A-4D50-AFF8-A94D949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9813C-E24E-437C-953D-117A5228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40684-206E-4892-81BD-6222298D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21D4E-8FBD-4522-B45D-DB84F863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6FAF3-D39A-4417-8BA2-00411F2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CB7B4-2D49-4B92-9C74-ECD2ADD8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2A7B9-8170-4F58-9398-1A88E240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0E43D-658F-4EC0-B773-E4033EF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9BBD9-AF3C-4219-BC40-77B71543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EB9B7-C8D6-420E-9126-B0D72AC0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0263A-79DE-420B-B29A-44EBD90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89904-5BFE-4C79-8414-838C4A78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EEFB1-5569-427F-9CFE-06BF006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8936E-7AA3-4457-8787-21657278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9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254BC-BCCE-4FE7-8D32-0C822DE4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5DC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F37B0-4584-41D5-89DC-FFC396B3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6DEDD-EC2A-4B49-92C4-D08A3E3F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6503D-505B-432F-BBC3-97C48170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BC9EC-59FB-4CE4-9824-C41233D7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5BE59-7EEA-4236-BD9D-35B50880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9E5C6-A04C-4242-A877-A4A0368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8771C-96A0-4139-80F4-656C0CB2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796DC-215D-4305-9869-C4BF2DAC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F391B-79D5-4A34-80E3-ACC67BCF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4722E-1D93-43AF-90BD-BF46E438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FBD3A-1B9D-4DDF-AE87-3E07B89E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1FF49-0264-4C6A-B7E8-7CC51F8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B24B4-506F-4AD8-BA39-0CCF0A59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2394F-6254-46C1-B341-CD4283B3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79BBF-72FC-44E5-BCA3-8F92681A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B896A-77FD-4357-980F-48293623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3067D-EE1E-47BD-AB22-C07664AB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19E37-3D9C-4A3F-A82F-2678259D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AB9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800F6-2456-4D15-8EC7-FA8349E3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60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14EF0-2744-467D-8BDC-41A6B2AB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BB0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C6A25-222C-4898-BBBA-8A1B9EB3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ED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16E21-8B93-46FE-8A93-C936915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22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BCDC1-B987-487B-AAB8-2C402883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C9121-B48C-4F47-82C6-3C9EB3C4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97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FF000-F3E1-41FF-B0EB-DBF10E18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4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F505F-C78D-4D0A-AA4A-6DF1F51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5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E8561-A862-4BD7-A2AC-98061E05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1C8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B3CC3-0AEF-42E7-9CCD-73099EFD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1AC51-65CD-4321-AE33-DEA3965A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19B22-B4A8-4025-9828-7F1B593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6832A-84CC-4F79-9E2C-6F76CCD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0BB97-B9B6-4DDD-AC69-6C09E9D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FF89E-6127-4C7D-B705-A3663F8F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91182-F388-49BC-B5C4-696ED01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9C42F-21F9-4582-8679-4BF7B994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D010B-ED40-4DDA-A47B-049FC363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078C1-1241-451A-950C-03088269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1ABCD-AC4F-4F77-A168-336E9C15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D1670-15AE-4AEB-9CF2-D5D9BFA4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2B8BB-B54F-4AFA-A3EF-5A753E24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943F7-068F-4B04-B2D0-66ABE219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CE6EF-46FB-4092-9452-6020E7D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45E87-C16E-482A-8D81-A1AE6DFA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AFD5D-B477-451A-B491-7E557692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1600A-9D2C-434C-BC47-AEEF3F90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CAB7B-45E0-4EAF-AC42-061602EE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FAA25-9D5C-4064-9783-8CD58CF6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B0AFA-148C-4911-B192-BA4910A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4CA96-A1F2-429E-93F7-F9A5739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E8110-CAF3-4346-B3AF-BB0B09C4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9B02F-8751-4536-A57E-7AF9C76A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7A03B-4E0C-4F51-AD0C-A678854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E655E-4A7E-44B7-80F0-A6B2AEC6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79DED-3D59-457A-ABA9-0F80CA64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56F57-11CF-4ED7-B5D9-1C0544B0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2B318-43B7-40C5-B351-51AB8758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817C8-3676-4D22-ADF0-9A004BEF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13266-7794-4B2B-B772-B21EE79A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FEB17-CEAE-4720-9800-980291B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10480-D640-472D-B6AA-88164F9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6EA46-6918-4477-9935-91385908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A6008-32FB-4F9C-8F09-4CA866B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5BF5E-029C-4576-94F9-C5A6CEBC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19463-6D58-412A-9BB2-37CB6BB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7BE24-3F1A-475B-9ECB-61B62F94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EA69C-3151-465B-A54E-EDC6717A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FA7C1-A569-40CB-811A-48C6A7E9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87515-D83E-4FF2-BE07-73612293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D1426-22B8-4EA7-8F80-E676CA28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5452F-5124-4B1E-9DD4-B18E1CC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1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29A14-8E13-4CD7-BC9A-9042DDB7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AB9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6DA87-F438-473A-A241-80A3677E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CD2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91A2C-F77D-455F-81F5-4297A53E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E4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D36FA-3E35-4843-B7AC-907D8FA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CCC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F7B68-2CB0-4656-8744-23CA8414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5CF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D4676-52E8-4A22-9CF8-A786D83E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68E31-A647-4124-B33F-8716E2EA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6317F-DEDE-4A2B-9112-0168ABDB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280BF-6DD4-4D80-9F10-5F6DE14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DB60D-587C-4416-80E7-CCAF7906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F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3D9B0-C140-413D-8EB0-0DB2349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CD2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5B2AC-569C-47E4-87B3-EC25CBAD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A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8582C-C1B2-41B3-AB0D-20DDA8E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78F9A-09CE-4AD7-A1DD-5A4885F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BC2C2-3B80-4334-9E48-06A979CC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D91B8-105C-48E3-A5B3-A162019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39B77-B28F-48B9-9603-2533CE25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1F469-84DF-4E8C-91D7-ABF121E9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ECC20-9C6C-4E82-8670-8C0FB865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8B73C-1251-4E51-90AC-825AC22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8A3E8-CC21-4222-B616-4C4FAAF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5438D-BE29-41EF-875B-67E94FA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64A28-89E0-469B-8868-C71045F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96723-3A41-4A02-9A72-3F6B3C74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C2ECF-7EBD-4420-BE4E-7681BBDC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CDE34-2259-4C47-8715-41A89E1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8ED70-7404-44D8-A135-42AE1AA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F96F5-C9A1-44D7-B086-3B5B4B4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2FE59-5E53-4425-929D-D4C474A6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77971-8D5E-4B51-89F0-99DBE369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050C0-C07A-4C30-BDFB-6E541DEE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199AE-5EE5-41A2-83B8-2AE10A0C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455E0-6113-4CE1-9A42-14F3373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2FA32-FB3C-47DA-99FA-04259E0D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2B862-54F7-4115-9A62-59B77E1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BA02D-01D2-4B61-8AF3-BDBC0730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0B593-49F2-4AEC-B08B-2309354A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9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A0B25-C3C7-4CBC-A9C8-28519A2B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1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F757E-F586-4CC3-8ED6-062C302E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EBAA8-B27E-40E3-B573-16EED2DF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91E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167BD-924F-4D9A-B65D-86D38CD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0B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FA0B9-F6FE-4077-A750-A0FB7FD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32549-BAC4-48C2-BBDA-9B34EEE8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B9C8F-EF4E-422A-95BC-5ABB7EF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B47A6-E548-41AB-A95C-84A95FE5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7ED0B-7092-47BC-A09E-F85A60E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19216-BD88-482A-96AD-840C01A0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A6FC9-0BFB-46D4-B3D1-0DE212B3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9F113-083B-4C10-960C-51E429E4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661A3-8B1A-4B48-9139-9503A002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CBBDB-9E86-40A0-BBE0-2A05C8E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3BD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92C33-308F-433D-A4E6-8422337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9371A-A10B-4907-8976-0D7DFBF0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68DB2-363B-498F-9BC8-E7678D9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C21E7-C724-45DC-AD85-7E9840F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F1D87-2471-4012-9DEB-B9256E2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AA39B-5559-4C86-BC07-DF1E9B1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E14296-74B1-4A06-A741-AAACA8FA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11AF8-7060-4DAC-BDB7-E7E4050C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A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EC52F-CE8B-46F8-A60D-9A232399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6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D0828-B890-4B3F-B8C9-D13F959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1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35409-AD48-47EB-B196-520E21A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9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68961-5FFE-41B6-98A6-27B01953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9E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161F1-C12F-4277-91EB-7EB8B4DB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0B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28220-BAA0-4212-8ECE-D90CEABC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F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42513-A620-4C64-8313-8B80AE89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875FB-2759-40AA-A162-026CF9B4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F9321-8B0D-47F9-9E26-F1075F34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37BFF-C189-4A66-BE05-9E2BC80F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89D80-7C5D-4F15-8278-5A4FD5A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1FB6B-D823-4A80-ADA9-D4906141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8011F-33A7-4A9B-A105-87A70847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F3E67-AECA-4D0D-9983-07495BF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54742-09F6-4080-8503-95365038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4D4F2-BB72-4358-9280-CADD3D1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B7F9B-2086-4A0F-9600-C7E59D5E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5801E-7F52-467B-A555-33241373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0DAAC-836E-4023-B0A9-096237C0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DB393-8717-48DE-8991-BC8A538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DF340-4D65-4EE1-9680-21634581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B0EED-5A8E-41A7-983D-A5DA867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447322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FA9A2-03C3-4707-95BD-D1905E74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44732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04FA6-9830-4F27-B85A-B760C60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518868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86E6A-98A7-47E8-81A5-094126A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472476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1B501-5D22-4424-B65F-22EFFB1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440536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6C65E-6A5E-4E47-AF05-2993673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421444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552D1-B165-4A60-BF04-02AE560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351319"/>
            <a:ext cx="60311" cy="40058"/>
          </a:xfrm>
          <a:custGeom xmlns:a="http://schemas.openxmlformats.org/drawingml/2006/main">
            <a:pathLst>
              <a:path w="60311" h="40058">
                <a:moveTo>
                  <a:pt x="38542" y="0"/>
                </a:moveTo>
                <a:lnTo>
                  <a:pt x="44698" y="0"/>
                </a:lnTo>
                <a:lnTo>
                  <a:pt x="44698" y="7940"/>
                </a:lnTo>
                <a:lnTo>
                  <a:pt x="60311" y="7940"/>
                </a:lnTo>
                <a:lnTo>
                  <a:pt x="60311" y="15078"/>
                </a:lnTo>
                <a:lnTo>
                  <a:pt x="44698" y="15078"/>
                </a:lnTo>
                <a:lnTo>
                  <a:pt x="44698" y="40058"/>
                </a:lnTo>
                <a:lnTo>
                  <a:pt x="39166" y="40058"/>
                </a:lnTo>
                <a:lnTo>
                  <a:pt x="0" y="12669"/>
                </a:lnTo>
                <a:lnTo>
                  <a:pt x="0" y="7940"/>
                </a:lnTo>
                <a:lnTo>
                  <a:pt x="38542" y="7940"/>
                </a:lnTo>
                <a:lnTo>
                  <a:pt x="38542" y="0"/>
                </a:lnTo>
                <a:close/>
                <a:moveTo>
                  <a:pt x="38542" y="15078"/>
                </a:moveTo>
                <a:lnTo>
                  <a:pt x="9189" y="15078"/>
                </a:lnTo>
                <a:lnTo>
                  <a:pt x="38542" y="35865"/>
                </a:lnTo>
                <a:lnTo>
                  <a:pt x="38542" y="15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810DD-F289-4069-9A77-767FC4D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715480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07811-B060-463D-9B45-C33A507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715480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7AD06-4A1C-446E-9A5C-6FBD5498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787026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8E36B-70CE-47D9-B888-61C83365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740633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BD32C-F3E4-4769-A164-60259878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708694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10500-3F97-483F-9FAD-772AB0F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689601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A3938-32F2-47BA-8D18-8F2BDFF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623759"/>
            <a:ext cx="61292" cy="33546"/>
          </a:xfrm>
          <a:custGeom xmlns:a="http://schemas.openxmlformats.org/drawingml/2006/main">
            <a:pathLst>
              <a:path w="61292" h="33546">
                <a:moveTo>
                  <a:pt x="12490" y="32653"/>
                </a:moveTo>
                <a:cubicBezTo>
                  <a:pt x="8565" y="31047"/>
                  <a:pt x="5442" y="28906"/>
                  <a:pt x="3301" y="26319"/>
                </a:cubicBezTo>
                <a:cubicBezTo>
                  <a:pt x="1160" y="23732"/>
                  <a:pt x="0" y="20520"/>
                  <a:pt x="0" y="16684"/>
                </a:cubicBezTo>
                <a:cubicBezTo>
                  <a:pt x="0" y="11955"/>
                  <a:pt x="1606" y="8297"/>
                  <a:pt x="4639" y="5799"/>
                </a:cubicBezTo>
                <a:cubicBezTo>
                  <a:pt x="6959" y="3926"/>
                  <a:pt x="9457" y="2944"/>
                  <a:pt x="11955" y="2944"/>
                </a:cubicBezTo>
                <a:cubicBezTo>
                  <a:pt x="16327" y="2944"/>
                  <a:pt x="20788" y="5710"/>
                  <a:pt x="25338" y="11063"/>
                </a:cubicBezTo>
                <a:cubicBezTo>
                  <a:pt x="26765" y="7494"/>
                  <a:pt x="28817" y="4728"/>
                  <a:pt x="31494" y="2855"/>
                </a:cubicBezTo>
                <a:cubicBezTo>
                  <a:pt x="34170" y="981"/>
                  <a:pt x="37203" y="0"/>
                  <a:pt x="40772" y="0"/>
                </a:cubicBezTo>
                <a:cubicBezTo>
                  <a:pt x="45947" y="0"/>
                  <a:pt x="50318" y="1695"/>
                  <a:pt x="54065" y="4907"/>
                </a:cubicBezTo>
                <a:cubicBezTo>
                  <a:pt x="58883" y="9189"/>
                  <a:pt x="61292" y="15256"/>
                  <a:pt x="61292" y="23286"/>
                </a:cubicBezTo>
                <a:cubicBezTo>
                  <a:pt x="61292" y="27300"/>
                  <a:pt x="60757" y="29977"/>
                  <a:pt x="59865" y="31404"/>
                </a:cubicBezTo>
                <a:cubicBezTo>
                  <a:pt x="58972" y="32832"/>
                  <a:pt x="57902" y="33546"/>
                  <a:pt x="56653" y="33546"/>
                </a:cubicBezTo>
                <a:cubicBezTo>
                  <a:pt x="55850" y="33546"/>
                  <a:pt x="55136" y="33278"/>
                  <a:pt x="54512" y="32564"/>
                </a:cubicBezTo>
                <a:cubicBezTo>
                  <a:pt x="53887" y="31940"/>
                  <a:pt x="53530" y="31137"/>
                  <a:pt x="53530" y="30066"/>
                </a:cubicBezTo>
                <a:cubicBezTo>
                  <a:pt x="53530" y="29352"/>
                  <a:pt x="53709" y="28639"/>
                  <a:pt x="53887" y="27925"/>
                </a:cubicBezTo>
                <a:cubicBezTo>
                  <a:pt x="54065" y="27390"/>
                  <a:pt x="54601" y="26319"/>
                  <a:pt x="55493" y="24535"/>
                </a:cubicBezTo>
                <a:cubicBezTo>
                  <a:pt x="56385" y="22840"/>
                  <a:pt x="56920" y="21590"/>
                  <a:pt x="57099" y="20877"/>
                </a:cubicBezTo>
                <a:cubicBezTo>
                  <a:pt x="57456" y="19806"/>
                  <a:pt x="57545" y="18736"/>
                  <a:pt x="57545" y="17487"/>
                </a:cubicBezTo>
                <a:cubicBezTo>
                  <a:pt x="57545" y="14542"/>
                  <a:pt x="56474" y="11955"/>
                  <a:pt x="54155" y="9725"/>
                </a:cubicBezTo>
                <a:cubicBezTo>
                  <a:pt x="51835" y="7583"/>
                  <a:pt x="49158" y="6424"/>
                  <a:pt x="45947" y="6424"/>
                </a:cubicBezTo>
                <a:cubicBezTo>
                  <a:pt x="43716" y="6424"/>
                  <a:pt x="41486" y="6959"/>
                  <a:pt x="39255" y="7940"/>
                </a:cubicBezTo>
                <a:cubicBezTo>
                  <a:pt x="37650" y="8743"/>
                  <a:pt x="36490" y="9546"/>
                  <a:pt x="35598" y="10438"/>
                </a:cubicBezTo>
                <a:cubicBezTo>
                  <a:pt x="34438" y="11687"/>
                  <a:pt x="33367" y="13472"/>
                  <a:pt x="32386" y="15613"/>
                </a:cubicBezTo>
                <a:cubicBezTo>
                  <a:pt x="31494" y="17754"/>
                  <a:pt x="30958" y="19985"/>
                  <a:pt x="30958" y="22304"/>
                </a:cubicBezTo>
                <a:lnTo>
                  <a:pt x="30958" y="23642"/>
                </a:lnTo>
                <a:lnTo>
                  <a:pt x="29709" y="23642"/>
                </a:lnTo>
                <a:cubicBezTo>
                  <a:pt x="29442" y="21412"/>
                  <a:pt x="28639" y="19092"/>
                  <a:pt x="27211" y="16773"/>
                </a:cubicBezTo>
                <a:cubicBezTo>
                  <a:pt x="25873" y="14453"/>
                  <a:pt x="24267" y="12847"/>
                  <a:pt x="22304" y="11777"/>
                </a:cubicBezTo>
                <a:cubicBezTo>
                  <a:pt x="20431" y="10706"/>
                  <a:pt x="18289" y="10171"/>
                  <a:pt x="15970" y="10171"/>
                </a:cubicBezTo>
                <a:cubicBezTo>
                  <a:pt x="13026" y="10171"/>
                  <a:pt x="10617" y="11152"/>
                  <a:pt x="8743" y="13026"/>
                </a:cubicBezTo>
                <a:cubicBezTo>
                  <a:pt x="6959" y="14899"/>
                  <a:pt x="5978" y="17219"/>
                  <a:pt x="5978" y="19985"/>
                </a:cubicBezTo>
                <a:cubicBezTo>
                  <a:pt x="5978" y="24445"/>
                  <a:pt x="8386" y="28193"/>
                  <a:pt x="13204" y="31226"/>
                </a:cubicBezTo>
                <a:lnTo>
                  <a:pt x="12490" y="326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B5A47-F43D-4102-B4A0-1DE296D9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983637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1F822-12C6-4C1E-87E2-34559265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983637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BB21C-A8CA-4E6C-882B-761CF74E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1055184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93128-31C0-4F60-B5FB-AB4610B0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1008791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28946-B70E-41D4-9064-1C8B7EC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976851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FCE7D-2611-48C5-A140-1DBE688B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957759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97F31-4CB3-4E16-81D7-494C6D0E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888259"/>
            <a:ext cx="60311" cy="38988"/>
          </a:xfrm>
          <a:custGeom xmlns:a="http://schemas.openxmlformats.org/drawingml/2006/main">
            <a:pathLst>
              <a:path w="60311" h="38988">
                <a:moveTo>
                  <a:pt x="48980" y="0"/>
                </a:moveTo>
                <a:lnTo>
                  <a:pt x="60311" y="4104"/>
                </a:lnTo>
                <a:lnTo>
                  <a:pt x="60311" y="38988"/>
                </a:lnTo>
                <a:lnTo>
                  <a:pt x="58705" y="38988"/>
                </a:lnTo>
                <a:cubicBezTo>
                  <a:pt x="49426" y="28728"/>
                  <a:pt x="41753" y="21501"/>
                  <a:pt x="35776" y="17308"/>
                </a:cubicBezTo>
                <a:cubicBezTo>
                  <a:pt x="29888" y="13204"/>
                  <a:pt x="24445" y="11063"/>
                  <a:pt x="19538" y="11063"/>
                </a:cubicBezTo>
                <a:cubicBezTo>
                  <a:pt x="15791" y="11063"/>
                  <a:pt x="12758" y="12223"/>
                  <a:pt x="10349" y="14542"/>
                </a:cubicBezTo>
                <a:cubicBezTo>
                  <a:pt x="7940" y="16862"/>
                  <a:pt x="6691" y="19538"/>
                  <a:pt x="6691" y="22661"/>
                </a:cubicBezTo>
                <a:cubicBezTo>
                  <a:pt x="6691" y="25605"/>
                  <a:pt x="7583" y="28193"/>
                  <a:pt x="9279" y="30512"/>
                </a:cubicBezTo>
                <a:cubicBezTo>
                  <a:pt x="10974" y="32832"/>
                  <a:pt x="13472" y="34527"/>
                  <a:pt x="16684" y="35598"/>
                </a:cubicBezTo>
                <a:lnTo>
                  <a:pt x="16684" y="37203"/>
                </a:lnTo>
                <a:cubicBezTo>
                  <a:pt x="11331" y="36490"/>
                  <a:pt x="7227" y="34705"/>
                  <a:pt x="4372" y="31672"/>
                </a:cubicBezTo>
                <a:cubicBezTo>
                  <a:pt x="1517" y="28639"/>
                  <a:pt x="0" y="24892"/>
                  <a:pt x="0" y="20431"/>
                </a:cubicBezTo>
                <a:cubicBezTo>
                  <a:pt x="0" y="15613"/>
                  <a:pt x="1606" y="11598"/>
                  <a:pt x="4639" y="8386"/>
                </a:cubicBezTo>
                <a:cubicBezTo>
                  <a:pt x="7762" y="5175"/>
                  <a:pt x="11420" y="3569"/>
                  <a:pt x="15524" y="3569"/>
                </a:cubicBezTo>
                <a:cubicBezTo>
                  <a:pt x="18557" y="3569"/>
                  <a:pt x="21501" y="4282"/>
                  <a:pt x="24535" y="5621"/>
                </a:cubicBezTo>
                <a:cubicBezTo>
                  <a:pt x="29263" y="7851"/>
                  <a:pt x="34259" y="11331"/>
                  <a:pt x="39434" y="16148"/>
                </a:cubicBezTo>
                <a:cubicBezTo>
                  <a:pt x="47374" y="23375"/>
                  <a:pt x="52103" y="27925"/>
                  <a:pt x="53709" y="29709"/>
                </a:cubicBezTo>
                <a:lnTo>
                  <a:pt x="53709" y="14275"/>
                </a:lnTo>
                <a:cubicBezTo>
                  <a:pt x="53709" y="11152"/>
                  <a:pt x="53619" y="8922"/>
                  <a:pt x="53352" y="7673"/>
                </a:cubicBezTo>
                <a:cubicBezTo>
                  <a:pt x="53173" y="6424"/>
                  <a:pt x="52727" y="5264"/>
                  <a:pt x="52013" y="4193"/>
                </a:cubicBezTo>
                <a:cubicBezTo>
                  <a:pt x="51300" y="3212"/>
                  <a:pt x="50318" y="2320"/>
                  <a:pt x="48980" y="1606"/>
                </a:cubicBezTo>
                <a:lnTo>
                  <a:pt x="489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A078D-D5C5-4AF1-9678-7079C21A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1251795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35D36-F9C7-4F8E-BE6F-621234E1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1251795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4D568-AF6F-40EF-8FC9-B42F8F79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1323341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6863C-9F0F-4A44-B787-CBF12B3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1276948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BE7A5-2BF1-47A4-8CE4-CACB791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1245009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6021E-9F95-472B-987F-51E53C0C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1225916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80894-6EAF-484A-BBB3-B56F9422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1163554"/>
            <a:ext cx="60311" cy="23286"/>
          </a:xfrm>
          <a:custGeom xmlns:a="http://schemas.openxmlformats.org/drawingml/2006/main">
            <a:pathLst>
              <a:path w="60311" h="23286">
                <a:moveTo>
                  <a:pt x="7048" y="23286"/>
                </a:moveTo>
                <a:lnTo>
                  <a:pt x="0" y="8922"/>
                </a:lnTo>
                <a:lnTo>
                  <a:pt x="0" y="7494"/>
                </a:lnTo>
                <a:lnTo>
                  <a:pt x="49872" y="7494"/>
                </a:lnTo>
                <a:cubicBezTo>
                  <a:pt x="53262" y="7494"/>
                  <a:pt x="55314" y="7405"/>
                  <a:pt x="56117" y="7048"/>
                </a:cubicBezTo>
                <a:cubicBezTo>
                  <a:pt x="56920" y="6780"/>
                  <a:pt x="57545" y="6245"/>
                  <a:pt x="57991" y="5353"/>
                </a:cubicBezTo>
                <a:cubicBezTo>
                  <a:pt x="58437" y="4461"/>
                  <a:pt x="58705" y="2677"/>
                  <a:pt x="58705" y="0"/>
                </a:cubicBezTo>
                <a:lnTo>
                  <a:pt x="60311" y="0"/>
                </a:lnTo>
                <a:lnTo>
                  <a:pt x="60311" y="22215"/>
                </a:lnTo>
                <a:lnTo>
                  <a:pt x="58705" y="22215"/>
                </a:lnTo>
                <a:cubicBezTo>
                  <a:pt x="58705" y="19449"/>
                  <a:pt x="58437" y="17665"/>
                  <a:pt x="57991" y="16862"/>
                </a:cubicBezTo>
                <a:cubicBezTo>
                  <a:pt x="57634" y="16059"/>
                  <a:pt x="57010" y="15524"/>
                  <a:pt x="56296" y="15167"/>
                </a:cubicBezTo>
                <a:cubicBezTo>
                  <a:pt x="55582" y="14810"/>
                  <a:pt x="53441" y="14632"/>
                  <a:pt x="49872" y="14632"/>
                </a:cubicBezTo>
                <a:lnTo>
                  <a:pt x="18022" y="14632"/>
                </a:lnTo>
                <a:cubicBezTo>
                  <a:pt x="13739" y="14632"/>
                  <a:pt x="10974" y="14810"/>
                  <a:pt x="9725" y="15078"/>
                </a:cubicBezTo>
                <a:cubicBezTo>
                  <a:pt x="8832" y="15256"/>
                  <a:pt x="8119" y="15613"/>
                  <a:pt x="7673" y="16148"/>
                </a:cubicBezTo>
                <a:cubicBezTo>
                  <a:pt x="7316" y="16684"/>
                  <a:pt x="7048" y="17397"/>
                  <a:pt x="7048" y="18111"/>
                </a:cubicBezTo>
                <a:cubicBezTo>
                  <a:pt x="7048" y="19182"/>
                  <a:pt x="7494" y="20698"/>
                  <a:pt x="8386" y="22572"/>
                </a:cubicBezTo>
                <a:lnTo>
                  <a:pt x="7048" y="23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E4BDE-D3DF-4D9C-8D04-1F541456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1" y="1227883"/>
            <a:ext cx="136145" cy="101328"/>
          </a:xfrm>
          <a:custGeom xmlns:a="http://schemas.openxmlformats.org/drawingml/2006/main">
            <a:pathLst>
              <a:path w="136145" h="101328">
                <a:moveTo>
                  <a:pt x="106636" y="38096"/>
                </a:moveTo>
                <a:cubicBezTo>
                  <a:pt x="115536" y="32943"/>
                  <a:pt x="122093" y="27323"/>
                  <a:pt x="126309" y="21234"/>
                </a:cubicBezTo>
                <a:cubicBezTo>
                  <a:pt x="130524" y="15301"/>
                  <a:pt x="133022" y="8431"/>
                  <a:pt x="133647" y="625"/>
                </a:cubicBezTo>
                <a:lnTo>
                  <a:pt x="136145" y="625"/>
                </a:lnTo>
                <a:cubicBezTo>
                  <a:pt x="135833" y="7806"/>
                  <a:pt x="134271" y="15301"/>
                  <a:pt x="131773" y="23263"/>
                </a:cubicBezTo>
                <a:cubicBezTo>
                  <a:pt x="129275" y="31226"/>
                  <a:pt x="125684" y="38720"/>
                  <a:pt x="121157" y="45902"/>
                </a:cubicBezTo>
                <a:cubicBezTo>
                  <a:pt x="116629" y="53084"/>
                  <a:pt x="111789" y="59173"/>
                  <a:pt x="106636" y="64325"/>
                </a:cubicBezTo>
                <a:cubicBezTo>
                  <a:pt x="103826" y="71663"/>
                  <a:pt x="100860" y="77440"/>
                  <a:pt x="97425" y="81656"/>
                </a:cubicBezTo>
                <a:cubicBezTo>
                  <a:pt x="92585" y="87901"/>
                  <a:pt x="86496" y="92741"/>
                  <a:pt x="79314" y="96176"/>
                </a:cubicBezTo>
                <a:cubicBezTo>
                  <a:pt x="72132" y="99611"/>
                  <a:pt x="63701" y="101328"/>
                  <a:pt x="53709" y="101328"/>
                </a:cubicBezTo>
                <a:cubicBezTo>
                  <a:pt x="38408" y="101328"/>
                  <a:pt x="25605" y="96332"/>
                  <a:pt x="15301" y="86340"/>
                </a:cubicBezTo>
                <a:cubicBezTo>
                  <a:pt x="5152" y="76347"/>
                  <a:pt x="0" y="64169"/>
                  <a:pt x="0" y="49961"/>
                </a:cubicBezTo>
                <a:cubicBezTo>
                  <a:pt x="0" y="36534"/>
                  <a:pt x="5152" y="24825"/>
                  <a:pt x="15457" y="14832"/>
                </a:cubicBezTo>
                <a:cubicBezTo>
                  <a:pt x="25761" y="4996"/>
                  <a:pt x="38564" y="0"/>
                  <a:pt x="54021" y="0"/>
                </a:cubicBezTo>
                <a:cubicBezTo>
                  <a:pt x="66823" y="0"/>
                  <a:pt x="77909" y="3591"/>
                  <a:pt x="87433" y="10617"/>
                </a:cubicBezTo>
                <a:cubicBezTo>
                  <a:pt x="97113" y="17643"/>
                  <a:pt x="103514" y="26854"/>
                  <a:pt x="106636" y="38096"/>
                </a:cubicBezTo>
                <a:close/>
                <a:moveTo>
                  <a:pt x="5777" y="50898"/>
                </a:moveTo>
                <a:cubicBezTo>
                  <a:pt x="5777" y="60110"/>
                  <a:pt x="9212" y="67604"/>
                  <a:pt x="15769" y="73225"/>
                </a:cubicBezTo>
                <a:cubicBezTo>
                  <a:pt x="24044" y="80407"/>
                  <a:pt x="36690" y="83842"/>
                  <a:pt x="53709" y="83842"/>
                </a:cubicBezTo>
                <a:cubicBezTo>
                  <a:pt x="70571" y="83842"/>
                  <a:pt x="83373" y="80251"/>
                  <a:pt x="92429" y="73069"/>
                </a:cubicBezTo>
                <a:cubicBezTo>
                  <a:pt x="99455" y="67448"/>
                  <a:pt x="102889" y="60110"/>
                  <a:pt x="102889" y="50898"/>
                </a:cubicBezTo>
                <a:cubicBezTo>
                  <a:pt x="102889" y="41374"/>
                  <a:pt x="99455" y="33724"/>
                  <a:pt x="92429" y="27791"/>
                </a:cubicBezTo>
                <a:cubicBezTo>
                  <a:pt x="84310" y="20921"/>
                  <a:pt x="72132" y="17487"/>
                  <a:pt x="56050" y="17487"/>
                </a:cubicBezTo>
                <a:cubicBezTo>
                  <a:pt x="43716" y="17487"/>
                  <a:pt x="33256" y="19360"/>
                  <a:pt x="24825" y="23107"/>
                </a:cubicBezTo>
                <a:cubicBezTo>
                  <a:pt x="18267" y="26074"/>
                  <a:pt x="13583" y="29977"/>
                  <a:pt x="10461" y="34661"/>
                </a:cubicBezTo>
                <a:cubicBezTo>
                  <a:pt x="7338" y="39501"/>
                  <a:pt x="5777" y="44965"/>
                  <a:pt x="5777" y="508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05284-666A-45DF-8ACE-13F2EDF0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1" y="1144041"/>
            <a:ext cx="71820" cy="77752"/>
          </a:xfrm>
          <a:custGeom xmlns:a="http://schemas.openxmlformats.org/drawingml/2006/main">
            <a:pathLst>
              <a:path w="71820" h="77752">
                <a:moveTo>
                  <a:pt x="0" y="11866"/>
                </a:moveTo>
                <a:lnTo>
                  <a:pt x="42311" y="11866"/>
                </a:lnTo>
                <a:cubicBezTo>
                  <a:pt x="50430" y="11866"/>
                  <a:pt x="55270" y="11710"/>
                  <a:pt x="57143" y="11241"/>
                </a:cubicBezTo>
                <a:cubicBezTo>
                  <a:pt x="59017" y="10929"/>
                  <a:pt x="60266" y="10305"/>
                  <a:pt x="60891" y="9368"/>
                </a:cubicBezTo>
                <a:cubicBezTo>
                  <a:pt x="61671" y="8587"/>
                  <a:pt x="61983" y="7650"/>
                  <a:pt x="61983" y="6401"/>
                </a:cubicBezTo>
                <a:cubicBezTo>
                  <a:pt x="61983" y="4840"/>
                  <a:pt x="61515" y="3123"/>
                  <a:pt x="60578" y="1093"/>
                </a:cubicBezTo>
                <a:lnTo>
                  <a:pt x="63232" y="0"/>
                </a:lnTo>
                <a:lnTo>
                  <a:pt x="71820" y="20921"/>
                </a:lnTo>
                <a:lnTo>
                  <a:pt x="71820" y="24356"/>
                </a:lnTo>
                <a:lnTo>
                  <a:pt x="57143" y="24356"/>
                </a:lnTo>
                <a:cubicBezTo>
                  <a:pt x="63701" y="30445"/>
                  <a:pt x="67760" y="34973"/>
                  <a:pt x="69322" y="38096"/>
                </a:cubicBezTo>
                <a:cubicBezTo>
                  <a:pt x="70883" y="41218"/>
                  <a:pt x="71820" y="44653"/>
                  <a:pt x="71820" y="48088"/>
                </a:cubicBezTo>
                <a:cubicBezTo>
                  <a:pt x="71820" y="52147"/>
                  <a:pt x="70727" y="55582"/>
                  <a:pt x="68541" y="58392"/>
                </a:cubicBezTo>
                <a:cubicBezTo>
                  <a:pt x="66355" y="61203"/>
                  <a:pt x="63389" y="63232"/>
                  <a:pt x="59798" y="64325"/>
                </a:cubicBezTo>
                <a:cubicBezTo>
                  <a:pt x="56363" y="65418"/>
                  <a:pt x="51210" y="65887"/>
                  <a:pt x="44653" y="65887"/>
                </a:cubicBezTo>
                <a:lnTo>
                  <a:pt x="13583" y="65887"/>
                </a:lnTo>
                <a:cubicBezTo>
                  <a:pt x="10305" y="65887"/>
                  <a:pt x="7963" y="66355"/>
                  <a:pt x="6714" y="66980"/>
                </a:cubicBezTo>
                <a:cubicBezTo>
                  <a:pt x="5465" y="67760"/>
                  <a:pt x="4372" y="68853"/>
                  <a:pt x="3747" y="70258"/>
                </a:cubicBezTo>
                <a:cubicBezTo>
                  <a:pt x="3123" y="71663"/>
                  <a:pt x="2810" y="74162"/>
                  <a:pt x="2810" y="77752"/>
                </a:cubicBezTo>
                <a:lnTo>
                  <a:pt x="0" y="77752"/>
                </a:lnTo>
                <a:lnTo>
                  <a:pt x="0" y="53240"/>
                </a:lnTo>
                <a:lnTo>
                  <a:pt x="46683" y="53240"/>
                </a:lnTo>
                <a:cubicBezTo>
                  <a:pt x="53240" y="53240"/>
                  <a:pt x="57612" y="52147"/>
                  <a:pt x="59641" y="49961"/>
                </a:cubicBezTo>
                <a:cubicBezTo>
                  <a:pt x="61671" y="47776"/>
                  <a:pt x="62608" y="44965"/>
                  <a:pt x="62608" y="41687"/>
                </a:cubicBezTo>
                <a:cubicBezTo>
                  <a:pt x="62608" y="39501"/>
                  <a:pt x="61983" y="37159"/>
                  <a:pt x="60578" y="34348"/>
                </a:cubicBezTo>
                <a:cubicBezTo>
                  <a:pt x="59173" y="31538"/>
                  <a:pt x="56519" y="28259"/>
                  <a:pt x="52616" y="24356"/>
                </a:cubicBezTo>
                <a:lnTo>
                  <a:pt x="13115" y="24356"/>
                </a:lnTo>
                <a:cubicBezTo>
                  <a:pt x="9212" y="24356"/>
                  <a:pt x="6557" y="25137"/>
                  <a:pt x="5152" y="26542"/>
                </a:cubicBezTo>
                <a:cubicBezTo>
                  <a:pt x="3747" y="28103"/>
                  <a:pt x="2966" y="31070"/>
                  <a:pt x="2810" y="35598"/>
                </a:cubicBezTo>
                <a:lnTo>
                  <a:pt x="0" y="35598"/>
                </a:lnTo>
                <a:lnTo>
                  <a:pt x="0" y="118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4BF4F-6D10-4E9C-A4E5-2141F243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05" y="1078935"/>
            <a:ext cx="74005" cy="59173"/>
          </a:xfrm>
          <a:custGeom xmlns:a="http://schemas.openxmlformats.org/drawingml/2006/main">
            <a:pathLst>
              <a:path w="74005" h="59173">
                <a:moveTo>
                  <a:pt x="28416" y="48400"/>
                </a:moveTo>
                <a:cubicBezTo>
                  <a:pt x="38876" y="48400"/>
                  <a:pt x="46995" y="45902"/>
                  <a:pt x="52928" y="40750"/>
                </a:cubicBezTo>
                <a:cubicBezTo>
                  <a:pt x="58861" y="35754"/>
                  <a:pt x="61671" y="29665"/>
                  <a:pt x="61671" y="22795"/>
                </a:cubicBezTo>
                <a:cubicBezTo>
                  <a:pt x="61671" y="18423"/>
                  <a:pt x="60422" y="14520"/>
                  <a:pt x="57924" y="11085"/>
                </a:cubicBezTo>
                <a:cubicBezTo>
                  <a:pt x="55426" y="7650"/>
                  <a:pt x="51210" y="4840"/>
                  <a:pt x="44965" y="2498"/>
                </a:cubicBezTo>
                <a:lnTo>
                  <a:pt x="46527" y="0"/>
                </a:lnTo>
                <a:cubicBezTo>
                  <a:pt x="53552" y="1249"/>
                  <a:pt x="59954" y="4372"/>
                  <a:pt x="65574" y="9368"/>
                </a:cubicBezTo>
                <a:cubicBezTo>
                  <a:pt x="71195" y="14520"/>
                  <a:pt x="74005" y="20921"/>
                  <a:pt x="74005" y="28728"/>
                </a:cubicBezTo>
                <a:cubicBezTo>
                  <a:pt x="74005" y="37159"/>
                  <a:pt x="70883" y="44341"/>
                  <a:pt x="64325" y="50274"/>
                </a:cubicBezTo>
                <a:cubicBezTo>
                  <a:pt x="57768" y="56207"/>
                  <a:pt x="49025" y="59173"/>
                  <a:pt x="37939" y="59173"/>
                </a:cubicBezTo>
                <a:cubicBezTo>
                  <a:pt x="26074" y="59173"/>
                  <a:pt x="16706" y="56207"/>
                  <a:pt x="9992" y="49961"/>
                </a:cubicBezTo>
                <a:cubicBezTo>
                  <a:pt x="3435" y="43872"/>
                  <a:pt x="0" y="36222"/>
                  <a:pt x="0" y="26854"/>
                </a:cubicBezTo>
                <a:cubicBezTo>
                  <a:pt x="0" y="19048"/>
                  <a:pt x="2654" y="12646"/>
                  <a:pt x="7806" y="7650"/>
                </a:cubicBezTo>
                <a:cubicBezTo>
                  <a:pt x="12959" y="2654"/>
                  <a:pt x="19828" y="0"/>
                  <a:pt x="28416" y="0"/>
                </a:cubicBezTo>
                <a:lnTo>
                  <a:pt x="28416" y="48400"/>
                </a:lnTo>
                <a:close/>
                <a:moveTo>
                  <a:pt x="24044" y="48400"/>
                </a:moveTo>
                <a:lnTo>
                  <a:pt x="24044" y="16081"/>
                </a:lnTo>
                <a:cubicBezTo>
                  <a:pt x="19672" y="16394"/>
                  <a:pt x="16394" y="16862"/>
                  <a:pt x="14520" y="17643"/>
                </a:cubicBezTo>
                <a:cubicBezTo>
                  <a:pt x="11710" y="18892"/>
                  <a:pt x="9524" y="20765"/>
                  <a:pt x="7963" y="23263"/>
                </a:cubicBezTo>
                <a:cubicBezTo>
                  <a:pt x="6401" y="25761"/>
                  <a:pt x="5465" y="28416"/>
                  <a:pt x="5465" y="31226"/>
                </a:cubicBezTo>
                <a:cubicBezTo>
                  <a:pt x="5465" y="35441"/>
                  <a:pt x="7182" y="39189"/>
                  <a:pt x="10461" y="42467"/>
                </a:cubicBezTo>
                <a:cubicBezTo>
                  <a:pt x="13739" y="45902"/>
                  <a:pt x="18267" y="47776"/>
                  <a:pt x="24044" y="48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374B3-0B6F-4BD2-91FD-A7AB036C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1" y="996655"/>
            <a:ext cx="71820" cy="77752"/>
          </a:xfrm>
          <a:custGeom xmlns:a="http://schemas.openxmlformats.org/drawingml/2006/main">
            <a:pathLst>
              <a:path w="71820" h="77752">
                <a:moveTo>
                  <a:pt x="0" y="11866"/>
                </a:moveTo>
                <a:lnTo>
                  <a:pt x="42311" y="11866"/>
                </a:lnTo>
                <a:cubicBezTo>
                  <a:pt x="50430" y="11866"/>
                  <a:pt x="55270" y="11710"/>
                  <a:pt x="57143" y="11241"/>
                </a:cubicBezTo>
                <a:cubicBezTo>
                  <a:pt x="59017" y="10929"/>
                  <a:pt x="60266" y="10305"/>
                  <a:pt x="60891" y="9368"/>
                </a:cubicBezTo>
                <a:cubicBezTo>
                  <a:pt x="61671" y="8587"/>
                  <a:pt x="61983" y="7650"/>
                  <a:pt x="61983" y="6401"/>
                </a:cubicBezTo>
                <a:cubicBezTo>
                  <a:pt x="61983" y="4840"/>
                  <a:pt x="61515" y="3123"/>
                  <a:pt x="60578" y="1093"/>
                </a:cubicBezTo>
                <a:lnTo>
                  <a:pt x="63232" y="0"/>
                </a:lnTo>
                <a:lnTo>
                  <a:pt x="71820" y="20921"/>
                </a:lnTo>
                <a:lnTo>
                  <a:pt x="71820" y="24356"/>
                </a:lnTo>
                <a:lnTo>
                  <a:pt x="57143" y="24356"/>
                </a:lnTo>
                <a:cubicBezTo>
                  <a:pt x="63701" y="30445"/>
                  <a:pt x="67760" y="34973"/>
                  <a:pt x="69322" y="38096"/>
                </a:cubicBezTo>
                <a:cubicBezTo>
                  <a:pt x="70883" y="41218"/>
                  <a:pt x="71820" y="44653"/>
                  <a:pt x="71820" y="48088"/>
                </a:cubicBezTo>
                <a:cubicBezTo>
                  <a:pt x="71820" y="52147"/>
                  <a:pt x="70727" y="55582"/>
                  <a:pt x="68541" y="58392"/>
                </a:cubicBezTo>
                <a:cubicBezTo>
                  <a:pt x="66355" y="61203"/>
                  <a:pt x="63389" y="63232"/>
                  <a:pt x="59798" y="64325"/>
                </a:cubicBezTo>
                <a:cubicBezTo>
                  <a:pt x="56363" y="65418"/>
                  <a:pt x="51210" y="65887"/>
                  <a:pt x="44653" y="65887"/>
                </a:cubicBezTo>
                <a:lnTo>
                  <a:pt x="13583" y="65887"/>
                </a:lnTo>
                <a:cubicBezTo>
                  <a:pt x="10305" y="65887"/>
                  <a:pt x="7963" y="66355"/>
                  <a:pt x="6714" y="66980"/>
                </a:cubicBezTo>
                <a:cubicBezTo>
                  <a:pt x="5465" y="67760"/>
                  <a:pt x="4372" y="68853"/>
                  <a:pt x="3747" y="70258"/>
                </a:cubicBezTo>
                <a:cubicBezTo>
                  <a:pt x="3123" y="71663"/>
                  <a:pt x="2810" y="74162"/>
                  <a:pt x="2810" y="77752"/>
                </a:cubicBezTo>
                <a:lnTo>
                  <a:pt x="0" y="77752"/>
                </a:lnTo>
                <a:lnTo>
                  <a:pt x="0" y="53240"/>
                </a:lnTo>
                <a:lnTo>
                  <a:pt x="46683" y="53240"/>
                </a:lnTo>
                <a:cubicBezTo>
                  <a:pt x="53240" y="53240"/>
                  <a:pt x="57612" y="52147"/>
                  <a:pt x="59641" y="49961"/>
                </a:cubicBezTo>
                <a:cubicBezTo>
                  <a:pt x="61671" y="47776"/>
                  <a:pt x="62608" y="44965"/>
                  <a:pt x="62608" y="41687"/>
                </a:cubicBezTo>
                <a:cubicBezTo>
                  <a:pt x="62608" y="39501"/>
                  <a:pt x="61983" y="37159"/>
                  <a:pt x="60578" y="34348"/>
                </a:cubicBezTo>
                <a:cubicBezTo>
                  <a:pt x="59173" y="31538"/>
                  <a:pt x="56519" y="28259"/>
                  <a:pt x="52616" y="24356"/>
                </a:cubicBezTo>
                <a:lnTo>
                  <a:pt x="13115" y="24356"/>
                </a:lnTo>
                <a:cubicBezTo>
                  <a:pt x="9212" y="24356"/>
                  <a:pt x="6557" y="25137"/>
                  <a:pt x="5152" y="26542"/>
                </a:cubicBezTo>
                <a:cubicBezTo>
                  <a:pt x="3747" y="28103"/>
                  <a:pt x="2966" y="31070"/>
                  <a:pt x="2810" y="35598"/>
                </a:cubicBezTo>
                <a:lnTo>
                  <a:pt x="0" y="35598"/>
                </a:lnTo>
                <a:lnTo>
                  <a:pt x="0" y="118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D34E9-8DD0-41C2-A21E-B737F51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05" y="931549"/>
            <a:ext cx="74005" cy="59173"/>
          </a:xfrm>
          <a:custGeom xmlns:a="http://schemas.openxmlformats.org/drawingml/2006/main">
            <a:pathLst>
              <a:path w="74005" h="59173">
                <a:moveTo>
                  <a:pt x="28416" y="48400"/>
                </a:moveTo>
                <a:cubicBezTo>
                  <a:pt x="38876" y="48400"/>
                  <a:pt x="46995" y="45902"/>
                  <a:pt x="52928" y="40750"/>
                </a:cubicBezTo>
                <a:cubicBezTo>
                  <a:pt x="58861" y="35754"/>
                  <a:pt x="61671" y="29665"/>
                  <a:pt x="61671" y="22795"/>
                </a:cubicBezTo>
                <a:cubicBezTo>
                  <a:pt x="61671" y="18423"/>
                  <a:pt x="60422" y="14520"/>
                  <a:pt x="57924" y="11085"/>
                </a:cubicBezTo>
                <a:cubicBezTo>
                  <a:pt x="55426" y="7650"/>
                  <a:pt x="51210" y="4840"/>
                  <a:pt x="44965" y="2498"/>
                </a:cubicBezTo>
                <a:lnTo>
                  <a:pt x="46527" y="0"/>
                </a:lnTo>
                <a:cubicBezTo>
                  <a:pt x="53552" y="1249"/>
                  <a:pt x="59954" y="4372"/>
                  <a:pt x="65574" y="9368"/>
                </a:cubicBezTo>
                <a:cubicBezTo>
                  <a:pt x="71195" y="14520"/>
                  <a:pt x="74005" y="20921"/>
                  <a:pt x="74005" y="28728"/>
                </a:cubicBezTo>
                <a:cubicBezTo>
                  <a:pt x="74005" y="37159"/>
                  <a:pt x="70883" y="44341"/>
                  <a:pt x="64325" y="50274"/>
                </a:cubicBezTo>
                <a:cubicBezTo>
                  <a:pt x="57768" y="56207"/>
                  <a:pt x="49025" y="59173"/>
                  <a:pt x="37939" y="59173"/>
                </a:cubicBezTo>
                <a:cubicBezTo>
                  <a:pt x="26074" y="59173"/>
                  <a:pt x="16706" y="56207"/>
                  <a:pt x="9992" y="49961"/>
                </a:cubicBezTo>
                <a:cubicBezTo>
                  <a:pt x="3435" y="43872"/>
                  <a:pt x="0" y="36222"/>
                  <a:pt x="0" y="26854"/>
                </a:cubicBezTo>
                <a:cubicBezTo>
                  <a:pt x="0" y="19048"/>
                  <a:pt x="2654" y="12646"/>
                  <a:pt x="7806" y="7650"/>
                </a:cubicBezTo>
                <a:cubicBezTo>
                  <a:pt x="12959" y="2654"/>
                  <a:pt x="19828" y="0"/>
                  <a:pt x="28416" y="0"/>
                </a:cubicBezTo>
                <a:lnTo>
                  <a:pt x="28416" y="48400"/>
                </a:lnTo>
                <a:close/>
                <a:moveTo>
                  <a:pt x="24044" y="48400"/>
                </a:moveTo>
                <a:lnTo>
                  <a:pt x="24044" y="16081"/>
                </a:lnTo>
                <a:cubicBezTo>
                  <a:pt x="19672" y="16394"/>
                  <a:pt x="16394" y="16862"/>
                  <a:pt x="14520" y="17643"/>
                </a:cubicBezTo>
                <a:cubicBezTo>
                  <a:pt x="11710" y="18892"/>
                  <a:pt x="9524" y="20765"/>
                  <a:pt x="7963" y="23263"/>
                </a:cubicBezTo>
                <a:cubicBezTo>
                  <a:pt x="6401" y="25761"/>
                  <a:pt x="5465" y="28416"/>
                  <a:pt x="5465" y="31226"/>
                </a:cubicBezTo>
                <a:cubicBezTo>
                  <a:pt x="5465" y="35441"/>
                  <a:pt x="7182" y="39189"/>
                  <a:pt x="10461" y="42467"/>
                </a:cubicBezTo>
                <a:cubicBezTo>
                  <a:pt x="13739" y="45902"/>
                  <a:pt x="18267" y="47776"/>
                  <a:pt x="24044" y="48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CF388-5879-4C80-BA31-B029096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7" y="848800"/>
            <a:ext cx="110384" cy="73225"/>
          </a:xfrm>
          <a:custGeom xmlns:a="http://schemas.openxmlformats.org/drawingml/2006/main">
            <a:pathLst>
              <a:path w="110384" h="73225">
                <a:moveTo>
                  <a:pt x="100547" y="24200"/>
                </a:moveTo>
                <a:cubicBezTo>
                  <a:pt x="104138" y="27635"/>
                  <a:pt x="106636" y="31070"/>
                  <a:pt x="108198" y="34192"/>
                </a:cubicBezTo>
                <a:cubicBezTo>
                  <a:pt x="109603" y="37471"/>
                  <a:pt x="110384" y="40906"/>
                  <a:pt x="110384" y="44653"/>
                </a:cubicBezTo>
                <a:cubicBezTo>
                  <a:pt x="110384" y="52303"/>
                  <a:pt x="107261" y="59017"/>
                  <a:pt x="100860" y="64638"/>
                </a:cubicBezTo>
                <a:cubicBezTo>
                  <a:pt x="94614" y="70414"/>
                  <a:pt x="86340" y="73225"/>
                  <a:pt x="76347" y="73225"/>
                </a:cubicBezTo>
                <a:cubicBezTo>
                  <a:pt x="66355" y="73225"/>
                  <a:pt x="57300" y="70102"/>
                  <a:pt x="48869" y="63857"/>
                </a:cubicBezTo>
                <a:cubicBezTo>
                  <a:pt x="40594" y="57612"/>
                  <a:pt x="36378" y="49337"/>
                  <a:pt x="36378" y="39345"/>
                </a:cubicBezTo>
                <a:cubicBezTo>
                  <a:pt x="36378" y="33256"/>
                  <a:pt x="38408" y="28259"/>
                  <a:pt x="42311" y="24200"/>
                </a:cubicBezTo>
                <a:lnTo>
                  <a:pt x="29352" y="24200"/>
                </a:lnTo>
                <a:cubicBezTo>
                  <a:pt x="21390" y="24200"/>
                  <a:pt x="16550" y="24512"/>
                  <a:pt x="14676" y="24825"/>
                </a:cubicBezTo>
                <a:cubicBezTo>
                  <a:pt x="12803" y="25137"/>
                  <a:pt x="11554" y="25761"/>
                  <a:pt x="10929" y="26542"/>
                </a:cubicBezTo>
                <a:cubicBezTo>
                  <a:pt x="10305" y="27479"/>
                  <a:pt x="9992" y="28416"/>
                  <a:pt x="9992" y="29508"/>
                </a:cubicBezTo>
                <a:cubicBezTo>
                  <a:pt x="9992" y="30914"/>
                  <a:pt x="10461" y="32631"/>
                  <a:pt x="11085" y="34817"/>
                </a:cubicBezTo>
                <a:lnTo>
                  <a:pt x="8431" y="35910"/>
                </a:lnTo>
                <a:lnTo>
                  <a:pt x="0" y="14988"/>
                </a:lnTo>
                <a:lnTo>
                  <a:pt x="0" y="11554"/>
                </a:lnTo>
                <a:lnTo>
                  <a:pt x="80719" y="11554"/>
                </a:lnTo>
                <a:cubicBezTo>
                  <a:pt x="88838" y="11554"/>
                  <a:pt x="93834" y="11397"/>
                  <a:pt x="95707" y="11085"/>
                </a:cubicBezTo>
                <a:cubicBezTo>
                  <a:pt x="97581" y="10773"/>
                  <a:pt x="98830" y="10148"/>
                  <a:pt x="99455" y="9212"/>
                </a:cubicBezTo>
                <a:cubicBezTo>
                  <a:pt x="100235" y="8431"/>
                  <a:pt x="100547" y="7494"/>
                  <a:pt x="100547" y="6245"/>
                </a:cubicBezTo>
                <a:cubicBezTo>
                  <a:pt x="100547" y="4996"/>
                  <a:pt x="100079" y="3123"/>
                  <a:pt x="99142" y="781"/>
                </a:cubicBezTo>
                <a:lnTo>
                  <a:pt x="101796" y="0"/>
                </a:lnTo>
                <a:lnTo>
                  <a:pt x="110384" y="20609"/>
                </a:lnTo>
                <a:lnTo>
                  <a:pt x="110384" y="24200"/>
                </a:lnTo>
                <a:lnTo>
                  <a:pt x="100547" y="24200"/>
                </a:lnTo>
                <a:close/>
                <a:moveTo>
                  <a:pt x="95239" y="24200"/>
                </a:moveTo>
                <a:lnTo>
                  <a:pt x="59173" y="24200"/>
                </a:lnTo>
                <a:cubicBezTo>
                  <a:pt x="55738" y="24512"/>
                  <a:pt x="52616" y="25449"/>
                  <a:pt x="49805" y="27010"/>
                </a:cubicBezTo>
                <a:cubicBezTo>
                  <a:pt x="46995" y="28572"/>
                  <a:pt x="44809" y="30445"/>
                  <a:pt x="43248" y="32943"/>
                </a:cubicBezTo>
                <a:cubicBezTo>
                  <a:pt x="41843" y="35441"/>
                  <a:pt x="41062" y="37939"/>
                  <a:pt x="41062" y="40281"/>
                </a:cubicBezTo>
                <a:cubicBezTo>
                  <a:pt x="41062" y="44809"/>
                  <a:pt x="43092" y="48869"/>
                  <a:pt x="47151" y="52303"/>
                </a:cubicBezTo>
                <a:cubicBezTo>
                  <a:pt x="52460" y="56987"/>
                  <a:pt x="60266" y="59173"/>
                  <a:pt x="70258" y="59173"/>
                </a:cubicBezTo>
                <a:cubicBezTo>
                  <a:pt x="80563" y="59173"/>
                  <a:pt x="88525" y="56987"/>
                  <a:pt x="93990" y="52616"/>
                </a:cubicBezTo>
                <a:cubicBezTo>
                  <a:pt x="99455" y="48244"/>
                  <a:pt x="102109" y="43248"/>
                  <a:pt x="102109" y="37627"/>
                </a:cubicBezTo>
                <a:cubicBezTo>
                  <a:pt x="102109" y="32943"/>
                  <a:pt x="99923" y="28572"/>
                  <a:pt x="95239" y="242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5D63D-7149-4A51-8D17-548433BC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3" y="721376"/>
            <a:ext cx="103358" cy="86808"/>
          </a:xfrm>
          <a:custGeom xmlns:a="http://schemas.openxmlformats.org/drawingml/2006/main">
            <a:pathLst>
              <a:path w="103358" h="86808">
                <a:moveTo>
                  <a:pt x="0" y="1093"/>
                </a:moveTo>
                <a:lnTo>
                  <a:pt x="24200" y="0"/>
                </a:lnTo>
                <a:lnTo>
                  <a:pt x="24200" y="2966"/>
                </a:lnTo>
                <a:cubicBezTo>
                  <a:pt x="19985" y="3591"/>
                  <a:pt x="17018" y="4215"/>
                  <a:pt x="15145" y="5152"/>
                </a:cubicBezTo>
                <a:cubicBezTo>
                  <a:pt x="12178" y="6714"/>
                  <a:pt x="9992" y="8899"/>
                  <a:pt x="8587" y="11554"/>
                </a:cubicBezTo>
                <a:cubicBezTo>
                  <a:pt x="7182" y="14208"/>
                  <a:pt x="6401" y="17643"/>
                  <a:pt x="6401" y="21858"/>
                </a:cubicBezTo>
                <a:lnTo>
                  <a:pt x="6401" y="36378"/>
                </a:lnTo>
                <a:lnTo>
                  <a:pt x="85403" y="36378"/>
                </a:lnTo>
                <a:cubicBezTo>
                  <a:pt x="91804" y="36378"/>
                  <a:pt x="95707" y="35754"/>
                  <a:pt x="97269" y="34348"/>
                </a:cubicBezTo>
                <a:cubicBezTo>
                  <a:pt x="99455" y="32475"/>
                  <a:pt x="100547" y="29508"/>
                  <a:pt x="100547" y="25449"/>
                </a:cubicBezTo>
                <a:lnTo>
                  <a:pt x="100547" y="21858"/>
                </a:lnTo>
                <a:lnTo>
                  <a:pt x="103358" y="21858"/>
                </a:lnTo>
                <a:lnTo>
                  <a:pt x="103358" y="65574"/>
                </a:lnTo>
                <a:lnTo>
                  <a:pt x="100547" y="65574"/>
                </a:lnTo>
                <a:lnTo>
                  <a:pt x="100547" y="61983"/>
                </a:lnTo>
                <a:cubicBezTo>
                  <a:pt x="100547" y="57612"/>
                  <a:pt x="99298" y="54489"/>
                  <a:pt x="96644" y="52616"/>
                </a:cubicBezTo>
                <a:cubicBezTo>
                  <a:pt x="95083" y="51679"/>
                  <a:pt x="91336" y="51054"/>
                  <a:pt x="85403" y="51054"/>
                </a:cubicBezTo>
                <a:lnTo>
                  <a:pt x="6401" y="51054"/>
                </a:lnTo>
                <a:lnTo>
                  <a:pt x="6401" y="63389"/>
                </a:lnTo>
                <a:cubicBezTo>
                  <a:pt x="6401" y="68385"/>
                  <a:pt x="6870" y="71820"/>
                  <a:pt x="7494" y="73693"/>
                </a:cubicBezTo>
                <a:cubicBezTo>
                  <a:pt x="8587" y="76503"/>
                  <a:pt x="10461" y="78689"/>
                  <a:pt x="13115" y="80563"/>
                </a:cubicBezTo>
                <a:cubicBezTo>
                  <a:pt x="15925" y="82436"/>
                  <a:pt x="19516" y="83529"/>
                  <a:pt x="24200" y="83842"/>
                </a:cubicBezTo>
                <a:lnTo>
                  <a:pt x="24200" y="86808"/>
                </a:lnTo>
                <a:lnTo>
                  <a:pt x="0" y="85559"/>
                </a:lnTo>
                <a:lnTo>
                  <a:pt x="0" y="1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A2F49-D25B-4F3A-B869-2800F357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1" y="655746"/>
            <a:ext cx="73849" cy="67292"/>
          </a:xfrm>
          <a:custGeom xmlns:a="http://schemas.openxmlformats.org/drawingml/2006/main">
            <a:pathLst>
              <a:path w="73849" h="67292">
                <a:moveTo>
                  <a:pt x="0" y="33568"/>
                </a:moveTo>
                <a:cubicBezTo>
                  <a:pt x="0" y="22951"/>
                  <a:pt x="4059" y="14520"/>
                  <a:pt x="12022" y="8119"/>
                </a:cubicBezTo>
                <a:cubicBezTo>
                  <a:pt x="18892" y="2810"/>
                  <a:pt x="26854" y="0"/>
                  <a:pt x="35598" y="0"/>
                </a:cubicBezTo>
                <a:cubicBezTo>
                  <a:pt x="41843" y="0"/>
                  <a:pt x="48244" y="1561"/>
                  <a:pt x="54645" y="4528"/>
                </a:cubicBezTo>
                <a:cubicBezTo>
                  <a:pt x="61047" y="7494"/>
                  <a:pt x="65887" y="11554"/>
                  <a:pt x="69009" y="16862"/>
                </a:cubicBezTo>
                <a:cubicBezTo>
                  <a:pt x="72132" y="22170"/>
                  <a:pt x="73849" y="27947"/>
                  <a:pt x="73849" y="34348"/>
                </a:cubicBezTo>
                <a:cubicBezTo>
                  <a:pt x="73849" y="44965"/>
                  <a:pt x="69790" y="53240"/>
                  <a:pt x="61359" y="59485"/>
                </a:cubicBezTo>
                <a:cubicBezTo>
                  <a:pt x="54333" y="64794"/>
                  <a:pt x="46370" y="67292"/>
                  <a:pt x="37627" y="67292"/>
                </a:cubicBezTo>
                <a:cubicBezTo>
                  <a:pt x="31226" y="67292"/>
                  <a:pt x="24825" y="65731"/>
                  <a:pt x="18579" y="62608"/>
                </a:cubicBezTo>
                <a:cubicBezTo>
                  <a:pt x="12334" y="59485"/>
                  <a:pt x="7650" y="55270"/>
                  <a:pt x="4528" y="50118"/>
                </a:cubicBezTo>
                <a:cubicBezTo>
                  <a:pt x="1561" y="44965"/>
                  <a:pt x="0" y="39501"/>
                  <a:pt x="0" y="33568"/>
                </a:cubicBezTo>
                <a:close/>
                <a:moveTo>
                  <a:pt x="4840" y="35910"/>
                </a:moveTo>
                <a:cubicBezTo>
                  <a:pt x="4840" y="38720"/>
                  <a:pt x="5777" y="41374"/>
                  <a:pt x="7338" y="44029"/>
                </a:cubicBezTo>
                <a:cubicBezTo>
                  <a:pt x="8899" y="46839"/>
                  <a:pt x="11710" y="49025"/>
                  <a:pt x="15769" y="50586"/>
                </a:cubicBezTo>
                <a:cubicBezTo>
                  <a:pt x="19828" y="52303"/>
                  <a:pt x="24981" y="53084"/>
                  <a:pt x="31226" y="53084"/>
                </a:cubicBezTo>
                <a:cubicBezTo>
                  <a:pt x="41374" y="53084"/>
                  <a:pt x="50118" y="51210"/>
                  <a:pt x="57456" y="47151"/>
                </a:cubicBezTo>
                <a:cubicBezTo>
                  <a:pt x="64950" y="43092"/>
                  <a:pt x="68541" y="37783"/>
                  <a:pt x="68541" y="31070"/>
                </a:cubicBezTo>
                <a:cubicBezTo>
                  <a:pt x="68541" y="26230"/>
                  <a:pt x="66511" y="22170"/>
                  <a:pt x="62452" y="18892"/>
                </a:cubicBezTo>
                <a:cubicBezTo>
                  <a:pt x="58392" y="15769"/>
                  <a:pt x="51523" y="14052"/>
                  <a:pt x="41530" y="14052"/>
                </a:cubicBezTo>
                <a:cubicBezTo>
                  <a:pt x="29196" y="14052"/>
                  <a:pt x="19360" y="16862"/>
                  <a:pt x="12178" y="22170"/>
                </a:cubicBezTo>
                <a:cubicBezTo>
                  <a:pt x="7338" y="25761"/>
                  <a:pt x="4840" y="30289"/>
                  <a:pt x="4840" y="35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4EC8F-EEA4-4EAB-A63F-25F6285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7" y="571280"/>
            <a:ext cx="108354" cy="77752"/>
          </a:xfrm>
          <a:custGeom xmlns:a="http://schemas.openxmlformats.org/drawingml/2006/main">
            <a:pathLst>
              <a:path w="108354" h="77752">
                <a:moveTo>
                  <a:pt x="0" y="53396"/>
                </a:moveTo>
                <a:lnTo>
                  <a:pt x="69478" y="53396"/>
                </a:lnTo>
                <a:lnTo>
                  <a:pt x="53240" y="35754"/>
                </a:lnTo>
                <a:cubicBezTo>
                  <a:pt x="49805" y="32007"/>
                  <a:pt x="47620" y="29821"/>
                  <a:pt x="46683" y="29196"/>
                </a:cubicBezTo>
                <a:cubicBezTo>
                  <a:pt x="46058" y="28884"/>
                  <a:pt x="45434" y="28572"/>
                  <a:pt x="44809" y="28572"/>
                </a:cubicBezTo>
                <a:cubicBezTo>
                  <a:pt x="43872" y="28572"/>
                  <a:pt x="42936" y="29040"/>
                  <a:pt x="42155" y="29821"/>
                </a:cubicBezTo>
                <a:cubicBezTo>
                  <a:pt x="41530" y="30758"/>
                  <a:pt x="41062" y="32007"/>
                  <a:pt x="40906" y="33880"/>
                </a:cubicBezTo>
                <a:lnTo>
                  <a:pt x="38564" y="33880"/>
                </a:lnTo>
                <a:lnTo>
                  <a:pt x="38564" y="3591"/>
                </a:lnTo>
                <a:lnTo>
                  <a:pt x="40906" y="3591"/>
                </a:lnTo>
                <a:cubicBezTo>
                  <a:pt x="41062" y="7806"/>
                  <a:pt x="41687" y="11241"/>
                  <a:pt x="42936" y="14052"/>
                </a:cubicBezTo>
                <a:cubicBezTo>
                  <a:pt x="44185" y="16862"/>
                  <a:pt x="46214" y="19828"/>
                  <a:pt x="49181" y="23107"/>
                </a:cubicBezTo>
                <a:lnTo>
                  <a:pt x="65731" y="41062"/>
                </a:lnTo>
                <a:lnTo>
                  <a:pt x="88369" y="23107"/>
                </a:lnTo>
                <a:cubicBezTo>
                  <a:pt x="94614" y="18111"/>
                  <a:pt x="98674" y="14832"/>
                  <a:pt x="100235" y="13115"/>
                </a:cubicBezTo>
                <a:cubicBezTo>
                  <a:pt x="102733" y="10617"/>
                  <a:pt x="104295" y="8587"/>
                  <a:pt x="104919" y="6714"/>
                </a:cubicBezTo>
                <a:cubicBezTo>
                  <a:pt x="105387" y="5465"/>
                  <a:pt x="105544" y="3123"/>
                  <a:pt x="105544" y="0"/>
                </a:cubicBezTo>
                <a:lnTo>
                  <a:pt x="108354" y="0"/>
                </a:lnTo>
                <a:lnTo>
                  <a:pt x="108354" y="33880"/>
                </a:lnTo>
                <a:lnTo>
                  <a:pt x="105544" y="33880"/>
                </a:lnTo>
                <a:cubicBezTo>
                  <a:pt x="105544" y="32007"/>
                  <a:pt x="105387" y="30758"/>
                  <a:pt x="104763" y="30133"/>
                </a:cubicBezTo>
                <a:cubicBezTo>
                  <a:pt x="104295" y="29508"/>
                  <a:pt x="103514" y="29040"/>
                  <a:pt x="102421" y="29040"/>
                </a:cubicBezTo>
                <a:cubicBezTo>
                  <a:pt x="101328" y="29040"/>
                  <a:pt x="99455" y="30133"/>
                  <a:pt x="96800" y="32007"/>
                </a:cubicBezTo>
                <a:lnTo>
                  <a:pt x="69478" y="53396"/>
                </a:lnTo>
                <a:lnTo>
                  <a:pt x="92585" y="53396"/>
                </a:lnTo>
                <a:cubicBezTo>
                  <a:pt x="97269" y="53396"/>
                  <a:pt x="100235" y="53084"/>
                  <a:pt x="101640" y="52460"/>
                </a:cubicBezTo>
                <a:cubicBezTo>
                  <a:pt x="103045" y="51835"/>
                  <a:pt x="103982" y="51054"/>
                  <a:pt x="104607" y="49805"/>
                </a:cubicBezTo>
                <a:cubicBezTo>
                  <a:pt x="105231" y="48712"/>
                  <a:pt x="105544" y="46214"/>
                  <a:pt x="105544" y="42155"/>
                </a:cubicBezTo>
                <a:lnTo>
                  <a:pt x="108354" y="42155"/>
                </a:lnTo>
                <a:lnTo>
                  <a:pt x="108354" y="77752"/>
                </a:lnTo>
                <a:lnTo>
                  <a:pt x="105544" y="77752"/>
                </a:lnTo>
                <a:cubicBezTo>
                  <a:pt x="105544" y="74318"/>
                  <a:pt x="105231" y="71507"/>
                  <a:pt x="104295" y="69634"/>
                </a:cubicBezTo>
                <a:cubicBezTo>
                  <a:pt x="103826" y="68697"/>
                  <a:pt x="103045" y="67916"/>
                  <a:pt x="101796" y="67292"/>
                </a:cubicBezTo>
                <a:cubicBezTo>
                  <a:pt x="100079" y="66511"/>
                  <a:pt x="97113" y="66043"/>
                  <a:pt x="93053" y="66043"/>
                </a:cubicBezTo>
                <a:lnTo>
                  <a:pt x="29508" y="66043"/>
                </a:lnTo>
                <a:cubicBezTo>
                  <a:pt x="21390" y="66043"/>
                  <a:pt x="16550" y="66355"/>
                  <a:pt x="14676" y="66667"/>
                </a:cubicBezTo>
                <a:cubicBezTo>
                  <a:pt x="12803" y="66980"/>
                  <a:pt x="11554" y="67604"/>
                  <a:pt x="10929" y="68385"/>
                </a:cubicBezTo>
                <a:cubicBezTo>
                  <a:pt x="10305" y="69322"/>
                  <a:pt x="9836" y="70414"/>
                  <a:pt x="9836" y="71663"/>
                </a:cubicBezTo>
                <a:cubicBezTo>
                  <a:pt x="9836" y="72756"/>
                  <a:pt x="10305" y="74318"/>
                  <a:pt x="11085" y="76347"/>
                </a:cubicBezTo>
                <a:lnTo>
                  <a:pt x="8431" y="77752"/>
                </a:lnTo>
                <a:lnTo>
                  <a:pt x="0" y="56987"/>
                </a:lnTo>
                <a:lnTo>
                  <a:pt x="0" y="53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9E642-6DD1-4E44-9766-1F6224C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05" y="507267"/>
            <a:ext cx="74005" cy="59173"/>
          </a:xfrm>
          <a:custGeom xmlns:a="http://schemas.openxmlformats.org/drawingml/2006/main">
            <a:pathLst>
              <a:path w="74005" h="59173">
                <a:moveTo>
                  <a:pt x="28416" y="48400"/>
                </a:moveTo>
                <a:cubicBezTo>
                  <a:pt x="38876" y="48400"/>
                  <a:pt x="46995" y="45902"/>
                  <a:pt x="52928" y="40750"/>
                </a:cubicBezTo>
                <a:cubicBezTo>
                  <a:pt x="58861" y="35754"/>
                  <a:pt x="61671" y="29665"/>
                  <a:pt x="61671" y="22795"/>
                </a:cubicBezTo>
                <a:cubicBezTo>
                  <a:pt x="61671" y="18423"/>
                  <a:pt x="60422" y="14520"/>
                  <a:pt x="57924" y="11085"/>
                </a:cubicBezTo>
                <a:cubicBezTo>
                  <a:pt x="55426" y="7650"/>
                  <a:pt x="51210" y="4840"/>
                  <a:pt x="44965" y="2498"/>
                </a:cubicBezTo>
                <a:lnTo>
                  <a:pt x="46527" y="0"/>
                </a:lnTo>
                <a:cubicBezTo>
                  <a:pt x="53552" y="1249"/>
                  <a:pt x="59954" y="4372"/>
                  <a:pt x="65574" y="9368"/>
                </a:cubicBezTo>
                <a:cubicBezTo>
                  <a:pt x="71195" y="14520"/>
                  <a:pt x="74005" y="20921"/>
                  <a:pt x="74005" y="28728"/>
                </a:cubicBezTo>
                <a:cubicBezTo>
                  <a:pt x="74005" y="37159"/>
                  <a:pt x="70883" y="44341"/>
                  <a:pt x="64325" y="50274"/>
                </a:cubicBezTo>
                <a:cubicBezTo>
                  <a:pt x="57768" y="56207"/>
                  <a:pt x="49025" y="59173"/>
                  <a:pt x="37939" y="59173"/>
                </a:cubicBezTo>
                <a:cubicBezTo>
                  <a:pt x="26074" y="59173"/>
                  <a:pt x="16706" y="56207"/>
                  <a:pt x="9992" y="49961"/>
                </a:cubicBezTo>
                <a:cubicBezTo>
                  <a:pt x="3435" y="43872"/>
                  <a:pt x="0" y="36222"/>
                  <a:pt x="0" y="26854"/>
                </a:cubicBezTo>
                <a:cubicBezTo>
                  <a:pt x="0" y="19048"/>
                  <a:pt x="2654" y="12646"/>
                  <a:pt x="7806" y="7650"/>
                </a:cubicBezTo>
                <a:cubicBezTo>
                  <a:pt x="12959" y="2654"/>
                  <a:pt x="19828" y="0"/>
                  <a:pt x="28416" y="0"/>
                </a:cubicBezTo>
                <a:lnTo>
                  <a:pt x="28416" y="48400"/>
                </a:lnTo>
                <a:close/>
                <a:moveTo>
                  <a:pt x="24044" y="48400"/>
                </a:moveTo>
                <a:lnTo>
                  <a:pt x="24044" y="16081"/>
                </a:lnTo>
                <a:cubicBezTo>
                  <a:pt x="19672" y="16394"/>
                  <a:pt x="16394" y="16862"/>
                  <a:pt x="14520" y="17643"/>
                </a:cubicBezTo>
                <a:cubicBezTo>
                  <a:pt x="11710" y="18892"/>
                  <a:pt x="9524" y="20765"/>
                  <a:pt x="7963" y="23263"/>
                </a:cubicBezTo>
                <a:cubicBezTo>
                  <a:pt x="6401" y="25761"/>
                  <a:pt x="5465" y="28416"/>
                  <a:pt x="5465" y="31226"/>
                </a:cubicBezTo>
                <a:cubicBezTo>
                  <a:pt x="5465" y="35441"/>
                  <a:pt x="7182" y="39189"/>
                  <a:pt x="10461" y="42467"/>
                </a:cubicBezTo>
                <a:cubicBezTo>
                  <a:pt x="13739" y="45902"/>
                  <a:pt x="18267" y="47776"/>
                  <a:pt x="24044" y="48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8F987-A948-41D1-B7AD-72B19A7F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1" y="425455"/>
            <a:ext cx="71820" cy="76503"/>
          </a:xfrm>
          <a:custGeom xmlns:a="http://schemas.openxmlformats.org/drawingml/2006/main">
            <a:pathLst>
              <a:path w="71820" h="76503">
                <a:moveTo>
                  <a:pt x="14676" y="52147"/>
                </a:moveTo>
                <a:cubicBezTo>
                  <a:pt x="4996" y="44029"/>
                  <a:pt x="0" y="36222"/>
                  <a:pt x="0" y="28728"/>
                </a:cubicBezTo>
                <a:cubicBezTo>
                  <a:pt x="0" y="24981"/>
                  <a:pt x="937" y="21858"/>
                  <a:pt x="2810" y="19048"/>
                </a:cubicBezTo>
                <a:cubicBezTo>
                  <a:pt x="4684" y="16237"/>
                  <a:pt x="7806" y="14052"/>
                  <a:pt x="12178" y="12334"/>
                </a:cubicBezTo>
                <a:cubicBezTo>
                  <a:pt x="15301" y="11397"/>
                  <a:pt x="19985" y="10773"/>
                  <a:pt x="26230" y="10773"/>
                </a:cubicBezTo>
                <a:lnTo>
                  <a:pt x="56050" y="10773"/>
                </a:lnTo>
                <a:cubicBezTo>
                  <a:pt x="60422" y="10773"/>
                  <a:pt x="63545" y="10461"/>
                  <a:pt x="65106" y="9680"/>
                </a:cubicBezTo>
                <a:cubicBezTo>
                  <a:pt x="66355" y="9212"/>
                  <a:pt x="67448" y="8275"/>
                  <a:pt x="68072" y="7026"/>
                </a:cubicBezTo>
                <a:cubicBezTo>
                  <a:pt x="68697" y="5777"/>
                  <a:pt x="69009" y="3435"/>
                  <a:pt x="69009" y="0"/>
                </a:cubicBezTo>
                <a:lnTo>
                  <a:pt x="71820" y="0"/>
                </a:lnTo>
                <a:lnTo>
                  <a:pt x="71820" y="34661"/>
                </a:lnTo>
                <a:lnTo>
                  <a:pt x="69009" y="34661"/>
                </a:lnTo>
                <a:lnTo>
                  <a:pt x="69009" y="33099"/>
                </a:lnTo>
                <a:cubicBezTo>
                  <a:pt x="69009" y="29977"/>
                  <a:pt x="68541" y="27635"/>
                  <a:pt x="67604" y="26386"/>
                </a:cubicBezTo>
                <a:cubicBezTo>
                  <a:pt x="66667" y="25137"/>
                  <a:pt x="65106" y="24200"/>
                  <a:pt x="63232" y="23576"/>
                </a:cubicBezTo>
                <a:cubicBezTo>
                  <a:pt x="62452" y="23419"/>
                  <a:pt x="60110" y="23263"/>
                  <a:pt x="56050" y="23263"/>
                </a:cubicBezTo>
                <a:lnTo>
                  <a:pt x="27479" y="23263"/>
                </a:lnTo>
                <a:cubicBezTo>
                  <a:pt x="21234" y="23263"/>
                  <a:pt x="16550" y="24200"/>
                  <a:pt x="13739" y="25761"/>
                </a:cubicBezTo>
                <a:cubicBezTo>
                  <a:pt x="10929" y="27479"/>
                  <a:pt x="9368" y="30289"/>
                  <a:pt x="9368" y="34192"/>
                </a:cubicBezTo>
                <a:cubicBezTo>
                  <a:pt x="9368" y="40281"/>
                  <a:pt x="12646" y="46214"/>
                  <a:pt x="19204" y="52147"/>
                </a:cubicBezTo>
                <a:lnTo>
                  <a:pt x="56050" y="52147"/>
                </a:lnTo>
                <a:cubicBezTo>
                  <a:pt x="60734" y="52147"/>
                  <a:pt x="63701" y="51991"/>
                  <a:pt x="64794" y="51367"/>
                </a:cubicBezTo>
                <a:cubicBezTo>
                  <a:pt x="66355" y="50742"/>
                  <a:pt x="67448" y="49649"/>
                  <a:pt x="68072" y="48400"/>
                </a:cubicBezTo>
                <a:cubicBezTo>
                  <a:pt x="68697" y="47151"/>
                  <a:pt x="69009" y="44653"/>
                  <a:pt x="69009" y="40906"/>
                </a:cubicBezTo>
                <a:lnTo>
                  <a:pt x="71820" y="40906"/>
                </a:lnTo>
                <a:lnTo>
                  <a:pt x="71820" y="75411"/>
                </a:lnTo>
                <a:lnTo>
                  <a:pt x="69009" y="75411"/>
                </a:lnTo>
                <a:lnTo>
                  <a:pt x="69009" y="73849"/>
                </a:lnTo>
                <a:cubicBezTo>
                  <a:pt x="69009" y="70414"/>
                  <a:pt x="68229" y="67916"/>
                  <a:pt x="66355" y="66667"/>
                </a:cubicBezTo>
                <a:cubicBezTo>
                  <a:pt x="64638" y="65418"/>
                  <a:pt x="61203" y="64794"/>
                  <a:pt x="56050" y="64794"/>
                </a:cubicBezTo>
                <a:lnTo>
                  <a:pt x="30133" y="64794"/>
                </a:lnTo>
                <a:cubicBezTo>
                  <a:pt x="21702" y="64794"/>
                  <a:pt x="16706" y="65106"/>
                  <a:pt x="14832" y="65418"/>
                </a:cubicBezTo>
                <a:cubicBezTo>
                  <a:pt x="12959" y="65731"/>
                  <a:pt x="11710" y="66355"/>
                  <a:pt x="11085" y="67136"/>
                </a:cubicBezTo>
                <a:cubicBezTo>
                  <a:pt x="10461" y="67916"/>
                  <a:pt x="9992" y="69009"/>
                  <a:pt x="9992" y="70258"/>
                </a:cubicBezTo>
                <a:cubicBezTo>
                  <a:pt x="9992" y="71820"/>
                  <a:pt x="10461" y="73537"/>
                  <a:pt x="11241" y="75411"/>
                </a:cubicBezTo>
                <a:lnTo>
                  <a:pt x="8431" y="76503"/>
                </a:lnTo>
                <a:lnTo>
                  <a:pt x="0" y="55426"/>
                </a:lnTo>
                <a:lnTo>
                  <a:pt x="0" y="52147"/>
                </a:lnTo>
                <a:lnTo>
                  <a:pt x="14676" y="52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357D0-5E56-4CB1-B1E9-DADE7CF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1" y="369561"/>
            <a:ext cx="73849" cy="47620"/>
          </a:xfrm>
          <a:custGeom xmlns:a="http://schemas.openxmlformats.org/drawingml/2006/main">
            <a:pathLst>
              <a:path w="73849" h="47620">
                <a:moveTo>
                  <a:pt x="0" y="5308"/>
                </a:moveTo>
                <a:lnTo>
                  <a:pt x="23732" y="5308"/>
                </a:lnTo>
                <a:lnTo>
                  <a:pt x="23732" y="7806"/>
                </a:lnTo>
                <a:cubicBezTo>
                  <a:pt x="16237" y="9680"/>
                  <a:pt x="11241" y="12178"/>
                  <a:pt x="8431" y="15145"/>
                </a:cubicBezTo>
                <a:cubicBezTo>
                  <a:pt x="5777" y="18267"/>
                  <a:pt x="4372" y="22014"/>
                  <a:pt x="4372" y="26698"/>
                </a:cubicBezTo>
                <a:cubicBezTo>
                  <a:pt x="4372" y="30445"/>
                  <a:pt x="5308" y="33256"/>
                  <a:pt x="7182" y="35441"/>
                </a:cubicBezTo>
                <a:cubicBezTo>
                  <a:pt x="9056" y="37627"/>
                  <a:pt x="11241" y="38720"/>
                  <a:pt x="13427" y="38720"/>
                </a:cubicBezTo>
                <a:cubicBezTo>
                  <a:pt x="16394" y="38720"/>
                  <a:pt x="18892" y="37939"/>
                  <a:pt x="20765" y="36222"/>
                </a:cubicBezTo>
                <a:cubicBezTo>
                  <a:pt x="22951" y="34661"/>
                  <a:pt x="25137" y="31538"/>
                  <a:pt x="27479" y="26542"/>
                </a:cubicBezTo>
                <a:lnTo>
                  <a:pt x="32787" y="15457"/>
                </a:lnTo>
                <a:cubicBezTo>
                  <a:pt x="37939" y="5152"/>
                  <a:pt x="44653" y="0"/>
                  <a:pt x="52772" y="0"/>
                </a:cubicBezTo>
                <a:cubicBezTo>
                  <a:pt x="59173" y="0"/>
                  <a:pt x="64325" y="2498"/>
                  <a:pt x="68072" y="7182"/>
                </a:cubicBezTo>
                <a:cubicBezTo>
                  <a:pt x="71820" y="12022"/>
                  <a:pt x="73849" y="17330"/>
                  <a:pt x="73849" y="23263"/>
                </a:cubicBezTo>
                <a:cubicBezTo>
                  <a:pt x="73849" y="27635"/>
                  <a:pt x="73069" y="32475"/>
                  <a:pt x="71663" y="37939"/>
                </a:cubicBezTo>
                <a:cubicBezTo>
                  <a:pt x="71195" y="39657"/>
                  <a:pt x="70883" y="41062"/>
                  <a:pt x="70883" y="42155"/>
                </a:cubicBezTo>
                <a:cubicBezTo>
                  <a:pt x="70883" y="43404"/>
                  <a:pt x="71507" y="44185"/>
                  <a:pt x="72756" y="44809"/>
                </a:cubicBezTo>
                <a:lnTo>
                  <a:pt x="72756" y="47307"/>
                </a:lnTo>
                <a:lnTo>
                  <a:pt x="47932" y="47307"/>
                </a:lnTo>
                <a:lnTo>
                  <a:pt x="47932" y="44809"/>
                </a:lnTo>
                <a:cubicBezTo>
                  <a:pt x="55114" y="43404"/>
                  <a:pt x="60578" y="40750"/>
                  <a:pt x="64169" y="36690"/>
                </a:cubicBezTo>
                <a:cubicBezTo>
                  <a:pt x="67760" y="32631"/>
                  <a:pt x="69478" y="28103"/>
                  <a:pt x="69478" y="23107"/>
                </a:cubicBezTo>
                <a:cubicBezTo>
                  <a:pt x="69478" y="19672"/>
                  <a:pt x="68541" y="16862"/>
                  <a:pt x="66355" y="14676"/>
                </a:cubicBezTo>
                <a:cubicBezTo>
                  <a:pt x="64325" y="12490"/>
                  <a:pt x="61827" y="11241"/>
                  <a:pt x="58861" y="11241"/>
                </a:cubicBezTo>
                <a:cubicBezTo>
                  <a:pt x="55426" y="11241"/>
                  <a:pt x="52616" y="12490"/>
                  <a:pt x="50118" y="14988"/>
                </a:cubicBezTo>
                <a:cubicBezTo>
                  <a:pt x="47776" y="17487"/>
                  <a:pt x="44809" y="22483"/>
                  <a:pt x="41062" y="29821"/>
                </a:cubicBezTo>
                <a:cubicBezTo>
                  <a:pt x="37471" y="37159"/>
                  <a:pt x="34192" y="41999"/>
                  <a:pt x="31070" y="44185"/>
                </a:cubicBezTo>
                <a:cubicBezTo>
                  <a:pt x="28259" y="46527"/>
                  <a:pt x="24512" y="47620"/>
                  <a:pt x="20141" y="47620"/>
                </a:cubicBezTo>
                <a:cubicBezTo>
                  <a:pt x="14520" y="47620"/>
                  <a:pt x="9680" y="45746"/>
                  <a:pt x="5777" y="41687"/>
                </a:cubicBezTo>
                <a:cubicBezTo>
                  <a:pt x="2030" y="37783"/>
                  <a:pt x="0" y="32631"/>
                  <a:pt x="0" y="26386"/>
                </a:cubicBezTo>
                <a:cubicBezTo>
                  <a:pt x="0" y="23732"/>
                  <a:pt x="625" y="20453"/>
                  <a:pt x="1717" y="16394"/>
                </a:cubicBezTo>
                <a:cubicBezTo>
                  <a:pt x="2498" y="13896"/>
                  <a:pt x="2810" y="12178"/>
                  <a:pt x="2810" y="11241"/>
                </a:cubicBezTo>
                <a:cubicBezTo>
                  <a:pt x="2810" y="10461"/>
                  <a:pt x="2654" y="9836"/>
                  <a:pt x="2342" y="9368"/>
                </a:cubicBezTo>
                <a:cubicBezTo>
                  <a:pt x="2030" y="9056"/>
                  <a:pt x="1249" y="8431"/>
                  <a:pt x="0" y="7806"/>
                </a:cubicBezTo>
                <a:lnTo>
                  <a:pt x="0" y="5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76C64-6065-40D2-B61B-ED86D47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86" y="114723"/>
            <a:ext cx="101529" cy="118123"/>
          </a:xfrm>
          <a:custGeom xmlns:a="http://schemas.openxmlformats.org/drawingml/2006/main">
            <a:pathLst>
              <a:path w="101529" h="118123">
                <a:moveTo>
                  <a:pt x="98674" y="85470"/>
                </a:moveTo>
                <a:lnTo>
                  <a:pt x="101529" y="86005"/>
                </a:lnTo>
                <a:lnTo>
                  <a:pt x="91537" y="118123"/>
                </a:lnTo>
                <a:lnTo>
                  <a:pt x="0" y="118123"/>
                </a:lnTo>
                <a:lnTo>
                  <a:pt x="0" y="114911"/>
                </a:lnTo>
                <a:lnTo>
                  <a:pt x="4461" y="114911"/>
                </a:lnTo>
                <a:cubicBezTo>
                  <a:pt x="9457" y="114911"/>
                  <a:pt x="13026" y="113305"/>
                  <a:pt x="15167" y="110094"/>
                </a:cubicBezTo>
                <a:cubicBezTo>
                  <a:pt x="16237" y="108309"/>
                  <a:pt x="16951" y="103848"/>
                  <a:pt x="16951" y="97068"/>
                </a:cubicBezTo>
                <a:lnTo>
                  <a:pt x="16951" y="20877"/>
                </a:lnTo>
                <a:cubicBezTo>
                  <a:pt x="16951" y="13561"/>
                  <a:pt x="16059" y="8922"/>
                  <a:pt x="14632" y="6959"/>
                </a:cubicBezTo>
                <a:cubicBezTo>
                  <a:pt x="12312" y="4461"/>
                  <a:pt x="8922" y="3212"/>
                  <a:pt x="4461" y="3212"/>
                </a:cubicBezTo>
                <a:lnTo>
                  <a:pt x="0" y="3212"/>
                </a:lnTo>
                <a:lnTo>
                  <a:pt x="0" y="0"/>
                </a:lnTo>
                <a:lnTo>
                  <a:pt x="53530" y="0"/>
                </a:lnTo>
                <a:lnTo>
                  <a:pt x="53530" y="3212"/>
                </a:lnTo>
                <a:cubicBezTo>
                  <a:pt x="47107" y="3212"/>
                  <a:pt x="42824" y="3747"/>
                  <a:pt x="40326" y="4996"/>
                </a:cubicBezTo>
                <a:cubicBezTo>
                  <a:pt x="37828" y="6245"/>
                  <a:pt x="36044" y="7851"/>
                  <a:pt x="35151" y="9635"/>
                </a:cubicBezTo>
                <a:cubicBezTo>
                  <a:pt x="34081" y="11420"/>
                  <a:pt x="33724" y="15881"/>
                  <a:pt x="33724" y="22840"/>
                </a:cubicBezTo>
                <a:lnTo>
                  <a:pt x="33724" y="97068"/>
                </a:lnTo>
                <a:cubicBezTo>
                  <a:pt x="33724" y="102064"/>
                  <a:pt x="34081" y="105276"/>
                  <a:pt x="35151" y="107060"/>
                </a:cubicBezTo>
                <a:cubicBezTo>
                  <a:pt x="35865" y="108309"/>
                  <a:pt x="36936" y="109201"/>
                  <a:pt x="38363" y="109737"/>
                </a:cubicBezTo>
                <a:cubicBezTo>
                  <a:pt x="39791" y="110450"/>
                  <a:pt x="44252" y="110629"/>
                  <a:pt x="51924" y="110629"/>
                </a:cubicBezTo>
                <a:lnTo>
                  <a:pt x="60489" y="110629"/>
                </a:lnTo>
                <a:cubicBezTo>
                  <a:pt x="69589" y="110629"/>
                  <a:pt x="76013" y="110094"/>
                  <a:pt x="79581" y="108666"/>
                </a:cubicBezTo>
                <a:cubicBezTo>
                  <a:pt x="83150" y="107417"/>
                  <a:pt x="86540" y="105097"/>
                  <a:pt x="89574" y="101529"/>
                </a:cubicBezTo>
                <a:cubicBezTo>
                  <a:pt x="92607" y="98139"/>
                  <a:pt x="95640" y="92786"/>
                  <a:pt x="98674" y="85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AAAA2-6C0D-4AE2-8217-AABC83A9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43" y="150588"/>
            <a:ext cx="67626" cy="84578"/>
          </a:xfrm>
          <a:custGeom xmlns:a="http://schemas.openxmlformats.org/drawingml/2006/main">
            <a:pathLst>
              <a:path w="67626" h="84578">
                <a:moveTo>
                  <a:pt x="12312" y="32475"/>
                </a:moveTo>
                <a:cubicBezTo>
                  <a:pt x="12312" y="44430"/>
                  <a:pt x="15167" y="53709"/>
                  <a:pt x="21055" y="60489"/>
                </a:cubicBezTo>
                <a:cubicBezTo>
                  <a:pt x="26765" y="67270"/>
                  <a:pt x="33724" y="70481"/>
                  <a:pt x="41575" y="70481"/>
                </a:cubicBezTo>
                <a:cubicBezTo>
                  <a:pt x="46571" y="70481"/>
                  <a:pt x="51032" y="69054"/>
                  <a:pt x="54958" y="66199"/>
                </a:cubicBezTo>
                <a:cubicBezTo>
                  <a:pt x="58883" y="63344"/>
                  <a:pt x="62095" y="58526"/>
                  <a:pt x="64771" y="51389"/>
                </a:cubicBezTo>
                <a:lnTo>
                  <a:pt x="67626" y="53173"/>
                </a:lnTo>
                <a:cubicBezTo>
                  <a:pt x="66199" y="61203"/>
                  <a:pt x="62630" y="68519"/>
                  <a:pt x="56920" y="74942"/>
                </a:cubicBezTo>
                <a:cubicBezTo>
                  <a:pt x="51032" y="81366"/>
                  <a:pt x="43716" y="84578"/>
                  <a:pt x="34795" y="84578"/>
                </a:cubicBezTo>
                <a:cubicBezTo>
                  <a:pt x="25159" y="84578"/>
                  <a:pt x="16951" y="81009"/>
                  <a:pt x="10171" y="73515"/>
                </a:cubicBezTo>
                <a:cubicBezTo>
                  <a:pt x="3390" y="66020"/>
                  <a:pt x="0" y="56028"/>
                  <a:pt x="0" y="43359"/>
                </a:cubicBezTo>
                <a:cubicBezTo>
                  <a:pt x="0" y="29798"/>
                  <a:pt x="3390" y="19092"/>
                  <a:pt x="10528" y="11420"/>
                </a:cubicBezTo>
                <a:cubicBezTo>
                  <a:pt x="17487" y="3926"/>
                  <a:pt x="26230" y="0"/>
                  <a:pt x="36936" y="0"/>
                </a:cubicBezTo>
                <a:cubicBezTo>
                  <a:pt x="45857" y="0"/>
                  <a:pt x="53173" y="3033"/>
                  <a:pt x="58883" y="8922"/>
                </a:cubicBezTo>
                <a:cubicBezTo>
                  <a:pt x="64593" y="14810"/>
                  <a:pt x="67626" y="22661"/>
                  <a:pt x="67626" y="32475"/>
                </a:cubicBezTo>
                <a:lnTo>
                  <a:pt x="12312" y="32475"/>
                </a:lnTo>
                <a:close/>
                <a:moveTo>
                  <a:pt x="12312" y="27479"/>
                </a:moveTo>
                <a:lnTo>
                  <a:pt x="49248" y="27479"/>
                </a:lnTo>
                <a:cubicBezTo>
                  <a:pt x="48891" y="22483"/>
                  <a:pt x="48356" y="18736"/>
                  <a:pt x="47463" y="16594"/>
                </a:cubicBezTo>
                <a:cubicBezTo>
                  <a:pt x="46036" y="13383"/>
                  <a:pt x="43895" y="10884"/>
                  <a:pt x="41040" y="9100"/>
                </a:cubicBezTo>
                <a:cubicBezTo>
                  <a:pt x="38185" y="7316"/>
                  <a:pt x="35151" y="6245"/>
                  <a:pt x="31940" y="6245"/>
                </a:cubicBezTo>
                <a:cubicBezTo>
                  <a:pt x="27122" y="6245"/>
                  <a:pt x="22840" y="8208"/>
                  <a:pt x="19092" y="11955"/>
                </a:cubicBezTo>
                <a:cubicBezTo>
                  <a:pt x="15167" y="15702"/>
                  <a:pt x="13026" y="20877"/>
                  <a:pt x="12312" y="27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F7064-F6F7-4EF0-BC93-F4797715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89" y="150767"/>
            <a:ext cx="72444" cy="83507"/>
          </a:xfrm>
          <a:custGeom xmlns:a="http://schemas.openxmlformats.org/drawingml/2006/main">
            <a:pathLst>
              <a:path w="72444" h="83507">
                <a:moveTo>
                  <a:pt x="44430" y="70660"/>
                </a:moveTo>
                <a:cubicBezTo>
                  <a:pt x="36222" y="77083"/>
                  <a:pt x="31047" y="80652"/>
                  <a:pt x="28906" y="81544"/>
                </a:cubicBezTo>
                <a:cubicBezTo>
                  <a:pt x="25694" y="82793"/>
                  <a:pt x="22483" y="83507"/>
                  <a:pt x="18914" y="83507"/>
                </a:cubicBezTo>
                <a:cubicBezTo>
                  <a:pt x="13383" y="83507"/>
                  <a:pt x="8922" y="81723"/>
                  <a:pt x="5353" y="77976"/>
                </a:cubicBezTo>
                <a:cubicBezTo>
                  <a:pt x="1784" y="74407"/>
                  <a:pt x="0" y="69411"/>
                  <a:pt x="0" y="63166"/>
                </a:cubicBezTo>
                <a:cubicBezTo>
                  <a:pt x="0" y="59240"/>
                  <a:pt x="714" y="55850"/>
                  <a:pt x="2498" y="52995"/>
                </a:cubicBezTo>
                <a:cubicBezTo>
                  <a:pt x="4818" y="49069"/>
                  <a:pt x="8922" y="45501"/>
                  <a:pt x="14810" y="41932"/>
                </a:cubicBezTo>
                <a:cubicBezTo>
                  <a:pt x="20698" y="38542"/>
                  <a:pt x="30512" y="34259"/>
                  <a:pt x="44430" y="29263"/>
                </a:cubicBezTo>
                <a:lnTo>
                  <a:pt x="44430" y="26051"/>
                </a:lnTo>
                <a:cubicBezTo>
                  <a:pt x="44430" y="18200"/>
                  <a:pt x="43003" y="12669"/>
                  <a:pt x="40504" y="9635"/>
                </a:cubicBezTo>
                <a:cubicBezTo>
                  <a:pt x="38006" y="6780"/>
                  <a:pt x="34259" y="5175"/>
                  <a:pt x="29620" y="5175"/>
                </a:cubicBezTo>
                <a:cubicBezTo>
                  <a:pt x="25873" y="5175"/>
                  <a:pt x="23018" y="6245"/>
                  <a:pt x="20877" y="8208"/>
                </a:cubicBezTo>
                <a:cubicBezTo>
                  <a:pt x="18557" y="10349"/>
                  <a:pt x="17487" y="12490"/>
                  <a:pt x="17487" y="14988"/>
                </a:cubicBezTo>
                <a:lnTo>
                  <a:pt x="17665" y="19985"/>
                </a:lnTo>
                <a:cubicBezTo>
                  <a:pt x="17665" y="22840"/>
                  <a:pt x="16951" y="24802"/>
                  <a:pt x="15524" y="26230"/>
                </a:cubicBezTo>
                <a:cubicBezTo>
                  <a:pt x="14096" y="27657"/>
                  <a:pt x="12490" y="28371"/>
                  <a:pt x="10349" y="28371"/>
                </a:cubicBezTo>
                <a:cubicBezTo>
                  <a:pt x="8208" y="28371"/>
                  <a:pt x="6424" y="27657"/>
                  <a:pt x="4996" y="26230"/>
                </a:cubicBezTo>
                <a:cubicBezTo>
                  <a:pt x="3569" y="24802"/>
                  <a:pt x="3033" y="22661"/>
                  <a:pt x="3033" y="19985"/>
                </a:cubicBezTo>
                <a:cubicBezTo>
                  <a:pt x="3033" y="14988"/>
                  <a:pt x="5531" y="10528"/>
                  <a:pt x="10706" y="6245"/>
                </a:cubicBezTo>
                <a:cubicBezTo>
                  <a:pt x="15702" y="2141"/>
                  <a:pt x="22840" y="0"/>
                  <a:pt x="32118" y="0"/>
                </a:cubicBezTo>
                <a:cubicBezTo>
                  <a:pt x="39255" y="0"/>
                  <a:pt x="44965" y="1249"/>
                  <a:pt x="49605" y="3569"/>
                </a:cubicBezTo>
                <a:cubicBezTo>
                  <a:pt x="52995" y="5353"/>
                  <a:pt x="55493" y="8208"/>
                  <a:pt x="57099" y="11955"/>
                </a:cubicBezTo>
                <a:cubicBezTo>
                  <a:pt x="58169" y="14453"/>
                  <a:pt x="58705" y="19628"/>
                  <a:pt x="58705" y="27300"/>
                </a:cubicBezTo>
                <a:lnTo>
                  <a:pt x="58705" y="54422"/>
                </a:lnTo>
                <a:cubicBezTo>
                  <a:pt x="58705" y="62095"/>
                  <a:pt x="58705" y="66734"/>
                  <a:pt x="59062" y="68340"/>
                </a:cubicBezTo>
                <a:cubicBezTo>
                  <a:pt x="59418" y="70124"/>
                  <a:pt x="59775" y="71195"/>
                  <a:pt x="60489" y="71730"/>
                </a:cubicBezTo>
                <a:cubicBezTo>
                  <a:pt x="61203" y="72444"/>
                  <a:pt x="61917" y="72623"/>
                  <a:pt x="62809" y="72623"/>
                </a:cubicBezTo>
                <a:cubicBezTo>
                  <a:pt x="63701" y="72623"/>
                  <a:pt x="64593" y="72444"/>
                  <a:pt x="65307" y="72087"/>
                </a:cubicBezTo>
                <a:cubicBezTo>
                  <a:pt x="66556" y="71373"/>
                  <a:pt x="68875" y="69232"/>
                  <a:pt x="72444" y="65664"/>
                </a:cubicBezTo>
                <a:lnTo>
                  <a:pt x="72444" y="70660"/>
                </a:lnTo>
                <a:cubicBezTo>
                  <a:pt x="65842" y="79225"/>
                  <a:pt x="59597" y="83507"/>
                  <a:pt x="53709" y="83507"/>
                </a:cubicBezTo>
                <a:cubicBezTo>
                  <a:pt x="50854" y="83507"/>
                  <a:pt x="48534" y="82436"/>
                  <a:pt x="46928" y="80652"/>
                </a:cubicBezTo>
                <a:cubicBezTo>
                  <a:pt x="45144" y="78868"/>
                  <a:pt x="44430" y="75477"/>
                  <a:pt x="44430" y="70660"/>
                </a:cubicBezTo>
                <a:close/>
                <a:moveTo>
                  <a:pt x="44430" y="64950"/>
                </a:moveTo>
                <a:lnTo>
                  <a:pt x="44430" y="34438"/>
                </a:lnTo>
                <a:cubicBezTo>
                  <a:pt x="35508" y="38006"/>
                  <a:pt x="29798" y="40504"/>
                  <a:pt x="27300" y="41932"/>
                </a:cubicBezTo>
                <a:cubicBezTo>
                  <a:pt x="22661" y="44430"/>
                  <a:pt x="19449" y="47107"/>
                  <a:pt x="17487" y="49961"/>
                </a:cubicBezTo>
                <a:cubicBezTo>
                  <a:pt x="15524" y="52816"/>
                  <a:pt x="14632" y="55850"/>
                  <a:pt x="14632" y="59062"/>
                </a:cubicBezTo>
                <a:cubicBezTo>
                  <a:pt x="14632" y="63344"/>
                  <a:pt x="15881" y="66734"/>
                  <a:pt x="18379" y="69589"/>
                </a:cubicBezTo>
                <a:cubicBezTo>
                  <a:pt x="20877" y="72444"/>
                  <a:pt x="23732" y="73693"/>
                  <a:pt x="26943" y="73693"/>
                </a:cubicBezTo>
                <a:cubicBezTo>
                  <a:pt x="31226" y="73693"/>
                  <a:pt x="37114" y="70838"/>
                  <a:pt x="44430" y="64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E16E8-CC5B-4DE4-A762-1D5D186F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33" y="150767"/>
            <a:ext cx="54422" cy="84399"/>
          </a:xfrm>
          <a:custGeom xmlns:a="http://schemas.openxmlformats.org/drawingml/2006/main">
            <a:pathLst>
              <a:path w="54422" h="84399">
                <a:moveTo>
                  <a:pt x="48356" y="0"/>
                </a:moveTo>
                <a:lnTo>
                  <a:pt x="48356" y="27122"/>
                </a:lnTo>
                <a:lnTo>
                  <a:pt x="45501" y="27122"/>
                </a:lnTo>
                <a:cubicBezTo>
                  <a:pt x="43359" y="18557"/>
                  <a:pt x="40504" y="12847"/>
                  <a:pt x="37114" y="9635"/>
                </a:cubicBezTo>
                <a:cubicBezTo>
                  <a:pt x="33546" y="6602"/>
                  <a:pt x="29263" y="4996"/>
                  <a:pt x="23910" y="4996"/>
                </a:cubicBezTo>
                <a:cubicBezTo>
                  <a:pt x="19628" y="4996"/>
                  <a:pt x="16416" y="6067"/>
                  <a:pt x="13918" y="8208"/>
                </a:cubicBezTo>
                <a:cubicBezTo>
                  <a:pt x="11420" y="10349"/>
                  <a:pt x="10171" y="12847"/>
                  <a:pt x="10171" y="15345"/>
                </a:cubicBezTo>
                <a:cubicBezTo>
                  <a:pt x="10171" y="18736"/>
                  <a:pt x="11063" y="21590"/>
                  <a:pt x="13026" y="23732"/>
                </a:cubicBezTo>
                <a:cubicBezTo>
                  <a:pt x="14810" y="26230"/>
                  <a:pt x="18379" y="28728"/>
                  <a:pt x="24089" y="31404"/>
                </a:cubicBezTo>
                <a:lnTo>
                  <a:pt x="36757" y="37471"/>
                </a:lnTo>
                <a:cubicBezTo>
                  <a:pt x="48534" y="43359"/>
                  <a:pt x="54422" y="51032"/>
                  <a:pt x="54422" y="60311"/>
                </a:cubicBezTo>
                <a:cubicBezTo>
                  <a:pt x="54422" y="67626"/>
                  <a:pt x="51567" y="73515"/>
                  <a:pt x="46214" y="77797"/>
                </a:cubicBezTo>
                <a:cubicBezTo>
                  <a:pt x="40683" y="82080"/>
                  <a:pt x="34616" y="84399"/>
                  <a:pt x="27836" y="84399"/>
                </a:cubicBezTo>
                <a:cubicBezTo>
                  <a:pt x="22840" y="84399"/>
                  <a:pt x="17308" y="83507"/>
                  <a:pt x="11063" y="81901"/>
                </a:cubicBezTo>
                <a:cubicBezTo>
                  <a:pt x="9100" y="81366"/>
                  <a:pt x="7494" y="81009"/>
                  <a:pt x="6245" y="81009"/>
                </a:cubicBezTo>
                <a:cubicBezTo>
                  <a:pt x="4818" y="81009"/>
                  <a:pt x="3926" y="81723"/>
                  <a:pt x="3212" y="83150"/>
                </a:cubicBezTo>
                <a:lnTo>
                  <a:pt x="357" y="83150"/>
                </a:lnTo>
                <a:lnTo>
                  <a:pt x="357" y="54779"/>
                </a:lnTo>
                <a:lnTo>
                  <a:pt x="3212" y="54779"/>
                </a:lnTo>
                <a:cubicBezTo>
                  <a:pt x="4818" y="62987"/>
                  <a:pt x="7851" y="69232"/>
                  <a:pt x="12490" y="73336"/>
                </a:cubicBezTo>
                <a:cubicBezTo>
                  <a:pt x="17130" y="77440"/>
                  <a:pt x="22304" y="79403"/>
                  <a:pt x="28014" y="79403"/>
                </a:cubicBezTo>
                <a:cubicBezTo>
                  <a:pt x="31940" y="79403"/>
                  <a:pt x="35151" y="78332"/>
                  <a:pt x="37650" y="75834"/>
                </a:cubicBezTo>
                <a:cubicBezTo>
                  <a:pt x="40148" y="73515"/>
                  <a:pt x="41575" y="70660"/>
                  <a:pt x="41575" y="67270"/>
                </a:cubicBezTo>
                <a:cubicBezTo>
                  <a:pt x="41575" y="63344"/>
                  <a:pt x="40148" y="60132"/>
                  <a:pt x="37293" y="57277"/>
                </a:cubicBezTo>
                <a:cubicBezTo>
                  <a:pt x="34438" y="54601"/>
                  <a:pt x="28728" y="51210"/>
                  <a:pt x="20341" y="46928"/>
                </a:cubicBezTo>
                <a:cubicBezTo>
                  <a:pt x="11955" y="42824"/>
                  <a:pt x="6424" y="39077"/>
                  <a:pt x="3926" y="35508"/>
                </a:cubicBezTo>
                <a:cubicBezTo>
                  <a:pt x="1249" y="32297"/>
                  <a:pt x="0" y="28014"/>
                  <a:pt x="0" y="23018"/>
                </a:cubicBezTo>
                <a:cubicBezTo>
                  <a:pt x="0" y="16594"/>
                  <a:pt x="2141" y="11063"/>
                  <a:pt x="6780" y="6602"/>
                </a:cubicBezTo>
                <a:cubicBezTo>
                  <a:pt x="11241" y="2320"/>
                  <a:pt x="17130" y="0"/>
                  <a:pt x="24267" y="0"/>
                </a:cubicBezTo>
                <a:cubicBezTo>
                  <a:pt x="27300" y="0"/>
                  <a:pt x="31047" y="714"/>
                  <a:pt x="35687" y="1963"/>
                </a:cubicBezTo>
                <a:cubicBezTo>
                  <a:pt x="38542" y="2855"/>
                  <a:pt x="40504" y="3212"/>
                  <a:pt x="41575" y="3212"/>
                </a:cubicBezTo>
                <a:cubicBezTo>
                  <a:pt x="42467" y="3212"/>
                  <a:pt x="43181" y="3033"/>
                  <a:pt x="43716" y="2677"/>
                </a:cubicBezTo>
                <a:cubicBezTo>
                  <a:pt x="44073" y="2320"/>
                  <a:pt x="44787" y="1427"/>
                  <a:pt x="45501" y="0"/>
                </a:cubicBezTo>
                <a:lnTo>
                  <a:pt x="483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0FDD4-1D5D-4B6D-9800-7EF33CB9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85" y="126857"/>
            <a:ext cx="47999" cy="107060"/>
          </a:xfrm>
          <a:custGeom xmlns:a="http://schemas.openxmlformats.org/drawingml/2006/main">
            <a:pathLst>
              <a:path w="47999" h="107060">
                <a:moveTo>
                  <a:pt x="26943" y="0"/>
                </a:moveTo>
                <a:lnTo>
                  <a:pt x="26943" y="26230"/>
                </a:lnTo>
                <a:lnTo>
                  <a:pt x="45679" y="26230"/>
                </a:lnTo>
                <a:lnTo>
                  <a:pt x="45679" y="32297"/>
                </a:lnTo>
                <a:lnTo>
                  <a:pt x="26943" y="32297"/>
                </a:lnTo>
                <a:lnTo>
                  <a:pt x="26943" y="84042"/>
                </a:lnTo>
                <a:cubicBezTo>
                  <a:pt x="26943" y="89217"/>
                  <a:pt x="27657" y="92786"/>
                  <a:pt x="29085" y="94570"/>
                </a:cubicBezTo>
                <a:cubicBezTo>
                  <a:pt x="30512" y="96354"/>
                  <a:pt x="32475" y="97246"/>
                  <a:pt x="34973" y="97246"/>
                </a:cubicBezTo>
                <a:cubicBezTo>
                  <a:pt x="36757" y="97246"/>
                  <a:pt x="38720" y="96711"/>
                  <a:pt x="40504" y="95462"/>
                </a:cubicBezTo>
                <a:cubicBezTo>
                  <a:pt x="42289" y="94391"/>
                  <a:pt x="43538" y="92607"/>
                  <a:pt x="44608" y="90109"/>
                </a:cubicBezTo>
                <a:lnTo>
                  <a:pt x="47999" y="90109"/>
                </a:lnTo>
                <a:cubicBezTo>
                  <a:pt x="45857" y="95819"/>
                  <a:pt x="43003" y="100101"/>
                  <a:pt x="39434" y="102956"/>
                </a:cubicBezTo>
                <a:cubicBezTo>
                  <a:pt x="35687" y="105811"/>
                  <a:pt x="31940" y="107060"/>
                  <a:pt x="28014" y="107060"/>
                </a:cubicBezTo>
                <a:cubicBezTo>
                  <a:pt x="25159" y="107060"/>
                  <a:pt x="22483" y="106347"/>
                  <a:pt x="19985" y="104919"/>
                </a:cubicBezTo>
                <a:cubicBezTo>
                  <a:pt x="17487" y="103492"/>
                  <a:pt x="15524" y="101529"/>
                  <a:pt x="14453" y="98674"/>
                </a:cubicBezTo>
                <a:cubicBezTo>
                  <a:pt x="13204" y="95997"/>
                  <a:pt x="12669" y="91715"/>
                  <a:pt x="12669" y="86005"/>
                </a:cubicBezTo>
                <a:lnTo>
                  <a:pt x="12669" y="32297"/>
                </a:lnTo>
                <a:lnTo>
                  <a:pt x="0" y="32297"/>
                </a:lnTo>
                <a:lnTo>
                  <a:pt x="0" y="29442"/>
                </a:lnTo>
                <a:cubicBezTo>
                  <a:pt x="3212" y="28193"/>
                  <a:pt x="6424" y="26051"/>
                  <a:pt x="9814" y="23018"/>
                </a:cubicBezTo>
                <a:cubicBezTo>
                  <a:pt x="13026" y="19985"/>
                  <a:pt x="16059" y="16416"/>
                  <a:pt x="18736" y="12133"/>
                </a:cubicBezTo>
                <a:cubicBezTo>
                  <a:pt x="19985" y="9992"/>
                  <a:pt x="21769" y="5888"/>
                  <a:pt x="24267" y="0"/>
                </a:cubicBezTo>
                <a:lnTo>
                  <a:pt x="269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40A38-3F5D-4F7E-BFF3-95BB257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647" y="114723"/>
            <a:ext cx="117588" cy="118123"/>
          </a:xfrm>
          <a:custGeom xmlns:a="http://schemas.openxmlformats.org/drawingml/2006/main">
            <a:pathLst>
              <a:path w="117588" h="118123">
                <a:moveTo>
                  <a:pt x="117588" y="118123"/>
                </a:moveTo>
                <a:lnTo>
                  <a:pt x="86005" y="118123"/>
                </a:lnTo>
                <a:lnTo>
                  <a:pt x="46036" y="62809"/>
                </a:lnTo>
                <a:cubicBezTo>
                  <a:pt x="43003" y="62987"/>
                  <a:pt x="40504" y="62987"/>
                  <a:pt x="38720" y="62987"/>
                </a:cubicBezTo>
                <a:cubicBezTo>
                  <a:pt x="38006" y="62987"/>
                  <a:pt x="37114" y="62987"/>
                  <a:pt x="36222" y="62987"/>
                </a:cubicBezTo>
                <a:cubicBezTo>
                  <a:pt x="35330" y="62987"/>
                  <a:pt x="34438" y="62987"/>
                  <a:pt x="33724" y="62809"/>
                </a:cubicBezTo>
                <a:lnTo>
                  <a:pt x="33724" y="97246"/>
                </a:lnTo>
                <a:cubicBezTo>
                  <a:pt x="33724" y="104741"/>
                  <a:pt x="34438" y="109201"/>
                  <a:pt x="36044" y="110986"/>
                </a:cubicBezTo>
                <a:cubicBezTo>
                  <a:pt x="38185" y="113662"/>
                  <a:pt x="41575" y="114911"/>
                  <a:pt x="46036" y="114911"/>
                </a:cubicBezTo>
                <a:lnTo>
                  <a:pt x="50675" y="114911"/>
                </a:lnTo>
                <a:lnTo>
                  <a:pt x="50675" y="118123"/>
                </a:lnTo>
                <a:lnTo>
                  <a:pt x="0" y="118123"/>
                </a:lnTo>
                <a:lnTo>
                  <a:pt x="0" y="114911"/>
                </a:lnTo>
                <a:lnTo>
                  <a:pt x="4461" y="114911"/>
                </a:lnTo>
                <a:cubicBezTo>
                  <a:pt x="9457" y="114911"/>
                  <a:pt x="13026" y="113305"/>
                  <a:pt x="15167" y="110094"/>
                </a:cubicBezTo>
                <a:cubicBezTo>
                  <a:pt x="16237" y="108309"/>
                  <a:pt x="16951" y="104027"/>
                  <a:pt x="16951" y="97246"/>
                </a:cubicBezTo>
                <a:lnTo>
                  <a:pt x="16951" y="20877"/>
                </a:lnTo>
                <a:cubicBezTo>
                  <a:pt x="16951" y="13561"/>
                  <a:pt x="16059" y="8922"/>
                  <a:pt x="14632" y="6959"/>
                </a:cubicBezTo>
                <a:cubicBezTo>
                  <a:pt x="12312" y="4461"/>
                  <a:pt x="8922" y="3212"/>
                  <a:pt x="4461" y="3212"/>
                </a:cubicBezTo>
                <a:lnTo>
                  <a:pt x="0" y="3212"/>
                </a:lnTo>
                <a:lnTo>
                  <a:pt x="0" y="0"/>
                </a:lnTo>
                <a:lnTo>
                  <a:pt x="43003" y="0"/>
                </a:lnTo>
                <a:cubicBezTo>
                  <a:pt x="55493" y="0"/>
                  <a:pt x="64771" y="1071"/>
                  <a:pt x="70838" y="2855"/>
                </a:cubicBezTo>
                <a:cubicBezTo>
                  <a:pt x="76727" y="4639"/>
                  <a:pt x="81723" y="8030"/>
                  <a:pt x="86005" y="12847"/>
                </a:cubicBezTo>
                <a:cubicBezTo>
                  <a:pt x="90109" y="17843"/>
                  <a:pt x="92250" y="23553"/>
                  <a:pt x="92250" y="30334"/>
                </a:cubicBezTo>
                <a:cubicBezTo>
                  <a:pt x="92250" y="37650"/>
                  <a:pt x="89752" y="43895"/>
                  <a:pt x="85113" y="49248"/>
                </a:cubicBezTo>
                <a:cubicBezTo>
                  <a:pt x="80295" y="54601"/>
                  <a:pt x="72979" y="58526"/>
                  <a:pt x="63166" y="60667"/>
                </a:cubicBezTo>
                <a:lnTo>
                  <a:pt x="87433" y="94570"/>
                </a:lnTo>
                <a:cubicBezTo>
                  <a:pt x="92964" y="102421"/>
                  <a:pt x="97782" y="107596"/>
                  <a:pt x="101886" y="110094"/>
                </a:cubicBezTo>
                <a:cubicBezTo>
                  <a:pt x="105811" y="112592"/>
                  <a:pt x="111164" y="114198"/>
                  <a:pt x="117588" y="114911"/>
                </a:cubicBezTo>
                <a:lnTo>
                  <a:pt x="117588" y="118123"/>
                </a:lnTo>
                <a:close/>
                <a:moveTo>
                  <a:pt x="33724" y="57456"/>
                </a:moveTo>
                <a:cubicBezTo>
                  <a:pt x="34795" y="57456"/>
                  <a:pt x="35687" y="57456"/>
                  <a:pt x="36579" y="57456"/>
                </a:cubicBezTo>
                <a:cubicBezTo>
                  <a:pt x="37293" y="57456"/>
                  <a:pt x="38006" y="57456"/>
                  <a:pt x="38542" y="57456"/>
                </a:cubicBezTo>
                <a:cubicBezTo>
                  <a:pt x="49783" y="57456"/>
                  <a:pt x="58348" y="55136"/>
                  <a:pt x="64058" y="50140"/>
                </a:cubicBezTo>
                <a:cubicBezTo>
                  <a:pt x="69768" y="45322"/>
                  <a:pt x="72623" y="39077"/>
                  <a:pt x="72623" y="31583"/>
                </a:cubicBezTo>
                <a:cubicBezTo>
                  <a:pt x="72623" y="24267"/>
                  <a:pt x="70303" y="18200"/>
                  <a:pt x="65664" y="13561"/>
                </a:cubicBezTo>
                <a:cubicBezTo>
                  <a:pt x="61024" y="8922"/>
                  <a:pt x="54779" y="6602"/>
                  <a:pt x="47285" y="6602"/>
                </a:cubicBezTo>
                <a:cubicBezTo>
                  <a:pt x="43895" y="6602"/>
                  <a:pt x="39434" y="7137"/>
                  <a:pt x="33724" y="8208"/>
                </a:cubicBezTo>
                <a:lnTo>
                  <a:pt x="33724" y="57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A1C1C-20FC-4CEC-A14A-BBC58B41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31" y="150588"/>
            <a:ext cx="67626" cy="84578"/>
          </a:xfrm>
          <a:custGeom xmlns:a="http://schemas.openxmlformats.org/drawingml/2006/main">
            <a:pathLst>
              <a:path w="67626" h="84578">
                <a:moveTo>
                  <a:pt x="12312" y="32475"/>
                </a:moveTo>
                <a:cubicBezTo>
                  <a:pt x="12312" y="44430"/>
                  <a:pt x="15167" y="53709"/>
                  <a:pt x="21055" y="60489"/>
                </a:cubicBezTo>
                <a:cubicBezTo>
                  <a:pt x="26765" y="67270"/>
                  <a:pt x="33724" y="70481"/>
                  <a:pt x="41575" y="70481"/>
                </a:cubicBezTo>
                <a:cubicBezTo>
                  <a:pt x="46571" y="70481"/>
                  <a:pt x="51032" y="69054"/>
                  <a:pt x="54958" y="66199"/>
                </a:cubicBezTo>
                <a:cubicBezTo>
                  <a:pt x="58883" y="63344"/>
                  <a:pt x="62095" y="58526"/>
                  <a:pt x="64771" y="51389"/>
                </a:cubicBezTo>
                <a:lnTo>
                  <a:pt x="67626" y="53173"/>
                </a:lnTo>
                <a:cubicBezTo>
                  <a:pt x="66199" y="61203"/>
                  <a:pt x="62630" y="68519"/>
                  <a:pt x="56920" y="74942"/>
                </a:cubicBezTo>
                <a:cubicBezTo>
                  <a:pt x="51032" y="81366"/>
                  <a:pt x="43716" y="84578"/>
                  <a:pt x="34795" y="84578"/>
                </a:cubicBezTo>
                <a:cubicBezTo>
                  <a:pt x="25159" y="84578"/>
                  <a:pt x="16951" y="81009"/>
                  <a:pt x="10171" y="73515"/>
                </a:cubicBezTo>
                <a:cubicBezTo>
                  <a:pt x="3390" y="66020"/>
                  <a:pt x="0" y="56028"/>
                  <a:pt x="0" y="43359"/>
                </a:cubicBezTo>
                <a:cubicBezTo>
                  <a:pt x="0" y="29798"/>
                  <a:pt x="3390" y="19092"/>
                  <a:pt x="10528" y="11420"/>
                </a:cubicBezTo>
                <a:cubicBezTo>
                  <a:pt x="17487" y="3926"/>
                  <a:pt x="26230" y="0"/>
                  <a:pt x="36936" y="0"/>
                </a:cubicBezTo>
                <a:cubicBezTo>
                  <a:pt x="45857" y="0"/>
                  <a:pt x="53173" y="3033"/>
                  <a:pt x="58883" y="8922"/>
                </a:cubicBezTo>
                <a:cubicBezTo>
                  <a:pt x="64593" y="14810"/>
                  <a:pt x="67626" y="22661"/>
                  <a:pt x="67626" y="32475"/>
                </a:cubicBezTo>
                <a:lnTo>
                  <a:pt x="12312" y="32475"/>
                </a:lnTo>
                <a:close/>
                <a:moveTo>
                  <a:pt x="12312" y="27479"/>
                </a:moveTo>
                <a:lnTo>
                  <a:pt x="49248" y="27479"/>
                </a:lnTo>
                <a:cubicBezTo>
                  <a:pt x="48891" y="22483"/>
                  <a:pt x="48356" y="18736"/>
                  <a:pt x="47463" y="16594"/>
                </a:cubicBezTo>
                <a:cubicBezTo>
                  <a:pt x="46036" y="13383"/>
                  <a:pt x="43895" y="10884"/>
                  <a:pt x="41040" y="9100"/>
                </a:cubicBezTo>
                <a:cubicBezTo>
                  <a:pt x="38185" y="7316"/>
                  <a:pt x="35151" y="6245"/>
                  <a:pt x="31940" y="6245"/>
                </a:cubicBezTo>
                <a:cubicBezTo>
                  <a:pt x="27122" y="6245"/>
                  <a:pt x="22840" y="8208"/>
                  <a:pt x="19092" y="11955"/>
                </a:cubicBezTo>
                <a:cubicBezTo>
                  <a:pt x="15167" y="15702"/>
                  <a:pt x="13026" y="20877"/>
                  <a:pt x="12312" y="27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02EAE-6047-49C3-98AE-8CC57ED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42" y="150767"/>
            <a:ext cx="83329" cy="120086"/>
          </a:xfrm>
          <a:custGeom xmlns:a="http://schemas.openxmlformats.org/drawingml/2006/main">
            <a:pathLst>
              <a:path w="83329" h="120086">
                <a:moveTo>
                  <a:pt x="70303" y="0"/>
                </a:moveTo>
                <a:lnTo>
                  <a:pt x="70303" y="102421"/>
                </a:lnTo>
                <a:cubicBezTo>
                  <a:pt x="70303" y="107417"/>
                  <a:pt x="70660" y="110807"/>
                  <a:pt x="71373" y="112235"/>
                </a:cubicBezTo>
                <a:cubicBezTo>
                  <a:pt x="72087" y="113662"/>
                  <a:pt x="73158" y="114733"/>
                  <a:pt x="74585" y="115625"/>
                </a:cubicBezTo>
                <a:cubicBezTo>
                  <a:pt x="76013" y="116339"/>
                  <a:pt x="79046" y="116874"/>
                  <a:pt x="83329" y="116874"/>
                </a:cubicBezTo>
                <a:lnTo>
                  <a:pt x="83329" y="120086"/>
                </a:lnTo>
                <a:lnTo>
                  <a:pt x="43003" y="120086"/>
                </a:lnTo>
                <a:lnTo>
                  <a:pt x="43003" y="116874"/>
                </a:lnTo>
                <a:lnTo>
                  <a:pt x="44787" y="116874"/>
                </a:lnTo>
                <a:cubicBezTo>
                  <a:pt x="47999" y="116874"/>
                  <a:pt x="50318" y="116339"/>
                  <a:pt x="52103" y="115447"/>
                </a:cubicBezTo>
                <a:cubicBezTo>
                  <a:pt x="53173" y="114733"/>
                  <a:pt x="54244" y="113662"/>
                  <a:pt x="54958" y="112056"/>
                </a:cubicBezTo>
                <a:cubicBezTo>
                  <a:pt x="55671" y="110272"/>
                  <a:pt x="56028" y="107060"/>
                  <a:pt x="56028" y="102421"/>
                </a:cubicBezTo>
                <a:lnTo>
                  <a:pt x="56028" y="68162"/>
                </a:lnTo>
                <a:cubicBezTo>
                  <a:pt x="50675" y="74585"/>
                  <a:pt x="46036" y="78868"/>
                  <a:pt x="42110" y="81009"/>
                </a:cubicBezTo>
                <a:cubicBezTo>
                  <a:pt x="38185" y="83150"/>
                  <a:pt x="34081" y="84399"/>
                  <a:pt x="29798" y="84399"/>
                </a:cubicBezTo>
                <a:cubicBezTo>
                  <a:pt x="21947" y="84399"/>
                  <a:pt x="15167" y="81009"/>
                  <a:pt x="9100" y="74050"/>
                </a:cubicBezTo>
                <a:cubicBezTo>
                  <a:pt x="3033" y="67091"/>
                  <a:pt x="0" y="57634"/>
                  <a:pt x="0" y="45679"/>
                </a:cubicBezTo>
                <a:cubicBezTo>
                  <a:pt x="0" y="32297"/>
                  <a:pt x="3926" y="21412"/>
                  <a:pt x="11955" y="12847"/>
                </a:cubicBezTo>
                <a:cubicBezTo>
                  <a:pt x="19985" y="4282"/>
                  <a:pt x="29620" y="0"/>
                  <a:pt x="41040" y="0"/>
                </a:cubicBezTo>
                <a:cubicBezTo>
                  <a:pt x="44252" y="0"/>
                  <a:pt x="47285" y="535"/>
                  <a:pt x="50140" y="1427"/>
                </a:cubicBezTo>
                <a:cubicBezTo>
                  <a:pt x="52995" y="2320"/>
                  <a:pt x="55493" y="3747"/>
                  <a:pt x="57634" y="5531"/>
                </a:cubicBezTo>
                <a:cubicBezTo>
                  <a:pt x="61024" y="3926"/>
                  <a:pt x="64236" y="2141"/>
                  <a:pt x="67448" y="0"/>
                </a:cubicBezTo>
                <a:lnTo>
                  <a:pt x="70303" y="0"/>
                </a:lnTo>
                <a:close/>
                <a:moveTo>
                  <a:pt x="56028" y="62809"/>
                </a:moveTo>
                <a:lnTo>
                  <a:pt x="56028" y="25338"/>
                </a:lnTo>
                <a:cubicBezTo>
                  <a:pt x="56028" y="21055"/>
                  <a:pt x="55314" y="17487"/>
                  <a:pt x="54244" y="14988"/>
                </a:cubicBezTo>
                <a:cubicBezTo>
                  <a:pt x="53173" y="12490"/>
                  <a:pt x="51032" y="10528"/>
                  <a:pt x="48177" y="8743"/>
                </a:cubicBezTo>
                <a:cubicBezTo>
                  <a:pt x="45322" y="6959"/>
                  <a:pt x="41932" y="6067"/>
                  <a:pt x="38363" y="6067"/>
                </a:cubicBezTo>
                <a:cubicBezTo>
                  <a:pt x="31761" y="6067"/>
                  <a:pt x="26230" y="8922"/>
                  <a:pt x="21590" y="14453"/>
                </a:cubicBezTo>
                <a:cubicBezTo>
                  <a:pt x="16951" y="19985"/>
                  <a:pt x="14632" y="28371"/>
                  <a:pt x="14632" y="39434"/>
                </a:cubicBezTo>
                <a:cubicBezTo>
                  <a:pt x="14632" y="50140"/>
                  <a:pt x="16951" y="58348"/>
                  <a:pt x="21769" y="63879"/>
                </a:cubicBezTo>
                <a:cubicBezTo>
                  <a:pt x="26408" y="69589"/>
                  <a:pt x="32118" y="72266"/>
                  <a:pt x="38899" y="72266"/>
                </a:cubicBezTo>
                <a:cubicBezTo>
                  <a:pt x="42289" y="72266"/>
                  <a:pt x="45322" y="71552"/>
                  <a:pt x="47999" y="70124"/>
                </a:cubicBezTo>
                <a:cubicBezTo>
                  <a:pt x="50675" y="68697"/>
                  <a:pt x="53352" y="66199"/>
                  <a:pt x="56028" y="628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2F928-B406-4F0D-8D0C-7FD1E92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249" y="153087"/>
            <a:ext cx="88860" cy="82080"/>
          </a:xfrm>
          <a:custGeom xmlns:a="http://schemas.openxmlformats.org/drawingml/2006/main">
            <a:pathLst>
              <a:path w="88860" h="82080">
                <a:moveTo>
                  <a:pt x="75299" y="0"/>
                </a:moveTo>
                <a:lnTo>
                  <a:pt x="75299" y="48356"/>
                </a:lnTo>
                <a:cubicBezTo>
                  <a:pt x="75299" y="57634"/>
                  <a:pt x="75477" y="63166"/>
                  <a:pt x="76013" y="65307"/>
                </a:cubicBezTo>
                <a:cubicBezTo>
                  <a:pt x="76370" y="67448"/>
                  <a:pt x="77083" y="68875"/>
                  <a:pt x="78154" y="69589"/>
                </a:cubicBezTo>
                <a:cubicBezTo>
                  <a:pt x="79046" y="70481"/>
                  <a:pt x="80117" y="70838"/>
                  <a:pt x="81544" y="70838"/>
                </a:cubicBezTo>
                <a:cubicBezTo>
                  <a:pt x="83329" y="70838"/>
                  <a:pt x="85291" y="70303"/>
                  <a:pt x="87611" y="69232"/>
                </a:cubicBezTo>
                <a:lnTo>
                  <a:pt x="88860" y="72266"/>
                </a:lnTo>
                <a:lnTo>
                  <a:pt x="64950" y="82080"/>
                </a:lnTo>
                <a:lnTo>
                  <a:pt x="61024" y="82080"/>
                </a:lnTo>
                <a:lnTo>
                  <a:pt x="61024" y="65307"/>
                </a:lnTo>
                <a:cubicBezTo>
                  <a:pt x="54065" y="72801"/>
                  <a:pt x="48891" y="77440"/>
                  <a:pt x="45322" y="79225"/>
                </a:cubicBezTo>
                <a:cubicBezTo>
                  <a:pt x="41753" y="81009"/>
                  <a:pt x="37828" y="82080"/>
                  <a:pt x="33902" y="82080"/>
                </a:cubicBezTo>
                <a:cubicBezTo>
                  <a:pt x="29263" y="82080"/>
                  <a:pt x="25338" y="80830"/>
                  <a:pt x="22126" y="78332"/>
                </a:cubicBezTo>
                <a:cubicBezTo>
                  <a:pt x="18914" y="75834"/>
                  <a:pt x="16594" y="72444"/>
                  <a:pt x="15345" y="68340"/>
                </a:cubicBezTo>
                <a:cubicBezTo>
                  <a:pt x="14096" y="64415"/>
                  <a:pt x="13561" y="58526"/>
                  <a:pt x="13561" y="51032"/>
                </a:cubicBezTo>
                <a:lnTo>
                  <a:pt x="13561" y="15524"/>
                </a:lnTo>
                <a:cubicBezTo>
                  <a:pt x="13561" y="11777"/>
                  <a:pt x="13026" y="9100"/>
                  <a:pt x="12312" y="7673"/>
                </a:cubicBezTo>
                <a:cubicBezTo>
                  <a:pt x="11420" y="6245"/>
                  <a:pt x="10171" y="4996"/>
                  <a:pt x="8565" y="4282"/>
                </a:cubicBezTo>
                <a:cubicBezTo>
                  <a:pt x="6959" y="3569"/>
                  <a:pt x="4104" y="3212"/>
                  <a:pt x="0" y="3212"/>
                </a:cubicBezTo>
                <a:lnTo>
                  <a:pt x="0" y="0"/>
                </a:lnTo>
                <a:lnTo>
                  <a:pt x="28014" y="0"/>
                </a:lnTo>
                <a:lnTo>
                  <a:pt x="28014" y="53352"/>
                </a:lnTo>
                <a:cubicBezTo>
                  <a:pt x="28014" y="60846"/>
                  <a:pt x="29263" y="65842"/>
                  <a:pt x="31761" y="68162"/>
                </a:cubicBezTo>
                <a:cubicBezTo>
                  <a:pt x="34259" y="70481"/>
                  <a:pt x="37471" y="71552"/>
                  <a:pt x="41218" y="71552"/>
                </a:cubicBezTo>
                <a:cubicBezTo>
                  <a:pt x="43716" y="71552"/>
                  <a:pt x="46393" y="70838"/>
                  <a:pt x="49605" y="69232"/>
                </a:cubicBezTo>
                <a:cubicBezTo>
                  <a:pt x="52816" y="67626"/>
                  <a:pt x="56563" y="64593"/>
                  <a:pt x="61024" y="60132"/>
                </a:cubicBezTo>
                <a:lnTo>
                  <a:pt x="61024" y="14988"/>
                </a:lnTo>
                <a:cubicBezTo>
                  <a:pt x="61024" y="10528"/>
                  <a:pt x="60132" y="7494"/>
                  <a:pt x="58526" y="5888"/>
                </a:cubicBezTo>
                <a:cubicBezTo>
                  <a:pt x="56742" y="4282"/>
                  <a:pt x="53352" y="3390"/>
                  <a:pt x="48177" y="3212"/>
                </a:cubicBezTo>
                <a:lnTo>
                  <a:pt x="48177" y="0"/>
                </a:lnTo>
                <a:lnTo>
                  <a:pt x="752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0BF70-6B05-406A-AFD8-38F3F27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9" y="150588"/>
            <a:ext cx="67626" cy="84578"/>
          </a:xfrm>
          <a:custGeom xmlns:a="http://schemas.openxmlformats.org/drawingml/2006/main">
            <a:pathLst>
              <a:path w="67626" h="84578">
                <a:moveTo>
                  <a:pt x="12312" y="32475"/>
                </a:moveTo>
                <a:cubicBezTo>
                  <a:pt x="12312" y="44430"/>
                  <a:pt x="15167" y="53709"/>
                  <a:pt x="21055" y="60489"/>
                </a:cubicBezTo>
                <a:cubicBezTo>
                  <a:pt x="26765" y="67270"/>
                  <a:pt x="33724" y="70481"/>
                  <a:pt x="41575" y="70481"/>
                </a:cubicBezTo>
                <a:cubicBezTo>
                  <a:pt x="46571" y="70481"/>
                  <a:pt x="51032" y="69054"/>
                  <a:pt x="54958" y="66199"/>
                </a:cubicBezTo>
                <a:cubicBezTo>
                  <a:pt x="58883" y="63344"/>
                  <a:pt x="62095" y="58526"/>
                  <a:pt x="64771" y="51389"/>
                </a:cubicBezTo>
                <a:lnTo>
                  <a:pt x="67626" y="53173"/>
                </a:lnTo>
                <a:cubicBezTo>
                  <a:pt x="66199" y="61203"/>
                  <a:pt x="62630" y="68519"/>
                  <a:pt x="56920" y="74942"/>
                </a:cubicBezTo>
                <a:cubicBezTo>
                  <a:pt x="51032" y="81366"/>
                  <a:pt x="43716" y="84578"/>
                  <a:pt x="34795" y="84578"/>
                </a:cubicBezTo>
                <a:cubicBezTo>
                  <a:pt x="25159" y="84578"/>
                  <a:pt x="16951" y="81009"/>
                  <a:pt x="10171" y="73515"/>
                </a:cubicBezTo>
                <a:cubicBezTo>
                  <a:pt x="3390" y="66020"/>
                  <a:pt x="0" y="56028"/>
                  <a:pt x="0" y="43359"/>
                </a:cubicBezTo>
                <a:cubicBezTo>
                  <a:pt x="0" y="29798"/>
                  <a:pt x="3390" y="19092"/>
                  <a:pt x="10528" y="11420"/>
                </a:cubicBezTo>
                <a:cubicBezTo>
                  <a:pt x="17487" y="3926"/>
                  <a:pt x="26230" y="0"/>
                  <a:pt x="36936" y="0"/>
                </a:cubicBezTo>
                <a:cubicBezTo>
                  <a:pt x="45857" y="0"/>
                  <a:pt x="53173" y="3033"/>
                  <a:pt x="58883" y="8922"/>
                </a:cubicBezTo>
                <a:cubicBezTo>
                  <a:pt x="64593" y="14810"/>
                  <a:pt x="67626" y="22661"/>
                  <a:pt x="67626" y="32475"/>
                </a:cubicBezTo>
                <a:lnTo>
                  <a:pt x="12312" y="32475"/>
                </a:lnTo>
                <a:close/>
                <a:moveTo>
                  <a:pt x="12312" y="27479"/>
                </a:moveTo>
                <a:lnTo>
                  <a:pt x="49248" y="27479"/>
                </a:lnTo>
                <a:cubicBezTo>
                  <a:pt x="48891" y="22483"/>
                  <a:pt x="48356" y="18736"/>
                  <a:pt x="47463" y="16594"/>
                </a:cubicBezTo>
                <a:cubicBezTo>
                  <a:pt x="46036" y="13383"/>
                  <a:pt x="43895" y="10884"/>
                  <a:pt x="41040" y="9100"/>
                </a:cubicBezTo>
                <a:cubicBezTo>
                  <a:pt x="38185" y="7316"/>
                  <a:pt x="35151" y="6245"/>
                  <a:pt x="31940" y="6245"/>
                </a:cubicBezTo>
                <a:cubicBezTo>
                  <a:pt x="27122" y="6245"/>
                  <a:pt x="22840" y="8208"/>
                  <a:pt x="19092" y="11955"/>
                </a:cubicBezTo>
                <a:cubicBezTo>
                  <a:pt x="15167" y="15702"/>
                  <a:pt x="13026" y="20877"/>
                  <a:pt x="12312" y="27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95681-5310-443D-9AD4-5DE299A6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255" y="150767"/>
            <a:ext cx="54422" cy="84399"/>
          </a:xfrm>
          <a:custGeom xmlns:a="http://schemas.openxmlformats.org/drawingml/2006/main">
            <a:pathLst>
              <a:path w="54422" h="84399">
                <a:moveTo>
                  <a:pt x="48356" y="0"/>
                </a:moveTo>
                <a:lnTo>
                  <a:pt x="48356" y="27122"/>
                </a:lnTo>
                <a:lnTo>
                  <a:pt x="45501" y="27122"/>
                </a:lnTo>
                <a:cubicBezTo>
                  <a:pt x="43359" y="18557"/>
                  <a:pt x="40504" y="12847"/>
                  <a:pt x="37114" y="9635"/>
                </a:cubicBezTo>
                <a:cubicBezTo>
                  <a:pt x="33546" y="6602"/>
                  <a:pt x="29263" y="4996"/>
                  <a:pt x="23910" y="4996"/>
                </a:cubicBezTo>
                <a:cubicBezTo>
                  <a:pt x="19628" y="4996"/>
                  <a:pt x="16416" y="6067"/>
                  <a:pt x="13918" y="8208"/>
                </a:cubicBezTo>
                <a:cubicBezTo>
                  <a:pt x="11420" y="10349"/>
                  <a:pt x="10171" y="12847"/>
                  <a:pt x="10171" y="15345"/>
                </a:cubicBezTo>
                <a:cubicBezTo>
                  <a:pt x="10171" y="18736"/>
                  <a:pt x="11063" y="21590"/>
                  <a:pt x="13026" y="23732"/>
                </a:cubicBezTo>
                <a:cubicBezTo>
                  <a:pt x="14810" y="26230"/>
                  <a:pt x="18379" y="28728"/>
                  <a:pt x="24089" y="31404"/>
                </a:cubicBezTo>
                <a:lnTo>
                  <a:pt x="36757" y="37471"/>
                </a:lnTo>
                <a:cubicBezTo>
                  <a:pt x="48534" y="43359"/>
                  <a:pt x="54422" y="51032"/>
                  <a:pt x="54422" y="60311"/>
                </a:cubicBezTo>
                <a:cubicBezTo>
                  <a:pt x="54422" y="67626"/>
                  <a:pt x="51567" y="73515"/>
                  <a:pt x="46214" y="77797"/>
                </a:cubicBezTo>
                <a:cubicBezTo>
                  <a:pt x="40683" y="82080"/>
                  <a:pt x="34616" y="84399"/>
                  <a:pt x="27836" y="84399"/>
                </a:cubicBezTo>
                <a:cubicBezTo>
                  <a:pt x="22840" y="84399"/>
                  <a:pt x="17308" y="83507"/>
                  <a:pt x="11063" y="81901"/>
                </a:cubicBezTo>
                <a:cubicBezTo>
                  <a:pt x="9100" y="81366"/>
                  <a:pt x="7494" y="81009"/>
                  <a:pt x="6245" y="81009"/>
                </a:cubicBezTo>
                <a:cubicBezTo>
                  <a:pt x="4818" y="81009"/>
                  <a:pt x="3926" y="81723"/>
                  <a:pt x="3212" y="83150"/>
                </a:cubicBezTo>
                <a:lnTo>
                  <a:pt x="357" y="83150"/>
                </a:lnTo>
                <a:lnTo>
                  <a:pt x="357" y="54779"/>
                </a:lnTo>
                <a:lnTo>
                  <a:pt x="3212" y="54779"/>
                </a:lnTo>
                <a:cubicBezTo>
                  <a:pt x="4818" y="62987"/>
                  <a:pt x="7851" y="69232"/>
                  <a:pt x="12490" y="73336"/>
                </a:cubicBezTo>
                <a:cubicBezTo>
                  <a:pt x="17130" y="77440"/>
                  <a:pt x="22304" y="79403"/>
                  <a:pt x="28014" y="79403"/>
                </a:cubicBezTo>
                <a:cubicBezTo>
                  <a:pt x="31940" y="79403"/>
                  <a:pt x="35151" y="78332"/>
                  <a:pt x="37650" y="75834"/>
                </a:cubicBezTo>
                <a:cubicBezTo>
                  <a:pt x="40148" y="73515"/>
                  <a:pt x="41575" y="70660"/>
                  <a:pt x="41575" y="67270"/>
                </a:cubicBezTo>
                <a:cubicBezTo>
                  <a:pt x="41575" y="63344"/>
                  <a:pt x="40148" y="60132"/>
                  <a:pt x="37293" y="57277"/>
                </a:cubicBezTo>
                <a:cubicBezTo>
                  <a:pt x="34438" y="54601"/>
                  <a:pt x="28728" y="51210"/>
                  <a:pt x="20341" y="46928"/>
                </a:cubicBezTo>
                <a:cubicBezTo>
                  <a:pt x="11955" y="42824"/>
                  <a:pt x="6424" y="39077"/>
                  <a:pt x="3926" y="35508"/>
                </a:cubicBezTo>
                <a:cubicBezTo>
                  <a:pt x="1249" y="32297"/>
                  <a:pt x="0" y="28014"/>
                  <a:pt x="0" y="23018"/>
                </a:cubicBezTo>
                <a:cubicBezTo>
                  <a:pt x="0" y="16594"/>
                  <a:pt x="2141" y="11063"/>
                  <a:pt x="6780" y="6602"/>
                </a:cubicBezTo>
                <a:cubicBezTo>
                  <a:pt x="11241" y="2320"/>
                  <a:pt x="17130" y="0"/>
                  <a:pt x="24267" y="0"/>
                </a:cubicBezTo>
                <a:cubicBezTo>
                  <a:pt x="27300" y="0"/>
                  <a:pt x="31047" y="714"/>
                  <a:pt x="35687" y="1963"/>
                </a:cubicBezTo>
                <a:cubicBezTo>
                  <a:pt x="38542" y="2855"/>
                  <a:pt x="40504" y="3212"/>
                  <a:pt x="41575" y="3212"/>
                </a:cubicBezTo>
                <a:cubicBezTo>
                  <a:pt x="42467" y="3212"/>
                  <a:pt x="43181" y="3033"/>
                  <a:pt x="43716" y="2677"/>
                </a:cubicBezTo>
                <a:cubicBezTo>
                  <a:pt x="44073" y="2320"/>
                  <a:pt x="44787" y="1427"/>
                  <a:pt x="45501" y="0"/>
                </a:cubicBezTo>
                <a:lnTo>
                  <a:pt x="483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CC81E-25EE-446E-ADE2-EB59F4BC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07" y="126857"/>
            <a:ext cx="47999" cy="107060"/>
          </a:xfrm>
          <a:custGeom xmlns:a="http://schemas.openxmlformats.org/drawingml/2006/main">
            <a:pathLst>
              <a:path w="47999" h="107060">
                <a:moveTo>
                  <a:pt x="26943" y="0"/>
                </a:moveTo>
                <a:lnTo>
                  <a:pt x="26943" y="26230"/>
                </a:lnTo>
                <a:lnTo>
                  <a:pt x="45679" y="26230"/>
                </a:lnTo>
                <a:lnTo>
                  <a:pt x="45679" y="32297"/>
                </a:lnTo>
                <a:lnTo>
                  <a:pt x="26943" y="32297"/>
                </a:lnTo>
                <a:lnTo>
                  <a:pt x="26943" y="84042"/>
                </a:lnTo>
                <a:cubicBezTo>
                  <a:pt x="26943" y="89217"/>
                  <a:pt x="27657" y="92786"/>
                  <a:pt x="29085" y="94570"/>
                </a:cubicBezTo>
                <a:cubicBezTo>
                  <a:pt x="30512" y="96354"/>
                  <a:pt x="32475" y="97246"/>
                  <a:pt x="34973" y="97246"/>
                </a:cubicBezTo>
                <a:cubicBezTo>
                  <a:pt x="36757" y="97246"/>
                  <a:pt x="38720" y="96711"/>
                  <a:pt x="40504" y="95462"/>
                </a:cubicBezTo>
                <a:cubicBezTo>
                  <a:pt x="42289" y="94391"/>
                  <a:pt x="43538" y="92607"/>
                  <a:pt x="44608" y="90109"/>
                </a:cubicBezTo>
                <a:lnTo>
                  <a:pt x="47999" y="90109"/>
                </a:lnTo>
                <a:cubicBezTo>
                  <a:pt x="45857" y="95819"/>
                  <a:pt x="43003" y="100101"/>
                  <a:pt x="39434" y="102956"/>
                </a:cubicBezTo>
                <a:cubicBezTo>
                  <a:pt x="35687" y="105811"/>
                  <a:pt x="31940" y="107060"/>
                  <a:pt x="28014" y="107060"/>
                </a:cubicBezTo>
                <a:cubicBezTo>
                  <a:pt x="25159" y="107060"/>
                  <a:pt x="22483" y="106347"/>
                  <a:pt x="19985" y="104919"/>
                </a:cubicBezTo>
                <a:cubicBezTo>
                  <a:pt x="17487" y="103492"/>
                  <a:pt x="15524" y="101529"/>
                  <a:pt x="14453" y="98674"/>
                </a:cubicBezTo>
                <a:cubicBezTo>
                  <a:pt x="13204" y="95997"/>
                  <a:pt x="12669" y="91715"/>
                  <a:pt x="12669" y="86005"/>
                </a:cubicBezTo>
                <a:lnTo>
                  <a:pt x="12669" y="32297"/>
                </a:lnTo>
                <a:lnTo>
                  <a:pt x="0" y="32297"/>
                </a:lnTo>
                <a:lnTo>
                  <a:pt x="0" y="29442"/>
                </a:lnTo>
                <a:cubicBezTo>
                  <a:pt x="3212" y="28193"/>
                  <a:pt x="6424" y="26051"/>
                  <a:pt x="9814" y="23018"/>
                </a:cubicBezTo>
                <a:cubicBezTo>
                  <a:pt x="13026" y="19985"/>
                  <a:pt x="16059" y="16416"/>
                  <a:pt x="18736" y="12133"/>
                </a:cubicBezTo>
                <a:cubicBezTo>
                  <a:pt x="19985" y="9992"/>
                  <a:pt x="21769" y="5888"/>
                  <a:pt x="24267" y="0"/>
                </a:cubicBezTo>
                <a:lnTo>
                  <a:pt x="269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4EA4C-FA61-47D6-AB1A-C8C6272C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169" y="114723"/>
            <a:ext cx="117588" cy="118123"/>
          </a:xfrm>
          <a:custGeom xmlns:a="http://schemas.openxmlformats.org/drawingml/2006/main">
            <a:pathLst>
              <a:path w="117588" h="118123">
                <a:moveTo>
                  <a:pt x="117588" y="118123"/>
                </a:moveTo>
                <a:lnTo>
                  <a:pt x="86005" y="118123"/>
                </a:lnTo>
                <a:lnTo>
                  <a:pt x="46036" y="62809"/>
                </a:lnTo>
                <a:cubicBezTo>
                  <a:pt x="43003" y="62987"/>
                  <a:pt x="40504" y="62987"/>
                  <a:pt x="38720" y="62987"/>
                </a:cubicBezTo>
                <a:cubicBezTo>
                  <a:pt x="38006" y="62987"/>
                  <a:pt x="37114" y="62987"/>
                  <a:pt x="36222" y="62987"/>
                </a:cubicBezTo>
                <a:cubicBezTo>
                  <a:pt x="35330" y="62987"/>
                  <a:pt x="34438" y="62987"/>
                  <a:pt x="33724" y="62809"/>
                </a:cubicBezTo>
                <a:lnTo>
                  <a:pt x="33724" y="97246"/>
                </a:lnTo>
                <a:cubicBezTo>
                  <a:pt x="33724" y="104741"/>
                  <a:pt x="34438" y="109201"/>
                  <a:pt x="36044" y="110986"/>
                </a:cubicBezTo>
                <a:cubicBezTo>
                  <a:pt x="38185" y="113662"/>
                  <a:pt x="41575" y="114911"/>
                  <a:pt x="46036" y="114911"/>
                </a:cubicBezTo>
                <a:lnTo>
                  <a:pt x="50675" y="114911"/>
                </a:lnTo>
                <a:lnTo>
                  <a:pt x="50675" y="118123"/>
                </a:lnTo>
                <a:lnTo>
                  <a:pt x="0" y="118123"/>
                </a:lnTo>
                <a:lnTo>
                  <a:pt x="0" y="114911"/>
                </a:lnTo>
                <a:lnTo>
                  <a:pt x="4461" y="114911"/>
                </a:lnTo>
                <a:cubicBezTo>
                  <a:pt x="9457" y="114911"/>
                  <a:pt x="13026" y="113305"/>
                  <a:pt x="15167" y="110094"/>
                </a:cubicBezTo>
                <a:cubicBezTo>
                  <a:pt x="16237" y="108309"/>
                  <a:pt x="16951" y="104027"/>
                  <a:pt x="16951" y="97246"/>
                </a:cubicBezTo>
                <a:lnTo>
                  <a:pt x="16951" y="20877"/>
                </a:lnTo>
                <a:cubicBezTo>
                  <a:pt x="16951" y="13561"/>
                  <a:pt x="16059" y="8922"/>
                  <a:pt x="14632" y="6959"/>
                </a:cubicBezTo>
                <a:cubicBezTo>
                  <a:pt x="12312" y="4461"/>
                  <a:pt x="8922" y="3212"/>
                  <a:pt x="4461" y="3212"/>
                </a:cubicBezTo>
                <a:lnTo>
                  <a:pt x="0" y="3212"/>
                </a:lnTo>
                <a:lnTo>
                  <a:pt x="0" y="0"/>
                </a:lnTo>
                <a:lnTo>
                  <a:pt x="43003" y="0"/>
                </a:lnTo>
                <a:cubicBezTo>
                  <a:pt x="55493" y="0"/>
                  <a:pt x="64771" y="1071"/>
                  <a:pt x="70838" y="2855"/>
                </a:cubicBezTo>
                <a:cubicBezTo>
                  <a:pt x="76727" y="4639"/>
                  <a:pt x="81723" y="8030"/>
                  <a:pt x="86005" y="12847"/>
                </a:cubicBezTo>
                <a:cubicBezTo>
                  <a:pt x="90109" y="17843"/>
                  <a:pt x="92250" y="23553"/>
                  <a:pt x="92250" y="30334"/>
                </a:cubicBezTo>
                <a:cubicBezTo>
                  <a:pt x="92250" y="37650"/>
                  <a:pt x="89752" y="43895"/>
                  <a:pt x="85113" y="49248"/>
                </a:cubicBezTo>
                <a:cubicBezTo>
                  <a:pt x="80295" y="54601"/>
                  <a:pt x="72979" y="58526"/>
                  <a:pt x="63166" y="60667"/>
                </a:cubicBezTo>
                <a:lnTo>
                  <a:pt x="87433" y="94570"/>
                </a:lnTo>
                <a:cubicBezTo>
                  <a:pt x="92964" y="102421"/>
                  <a:pt x="97782" y="107596"/>
                  <a:pt x="101886" y="110094"/>
                </a:cubicBezTo>
                <a:cubicBezTo>
                  <a:pt x="105811" y="112592"/>
                  <a:pt x="111164" y="114198"/>
                  <a:pt x="117588" y="114911"/>
                </a:cubicBezTo>
                <a:lnTo>
                  <a:pt x="117588" y="118123"/>
                </a:lnTo>
                <a:close/>
                <a:moveTo>
                  <a:pt x="33724" y="57456"/>
                </a:moveTo>
                <a:cubicBezTo>
                  <a:pt x="34795" y="57456"/>
                  <a:pt x="35687" y="57456"/>
                  <a:pt x="36579" y="57456"/>
                </a:cubicBezTo>
                <a:cubicBezTo>
                  <a:pt x="37293" y="57456"/>
                  <a:pt x="38006" y="57456"/>
                  <a:pt x="38542" y="57456"/>
                </a:cubicBezTo>
                <a:cubicBezTo>
                  <a:pt x="49783" y="57456"/>
                  <a:pt x="58348" y="55136"/>
                  <a:pt x="64058" y="50140"/>
                </a:cubicBezTo>
                <a:cubicBezTo>
                  <a:pt x="69768" y="45322"/>
                  <a:pt x="72623" y="39077"/>
                  <a:pt x="72623" y="31583"/>
                </a:cubicBezTo>
                <a:cubicBezTo>
                  <a:pt x="72623" y="24267"/>
                  <a:pt x="70303" y="18200"/>
                  <a:pt x="65664" y="13561"/>
                </a:cubicBezTo>
                <a:cubicBezTo>
                  <a:pt x="61024" y="8922"/>
                  <a:pt x="54779" y="6602"/>
                  <a:pt x="47285" y="6602"/>
                </a:cubicBezTo>
                <a:cubicBezTo>
                  <a:pt x="43895" y="6602"/>
                  <a:pt x="39434" y="7137"/>
                  <a:pt x="33724" y="8208"/>
                </a:cubicBezTo>
                <a:lnTo>
                  <a:pt x="33724" y="57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22711-015E-43E3-AEEE-6D1D053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18" y="150767"/>
            <a:ext cx="76905" cy="84399"/>
          </a:xfrm>
          <a:custGeom xmlns:a="http://schemas.openxmlformats.org/drawingml/2006/main">
            <a:pathLst>
              <a:path w="76905" h="84399">
                <a:moveTo>
                  <a:pt x="38542" y="0"/>
                </a:moveTo>
                <a:cubicBezTo>
                  <a:pt x="50675" y="0"/>
                  <a:pt x="60311" y="4639"/>
                  <a:pt x="67626" y="13739"/>
                </a:cubicBezTo>
                <a:cubicBezTo>
                  <a:pt x="73693" y="21590"/>
                  <a:pt x="76905" y="30691"/>
                  <a:pt x="76905" y="40683"/>
                </a:cubicBezTo>
                <a:cubicBezTo>
                  <a:pt x="76905" y="47820"/>
                  <a:pt x="75121" y="55136"/>
                  <a:pt x="71730" y="62452"/>
                </a:cubicBezTo>
                <a:cubicBezTo>
                  <a:pt x="68340" y="69768"/>
                  <a:pt x="63701" y="75299"/>
                  <a:pt x="57634" y="78868"/>
                </a:cubicBezTo>
                <a:cubicBezTo>
                  <a:pt x="51567" y="82436"/>
                  <a:pt x="44965" y="84399"/>
                  <a:pt x="37650" y="84399"/>
                </a:cubicBezTo>
                <a:cubicBezTo>
                  <a:pt x="25516" y="84399"/>
                  <a:pt x="16059" y="79760"/>
                  <a:pt x="8922" y="70124"/>
                </a:cubicBezTo>
                <a:cubicBezTo>
                  <a:pt x="2855" y="62095"/>
                  <a:pt x="0" y="52995"/>
                  <a:pt x="0" y="43003"/>
                </a:cubicBezTo>
                <a:cubicBezTo>
                  <a:pt x="0" y="35687"/>
                  <a:pt x="1784" y="28371"/>
                  <a:pt x="5353" y="21234"/>
                </a:cubicBezTo>
                <a:cubicBezTo>
                  <a:pt x="8922" y="14096"/>
                  <a:pt x="13739" y="8743"/>
                  <a:pt x="19628" y="5175"/>
                </a:cubicBezTo>
                <a:cubicBezTo>
                  <a:pt x="25516" y="1784"/>
                  <a:pt x="31761" y="0"/>
                  <a:pt x="38542" y="0"/>
                </a:cubicBezTo>
                <a:close/>
                <a:moveTo>
                  <a:pt x="35865" y="5531"/>
                </a:moveTo>
                <a:cubicBezTo>
                  <a:pt x="32653" y="5531"/>
                  <a:pt x="29620" y="6602"/>
                  <a:pt x="26587" y="8386"/>
                </a:cubicBezTo>
                <a:cubicBezTo>
                  <a:pt x="23375" y="10171"/>
                  <a:pt x="20877" y="13383"/>
                  <a:pt x="19092" y="18022"/>
                </a:cubicBezTo>
                <a:cubicBezTo>
                  <a:pt x="17130" y="22661"/>
                  <a:pt x="16237" y="28549"/>
                  <a:pt x="16237" y="35687"/>
                </a:cubicBezTo>
                <a:cubicBezTo>
                  <a:pt x="16237" y="47285"/>
                  <a:pt x="18379" y="57277"/>
                  <a:pt x="23018" y="65664"/>
                </a:cubicBezTo>
                <a:cubicBezTo>
                  <a:pt x="27657" y="74228"/>
                  <a:pt x="33724" y="78332"/>
                  <a:pt x="41397" y="78332"/>
                </a:cubicBezTo>
                <a:cubicBezTo>
                  <a:pt x="46928" y="78332"/>
                  <a:pt x="51567" y="76013"/>
                  <a:pt x="55314" y="71373"/>
                </a:cubicBezTo>
                <a:cubicBezTo>
                  <a:pt x="58883" y="66734"/>
                  <a:pt x="60846" y="58883"/>
                  <a:pt x="60846" y="47463"/>
                </a:cubicBezTo>
                <a:cubicBezTo>
                  <a:pt x="60846" y="33367"/>
                  <a:pt x="57634" y="22126"/>
                  <a:pt x="51567" y="13918"/>
                </a:cubicBezTo>
                <a:cubicBezTo>
                  <a:pt x="47463" y="8386"/>
                  <a:pt x="42289" y="5531"/>
                  <a:pt x="35865" y="55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8644A-F40E-4C6E-9197-613B407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546" y="153087"/>
            <a:ext cx="88860" cy="82080"/>
          </a:xfrm>
          <a:custGeom xmlns:a="http://schemas.openxmlformats.org/drawingml/2006/main">
            <a:pathLst>
              <a:path w="88860" h="82080">
                <a:moveTo>
                  <a:pt x="75299" y="0"/>
                </a:moveTo>
                <a:lnTo>
                  <a:pt x="75299" y="48356"/>
                </a:lnTo>
                <a:cubicBezTo>
                  <a:pt x="75299" y="57634"/>
                  <a:pt x="75477" y="63166"/>
                  <a:pt x="76013" y="65307"/>
                </a:cubicBezTo>
                <a:cubicBezTo>
                  <a:pt x="76370" y="67448"/>
                  <a:pt x="77083" y="68875"/>
                  <a:pt x="78154" y="69589"/>
                </a:cubicBezTo>
                <a:cubicBezTo>
                  <a:pt x="79046" y="70481"/>
                  <a:pt x="80117" y="70838"/>
                  <a:pt x="81544" y="70838"/>
                </a:cubicBezTo>
                <a:cubicBezTo>
                  <a:pt x="83329" y="70838"/>
                  <a:pt x="85291" y="70303"/>
                  <a:pt x="87611" y="69232"/>
                </a:cubicBezTo>
                <a:lnTo>
                  <a:pt x="88860" y="72266"/>
                </a:lnTo>
                <a:lnTo>
                  <a:pt x="64950" y="82080"/>
                </a:lnTo>
                <a:lnTo>
                  <a:pt x="61024" y="82080"/>
                </a:lnTo>
                <a:lnTo>
                  <a:pt x="61024" y="65307"/>
                </a:lnTo>
                <a:cubicBezTo>
                  <a:pt x="54065" y="72801"/>
                  <a:pt x="48891" y="77440"/>
                  <a:pt x="45322" y="79225"/>
                </a:cubicBezTo>
                <a:cubicBezTo>
                  <a:pt x="41753" y="81009"/>
                  <a:pt x="37828" y="82080"/>
                  <a:pt x="33902" y="82080"/>
                </a:cubicBezTo>
                <a:cubicBezTo>
                  <a:pt x="29263" y="82080"/>
                  <a:pt x="25338" y="80830"/>
                  <a:pt x="22126" y="78332"/>
                </a:cubicBezTo>
                <a:cubicBezTo>
                  <a:pt x="18914" y="75834"/>
                  <a:pt x="16594" y="72444"/>
                  <a:pt x="15345" y="68340"/>
                </a:cubicBezTo>
                <a:cubicBezTo>
                  <a:pt x="14096" y="64415"/>
                  <a:pt x="13561" y="58526"/>
                  <a:pt x="13561" y="51032"/>
                </a:cubicBezTo>
                <a:lnTo>
                  <a:pt x="13561" y="15524"/>
                </a:lnTo>
                <a:cubicBezTo>
                  <a:pt x="13561" y="11777"/>
                  <a:pt x="13026" y="9100"/>
                  <a:pt x="12312" y="7673"/>
                </a:cubicBezTo>
                <a:cubicBezTo>
                  <a:pt x="11420" y="6245"/>
                  <a:pt x="10171" y="4996"/>
                  <a:pt x="8565" y="4282"/>
                </a:cubicBezTo>
                <a:cubicBezTo>
                  <a:pt x="6959" y="3569"/>
                  <a:pt x="4104" y="3212"/>
                  <a:pt x="0" y="3212"/>
                </a:cubicBezTo>
                <a:lnTo>
                  <a:pt x="0" y="0"/>
                </a:lnTo>
                <a:lnTo>
                  <a:pt x="28014" y="0"/>
                </a:lnTo>
                <a:lnTo>
                  <a:pt x="28014" y="53352"/>
                </a:lnTo>
                <a:cubicBezTo>
                  <a:pt x="28014" y="60846"/>
                  <a:pt x="29263" y="65842"/>
                  <a:pt x="31761" y="68162"/>
                </a:cubicBezTo>
                <a:cubicBezTo>
                  <a:pt x="34259" y="70481"/>
                  <a:pt x="37471" y="71552"/>
                  <a:pt x="41218" y="71552"/>
                </a:cubicBezTo>
                <a:cubicBezTo>
                  <a:pt x="43716" y="71552"/>
                  <a:pt x="46393" y="70838"/>
                  <a:pt x="49605" y="69232"/>
                </a:cubicBezTo>
                <a:cubicBezTo>
                  <a:pt x="52816" y="67626"/>
                  <a:pt x="56563" y="64593"/>
                  <a:pt x="61024" y="60132"/>
                </a:cubicBezTo>
                <a:lnTo>
                  <a:pt x="61024" y="14988"/>
                </a:lnTo>
                <a:cubicBezTo>
                  <a:pt x="61024" y="10528"/>
                  <a:pt x="60132" y="7494"/>
                  <a:pt x="58526" y="5888"/>
                </a:cubicBezTo>
                <a:cubicBezTo>
                  <a:pt x="56742" y="4282"/>
                  <a:pt x="53352" y="3390"/>
                  <a:pt x="48177" y="3212"/>
                </a:cubicBezTo>
                <a:lnTo>
                  <a:pt x="48177" y="0"/>
                </a:lnTo>
                <a:lnTo>
                  <a:pt x="752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587EE-5369-41C1-BA2F-6C3F7773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69" y="126857"/>
            <a:ext cx="47999" cy="107060"/>
          </a:xfrm>
          <a:custGeom xmlns:a="http://schemas.openxmlformats.org/drawingml/2006/main">
            <a:pathLst>
              <a:path w="47999" h="107060">
                <a:moveTo>
                  <a:pt x="26943" y="0"/>
                </a:moveTo>
                <a:lnTo>
                  <a:pt x="26943" y="26230"/>
                </a:lnTo>
                <a:lnTo>
                  <a:pt x="45679" y="26230"/>
                </a:lnTo>
                <a:lnTo>
                  <a:pt x="45679" y="32297"/>
                </a:lnTo>
                <a:lnTo>
                  <a:pt x="26943" y="32297"/>
                </a:lnTo>
                <a:lnTo>
                  <a:pt x="26943" y="84042"/>
                </a:lnTo>
                <a:cubicBezTo>
                  <a:pt x="26943" y="89217"/>
                  <a:pt x="27657" y="92786"/>
                  <a:pt x="29085" y="94570"/>
                </a:cubicBezTo>
                <a:cubicBezTo>
                  <a:pt x="30512" y="96354"/>
                  <a:pt x="32475" y="97246"/>
                  <a:pt x="34973" y="97246"/>
                </a:cubicBezTo>
                <a:cubicBezTo>
                  <a:pt x="36757" y="97246"/>
                  <a:pt x="38720" y="96711"/>
                  <a:pt x="40504" y="95462"/>
                </a:cubicBezTo>
                <a:cubicBezTo>
                  <a:pt x="42289" y="94391"/>
                  <a:pt x="43538" y="92607"/>
                  <a:pt x="44608" y="90109"/>
                </a:cubicBezTo>
                <a:lnTo>
                  <a:pt x="47999" y="90109"/>
                </a:lnTo>
                <a:cubicBezTo>
                  <a:pt x="45857" y="95819"/>
                  <a:pt x="43003" y="100101"/>
                  <a:pt x="39434" y="102956"/>
                </a:cubicBezTo>
                <a:cubicBezTo>
                  <a:pt x="35687" y="105811"/>
                  <a:pt x="31940" y="107060"/>
                  <a:pt x="28014" y="107060"/>
                </a:cubicBezTo>
                <a:cubicBezTo>
                  <a:pt x="25159" y="107060"/>
                  <a:pt x="22483" y="106347"/>
                  <a:pt x="19985" y="104919"/>
                </a:cubicBezTo>
                <a:cubicBezTo>
                  <a:pt x="17487" y="103492"/>
                  <a:pt x="15524" y="101529"/>
                  <a:pt x="14453" y="98674"/>
                </a:cubicBezTo>
                <a:cubicBezTo>
                  <a:pt x="13204" y="95997"/>
                  <a:pt x="12669" y="91715"/>
                  <a:pt x="12669" y="86005"/>
                </a:cubicBezTo>
                <a:lnTo>
                  <a:pt x="12669" y="32297"/>
                </a:lnTo>
                <a:lnTo>
                  <a:pt x="0" y="32297"/>
                </a:lnTo>
                <a:lnTo>
                  <a:pt x="0" y="29442"/>
                </a:lnTo>
                <a:cubicBezTo>
                  <a:pt x="3212" y="28193"/>
                  <a:pt x="6424" y="26051"/>
                  <a:pt x="9814" y="23018"/>
                </a:cubicBezTo>
                <a:cubicBezTo>
                  <a:pt x="13026" y="19985"/>
                  <a:pt x="16059" y="16416"/>
                  <a:pt x="18736" y="12133"/>
                </a:cubicBezTo>
                <a:cubicBezTo>
                  <a:pt x="19985" y="9992"/>
                  <a:pt x="21769" y="5888"/>
                  <a:pt x="24267" y="0"/>
                </a:cubicBezTo>
                <a:lnTo>
                  <a:pt x="269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A7706-A23D-488C-9816-0740B075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364" y="109013"/>
            <a:ext cx="39969" cy="123833"/>
          </a:xfrm>
          <a:custGeom xmlns:a="http://schemas.openxmlformats.org/drawingml/2006/main">
            <a:pathLst>
              <a:path w="39969" h="123833">
                <a:moveTo>
                  <a:pt x="20698" y="0"/>
                </a:moveTo>
                <a:cubicBezTo>
                  <a:pt x="23196" y="0"/>
                  <a:pt x="25159" y="892"/>
                  <a:pt x="26943" y="2498"/>
                </a:cubicBezTo>
                <a:cubicBezTo>
                  <a:pt x="28549" y="4282"/>
                  <a:pt x="29442" y="6245"/>
                  <a:pt x="29442" y="8743"/>
                </a:cubicBezTo>
                <a:cubicBezTo>
                  <a:pt x="29442" y="11241"/>
                  <a:pt x="28549" y="13204"/>
                  <a:pt x="26943" y="14988"/>
                </a:cubicBezTo>
                <a:cubicBezTo>
                  <a:pt x="25159" y="16773"/>
                  <a:pt x="23196" y="17665"/>
                  <a:pt x="20698" y="17665"/>
                </a:cubicBezTo>
                <a:cubicBezTo>
                  <a:pt x="18200" y="17665"/>
                  <a:pt x="16237" y="16773"/>
                  <a:pt x="14453" y="14988"/>
                </a:cubicBezTo>
                <a:cubicBezTo>
                  <a:pt x="12669" y="13204"/>
                  <a:pt x="11777" y="11241"/>
                  <a:pt x="11777" y="8743"/>
                </a:cubicBezTo>
                <a:cubicBezTo>
                  <a:pt x="11777" y="6245"/>
                  <a:pt x="12490" y="4282"/>
                  <a:pt x="14275" y="2498"/>
                </a:cubicBezTo>
                <a:cubicBezTo>
                  <a:pt x="16059" y="892"/>
                  <a:pt x="18200" y="0"/>
                  <a:pt x="20698" y="0"/>
                </a:cubicBezTo>
                <a:close/>
                <a:moveTo>
                  <a:pt x="28014" y="41753"/>
                </a:moveTo>
                <a:lnTo>
                  <a:pt x="28014" y="105811"/>
                </a:lnTo>
                <a:cubicBezTo>
                  <a:pt x="28014" y="110807"/>
                  <a:pt x="28371" y="114198"/>
                  <a:pt x="29085" y="115803"/>
                </a:cubicBezTo>
                <a:cubicBezTo>
                  <a:pt x="29798" y="117588"/>
                  <a:pt x="30869" y="118837"/>
                  <a:pt x="32297" y="119551"/>
                </a:cubicBezTo>
                <a:cubicBezTo>
                  <a:pt x="33724" y="120264"/>
                  <a:pt x="36222" y="120621"/>
                  <a:pt x="39969" y="120621"/>
                </a:cubicBezTo>
                <a:lnTo>
                  <a:pt x="39969" y="123833"/>
                </a:lnTo>
                <a:lnTo>
                  <a:pt x="1249" y="123833"/>
                </a:lnTo>
                <a:lnTo>
                  <a:pt x="1249" y="120621"/>
                </a:lnTo>
                <a:cubicBezTo>
                  <a:pt x="5175" y="120621"/>
                  <a:pt x="7673" y="120264"/>
                  <a:pt x="9100" y="119551"/>
                </a:cubicBezTo>
                <a:cubicBezTo>
                  <a:pt x="10349" y="118837"/>
                  <a:pt x="11420" y="117588"/>
                  <a:pt x="12133" y="115803"/>
                </a:cubicBezTo>
                <a:cubicBezTo>
                  <a:pt x="12847" y="114019"/>
                  <a:pt x="13383" y="110807"/>
                  <a:pt x="13383" y="105811"/>
                </a:cubicBezTo>
                <a:lnTo>
                  <a:pt x="13383" y="75121"/>
                </a:lnTo>
                <a:cubicBezTo>
                  <a:pt x="13383" y="66556"/>
                  <a:pt x="13026" y="60846"/>
                  <a:pt x="12669" y="58169"/>
                </a:cubicBezTo>
                <a:cubicBezTo>
                  <a:pt x="12312" y="56385"/>
                  <a:pt x="11598" y="55136"/>
                  <a:pt x="10706" y="54422"/>
                </a:cubicBezTo>
                <a:cubicBezTo>
                  <a:pt x="9814" y="53709"/>
                  <a:pt x="8565" y="53173"/>
                  <a:pt x="7137" y="53173"/>
                </a:cubicBezTo>
                <a:cubicBezTo>
                  <a:pt x="5531" y="53173"/>
                  <a:pt x="3569" y="53709"/>
                  <a:pt x="1249" y="54601"/>
                </a:cubicBezTo>
                <a:lnTo>
                  <a:pt x="0" y="51389"/>
                </a:lnTo>
                <a:lnTo>
                  <a:pt x="24089" y="41753"/>
                </a:lnTo>
                <a:lnTo>
                  <a:pt x="28014" y="41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BCDC2-8136-4F74-BD9D-06B8DA80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864" y="150767"/>
            <a:ext cx="87433" cy="82080"/>
          </a:xfrm>
          <a:custGeom xmlns:a="http://schemas.openxmlformats.org/drawingml/2006/main">
            <a:pathLst>
              <a:path w="87433" h="82080">
                <a:moveTo>
                  <a:pt x="27836" y="16773"/>
                </a:moveTo>
                <a:cubicBezTo>
                  <a:pt x="37114" y="5710"/>
                  <a:pt x="46036" y="0"/>
                  <a:pt x="54601" y="0"/>
                </a:cubicBezTo>
                <a:cubicBezTo>
                  <a:pt x="58883" y="0"/>
                  <a:pt x="62452" y="1071"/>
                  <a:pt x="65664" y="3212"/>
                </a:cubicBezTo>
                <a:cubicBezTo>
                  <a:pt x="68875" y="5353"/>
                  <a:pt x="71373" y="8922"/>
                  <a:pt x="73336" y="13918"/>
                </a:cubicBezTo>
                <a:cubicBezTo>
                  <a:pt x="74407" y="17487"/>
                  <a:pt x="75121" y="22840"/>
                  <a:pt x="75121" y="29977"/>
                </a:cubicBezTo>
                <a:lnTo>
                  <a:pt x="75121" y="64058"/>
                </a:lnTo>
                <a:cubicBezTo>
                  <a:pt x="75121" y="69054"/>
                  <a:pt x="75477" y="72623"/>
                  <a:pt x="76370" y="74407"/>
                </a:cubicBezTo>
                <a:cubicBezTo>
                  <a:pt x="76905" y="75834"/>
                  <a:pt x="77976" y="77083"/>
                  <a:pt x="79403" y="77797"/>
                </a:cubicBezTo>
                <a:cubicBezTo>
                  <a:pt x="80830" y="78511"/>
                  <a:pt x="83507" y="78868"/>
                  <a:pt x="87433" y="78868"/>
                </a:cubicBezTo>
                <a:lnTo>
                  <a:pt x="87433" y="82080"/>
                </a:lnTo>
                <a:lnTo>
                  <a:pt x="47820" y="82080"/>
                </a:lnTo>
                <a:lnTo>
                  <a:pt x="47820" y="78868"/>
                </a:lnTo>
                <a:lnTo>
                  <a:pt x="49605" y="78868"/>
                </a:lnTo>
                <a:cubicBezTo>
                  <a:pt x="53173" y="78868"/>
                  <a:pt x="55850" y="78332"/>
                  <a:pt x="57277" y="77262"/>
                </a:cubicBezTo>
                <a:cubicBezTo>
                  <a:pt x="58705" y="76191"/>
                  <a:pt x="59775" y="74407"/>
                  <a:pt x="60489" y="72266"/>
                </a:cubicBezTo>
                <a:cubicBezTo>
                  <a:pt x="60667" y="71373"/>
                  <a:pt x="60846" y="68697"/>
                  <a:pt x="60846" y="64058"/>
                </a:cubicBezTo>
                <a:lnTo>
                  <a:pt x="60846" y="31404"/>
                </a:lnTo>
                <a:cubicBezTo>
                  <a:pt x="60846" y="24267"/>
                  <a:pt x="59775" y="18914"/>
                  <a:pt x="57991" y="15702"/>
                </a:cubicBezTo>
                <a:cubicBezTo>
                  <a:pt x="56028" y="12490"/>
                  <a:pt x="52816" y="10706"/>
                  <a:pt x="48356" y="10706"/>
                </a:cubicBezTo>
                <a:cubicBezTo>
                  <a:pt x="41397" y="10706"/>
                  <a:pt x="34616" y="14453"/>
                  <a:pt x="27836" y="21947"/>
                </a:cubicBezTo>
                <a:lnTo>
                  <a:pt x="27836" y="64058"/>
                </a:lnTo>
                <a:cubicBezTo>
                  <a:pt x="27836" y="69411"/>
                  <a:pt x="28014" y="72801"/>
                  <a:pt x="28728" y="74050"/>
                </a:cubicBezTo>
                <a:cubicBezTo>
                  <a:pt x="29442" y="75834"/>
                  <a:pt x="30691" y="77083"/>
                  <a:pt x="32118" y="77797"/>
                </a:cubicBezTo>
                <a:cubicBezTo>
                  <a:pt x="33546" y="78511"/>
                  <a:pt x="36400" y="78868"/>
                  <a:pt x="40683" y="78868"/>
                </a:cubicBezTo>
                <a:lnTo>
                  <a:pt x="40683" y="82080"/>
                </a:lnTo>
                <a:lnTo>
                  <a:pt x="1249" y="82080"/>
                </a:lnTo>
                <a:lnTo>
                  <a:pt x="1249" y="78868"/>
                </a:lnTo>
                <a:lnTo>
                  <a:pt x="3033" y="78868"/>
                </a:lnTo>
                <a:cubicBezTo>
                  <a:pt x="6959" y="78868"/>
                  <a:pt x="9814" y="77976"/>
                  <a:pt x="11241" y="75834"/>
                </a:cubicBezTo>
                <a:cubicBezTo>
                  <a:pt x="12669" y="73872"/>
                  <a:pt x="13383" y="69946"/>
                  <a:pt x="13383" y="64058"/>
                </a:cubicBezTo>
                <a:lnTo>
                  <a:pt x="13383" y="34438"/>
                </a:lnTo>
                <a:cubicBezTo>
                  <a:pt x="13383" y="24802"/>
                  <a:pt x="13026" y="19092"/>
                  <a:pt x="12669" y="16951"/>
                </a:cubicBezTo>
                <a:cubicBezTo>
                  <a:pt x="12312" y="14810"/>
                  <a:pt x="11598" y="13383"/>
                  <a:pt x="10706" y="12669"/>
                </a:cubicBezTo>
                <a:cubicBezTo>
                  <a:pt x="9814" y="11955"/>
                  <a:pt x="8565" y="11420"/>
                  <a:pt x="7137" y="11420"/>
                </a:cubicBezTo>
                <a:cubicBezTo>
                  <a:pt x="5353" y="11420"/>
                  <a:pt x="3390" y="11955"/>
                  <a:pt x="1249" y="12847"/>
                </a:cubicBezTo>
                <a:lnTo>
                  <a:pt x="0" y="9635"/>
                </a:lnTo>
                <a:lnTo>
                  <a:pt x="24089" y="0"/>
                </a:lnTo>
                <a:lnTo>
                  <a:pt x="27836" y="0"/>
                </a:lnTo>
                <a:lnTo>
                  <a:pt x="27836" y="16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ED7F1-07C8-4B8B-8359-CC133118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64" y="150767"/>
            <a:ext cx="80652" cy="120443"/>
          </a:xfrm>
          <a:custGeom xmlns:a="http://schemas.openxmlformats.org/drawingml/2006/main">
            <a:pathLst>
              <a:path w="80652" h="120443">
                <a:moveTo>
                  <a:pt x="21590" y="52995"/>
                </a:moveTo>
                <a:cubicBezTo>
                  <a:pt x="16594" y="50675"/>
                  <a:pt x="12847" y="47285"/>
                  <a:pt x="10349" y="43003"/>
                </a:cubicBezTo>
                <a:cubicBezTo>
                  <a:pt x="7673" y="38720"/>
                  <a:pt x="6424" y="34081"/>
                  <a:pt x="6424" y="28906"/>
                </a:cubicBezTo>
                <a:cubicBezTo>
                  <a:pt x="6424" y="21055"/>
                  <a:pt x="9279" y="14275"/>
                  <a:pt x="15345" y="8565"/>
                </a:cubicBezTo>
                <a:cubicBezTo>
                  <a:pt x="21234" y="2855"/>
                  <a:pt x="28906" y="0"/>
                  <a:pt x="38185" y="0"/>
                </a:cubicBezTo>
                <a:cubicBezTo>
                  <a:pt x="45679" y="0"/>
                  <a:pt x="52281" y="1963"/>
                  <a:pt x="57991" y="5531"/>
                </a:cubicBezTo>
                <a:lnTo>
                  <a:pt x="74942" y="5531"/>
                </a:lnTo>
                <a:cubicBezTo>
                  <a:pt x="77440" y="5531"/>
                  <a:pt x="78868" y="5710"/>
                  <a:pt x="79225" y="5710"/>
                </a:cubicBezTo>
                <a:cubicBezTo>
                  <a:pt x="79581" y="5888"/>
                  <a:pt x="79938" y="6067"/>
                  <a:pt x="80117" y="6424"/>
                </a:cubicBezTo>
                <a:cubicBezTo>
                  <a:pt x="80474" y="7137"/>
                  <a:pt x="80652" y="8030"/>
                  <a:pt x="80652" y="9279"/>
                </a:cubicBezTo>
                <a:cubicBezTo>
                  <a:pt x="80652" y="10706"/>
                  <a:pt x="80474" y="11777"/>
                  <a:pt x="80117" y="12312"/>
                </a:cubicBezTo>
                <a:cubicBezTo>
                  <a:pt x="79938" y="12669"/>
                  <a:pt x="79581" y="13026"/>
                  <a:pt x="79225" y="13204"/>
                </a:cubicBezTo>
                <a:cubicBezTo>
                  <a:pt x="78868" y="13383"/>
                  <a:pt x="77440" y="13383"/>
                  <a:pt x="74942" y="13383"/>
                </a:cubicBezTo>
                <a:lnTo>
                  <a:pt x="64593" y="13383"/>
                </a:lnTo>
                <a:cubicBezTo>
                  <a:pt x="67805" y="17665"/>
                  <a:pt x="69411" y="23018"/>
                  <a:pt x="69411" y="29442"/>
                </a:cubicBezTo>
                <a:cubicBezTo>
                  <a:pt x="69411" y="36936"/>
                  <a:pt x="66556" y="43181"/>
                  <a:pt x="60846" y="48534"/>
                </a:cubicBezTo>
                <a:cubicBezTo>
                  <a:pt x="55136" y="53887"/>
                  <a:pt x="47463" y="56385"/>
                  <a:pt x="38006" y="56385"/>
                </a:cubicBezTo>
                <a:cubicBezTo>
                  <a:pt x="33902" y="56385"/>
                  <a:pt x="29798" y="55850"/>
                  <a:pt x="25873" y="54601"/>
                </a:cubicBezTo>
                <a:cubicBezTo>
                  <a:pt x="23196" y="56920"/>
                  <a:pt x="21412" y="58883"/>
                  <a:pt x="20520" y="60489"/>
                </a:cubicBezTo>
                <a:cubicBezTo>
                  <a:pt x="19628" y="62273"/>
                  <a:pt x="19271" y="63522"/>
                  <a:pt x="19271" y="64593"/>
                </a:cubicBezTo>
                <a:cubicBezTo>
                  <a:pt x="19271" y="65664"/>
                  <a:pt x="19628" y="66734"/>
                  <a:pt x="20698" y="67626"/>
                </a:cubicBezTo>
                <a:cubicBezTo>
                  <a:pt x="21590" y="68519"/>
                  <a:pt x="23553" y="69232"/>
                  <a:pt x="26408" y="69589"/>
                </a:cubicBezTo>
                <a:cubicBezTo>
                  <a:pt x="27836" y="69946"/>
                  <a:pt x="31940" y="70124"/>
                  <a:pt x="38542" y="70124"/>
                </a:cubicBezTo>
                <a:cubicBezTo>
                  <a:pt x="50497" y="70481"/>
                  <a:pt x="58169" y="71017"/>
                  <a:pt x="61738" y="71373"/>
                </a:cubicBezTo>
                <a:cubicBezTo>
                  <a:pt x="67091" y="72087"/>
                  <a:pt x="71552" y="74050"/>
                  <a:pt x="74764" y="77262"/>
                </a:cubicBezTo>
                <a:cubicBezTo>
                  <a:pt x="77976" y="80474"/>
                  <a:pt x="79581" y="84399"/>
                  <a:pt x="79581" y="89217"/>
                </a:cubicBezTo>
                <a:cubicBezTo>
                  <a:pt x="79581" y="95640"/>
                  <a:pt x="76370" y="101886"/>
                  <a:pt x="70303" y="107774"/>
                </a:cubicBezTo>
                <a:cubicBezTo>
                  <a:pt x="61203" y="116160"/>
                  <a:pt x="49426" y="120443"/>
                  <a:pt x="34973" y="120443"/>
                </a:cubicBezTo>
                <a:cubicBezTo>
                  <a:pt x="23553" y="120443"/>
                  <a:pt x="14096" y="117766"/>
                  <a:pt x="6424" y="112770"/>
                </a:cubicBezTo>
                <a:cubicBezTo>
                  <a:pt x="2141" y="109915"/>
                  <a:pt x="0" y="106882"/>
                  <a:pt x="0" y="103848"/>
                </a:cubicBezTo>
                <a:cubicBezTo>
                  <a:pt x="0" y="102421"/>
                  <a:pt x="178" y="100993"/>
                  <a:pt x="892" y="99566"/>
                </a:cubicBezTo>
                <a:cubicBezTo>
                  <a:pt x="1784" y="97425"/>
                  <a:pt x="3747" y="94391"/>
                  <a:pt x="6959" y="90644"/>
                </a:cubicBezTo>
                <a:cubicBezTo>
                  <a:pt x="7316" y="89931"/>
                  <a:pt x="10349" y="86897"/>
                  <a:pt x="15881" y="81366"/>
                </a:cubicBezTo>
                <a:cubicBezTo>
                  <a:pt x="12847" y="79581"/>
                  <a:pt x="10706" y="77976"/>
                  <a:pt x="9457" y="76548"/>
                </a:cubicBezTo>
                <a:cubicBezTo>
                  <a:pt x="8208" y="75121"/>
                  <a:pt x="7673" y="73515"/>
                  <a:pt x="7673" y="71730"/>
                </a:cubicBezTo>
                <a:cubicBezTo>
                  <a:pt x="7673" y="69768"/>
                  <a:pt x="8386" y="67448"/>
                  <a:pt x="10171" y="64593"/>
                </a:cubicBezTo>
                <a:cubicBezTo>
                  <a:pt x="11777" y="61917"/>
                  <a:pt x="15524" y="57991"/>
                  <a:pt x="21590" y="52995"/>
                </a:cubicBezTo>
                <a:close/>
                <a:moveTo>
                  <a:pt x="36757" y="4104"/>
                </a:moveTo>
                <a:cubicBezTo>
                  <a:pt x="32475" y="4104"/>
                  <a:pt x="28728" y="5888"/>
                  <a:pt x="25873" y="9279"/>
                </a:cubicBezTo>
                <a:cubicBezTo>
                  <a:pt x="23018" y="12847"/>
                  <a:pt x="21590" y="18022"/>
                  <a:pt x="21590" y="24981"/>
                </a:cubicBezTo>
                <a:cubicBezTo>
                  <a:pt x="21590" y="34259"/>
                  <a:pt x="23553" y="41397"/>
                  <a:pt x="27479" y="46393"/>
                </a:cubicBezTo>
                <a:cubicBezTo>
                  <a:pt x="30334" y="50318"/>
                  <a:pt x="34259" y="52103"/>
                  <a:pt x="39077" y="52103"/>
                </a:cubicBezTo>
                <a:cubicBezTo>
                  <a:pt x="43359" y="52103"/>
                  <a:pt x="46928" y="50497"/>
                  <a:pt x="49783" y="47107"/>
                </a:cubicBezTo>
                <a:cubicBezTo>
                  <a:pt x="52638" y="43895"/>
                  <a:pt x="54065" y="38720"/>
                  <a:pt x="54065" y="31583"/>
                </a:cubicBezTo>
                <a:cubicBezTo>
                  <a:pt x="54065" y="22304"/>
                  <a:pt x="52103" y="15167"/>
                  <a:pt x="48177" y="9814"/>
                </a:cubicBezTo>
                <a:cubicBezTo>
                  <a:pt x="45144" y="6067"/>
                  <a:pt x="41397" y="4104"/>
                  <a:pt x="36757" y="4104"/>
                </a:cubicBezTo>
                <a:close/>
                <a:moveTo>
                  <a:pt x="20698" y="82080"/>
                </a:moveTo>
                <a:cubicBezTo>
                  <a:pt x="17843" y="84934"/>
                  <a:pt x="15881" y="87611"/>
                  <a:pt x="14453" y="90109"/>
                </a:cubicBezTo>
                <a:cubicBezTo>
                  <a:pt x="13026" y="92607"/>
                  <a:pt x="12490" y="95105"/>
                  <a:pt x="12490" y="97246"/>
                </a:cubicBezTo>
                <a:cubicBezTo>
                  <a:pt x="12490" y="99923"/>
                  <a:pt x="14096" y="102421"/>
                  <a:pt x="17487" y="104562"/>
                </a:cubicBezTo>
                <a:cubicBezTo>
                  <a:pt x="23196" y="108131"/>
                  <a:pt x="31583" y="109915"/>
                  <a:pt x="42646" y="109915"/>
                </a:cubicBezTo>
                <a:cubicBezTo>
                  <a:pt x="52995" y="109915"/>
                  <a:pt x="60667" y="107952"/>
                  <a:pt x="65664" y="104384"/>
                </a:cubicBezTo>
                <a:cubicBezTo>
                  <a:pt x="70660" y="100637"/>
                  <a:pt x="73158" y="96711"/>
                  <a:pt x="73158" y="92607"/>
                </a:cubicBezTo>
                <a:cubicBezTo>
                  <a:pt x="73158" y="89574"/>
                  <a:pt x="71730" y="87433"/>
                  <a:pt x="68875" y="86183"/>
                </a:cubicBezTo>
                <a:cubicBezTo>
                  <a:pt x="65664" y="84756"/>
                  <a:pt x="59775" y="84042"/>
                  <a:pt x="50854" y="83864"/>
                </a:cubicBezTo>
                <a:cubicBezTo>
                  <a:pt x="37650" y="83507"/>
                  <a:pt x="27657" y="82793"/>
                  <a:pt x="20698" y="82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86132-3A2E-4D3C-9C1B-DACB02F4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3243"/>
            <a:ext cx="2779658" cy="1072630"/>
          </a:xfrm>
          <a:custGeom xmlns:a="http://schemas.openxmlformats.org/drawingml/2006/main">
            <a:pathLst>
              <a:path w="2779658" h="1072630">
                <a:moveTo>
                  <a:pt x="0" y="1072630"/>
                </a:moveTo>
                <a:lnTo>
                  <a:pt x="2779658" y="1072630"/>
                </a:lnTo>
                <a:lnTo>
                  <a:pt x="2779658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7B333-78FC-4986-844C-3EE3A503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703CE-3BF7-4279-A9F8-4D100A86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2A0D6-9271-4DF1-81F3-C6F3246F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9854D-E655-488D-9A15-A5685C02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05A48-D1BA-4D4F-A7EF-4000C453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AC18E-B521-403B-87CB-2BAFBC0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DFF91-C188-46FA-BD90-4F480CD7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293D5-2C17-4D9A-B1AC-886B0073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DB1A0-53FD-4545-B56D-5FB888E7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DA78D-9852-48F1-BB89-00B2616F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2C44A-E75C-4DBE-BEBD-1C28E48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C7318-26ED-492E-9D4B-52480145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EEB3F-D5FD-4053-B741-FE870D6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16E5F-291B-49C6-9BAF-D13152C0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0211C-E838-4DD3-85D8-48936BEA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A5333-90B9-4425-ADDB-76CE1AD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28320-62ED-4D5A-B98A-A7B0D17B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2A265-BD87-4EE7-B2E5-426F7B3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B9D46-0618-4491-AF1B-77A6E7B0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41C61-131B-4BCE-81A8-2820AC53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EBE97-D636-4359-B5B7-544AE2F5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32179-A1C0-4584-A21D-5F128C41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5614D-B5F5-4058-8106-5F8DC033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DD8DB-5397-4E61-8729-A39595EC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8D868-51A7-4EEA-AE9E-C2C1C8EA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82C58-6AB4-4E50-9A6B-236639C4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74F3B-E0B3-40B6-91DA-CF486BF8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6DFCD-4408-48F4-9B17-C9DE41BD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EE2D3-1863-4BFF-BEC8-6DBD5C90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2E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54299-6E83-4272-A287-EE589092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D5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9D560-E7C2-47BD-8283-F35B2142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7ADFE-B3AA-4F9B-9A32-5640F603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A4743-3E35-483A-93D3-D8131401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E2651-634C-44BA-97D7-172932A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7C3CB-318B-4A2F-9702-54D4010C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4D21C-F9BB-4BCF-9DE3-5A6020B1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D54AA-FE15-4A1E-A56A-D44A674F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D55D9-A200-4AAA-A473-C7ADD25F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8F737-3B43-4DEB-B55C-DC5C3052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F1C08-A4D4-4E33-9081-BF7E83C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0BD93-48B7-4B44-9353-3410D92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7D6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58753-12F5-48A9-BE7A-7BBAFA1F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FC1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41952-7886-491B-8040-B4CA8738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5473B-D504-4366-8CCA-9C6FFBE6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EE7C1-D7EE-464B-9C99-4D88569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5B14F-7166-42EB-B5D5-B0456FB0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6E198-48DC-4BF3-AE39-F7489658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1072A-14D7-4EA1-93A2-BC03FA3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FAE53-8E85-4DB4-8426-EA1C8F8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F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A4773-BB36-4DB7-A1A9-6F21B64A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9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59AF5-C38C-449B-9649-D71AC9C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7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B5239-BFBD-4A60-BB10-74B00CA8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9CF23-2B6B-4A3A-80B6-794C014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38DBE-1ACF-4C8F-9ABF-212101FD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BAB7A-7F68-46C3-B954-06342C12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31324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F50FB-1BDA-4ADA-9605-05D2E7FA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31324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BB5D0-2E0A-42AA-BBF4-5BB3123A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5BD9F-45F1-4172-85BB-491CBE1B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20BBB-80B2-4B9A-AEC0-FF5B054D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E501D-8848-4204-AC22-0CB6087A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4D2DC-AA65-4E0C-8A87-8FFA2FA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F642B-D8A4-4FE5-9FCF-80FA90C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42C57-0836-4627-A409-3FF2AFBD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FC57A-11F5-422F-AECC-FEA1F938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F45BA-DCC9-4E1D-9BC9-E7E195B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6460D-18FC-4DE1-A693-8C0C0698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9BEB5-F054-428B-82F6-8D3DDFF4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53F0D-FCA0-4083-B605-B0B3816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21274-AD8D-4366-8F21-97E4204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AC961-2751-4B7A-80A5-48221BE6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C5A2B-25F7-43FD-AD34-320319E9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C73F9-B633-43A6-A88A-C86B4B2D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DCFF8-6FE2-47AD-A694-09347665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156DB-841B-4B59-9609-48A92354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93248-F1B4-40AA-A243-A7FC19BB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4A622-7CEE-4C14-8AE9-DAF501CB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B1C47-F93F-4471-90D8-45251A7F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EF8D0-C1DC-4E2F-BE48-D109ABD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E312C-FCC3-4887-9037-AB18CD3D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BDD68-2279-43D1-B2DD-805F2406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C3466-AE3B-41D7-82EE-F2CABBFE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31052-DC8D-404E-9CEB-08EB4492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AE9DD-0102-42FE-8251-84BBFB1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CD03A-B37C-48FA-BB34-06D00FB4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BD92A-8CB9-47C7-BF5B-EBB9254E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3659E-B4F0-482A-8D80-12C2A63E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1E291-33D2-4798-B288-291964ED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DA17E-43CD-4926-A8B6-5F05C68D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25AE1-6B79-4458-AAB4-18918CC1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3999A-1EEE-4FC2-B143-C8145CEE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DB3B9-8454-45D1-8616-12533EE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3A7F4-3F7C-49B2-95E2-1ED6E6A6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456E6-A915-4DA5-B4FD-11CF3804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8D66D-F5F0-4F19-ADB7-4AB75AA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26DEA-A19B-4475-8465-BC23CB8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FD1DB-452C-43CA-8193-81B31D1E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4F31D-74D9-48D3-AE23-6232C908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DFBA8-C4F8-4660-988A-C3738C2F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4ED7A-E905-4C4E-A22D-32AFF0EF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052C0-AE5B-4938-BAC5-6E806B5D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9483D-245A-402B-A5E3-07847544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FF124-3989-4569-A7BF-5925CA9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E1CEA-80FB-42E8-8DF7-75BEDA93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8D087-E20C-493F-B217-FA78DF2B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C69D5-3A24-4944-AC1D-0534D0DC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09424-430A-4DDF-AC1E-76BDD186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B298A-0532-41E9-8333-E87DC464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E52CF-4F5B-42B8-B9B6-151E42F4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AA686-A030-4F1F-A8C0-6661033F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7BC2A-9DBE-4571-A9F7-0D815316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1D63C-19EA-4CEC-BC9B-7DAE43E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58140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AB517-0A1F-419B-A353-22C6119A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58140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B06A7-F1A6-4AC7-A71F-CE09AF02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EF7DA-CC07-4931-A752-F703E159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7B3D8-0BC0-4E03-A19B-A89DFDEC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8179A-463C-47D6-A409-8BF2C2EC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F70BC-C981-497B-9889-6499DCA3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054C6-FFB4-4724-B979-2C5C2D51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96449-C53D-40A1-9EB0-51B43E46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3F568-5E58-44B8-88E2-C6022C8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00936-D6A6-4E97-8ACD-F9F747C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6A6AF-C652-4CA4-BDA4-135BF53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6B425-9B1F-4042-B9A2-84C69466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5C9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843EB-C5A0-4A77-B231-DD6AE5D0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FBB3F-B423-49A3-B348-823FF348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C10CD-81AA-4871-91D4-0A96B55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54B2B-6265-4E3A-AD7B-D845B51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8310E-A62D-4D4F-B8C6-FC2A8424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2D019-9BC0-48CB-A836-E99EBC51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799D3-8CDF-4FB3-B30B-FDB7746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5268C-F7D6-4486-8945-84385BC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92C09-7472-4D2A-B3F1-78B3E967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3321C-30AF-4C82-916D-9DC32DB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11343-0C2D-457A-A488-968F379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26A93-1D23-4D88-9A9B-DD7EC8E1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DB0CD-14AE-4534-A6C1-659FE019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B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315A8-0988-4C6B-BBBA-8D54565D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7AF6A-F628-4BA0-8530-9097A73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CD2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83C55-2B64-4C7A-A3AE-93C50C1E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0E9C5-C043-4F13-9B08-002AA6E6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8DECE-5FD5-4195-AEE1-8006135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C3D2F-DBB5-4B1D-884E-71D6C594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02ECA-1A8E-4A9E-87E5-88F76D03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8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57F72-87FC-4997-9D00-1F25C77A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D5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2A97A-351C-44ED-929C-5E415731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7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B61F4-E8BC-4D60-89EF-EFD261E4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D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B8C64-3DB4-43B6-AD7F-328F8DB8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7DC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38154-BC72-437C-8DDB-FF199692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5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9C46C-0784-45E5-8C42-D4F4F32A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D2480-CCE5-4D8E-B093-ACB7B431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5D5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6251D-ED2E-4EA7-A091-F88BE09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E4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57CC1-8848-43FB-8789-FF5B16C8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B85B5-C9E3-4F69-A74B-7CA4BC20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15CF6-E332-4469-96B5-3B44F48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ED986-1113-4AAD-9AE6-0B86DD7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C2793-4407-4381-A273-1EB8520D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E948E-80DA-4172-96AC-C686DCA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84D7B-9514-46B8-849B-82C7017D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A8140-DA3B-4830-B629-DD053EDB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1BF6F-EA08-465E-B4E7-8D640988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C0FCC-0898-4C14-8AB7-31960C33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A4481-6743-4A19-B440-9D7C70DB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1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D3C88-4D3C-4B2D-9DD9-793BF13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A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30A64-0EAE-4AB5-A7FB-7E5C4E12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CD8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834D3-7E44-4CDE-8C8A-DC68EDE4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CA701-49F9-4D3E-B9D4-97D1B94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EADF0-1B1E-47D3-8CE7-AACA48E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84955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83114-E5A4-4A6D-867B-352FFEF4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84955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E975A-40C6-4A39-A2FB-F91CB49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181C1-C547-49C3-B468-3D4506A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2D270-71ED-4538-9F59-03BBEF64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B76FC-BFBF-4970-8BE5-855F87F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77081-C068-4FCF-8787-A7085B33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142D3-07B5-4584-9C8B-C3502A45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C9388-EB12-4ADF-9496-343293B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F3DBA-6641-4CE7-87E0-4825DEE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286DE-C299-445E-A183-7584396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07210-B36D-4C4F-99AE-50163AF0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F36BB-6882-40C9-81AD-D03433A5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BDEEB-FBCF-44A1-AE7F-121ECBE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0BEEE-B15C-4EC9-875C-719653B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C650E-71A3-480F-BD31-CF683839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5F9E2-31CC-4D53-8D28-2D5B16E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E505E-6B97-493C-86C6-9F78E2A5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654D4-E49F-4AB0-BA60-9348D419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DCEB0-3463-4AC0-9441-A85810C4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A7428-AA28-4826-B2D1-64A553A4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DE497-1518-4CF2-936B-56AFE3FA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1C8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23CE2-59E4-4A2E-ACB2-EA8F849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9C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275A9-8A74-4FF8-A9D4-3516D05A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B8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2BCF0-30E1-430A-8F19-CBEE067B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B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38740-87D6-4CF5-858C-1CA2DA06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D5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07029-5FB4-402D-BDF1-7FDD3212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1C8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A107B-A8F2-4475-A846-13B77782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D858A-4211-4AF8-9961-23331AE2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D471C-D123-4771-945E-F85201E7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3CF2D-3982-440B-9FE7-A918C5D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3A76F-928E-401C-9FEA-EAD021C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D6014-7358-4E9F-8521-7E6FF727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55732-DD09-4D8A-B702-995312F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71C0D-452E-4132-BE9E-18F8B300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706ED-A79A-4ED2-9713-08F22077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FEF73-4D55-461B-80B7-C4C0756E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678C9-C7C0-4751-8D5F-2EEEC195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37751-4C88-4880-B4B2-5D803861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DD26B-61F4-4F83-B5B3-9630629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0E154-46E3-456C-8366-6EC5ACD0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6EC5D-EDDE-47B7-B78B-94A7B61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9819E-F8D3-43D8-99EC-0CAD3383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66D80-7643-4AFB-91A2-E0D89CBC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5E31F-B9CE-48D8-9A77-49C2E7F6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AB9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287B1-B65D-4FC4-A1F6-EDF2255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E7528-0CB3-4DF9-8E9C-4FE8909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33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07B49-5A1B-478B-9405-3A573824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2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7708E-964F-4C06-98EB-402E6B16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A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0D4D1-B147-4481-9A72-C26A77D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EB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1BB06-C7FA-4B77-BE21-3D47F1C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1A9FB-8BA8-4D37-92B7-C215E80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1DB38-BA1F-4AEE-BE23-54D01675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4591D-2626-4329-9975-D9EE484C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ABC89-B1D1-477A-A95F-F5CC4E57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9FD0C-20FD-4BDA-A4FC-D8B4BE63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872BA-6CCC-4257-BA72-5BFCEBC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111771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3274A-517E-4586-813A-A6838906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111771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A37E6-7A11-430D-A93F-689561E5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6EE33-2CBF-4FB3-AD01-FE25E82A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33A46-31E9-484B-968A-3A7B7BD4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29DDC-CCD8-493B-A362-799D29B6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52BF6-B415-4DD0-992A-7D80FCE2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FB676-7C53-4A9F-816A-A23F3E5C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1E490-63E7-415E-92D9-9D41069D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9CE85-C12C-42C6-88EE-F95E296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64C36-83A5-459E-BA3C-114F0CE6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1385874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7E004-FC20-41D9-A5BE-35BE8BAA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1385874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B88BB-36AE-42FC-8C76-A5AA5C5B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447322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86A02-FC93-454E-9F8E-5E98FFEA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44732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15384-7096-46DE-A8C9-02F03F71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715480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24D12-093D-40F0-8D2A-FE7608A4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715480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17EE1-46DD-45F3-B93E-FD70DAC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983637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9EEE5-A11E-4A37-B874-AC22192B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983637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46EA8-8453-41D0-8933-8E20CAE3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1251795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F7ED2-574A-4AB9-8D66-64DCA81F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1251795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B6A66-CB31-4ADB-A50B-F83CFB2D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34" y="114723"/>
            <a:ext cx="151847" cy="118123"/>
          </a:xfrm>
          <a:custGeom xmlns:a="http://schemas.openxmlformats.org/drawingml/2006/main">
            <a:pathLst>
              <a:path w="151847" h="118123">
                <a:moveTo>
                  <a:pt x="69946" y="118123"/>
                </a:moveTo>
                <a:lnTo>
                  <a:pt x="24267" y="18736"/>
                </a:lnTo>
                <a:lnTo>
                  <a:pt x="24267" y="97603"/>
                </a:lnTo>
                <a:cubicBezTo>
                  <a:pt x="24267" y="104919"/>
                  <a:pt x="24981" y="109380"/>
                  <a:pt x="26765" y="111164"/>
                </a:cubicBezTo>
                <a:cubicBezTo>
                  <a:pt x="28906" y="113662"/>
                  <a:pt x="32297" y="114911"/>
                  <a:pt x="36936" y="114911"/>
                </a:cubicBezTo>
                <a:lnTo>
                  <a:pt x="41040" y="114911"/>
                </a:lnTo>
                <a:lnTo>
                  <a:pt x="41040" y="118123"/>
                </a:lnTo>
                <a:lnTo>
                  <a:pt x="0" y="118123"/>
                </a:lnTo>
                <a:lnTo>
                  <a:pt x="0" y="114911"/>
                </a:lnTo>
                <a:lnTo>
                  <a:pt x="4104" y="114911"/>
                </a:lnTo>
                <a:cubicBezTo>
                  <a:pt x="9100" y="114911"/>
                  <a:pt x="12669" y="113484"/>
                  <a:pt x="14810" y="110450"/>
                </a:cubicBezTo>
                <a:cubicBezTo>
                  <a:pt x="15881" y="108666"/>
                  <a:pt x="16594" y="104384"/>
                  <a:pt x="16594" y="97603"/>
                </a:cubicBezTo>
                <a:lnTo>
                  <a:pt x="16594" y="20520"/>
                </a:lnTo>
                <a:cubicBezTo>
                  <a:pt x="16594" y="15345"/>
                  <a:pt x="16059" y="11598"/>
                  <a:pt x="14988" y="9100"/>
                </a:cubicBezTo>
                <a:cubicBezTo>
                  <a:pt x="14096" y="7494"/>
                  <a:pt x="12490" y="6067"/>
                  <a:pt x="10349" y="4996"/>
                </a:cubicBezTo>
                <a:cubicBezTo>
                  <a:pt x="8208" y="3926"/>
                  <a:pt x="4639" y="3212"/>
                  <a:pt x="0" y="3212"/>
                </a:cubicBezTo>
                <a:lnTo>
                  <a:pt x="0" y="0"/>
                </a:lnTo>
                <a:lnTo>
                  <a:pt x="33367" y="0"/>
                </a:lnTo>
                <a:lnTo>
                  <a:pt x="76191" y="92429"/>
                </a:lnTo>
                <a:lnTo>
                  <a:pt x="118480" y="0"/>
                </a:lnTo>
                <a:lnTo>
                  <a:pt x="151847" y="0"/>
                </a:lnTo>
                <a:lnTo>
                  <a:pt x="151847" y="3212"/>
                </a:lnTo>
                <a:lnTo>
                  <a:pt x="147743" y="3212"/>
                </a:lnTo>
                <a:cubicBezTo>
                  <a:pt x="142747" y="3212"/>
                  <a:pt x="139178" y="4818"/>
                  <a:pt x="137037" y="7673"/>
                </a:cubicBezTo>
                <a:cubicBezTo>
                  <a:pt x="135610" y="9635"/>
                  <a:pt x="135074" y="13918"/>
                  <a:pt x="135074" y="20520"/>
                </a:cubicBezTo>
                <a:lnTo>
                  <a:pt x="135074" y="97603"/>
                </a:lnTo>
                <a:cubicBezTo>
                  <a:pt x="135074" y="104919"/>
                  <a:pt x="135788" y="109380"/>
                  <a:pt x="137572" y="111164"/>
                </a:cubicBezTo>
                <a:cubicBezTo>
                  <a:pt x="139714" y="113662"/>
                  <a:pt x="143104" y="114911"/>
                  <a:pt x="147743" y="114911"/>
                </a:cubicBezTo>
                <a:lnTo>
                  <a:pt x="151847" y="114911"/>
                </a:lnTo>
                <a:lnTo>
                  <a:pt x="151847" y="118123"/>
                </a:lnTo>
                <a:lnTo>
                  <a:pt x="101707" y="118123"/>
                </a:lnTo>
                <a:lnTo>
                  <a:pt x="101707" y="114911"/>
                </a:lnTo>
                <a:lnTo>
                  <a:pt x="105811" y="114911"/>
                </a:lnTo>
                <a:cubicBezTo>
                  <a:pt x="110807" y="114911"/>
                  <a:pt x="114376" y="113484"/>
                  <a:pt x="116517" y="110450"/>
                </a:cubicBezTo>
                <a:cubicBezTo>
                  <a:pt x="117766" y="108666"/>
                  <a:pt x="118480" y="104384"/>
                  <a:pt x="118480" y="97603"/>
                </a:cubicBezTo>
                <a:lnTo>
                  <a:pt x="118480" y="18736"/>
                </a:lnTo>
                <a:lnTo>
                  <a:pt x="72801" y="118123"/>
                </a:lnTo>
                <a:lnTo>
                  <a:pt x="69946" y="1181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59E7C-4A69-426E-BF51-F193A7CA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303" y="109013"/>
            <a:ext cx="39969" cy="123833"/>
          </a:xfrm>
          <a:custGeom xmlns:a="http://schemas.openxmlformats.org/drawingml/2006/main">
            <a:pathLst>
              <a:path w="39969" h="123833">
                <a:moveTo>
                  <a:pt x="20698" y="0"/>
                </a:moveTo>
                <a:cubicBezTo>
                  <a:pt x="23196" y="0"/>
                  <a:pt x="25159" y="892"/>
                  <a:pt x="26943" y="2498"/>
                </a:cubicBezTo>
                <a:cubicBezTo>
                  <a:pt x="28549" y="4282"/>
                  <a:pt x="29442" y="6245"/>
                  <a:pt x="29442" y="8743"/>
                </a:cubicBezTo>
                <a:cubicBezTo>
                  <a:pt x="29442" y="11241"/>
                  <a:pt x="28549" y="13204"/>
                  <a:pt x="26943" y="14988"/>
                </a:cubicBezTo>
                <a:cubicBezTo>
                  <a:pt x="25159" y="16773"/>
                  <a:pt x="23196" y="17665"/>
                  <a:pt x="20698" y="17665"/>
                </a:cubicBezTo>
                <a:cubicBezTo>
                  <a:pt x="18200" y="17665"/>
                  <a:pt x="16237" y="16773"/>
                  <a:pt x="14453" y="14988"/>
                </a:cubicBezTo>
                <a:cubicBezTo>
                  <a:pt x="12669" y="13204"/>
                  <a:pt x="11777" y="11241"/>
                  <a:pt x="11777" y="8743"/>
                </a:cubicBezTo>
                <a:cubicBezTo>
                  <a:pt x="11777" y="6245"/>
                  <a:pt x="12490" y="4282"/>
                  <a:pt x="14275" y="2498"/>
                </a:cubicBezTo>
                <a:cubicBezTo>
                  <a:pt x="16059" y="892"/>
                  <a:pt x="18200" y="0"/>
                  <a:pt x="20698" y="0"/>
                </a:cubicBezTo>
                <a:close/>
                <a:moveTo>
                  <a:pt x="28014" y="41753"/>
                </a:moveTo>
                <a:lnTo>
                  <a:pt x="28014" y="105811"/>
                </a:lnTo>
                <a:cubicBezTo>
                  <a:pt x="28014" y="110807"/>
                  <a:pt x="28371" y="114198"/>
                  <a:pt x="29085" y="115803"/>
                </a:cubicBezTo>
                <a:cubicBezTo>
                  <a:pt x="29798" y="117588"/>
                  <a:pt x="30869" y="118837"/>
                  <a:pt x="32297" y="119551"/>
                </a:cubicBezTo>
                <a:cubicBezTo>
                  <a:pt x="33724" y="120264"/>
                  <a:pt x="36222" y="120621"/>
                  <a:pt x="39969" y="120621"/>
                </a:cubicBezTo>
                <a:lnTo>
                  <a:pt x="39969" y="123833"/>
                </a:lnTo>
                <a:lnTo>
                  <a:pt x="1249" y="123833"/>
                </a:lnTo>
                <a:lnTo>
                  <a:pt x="1249" y="120621"/>
                </a:lnTo>
                <a:cubicBezTo>
                  <a:pt x="5175" y="120621"/>
                  <a:pt x="7673" y="120264"/>
                  <a:pt x="9100" y="119551"/>
                </a:cubicBezTo>
                <a:cubicBezTo>
                  <a:pt x="10349" y="118837"/>
                  <a:pt x="11420" y="117588"/>
                  <a:pt x="12133" y="115803"/>
                </a:cubicBezTo>
                <a:cubicBezTo>
                  <a:pt x="12847" y="114019"/>
                  <a:pt x="13383" y="110807"/>
                  <a:pt x="13383" y="105811"/>
                </a:cubicBezTo>
                <a:lnTo>
                  <a:pt x="13383" y="75121"/>
                </a:lnTo>
                <a:cubicBezTo>
                  <a:pt x="13383" y="66556"/>
                  <a:pt x="13026" y="60846"/>
                  <a:pt x="12669" y="58169"/>
                </a:cubicBezTo>
                <a:cubicBezTo>
                  <a:pt x="12312" y="56385"/>
                  <a:pt x="11598" y="55136"/>
                  <a:pt x="10706" y="54422"/>
                </a:cubicBezTo>
                <a:cubicBezTo>
                  <a:pt x="9814" y="53709"/>
                  <a:pt x="8565" y="53173"/>
                  <a:pt x="7137" y="53173"/>
                </a:cubicBezTo>
                <a:cubicBezTo>
                  <a:pt x="5531" y="53173"/>
                  <a:pt x="3569" y="53709"/>
                  <a:pt x="1249" y="54601"/>
                </a:cubicBezTo>
                <a:lnTo>
                  <a:pt x="0" y="51389"/>
                </a:lnTo>
                <a:lnTo>
                  <a:pt x="24089" y="41753"/>
                </a:lnTo>
                <a:lnTo>
                  <a:pt x="28014" y="41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1F94E-EBE1-44FD-8914-98700A4C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804" y="150767"/>
            <a:ext cx="87433" cy="82080"/>
          </a:xfrm>
          <a:custGeom xmlns:a="http://schemas.openxmlformats.org/drawingml/2006/main">
            <a:pathLst>
              <a:path w="87433" h="82080">
                <a:moveTo>
                  <a:pt x="27836" y="16773"/>
                </a:moveTo>
                <a:cubicBezTo>
                  <a:pt x="37114" y="5710"/>
                  <a:pt x="46036" y="0"/>
                  <a:pt x="54601" y="0"/>
                </a:cubicBezTo>
                <a:cubicBezTo>
                  <a:pt x="58883" y="0"/>
                  <a:pt x="62452" y="1071"/>
                  <a:pt x="65664" y="3212"/>
                </a:cubicBezTo>
                <a:cubicBezTo>
                  <a:pt x="68875" y="5353"/>
                  <a:pt x="71373" y="8922"/>
                  <a:pt x="73336" y="13918"/>
                </a:cubicBezTo>
                <a:cubicBezTo>
                  <a:pt x="74407" y="17487"/>
                  <a:pt x="75121" y="22840"/>
                  <a:pt x="75121" y="29977"/>
                </a:cubicBezTo>
                <a:lnTo>
                  <a:pt x="75121" y="64058"/>
                </a:lnTo>
                <a:cubicBezTo>
                  <a:pt x="75121" y="69054"/>
                  <a:pt x="75477" y="72623"/>
                  <a:pt x="76370" y="74407"/>
                </a:cubicBezTo>
                <a:cubicBezTo>
                  <a:pt x="76905" y="75834"/>
                  <a:pt x="77976" y="77083"/>
                  <a:pt x="79403" y="77797"/>
                </a:cubicBezTo>
                <a:cubicBezTo>
                  <a:pt x="80830" y="78511"/>
                  <a:pt x="83507" y="78868"/>
                  <a:pt x="87433" y="78868"/>
                </a:cubicBezTo>
                <a:lnTo>
                  <a:pt x="87433" y="82080"/>
                </a:lnTo>
                <a:lnTo>
                  <a:pt x="47820" y="82080"/>
                </a:lnTo>
                <a:lnTo>
                  <a:pt x="47820" y="78868"/>
                </a:lnTo>
                <a:lnTo>
                  <a:pt x="49605" y="78868"/>
                </a:lnTo>
                <a:cubicBezTo>
                  <a:pt x="53173" y="78868"/>
                  <a:pt x="55850" y="78332"/>
                  <a:pt x="57277" y="77262"/>
                </a:cubicBezTo>
                <a:cubicBezTo>
                  <a:pt x="58705" y="76191"/>
                  <a:pt x="59775" y="74407"/>
                  <a:pt x="60489" y="72266"/>
                </a:cubicBezTo>
                <a:cubicBezTo>
                  <a:pt x="60667" y="71373"/>
                  <a:pt x="60846" y="68697"/>
                  <a:pt x="60846" y="64058"/>
                </a:cubicBezTo>
                <a:lnTo>
                  <a:pt x="60846" y="31404"/>
                </a:lnTo>
                <a:cubicBezTo>
                  <a:pt x="60846" y="24267"/>
                  <a:pt x="59775" y="18914"/>
                  <a:pt x="57991" y="15702"/>
                </a:cubicBezTo>
                <a:cubicBezTo>
                  <a:pt x="56028" y="12490"/>
                  <a:pt x="52816" y="10706"/>
                  <a:pt x="48356" y="10706"/>
                </a:cubicBezTo>
                <a:cubicBezTo>
                  <a:pt x="41397" y="10706"/>
                  <a:pt x="34616" y="14453"/>
                  <a:pt x="27836" y="21947"/>
                </a:cubicBezTo>
                <a:lnTo>
                  <a:pt x="27836" y="64058"/>
                </a:lnTo>
                <a:cubicBezTo>
                  <a:pt x="27836" y="69411"/>
                  <a:pt x="28014" y="72801"/>
                  <a:pt x="28728" y="74050"/>
                </a:cubicBezTo>
                <a:cubicBezTo>
                  <a:pt x="29442" y="75834"/>
                  <a:pt x="30691" y="77083"/>
                  <a:pt x="32118" y="77797"/>
                </a:cubicBezTo>
                <a:cubicBezTo>
                  <a:pt x="33546" y="78511"/>
                  <a:pt x="36400" y="78868"/>
                  <a:pt x="40683" y="78868"/>
                </a:cubicBezTo>
                <a:lnTo>
                  <a:pt x="40683" y="82080"/>
                </a:lnTo>
                <a:lnTo>
                  <a:pt x="1249" y="82080"/>
                </a:lnTo>
                <a:lnTo>
                  <a:pt x="1249" y="78868"/>
                </a:lnTo>
                <a:lnTo>
                  <a:pt x="3033" y="78868"/>
                </a:lnTo>
                <a:cubicBezTo>
                  <a:pt x="6959" y="78868"/>
                  <a:pt x="9814" y="77976"/>
                  <a:pt x="11241" y="75834"/>
                </a:cubicBezTo>
                <a:cubicBezTo>
                  <a:pt x="12669" y="73872"/>
                  <a:pt x="13383" y="69946"/>
                  <a:pt x="13383" y="64058"/>
                </a:cubicBezTo>
                <a:lnTo>
                  <a:pt x="13383" y="34438"/>
                </a:lnTo>
                <a:cubicBezTo>
                  <a:pt x="13383" y="24802"/>
                  <a:pt x="13026" y="19092"/>
                  <a:pt x="12669" y="16951"/>
                </a:cubicBezTo>
                <a:cubicBezTo>
                  <a:pt x="12312" y="14810"/>
                  <a:pt x="11598" y="13383"/>
                  <a:pt x="10706" y="12669"/>
                </a:cubicBezTo>
                <a:cubicBezTo>
                  <a:pt x="9814" y="11955"/>
                  <a:pt x="8565" y="11420"/>
                  <a:pt x="7137" y="11420"/>
                </a:cubicBezTo>
                <a:cubicBezTo>
                  <a:pt x="5353" y="11420"/>
                  <a:pt x="3390" y="11955"/>
                  <a:pt x="1249" y="12847"/>
                </a:cubicBezTo>
                <a:lnTo>
                  <a:pt x="0" y="9635"/>
                </a:lnTo>
                <a:lnTo>
                  <a:pt x="24089" y="0"/>
                </a:lnTo>
                <a:lnTo>
                  <a:pt x="27836" y="0"/>
                </a:lnTo>
                <a:lnTo>
                  <a:pt x="27836" y="16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8A185-62F4-4174-8E7F-5CC16FE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124" y="109013"/>
            <a:ext cx="39969" cy="123833"/>
          </a:xfrm>
          <a:custGeom xmlns:a="http://schemas.openxmlformats.org/drawingml/2006/main">
            <a:pathLst>
              <a:path w="39969" h="123833">
                <a:moveTo>
                  <a:pt x="20698" y="0"/>
                </a:moveTo>
                <a:cubicBezTo>
                  <a:pt x="23196" y="0"/>
                  <a:pt x="25159" y="892"/>
                  <a:pt x="26943" y="2498"/>
                </a:cubicBezTo>
                <a:cubicBezTo>
                  <a:pt x="28549" y="4282"/>
                  <a:pt x="29442" y="6245"/>
                  <a:pt x="29442" y="8743"/>
                </a:cubicBezTo>
                <a:cubicBezTo>
                  <a:pt x="29442" y="11241"/>
                  <a:pt x="28549" y="13204"/>
                  <a:pt x="26943" y="14988"/>
                </a:cubicBezTo>
                <a:cubicBezTo>
                  <a:pt x="25159" y="16773"/>
                  <a:pt x="23196" y="17665"/>
                  <a:pt x="20698" y="17665"/>
                </a:cubicBezTo>
                <a:cubicBezTo>
                  <a:pt x="18200" y="17665"/>
                  <a:pt x="16237" y="16773"/>
                  <a:pt x="14453" y="14988"/>
                </a:cubicBezTo>
                <a:cubicBezTo>
                  <a:pt x="12669" y="13204"/>
                  <a:pt x="11777" y="11241"/>
                  <a:pt x="11777" y="8743"/>
                </a:cubicBezTo>
                <a:cubicBezTo>
                  <a:pt x="11777" y="6245"/>
                  <a:pt x="12490" y="4282"/>
                  <a:pt x="14275" y="2498"/>
                </a:cubicBezTo>
                <a:cubicBezTo>
                  <a:pt x="16059" y="892"/>
                  <a:pt x="18200" y="0"/>
                  <a:pt x="20698" y="0"/>
                </a:cubicBezTo>
                <a:close/>
                <a:moveTo>
                  <a:pt x="28014" y="41753"/>
                </a:moveTo>
                <a:lnTo>
                  <a:pt x="28014" y="105811"/>
                </a:lnTo>
                <a:cubicBezTo>
                  <a:pt x="28014" y="110807"/>
                  <a:pt x="28371" y="114198"/>
                  <a:pt x="29085" y="115803"/>
                </a:cubicBezTo>
                <a:cubicBezTo>
                  <a:pt x="29798" y="117588"/>
                  <a:pt x="30869" y="118837"/>
                  <a:pt x="32297" y="119551"/>
                </a:cubicBezTo>
                <a:cubicBezTo>
                  <a:pt x="33724" y="120264"/>
                  <a:pt x="36222" y="120621"/>
                  <a:pt x="39969" y="120621"/>
                </a:cubicBezTo>
                <a:lnTo>
                  <a:pt x="39969" y="123833"/>
                </a:lnTo>
                <a:lnTo>
                  <a:pt x="1249" y="123833"/>
                </a:lnTo>
                <a:lnTo>
                  <a:pt x="1249" y="120621"/>
                </a:lnTo>
                <a:cubicBezTo>
                  <a:pt x="5175" y="120621"/>
                  <a:pt x="7673" y="120264"/>
                  <a:pt x="9100" y="119551"/>
                </a:cubicBezTo>
                <a:cubicBezTo>
                  <a:pt x="10349" y="118837"/>
                  <a:pt x="11420" y="117588"/>
                  <a:pt x="12133" y="115803"/>
                </a:cubicBezTo>
                <a:cubicBezTo>
                  <a:pt x="12847" y="114019"/>
                  <a:pt x="13383" y="110807"/>
                  <a:pt x="13383" y="105811"/>
                </a:cubicBezTo>
                <a:lnTo>
                  <a:pt x="13383" y="75121"/>
                </a:lnTo>
                <a:cubicBezTo>
                  <a:pt x="13383" y="66556"/>
                  <a:pt x="13026" y="60846"/>
                  <a:pt x="12669" y="58169"/>
                </a:cubicBezTo>
                <a:cubicBezTo>
                  <a:pt x="12312" y="56385"/>
                  <a:pt x="11598" y="55136"/>
                  <a:pt x="10706" y="54422"/>
                </a:cubicBezTo>
                <a:cubicBezTo>
                  <a:pt x="9814" y="53709"/>
                  <a:pt x="8565" y="53173"/>
                  <a:pt x="7137" y="53173"/>
                </a:cubicBezTo>
                <a:cubicBezTo>
                  <a:pt x="5531" y="53173"/>
                  <a:pt x="3569" y="53709"/>
                  <a:pt x="1249" y="54601"/>
                </a:cubicBezTo>
                <a:lnTo>
                  <a:pt x="0" y="51389"/>
                </a:lnTo>
                <a:lnTo>
                  <a:pt x="24089" y="41753"/>
                </a:lnTo>
                <a:lnTo>
                  <a:pt x="28014" y="41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4B242-B2DE-4EF9-85CE-CF3A39A1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981" y="150767"/>
            <a:ext cx="136502" cy="82080"/>
          </a:xfrm>
          <a:custGeom xmlns:a="http://schemas.openxmlformats.org/drawingml/2006/main">
            <a:pathLst>
              <a:path w="136502" h="82080">
                <a:moveTo>
                  <a:pt x="27836" y="16951"/>
                </a:moveTo>
                <a:cubicBezTo>
                  <a:pt x="33546" y="11241"/>
                  <a:pt x="37114" y="7851"/>
                  <a:pt x="38185" y="6959"/>
                </a:cubicBezTo>
                <a:cubicBezTo>
                  <a:pt x="40683" y="4818"/>
                  <a:pt x="43538" y="3033"/>
                  <a:pt x="46571" y="1784"/>
                </a:cubicBezTo>
                <a:cubicBezTo>
                  <a:pt x="49426" y="714"/>
                  <a:pt x="52460" y="0"/>
                  <a:pt x="55493" y="0"/>
                </a:cubicBezTo>
                <a:cubicBezTo>
                  <a:pt x="60489" y="0"/>
                  <a:pt x="64771" y="1427"/>
                  <a:pt x="68340" y="4282"/>
                </a:cubicBezTo>
                <a:cubicBezTo>
                  <a:pt x="71909" y="7137"/>
                  <a:pt x="74407" y="11420"/>
                  <a:pt x="75656" y="16951"/>
                </a:cubicBezTo>
                <a:cubicBezTo>
                  <a:pt x="81544" y="9992"/>
                  <a:pt x="86540" y="5353"/>
                  <a:pt x="90823" y="3212"/>
                </a:cubicBezTo>
                <a:cubicBezTo>
                  <a:pt x="94927" y="1071"/>
                  <a:pt x="99209" y="0"/>
                  <a:pt x="103492" y="0"/>
                </a:cubicBezTo>
                <a:cubicBezTo>
                  <a:pt x="107774" y="0"/>
                  <a:pt x="111521" y="1071"/>
                  <a:pt x="114733" y="3212"/>
                </a:cubicBezTo>
                <a:cubicBezTo>
                  <a:pt x="117945" y="5353"/>
                  <a:pt x="120621" y="8922"/>
                  <a:pt x="122584" y="13918"/>
                </a:cubicBezTo>
                <a:cubicBezTo>
                  <a:pt x="123833" y="17308"/>
                  <a:pt x="124547" y="22661"/>
                  <a:pt x="124547" y="29798"/>
                </a:cubicBezTo>
                <a:lnTo>
                  <a:pt x="124547" y="64058"/>
                </a:lnTo>
                <a:cubicBezTo>
                  <a:pt x="124547" y="69054"/>
                  <a:pt x="124904" y="72623"/>
                  <a:pt x="125617" y="74407"/>
                </a:cubicBezTo>
                <a:cubicBezTo>
                  <a:pt x="126153" y="75656"/>
                  <a:pt x="127223" y="76727"/>
                  <a:pt x="128829" y="77619"/>
                </a:cubicBezTo>
                <a:cubicBezTo>
                  <a:pt x="130435" y="78511"/>
                  <a:pt x="132933" y="78868"/>
                  <a:pt x="136502" y="78868"/>
                </a:cubicBezTo>
                <a:lnTo>
                  <a:pt x="136502" y="82080"/>
                </a:lnTo>
                <a:lnTo>
                  <a:pt x="97246" y="82080"/>
                </a:lnTo>
                <a:lnTo>
                  <a:pt x="97246" y="78868"/>
                </a:lnTo>
                <a:lnTo>
                  <a:pt x="98852" y="78868"/>
                </a:lnTo>
                <a:cubicBezTo>
                  <a:pt x="102243" y="78868"/>
                  <a:pt x="104919" y="78332"/>
                  <a:pt x="106882" y="76905"/>
                </a:cubicBezTo>
                <a:cubicBezTo>
                  <a:pt x="108131" y="76013"/>
                  <a:pt x="109023" y="74585"/>
                  <a:pt x="109737" y="72444"/>
                </a:cubicBezTo>
                <a:cubicBezTo>
                  <a:pt x="109915" y="71552"/>
                  <a:pt x="110094" y="68697"/>
                  <a:pt x="110094" y="64058"/>
                </a:cubicBezTo>
                <a:lnTo>
                  <a:pt x="110094" y="29798"/>
                </a:lnTo>
                <a:cubicBezTo>
                  <a:pt x="110094" y="23375"/>
                  <a:pt x="109201" y="18736"/>
                  <a:pt x="107774" y="15881"/>
                </a:cubicBezTo>
                <a:cubicBezTo>
                  <a:pt x="105454" y="12312"/>
                  <a:pt x="101886" y="10349"/>
                  <a:pt x="96890" y="10349"/>
                </a:cubicBezTo>
                <a:cubicBezTo>
                  <a:pt x="93678" y="10349"/>
                  <a:pt x="90644" y="11241"/>
                  <a:pt x="87611" y="12669"/>
                </a:cubicBezTo>
                <a:cubicBezTo>
                  <a:pt x="84399" y="14275"/>
                  <a:pt x="80652" y="17130"/>
                  <a:pt x="76370" y="21234"/>
                </a:cubicBezTo>
                <a:lnTo>
                  <a:pt x="76191" y="22304"/>
                </a:lnTo>
                <a:lnTo>
                  <a:pt x="76370" y="26051"/>
                </a:lnTo>
                <a:lnTo>
                  <a:pt x="76370" y="64058"/>
                </a:lnTo>
                <a:cubicBezTo>
                  <a:pt x="76370" y="69589"/>
                  <a:pt x="76548" y="72979"/>
                  <a:pt x="77262" y="74228"/>
                </a:cubicBezTo>
                <a:cubicBezTo>
                  <a:pt x="77797" y="75656"/>
                  <a:pt x="78868" y="76727"/>
                  <a:pt x="80652" y="77619"/>
                </a:cubicBezTo>
                <a:cubicBezTo>
                  <a:pt x="82258" y="78511"/>
                  <a:pt x="85113" y="78868"/>
                  <a:pt x="89217" y="78868"/>
                </a:cubicBezTo>
                <a:lnTo>
                  <a:pt x="89217" y="82080"/>
                </a:lnTo>
                <a:lnTo>
                  <a:pt x="48891" y="82080"/>
                </a:lnTo>
                <a:lnTo>
                  <a:pt x="48891" y="78868"/>
                </a:lnTo>
                <a:cubicBezTo>
                  <a:pt x="53173" y="78868"/>
                  <a:pt x="56207" y="78511"/>
                  <a:pt x="57991" y="77440"/>
                </a:cubicBezTo>
                <a:cubicBezTo>
                  <a:pt x="59597" y="76370"/>
                  <a:pt x="60846" y="74764"/>
                  <a:pt x="61560" y="72623"/>
                </a:cubicBezTo>
                <a:cubicBezTo>
                  <a:pt x="61738" y="71730"/>
                  <a:pt x="61917" y="68875"/>
                  <a:pt x="61917" y="64058"/>
                </a:cubicBezTo>
                <a:lnTo>
                  <a:pt x="61917" y="29798"/>
                </a:lnTo>
                <a:cubicBezTo>
                  <a:pt x="61917" y="23375"/>
                  <a:pt x="60846" y="18557"/>
                  <a:pt x="59062" y="15702"/>
                </a:cubicBezTo>
                <a:cubicBezTo>
                  <a:pt x="56385" y="12133"/>
                  <a:pt x="52816" y="10171"/>
                  <a:pt x="48356" y="10171"/>
                </a:cubicBezTo>
                <a:cubicBezTo>
                  <a:pt x="45144" y="10171"/>
                  <a:pt x="41932" y="11063"/>
                  <a:pt x="39077" y="12669"/>
                </a:cubicBezTo>
                <a:cubicBezTo>
                  <a:pt x="34081" y="15167"/>
                  <a:pt x="30334" y="18022"/>
                  <a:pt x="27836" y="21234"/>
                </a:cubicBezTo>
                <a:lnTo>
                  <a:pt x="27836" y="64058"/>
                </a:lnTo>
                <a:cubicBezTo>
                  <a:pt x="27836" y="69411"/>
                  <a:pt x="28193" y="72801"/>
                  <a:pt x="28906" y="74228"/>
                </a:cubicBezTo>
                <a:cubicBezTo>
                  <a:pt x="29620" y="75834"/>
                  <a:pt x="30691" y="77083"/>
                  <a:pt x="32118" y="77797"/>
                </a:cubicBezTo>
                <a:cubicBezTo>
                  <a:pt x="33546" y="78511"/>
                  <a:pt x="36400" y="78868"/>
                  <a:pt x="40861" y="78868"/>
                </a:cubicBezTo>
                <a:lnTo>
                  <a:pt x="40861" y="82080"/>
                </a:lnTo>
                <a:lnTo>
                  <a:pt x="1427" y="82080"/>
                </a:lnTo>
                <a:lnTo>
                  <a:pt x="1427" y="78868"/>
                </a:lnTo>
                <a:cubicBezTo>
                  <a:pt x="4996" y="78868"/>
                  <a:pt x="7494" y="78511"/>
                  <a:pt x="8922" y="77797"/>
                </a:cubicBezTo>
                <a:cubicBezTo>
                  <a:pt x="10349" y="77083"/>
                  <a:pt x="11598" y="75834"/>
                  <a:pt x="12312" y="74050"/>
                </a:cubicBezTo>
                <a:cubicBezTo>
                  <a:pt x="13026" y="72266"/>
                  <a:pt x="13383" y="69054"/>
                  <a:pt x="13383" y="64058"/>
                </a:cubicBezTo>
                <a:lnTo>
                  <a:pt x="13383" y="33546"/>
                </a:lnTo>
                <a:cubicBezTo>
                  <a:pt x="13383" y="24802"/>
                  <a:pt x="13026" y="19092"/>
                  <a:pt x="12669" y="16594"/>
                </a:cubicBezTo>
                <a:cubicBezTo>
                  <a:pt x="12312" y="14810"/>
                  <a:pt x="11598" y="13383"/>
                  <a:pt x="10706" y="12669"/>
                </a:cubicBezTo>
                <a:cubicBezTo>
                  <a:pt x="9814" y="11955"/>
                  <a:pt x="8565" y="11420"/>
                  <a:pt x="7137" y="11420"/>
                </a:cubicBezTo>
                <a:cubicBezTo>
                  <a:pt x="5531" y="11420"/>
                  <a:pt x="3569" y="11955"/>
                  <a:pt x="1427" y="12847"/>
                </a:cubicBezTo>
                <a:lnTo>
                  <a:pt x="0" y="9635"/>
                </a:lnTo>
                <a:lnTo>
                  <a:pt x="24089" y="0"/>
                </a:lnTo>
                <a:lnTo>
                  <a:pt x="27836" y="0"/>
                </a:lnTo>
                <a:lnTo>
                  <a:pt x="27836" y="16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18372-2799-4111-9CA0-AB6E71B2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554" y="153087"/>
            <a:ext cx="88860" cy="82080"/>
          </a:xfrm>
          <a:custGeom xmlns:a="http://schemas.openxmlformats.org/drawingml/2006/main">
            <a:pathLst>
              <a:path w="88860" h="82080">
                <a:moveTo>
                  <a:pt x="75299" y="0"/>
                </a:moveTo>
                <a:lnTo>
                  <a:pt x="75299" y="48356"/>
                </a:lnTo>
                <a:cubicBezTo>
                  <a:pt x="75299" y="57634"/>
                  <a:pt x="75477" y="63166"/>
                  <a:pt x="76013" y="65307"/>
                </a:cubicBezTo>
                <a:cubicBezTo>
                  <a:pt x="76370" y="67448"/>
                  <a:pt x="77083" y="68875"/>
                  <a:pt x="78154" y="69589"/>
                </a:cubicBezTo>
                <a:cubicBezTo>
                  <a:pt x="79046" y="70481"/>
                  <a:pt x="80117" y="70838"/>
                  <a:pt x="81544" y="70838"/>
                </a:cubicBezTo>
                <a:cubicBezTo>
                  <a:pt x="83329" y="70838"/>
                  <a:pt x="85291" y="70303"/>
                  <a:pt x="87611" y="69232"/>
                </a:cubicBezTo>
                <a:lnTo>
                  <a:pt x="88860" y="72266"/>
                </a:lnTo>
                <a:lnTo>
                  <a:pt x="64950" y="82080"/>
                </a:lnTo>
                <a:lnTo>
                  <a:pt x="61024" y="82080"/>
                </a:lnTo>
                <a:lnTo>
                  <a:pt x="61024" y="65307"/>
                </a:lnTo>
                <a:cubicBezTo>
                  <a:pt x="54065" y="72801"/>
                  <a:pt x="48891" y="77440"/>
                  <a:pt x="45322" y="79225"/>
                </a:cubicBezTo>
                <a:cubicBezTo>
                  <a:pt x="41753" y="81009"/>
                  <a:pt x="37828" y="82080"/>
                  <a:pt x="33902" y="82080"/>
                </a:cubicBezTo>
                <a:cubicBezTo>
                  <a:pt x="29263" y="82080"/>
                  <a:pt x="25338" y="80830"/>
                  <a:pt x="22126" y="78332"/>
                </a:cubicBezTo>
                <a:cubicBezTo>
                  <a:pt x="18914" y="75834"/>
                  <a:pt x="16594" y="72444"/>
                  <a:pt x="15345" y="68340"/>
                </a:cubicBezTo>
                <a:cubicBezTo>
                  <a:pt x="14096" y="64415"/>
                  <a:pt x="13561" y="58526"/>
                  <a:pt x="13561" y="51032"/>
                </a:cubicBezTo>
                <a:lnTo>
                  <a:pt x="13561" y="15524"/>
                </a:lnTo>
                <a:cubicBezTo>
                  <a:pt x="13561" y="11777"/>
                  <a:pt x="13026" y="9100"/>
                  <a:pt x="12312" y="7673"/>
                </a:cubicBezTo>
                <a:cubicBezTo>
                  <a:pt x="11420" y="6245"/>
                  <a:pt x="10171" y="4996"/>
                  <a:pt x="8565" y="4282"/>
                </a:cubicBezTo>
                <a:cubicBezTo>
                  <a:pt x="6959" y="3569"/>
                  <a:pt x="4104" y="3212"/>
                  <a:pt x="0" y="3212"/>
                </a:cubicBezTo>
                <a:lnTo>
                  <a:pt x="0" y="0"/>
                </a:lnTo>
                <a:lnTo>
                  <a:pt x="28014" y="0"/>
                </a:lnTo>
                <a:lnTo>
                  <a:pt x="28014" y="53352"/>
                </a:lnTo>
                <a:cubicBezTo>
                  <a:pt x="28014" y="60846"/>
                  <a:pt x="29263" y="65842"/>
                  <a:pt x="31761" y="68162"/>
                </a:cubicBezTo>
                <a:cubicBezTo>
                  <a:pt x="34259" y="70481"/>
                  <a:pt x="37471" y="71552"/>
                  <a:pt x="41218" y="71552"/>
                </a:cubicBezTo>
                <a:cubicBezTo>
                  <a:pt x="43716" y="71552"/>
                  <a:pt x="46393" y="70838"/>
                  <a:pt x="49605" y="69232"/>
                </a:cubicBezTo>
                <a:cubicBezTo>
                  <a:pt x="52816" y="67626"/>
                  <a:pt x="56563" y="64593"/>
                  <a:pt x="61024" y="60132"/>
                </a:cubicBezTo>
                <a:lnTo>
                  <a:pt x="61024" y="14988"/>
                </a:lnTo>
                <a:cubicBezTo>
                  <a:pt x="61024" y="10528"/>
                  <a:pt x="60132" y="7494"/>
                  <a:pt x="58526" y="5888"/>
                </a:cubicBezTo>
                <a:cubicBezTo>
                  <a:pt x="56742" y="4282"/>
                  <a:pt x="53352" y="3390"/>
                  <a:pt x="48177" y="3212"/>
                </a:cubicBezTo>
                <a:lnTo>
                  <a:pt x="48177" y="0"/>
                </a:lnTo>
                <a:lnTo>
                  <a:pt x="752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49943-F6A8-4095-BFA7-1ADC488F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020" y="150767"/>
            <a:ext cx="136502" cy="82080"/>
          </a:xfrm>
          <a:custGeom xmlns:a="http://schemas.openxmlformats.org/drawingml/2006/main">
            <a:pathLst>
              <a:path w="136502" h="82080">
                <a:moveTo>
                  <a:pt x="27836" y="16951"/>
                </a:moveTo>
                <a:cubicBezTo>
                  <a:pt x="33546" y="11241"/>
                  <a:pt x="37114" y="7851"/>
                  <a:pt x="38185" y="6959"/>
                </a:cubicBezTo>
                <a:cubicBezTo>
                  <a:pt x="40683" y="4818"/>
                  <a:pt x="43538" y="3033"/>
                  <a:pt x="46571" y="1784"/>
                </a:cubicBezTo>
                <a:cubicBezTo>
                  <a:pt x="49426" y="714"/>
                  <a:pt x="52460" y="0"/>
                  <a:pt x="55493" y="0"/>
                </a:cubicBezTo>
                <a:cubicBezTo>
                  <a:pt x="60489" y="0"/>
                  <a:pt x="64771" y="1427"/>
                  <a:pt x="68340" y="4282"/>
                </a:cubicBezTo>
                <a:cubicBezTo>
                  <a:pt x="71909" y="7137"/>
                  <a:pt x="74407" y="11420"/>
                  <a:pt x="75656" y="16951"/>
                </a:cubicBezTo>
                <a:cubicBezTo>
                  <a:pt x="81544" y="9992"/>
                  <a:pt x="86540" y="5353"/>
                  <a:pt x="90823" y="3212"/>
                </a:cubicBezTo>
                <a:cubicBezTo>
                  <a:pt x="94927" y="1071"/>
                  <a:pt x="99209" y="0"/>
                  <a:pt x="103492" y="0"/>
                </a:cubicBezTo>
                <a:cubicBezTo>
                  <a:pt x="107774" y="0"/>
                  <a:pt x="111521" y="1071"/>
                  <a:pt x="114733" y="3212"/>
                </a:cubicBezTo>
                <a:cubicBezTo>
                  <a:pt x="117945" y="5353"/>
                  <a:pt x="120621" y="8922"/>
                  <a:pt x="122584" y="13918"/>
                </a:cubicBezTo>
                <a:cubicBezTo>
                  <a:pt x="123833" y="17308"/>
                  <a:pt x="124547" y="22661"/>
                  <a:pt x="124547" y="29798"/>
                </a:cubicBezTo>
                <a:lnTo>
                  <a:pt x="124547" y="64058"/>
                </a:lnTo>
                <a:cubicBezTo>
                  <a:pt x="124547" y="69054"/>
                  <a:pt x="124904" y="72623"/>
                  <a:pt x="125617" y="74407"/>
                </a:cubicBezTo>
                <a:cubicBezTo>
                  <a:pt x="126153" y="75656"/>
                  <a:pt x="127223" y="76727"/>
                  <a:pt x="128829" y="77619"/>
                </a:cubicBezTo>
                <a:cubicBezTo>
                  <a:pt x="130435" y="78511"/>
                  <a:pt x="132933" y="78868"/>
                  <a:pt x="136502" y="78868"/>
                </a:cubicBezTo>
                <a:lnTo>
                  <a:pt x="136502" y="82080"/>
                </a:lnTo>
                <a:lnTo>
                  <a:pt x="97246" y="82080"/>
                </a:lnTo>
                <a:lnTo>
                  <a:pt x="97246" y="78868"/>
                </a:lnTo>
                <a:lnTo>
                  <a:pt x="98852" y="78868"/>
                </a:lnTo>
                <a:cubicBezTo>
                  <a:pt x="102243" y="78868"/>
                  <a:pt x="104919" y="78332"/>
                  <a:pt x="106882" y="76905"/>
                </a:cubicBezTo>
                <a:cubicBezTo>
                  <a:pt x="108131" y="76013"/>
                  <a:pt x="109023" y="74585"/>
                  <a:pt x="109737" y="72444"/>
                </a:cubicBezTo>
                <a:cubicBezTo>
                  <a:pt x="109915" y="71552"/>
                  <a:pt x="110094" y="68697"/>
                  <a:pt x="110094" y="64058"/>
                </a:cubicBezTo>
                <a:lnTo>
                  <a:pt x="110094" y="29798"/>
                </a:lnTo>
                <a:cubicBezTo>
                  <a:pt x="110094" y="23375"/>
                  <a:pt x="109201" y="18736"/>
                  <a:pt x="107774" y="15881"/>
                </a:cubicBezTo>
                <a:cubicBezTo>
                  <a:pt x="105454" y="12312"/>
                  <a:pt x="101886" y="10349"/>
                  <a:pt x="96890" y="10349"/>
                </a:cubicBezTo>
                <a:cubicBezTo>
                  <a:pt x="93678" y="10349"/>
                  <a:pt x="90644" y="11241"/>
                  <a:pt x="87611" y="12669"/>
                </a:cubicBezTo>
                <a:cubicBezTo>
                  <a:pt x="84399" y="14275"/>
                  <a:pt x="80652" y="17130"/>
                  <a:pt x="76370" y="21234"/>
                </a:cubicBezTo>
                <a:lnTo>
                  <a:pt x="76191" y="22304"/>
                </a:lnTo>
                <a:lnTo>
                  <a:pt x="76370" y="26051"/>
                </a:lnTo>
                <a:lnTo>
                  <a:pt x="76370" y="64058"/>
                </a:lnTo>
                <a:cubicBezTo>
                  <a:pt x="76370" y="69589"/>
                  <a:pt x="76548" y="72979"/>
                  <a:pt x="77262" y="74228"/>
                </a:cubicBezTo>
                <a:cubicBezTo>
                  <a:pt x="77797" y="75656"/>
                  <a:pt x="78868" y="76727"/>
                  <a:pt x="80652" y="77619"/>
                </a:cubicBezTo>
                <a:cubicBezTo>
                  <a:pt x="82258" y="78511"/>
                  <a:pt x="85113" y="78868"/>
                  <a:pt x="89217" y="78868"/>
                </a:cubicBezTo>
                <a:lnTo>
                  <a:pt x="89217" y="82080"/>
                </a:lnTo>
                <a:lnTo>
                  <a:pt x="48891" y="82080"/>
                </a:lnTo>
                <a:lnTo>
                  <a:pt x="48891" y="78868"/>
                </a:lnTo>
                <a:cubicBezTo>
                  <a:pt x="53173" y="78868"/>
                  <a:pt x="56207" y="78511"/>
                  <a:pt x="57991" y="77440"/>
                </a:cubicBezTo>
                <a:cubicBezTo>
                  <a:pt x="59597" y="76370"/>
                  <a:pt x="60846" y="74764"/>
                  <a:pt x="61560" y="72623"/>
                </a:cubicBezTo>
                <a:cubicBezTo>
                  <a:pt x="61738" y="71730"/>
                  <a:pt x="61917" y="68875"/>
                  <a:pt x="61917" y="64058"/>
                </a:cubicBezTo>
                <a:lnTo>
                  <a:pt x="61917" y="29798"/>
                </a:lnTo>
                <a:cubicBezTo>
                  <a:pt x="61917" y="23375"/>
                  <a:pt x="60846" y="18557"/>
                  <a:pt x="59062" y="15702"/>
                </a:cubicBezTo>
                <a:cubicBezTo>
                  <a:pt x="56385" y="12133"/>
                  <a:pt x="52816" y="10171"/>
                  <a:pt x="48356" y="10171"/>
                </a:cubicBezTo>
                <a:cubicBezTo>
                  <a:pt x="45144" y="10171"/>
                  <a:pt x="41932" y="11063"/>
                  <a:pt x="39077" y="12669"/>
                </a:cubicBezTo>
                <a:cubicBezTo>
                  <a:pt x="34081" y="15167"/>
                  <a:pt x="30334" y="18022"/>
                  <a:pt x="27836" y="21234"/>
                </a:cubicBezTo>
                <a:lnTo>
                  <a:pt x="27836" y="64058"/>
                </a:lnTo>
                <a:cubicBezTo>
                  <a:pt x="27836" y="69411"/>
                  <a:pt x="28193" y="72801"/>
                  <a:pt x="28906" y="74228"/>
                </a:cubicBezTo>
                <a:cubicBezTo>
                  <a:pt x="29620" y="75834"/>
                  <a:pt x="30691" y="77083"/>
                  <a:pt x="32118" y="77797"/>
                </a:cubicBezTo>
                <a:cubicBezTo>
                  <a:pt x="33546" y="78511"/>
                  <a:pt x="36400" y="78868"/>
                  <a:pt x="40861" y="78868"/>
                </a:cubicBezTo>
                <a:lnTo>
                  <a:pt x="40861" y="82080"/>
                </a:lnTo>
                <a:lnTo>
                  <a:pt x="1427" y="82080"/>
                </a:lnTo>
                <a:lnTo>
                  <a:pt x="1427" y="78868"/>
                </a:lnTo>
                <a:cubicBezTo>
                  <a:pt x="4996" y="78868"/>
                  <a:pt x="7494" y="78511"/>
                  <a:pt x="8922" y="77797"/>
                </a:cubicBezTo>
                <a:cubicBezTo>
                  <a:pt x="10349" y="77083"/>
                  <a:pt x="11598" y="75834"/>
                  <a:pt x="12312" y="74050"/>
                </a:cubicBezTo>
                <a:cubicBezTo>
                  <a:pt x="13026" y="72266"/>
                  <a:pt x="13383" y="69054"/>
                  <a:pt x="13383" y="64058"/>
                </a:cubicBezTo>
                <a:lnTo>
                  <a:pt x="13383" y="33546"/>
                </a:lnTo>
                <a:cubicBezTo>
                  <a:pt x="13383" y="24802"/>
                  <a:pt x="13026" y="19092"/>
                  <a:pt x="12669" y="16594"/>
                </a:cubicBezTo>
                <a:cubicBezTo>
                  <a:pt x="12312" y="14810"/>
                  <a:pt x="11598" y="13383"/>
                  <a:pt x="10706" y="12669"/>
                </a:cubicBezTo>
                <a:cubicBezTo>
                  <a:pt x="9814" y="11955"/>
                  <a:pt x="8565" y="11420"/>
                  <a:pt x="7137" y="11420"/>
                </a:cubicBezTo>
                <a:cubicBezTo>
                  <a:pt x="5531" y="11420"/>
                  <a:pt x="3569" y="11955"/>
                  <a:pt x="1427" y="12847"/>
                </a:cubicBezTo>
                <a:lnTo>
                  <a:pt x="0" y="9635"/>
                </a:lnTo>
                <a:lnTo>
                  <a:pt x="24089" y="0"/>
                </a:lnTo>
                <a:lnTo>
                  <a:pt x="27836" y="0"/>
                </a:lnTo>
                <a:lnTo>
                  <a:pt x="27836" y="16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1C0EB-F07C-47DC-AC3D-9C5E5ED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915" y="114723"/>
            <a:ext cx="125974" cy="120800"/>
          </a:xfrm>
          <a:custGeom xmlns:a="http://schemas.openxmlformats.org/drawingml/2006/main">
            <a:pathLst>
              <a:path w="125974" h="120800">
                <a:moveTo>
                  <a:pt x="84221" y="3212"/>
                </a:moveTo>
                <a:lnTo>
                  <a:pt x="84221" y="0"/>
                </a:lnTo>
                <a:lnTo>
                  <a:pt x="125974" y="0"/>
                </a:lnTo>
                <a:lnTo>
                  <a:pt x="125974" y="3212"/>
                </a:lnTo>
                <a:lnTo>
                  <a:pt x="121692" y="3212"/>
                </a:lnTo>
                <a:cubicBezTo>
                  <a:pt x="116874" y="3212"/>
                  <a:pt x="113305" y="5175"/>
                  <a:pt x="110807" y="9100"/>
                </a:cubicBezTo>
                <a:cubicBezTo>
                  <a:pt x="109558" y="10884"/>
                  <a:pt x="109023" y="15167"/>
                  <a:pt x="109023" y="21590"/>
                </a:cubicBezTo>
                <a:lnTo>
                  <a:pt x="109023" y="69589"/>
                </a:lnTo>
                <a:cubicBezTo>
                  <a:pt x="109023" y="81366"/>
                  <a:pt x="107774" y="90644"/>
                  <a:pt x="105454" y="97068"/>
                </a:cubicBezTo>
                <a:cubicBezTo>
                  <a:pt x="103135" y="103670"/>
                  <a:pt x="98495" y="109201"/>
                  <a:pt x="91715" y="113841"/>
                </a:cubicBezTo>
                <a:cubicBezTo>
                  <a:pt x="84756" y="118480"/>
                  <a:pt x="75299" y="120800"/>
                  <a:pt x="63522" y="120800"/>
                </a:cubicBezTo>
                <a:cubicBezTo>
                  <a:pt x="50675" y="120800"/>
                  <a:pt x="40861" y="118480"/>
                  <a:pt x="34259" y="114198"/>
                </a:cubicBezTo>
                <a:cubicBezTo>
                  <a:pt x="27479" y="109737"/>
                  <a:pt x="22840" y="103670"/>
                  <a:pt x="19985" y="96176"/>
                </a:cubicBezTo>
                <a:cubicBezTo>
                  <a:pt x="18200" y="91001"/>
                  <a:pt x="17308" y="81366"/>
                  <a:pt x="17308" y="67091"/>
                </a:cubicBezTo>
                <a:lnTo>
                  <a:pt x="17308" y="20877"/>
                </a:lnTo>
                <a:cubicBezTo>
                  <a:pt x="17308" y="13739"/>
                  <a:pt x="16237" y="8922"/>
                  <a:pt x="14275" y="6602"/>
                </a:cubicBezTo>
                <a:cubicBezTo>
                  <a:pt x="12133" y="4461"/>
                  <a:pt x="8922" y="3212"/>
                  <a:pt x="4461" y="3212"/>
                </a:cubicBezTo>
                <a:lnTo>
                  <a:pt x="0" y="3212"/>
                </a:lnTo>
                <a:lnTo>
                  <a:pt x="0" y="0"/>
                </a:lnTo>
                <a:lnTo>
                  <a:pt x="51210" y="0"/>
                </a:lnTo>
                <a:lnTo>
                  <a:pt x="51210" y="3212"/>
                </a:lnTo>
                <a:lnTo>
                  <a:pt x="46571" y="3212"/>
                </a:lnTo>
                <a:cubicBezTo>
                  <a:pt x="41575" y="3212"/>
                  <a:pt x="38185" y="4818"/>
                  <a:pt x="36222" y="7851"/>
                </a:cubicBezTo>
                <a:cubicBezTo>
                  <a:pt x="34616" y="9992"/>
                  <a:pt x="33902" y="14275"/>
                  <a:pt x="33902" y="20877"/>
                </a:cubicBezTo>
                <a:lnTo>
                  <a:pt x="33902" y="72444"/>
                </a:lnTo>
                <a:cubicBezTo>
                  <a:pt x="33902" y="77083"/>
                  <a:pt x="34259" y="82258"/>
                  <a:pt x="35151" y="88146"/>
                </a:cubicBezTo>
                <a:cubicBezTo>
                  <a:pt x="35865" y="94213"/>
                  <a:pt x="37471" y="98852"/>
                  <a:pt x="39791" y="102064"/>
                </a:cubicBezTo>
                <a:cubicBezTo>
                  <a:pt x="41932" y="105276"/>
                  <a:pt x="45144" y="108131"/>
                  <a:pt x="49248" y="110272"/>
                </a:cubicBezTo>
                <a:cubicBezTo>
                  <a:pt x="53352" y="112413"/>
                  <a:pt x="58526" y="113484"/>
                  <a:pt x="64593" y="113484"/>
                </a:cubicBezTo>
                <a:cubicBezTo>
                  <a:pt x="72266" y="113484"/>
                  <a:pt x="79225" y="111878"/>
                  <a:pt x="85291" y="108488"/>
                </a:cubicBezTo>
                <a:cubicBezTo>
                  <a:pt x="91358" y="105097"/>
                  <a:pt x="95640" y="100815"/>
                  <a:pt x="97782" y="95462"/>
                </a:cubicBezTo>
                <a:cubicBezTo>
                  <a:pt x="99923" y="90287"/>
                  <a:pt x="101172" y="81366"/>
                  <a:pt x="101172" y="68697"/>
                </a:cubicBezTo>
                <a:lnTo>
                  <a:pt x="101172" y="20877"/>
                </a:lnTo>
                <a:cubicBezTo>
                  <a:pt x="101172" y="13561"/>
                  <a:pt x="100280" y="8922"/>
                  <a:pt x="98852" y="6959"/>
                </a:cubicBezTo>
                <a:cubicBezTo>
                  <a:pt x="96533" y="4461"/>
                  <a:pt x="93142" y="3212"/>
                  <a:pt x="88682" y="3212"/>
                </a:cubicBezTo>
                <a:lnTo>
                  <a:pt x="84221" y="3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51218-CAD0-4427-A53F-A7C926FC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595" y="150767"/>
            <a:ext cx="54422" cy="84399"/>
          </a:xfrm>
          <a:custGeom xmlns:a="http://schemas.openxmlformats.org/drawingml/2006/main">
            <a:pathLst>
              <a:path w="54422" h="84399">
                <a:moveTo>
                  <a:pt x="48356" y="0"/>
                </a:moveTo>
                <a:lnTo>
                  <a:pt x="48356" y="27122"/>
                </a:lnTo>
                <a:lnTo>
                  <a:pt x="45501" y="27122"/>
                </a:lnTo>
                <a:cubicBezTo>
                  <a:pt x="43359" y="18557"/>
                  <a:pt x="40504" y="12847"/>
                  <a:pt x="37114" y="9635"/>
                </a:cubicBezTo>
                <a:cubicBezTo>
                  <a:pt x="33546" y="6602"/>
                  <a:pt x="29263" y="4996"/>
                  <a:pt x="23910" y="4996"/>
                </a:cubicBezTo>
                <a:cubicBezTo>
                  <a:pt x="19628" y="4996"/>
                  <a:pt x="16416" y="6067"/>
                  <a:pt x="13918" y="8208"/>
                </a:cubicBezTo>
                <a:cubicBezTo>
                  <a:pt x="11420" y="10349"/>
                  <a:pt x="10171" y="12847"/>
                  <a:pt x="10171" y="15345"/>
                </a:cubicBezTo>
                <a:cubicBezTo>
                  <a:pt x="10171" y="18736"/>
                  <a:pt x="11063" y="21590"/>
                  <a:pt x="13026" y="23732"/>
                </a:cubicBezTo>
                <a:cubicBezTo>
                  <a:pt x="14810" y="26230"/>
                  <a:pt x="18379" y="28728"/>
                  <a:pt x="24089" y="31404"/>
                </a:cubicBezTo>
                <a:lnTo>
                  <a:pt x="36757" y="37471"/>
                </a:lnTo>
                <a:cubicBezTo>
                  <a:pt x="48534" y="43359"/>
                  <a:pt x="54422" y="51032"/>
                  <a:pt x="54422" y="60311"/>
                </a:cubicBezTo>
                <a:cubicBezTo>
                  <a:pt x="54422" y="67626"/>
                  <a:pt x="51567" y="73515"/>
                  <a:pt x="46214" y="77797"/>
                </a:cubicBezTo>
                <a:cubicBezTo>
                  <a:pt x="40683" y="82080"/>
                  <a:pt x="34616" y="84399"/>
                  <a:pt x="27836" y="84399"/>
                </a:cubicBezTo>
                <a:cubicBezTo>
                  <a:pt x="22840" y="84399"/>
                  <a:pt x="17308" y="83507"/>
                  <a:pt x="11063" y="81901"/>
                </a:cubicBezTo>
                <a:cubicBezTo>
                  <a:pt x="9100" y="81366"/>
                  <a:pt x="7494" y="81009"/>
                  <a:pt x="6245" y="81009"/>
                </a:cubicBezTo>
                <a:cubicBezTo>
                  <a:pt x="4818" y="81009"/>
                  <a:pt x="3926" y="81723"/>
                  <a:pt x="3212" y="83150"/>
                </a:cubicBezTo>
                <a:lnTo>
                  <a:pt x="357" y="83150"/>
                </a:lnTo>
                <a:lnTo>
                  <a:pt x="357" y="54779"/>
                </a:lnTo>
                <a:lnTo>
                  <a:pt x="3212" y="54779"/>
                </a:lnTo>
                <a:cubicBezTo>
                  <a:pt x="4818" y="62987"/>
                  <a:pt x="7851" y="69232"/>
                  <a:pt x="12490" y="73336"/>
                </a:cubicBezTo>
                <a:cubicBezTo>
                  <a:pt x="17130" y="77440"/>
                  <a:pt x="22304" y="79403"/>
                  <a:pt x="28014" y="79403"/>
                </a:cubicBezTo>
                <a:cubicBezTo>
                  <a:pt x="31940" y="79403"/>
                  <a:pt x="35151" y="78332"/>
                  <a:pt x="37650" y="75834"/>
                </a:cubicBezTo>
                <a:cubicBezTo>
                  <a:pt x="40148" y="73515"/>
                  <a:pt x="41575" y="70660"/>
                  <a:pt x="41575" y="67270"/>
                </a:cubicBezTo>
                <a:cubicBezTo>
                  <a:pt x="41575" y="63344"/>
                  <a:pt x="40148" y="60132"/>
                  <a:pt x="37293" y="57277"/>
                </a:cubicBezTo>
                <a:cubicBezTo>
                  <a:pt x="34438" y="54601"/>
                  <a:pt x="28728" y="51210"/>
                  <a:pt x="20341" y="46928"/>
                </a:cubicBezTo>
                <a:cubicBezTo>
                  <a:pt x="11955" y="42824"/>
                  <a:pt x="6424" y="39077"/>
                  <a:pt x="3926" y="35508"/>
                </a:cubicBezTo>
                <a:cubicBezTo>
                  <a:pt x="1249" y="32297"/>
                  <a:pt x="0" y="28014"/>
                  <a:pt x="0" y="23018"/>
                </a:cubicBezTo>
                <a:cubicBezTo>
                  <a:pt x="0" y="16594"/>
                  <a:pt x="2141" y="11063"/>
                  <a:pt x="6780" y="6602"/>
                </a:cubicBezTo>
                <a:cubicBezTo>
                  <a:pt x="11241" y="2320"/>
                  <a:pt x="17130" y="0"/>
                  <a:pt x="24267" y="0"/>
                </a:cubicBezTo>
                <a:cubicBezTo>
                  <a:pt x="27300" y="0"/>
                  <a:pt x="31047" y="714"/>
                  <a:pt x="35687" y="1963"/>
                </a:cubicBezTo>
                <a:cubicBezTo>
                  <a:pt x="38542" y="2855"/>
                  <a:pt x="40504" y="3212"/>
                  <a:pt x="41575" y="3212"/>
                </a:cubicBezTo>
                <a:cubicBezTo>
                  <a:pt x="42467" y="3212"/>
                  <a:pt x="43181" y="3033"/>
                  <a:pt x="43716" y="2677"/>
                </a:cubicBezTo>
                <a:cubicBezTo>
                  <a:pt x="44073" y="2320"/>
                  <a:pt x="44787" y="1427"/>
                  <a:pt x="45501" y="0"/>
                </a:cubicBezTo>
                <a:lnTo>
                  <a:pt x="483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3C277-FAFA-4CE3-94AC-15FEE24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686" y="150767"/>
            <a:ext cx="72444" cy="83507"/>
          </a:xfrm>
          <a:custGeom xmlns:a="http://schemas.openxmlformats.org/drawingml/2006/main">
            <a:pathLst>
              <a:path w="72444" h="83507">
                <a:moveTo>
                  <a:pt x="44430" y="70660"/>
                </a:moveTo>
                <a:cubicBezTo>
                  <a:pt x="36222" y="77083"/>
                  <a:pt x="31047" y="80652"/>
                  <a:pt x="28906" y="81544"/>
                </a:cubicBezTo>
                <a:cubicBezTo>
                  <a:pt x="25694" y="82793"/>
                  <a:pt x="22483" y="83507"/>
                  <a:pt x="18914" y="83507"/>
                </a:cubicBezTo>
                <a:cubicBezTo>
                  <a:pt x="13383" y="83507"/>
                  <a:pt x="8922" y="81723"/>
                  <a:pt x="5353" y="77976"/>
                </a:cubicBezTo>
                <a:cubicBezTo>
                  <a:pt x="1784" y="74407"/>
                  <a:pt x="0" y="69411"/>
                  <a:pt x="0" y="63166"/>
                </a:cubicBezTo>
                <a:cubicBezTo>
                  <a:pt x="0" y="59240"/>
                  <a:pt x="714" y="55850"/>
                  <a:pt x="2498" y="52995"/>
                </a:cubicBezTo>
                <a:cubicBezTo>
                  <a:pt x="4818" y="49069"/>
                  <a:pt x="8922" y="45501"/>
                  <a:pt x="14810" y="41932"/>
                </a:cubicBezTo>
                <a:cubicBezTo>
                  <a:pt x="20698" y="38542"/>
                  <a:pt x="30512" y="34259"/>
                  <a:pt x="44430" y="29263"/>
                </a:cubicBezTo>
                <a:lnTo>
                  <a:pt x="44430" y="26051"/>
                </a:lnTo>
                <a:cubicBezTo>
                  <a:pt x="44430" y="18200"/>
                  <a:pt x="43003" y="12669"/>
                  <a:pt x="40504" y="9635"/>
                </a:cubicBezTo>
                <a:cubicBezTo>
                  <a:pt x="38006" y="6780"/>
                  <a:pt x="34259" y="5175"/>
                  <a:pt x="29620" y="5175"/>
                </a:cubicBezTo>
                <a:cubicBezTo>
                  <a:pt x="25873" y="5175"/>
                  <a:pt x="23018" y="6245"/>
                  <a:pt x="20877" y="8208"/>
                </a:cubicBezTo>
                <a:cubicBezTo>
                  <a:pt x="18557" y="10349"/>
                  <a:pt x="17487" y="12490"/>
                  <a:pt x="17487" y="14988"/>
                </a:cubicBezTo>
                <a:lnTo>
                  <a:pt x="17665" y="19985"/>
                </a:lnTo>
                <a:cubicBezTo>
                  <a:pt x="17665" y="22840"/>
                  <a:pt x="16951" y="24802"/>
                  <a:pt x="15524" y="26230"/>
                </a:cubicBezTo>
                <a:cubicBezTo>
                  <a:pt x="14096" y="27657"/>
                  <a:pt x="12490" y="28371"/>
                  <a:pt x="10349" y="28371"/>
                </a:cubicBezTo>
                <a:cubicBezTo>
                  <a:pt x="8208" y="28371"/>
                  <a:pt x="6424" y="27657"/>
                  <a:pt x="4996" y="26230"/>
                </a:cubicBezTo>
                <a:cubicBezTo>
                  <a:pt x="3569" y="24802"/>
                  <a:pt x="3033" y="22661"/>
                  <a:pt x="3033" y="19985"/>
                </a:cubicBezTo>
                <a:cubicBezTo>
                  <a:pt x="3033" y="14988"/>
                  <a:pt x="5531" y="10528"/>
                  <a:pt x="10706" y="6245"/>
                </a:cubicBezTo>
                <a:cubicBezTo>
                  <a:pt x="15702" y="2141"/>
                  <a:pt x="22840" y="0"/>
                  <a:pt x="32118" y="0"/>
                </a:cubicBezTo>
                <a:cubicBezTo>
                  <a:pt x="39255" y="0"/>
                  <a:pt x="44965" y="1249"/>
                  <a:pt x="49605" y="3569"/>
                </a:cubicBezTo>
                <a:cubicBezTo>
                  <a:pt x="52995" y="5353"/>
                  <a:pt x="55493" y="8208"/>
                  <a:pt x="57099" y="11955"/>
                </a:cubicBezTo>
                <a:cubicBezTo>
                  <a:pt x="58169" y="14453"/>
                  <a:pt x="58705" y="19628"/>
                  <a:pt x="58705" y="27300"/>
                </a:cubicBezTo>
                <a:lnTo>
                  <a:pt x="58705" y="54422"/>
                </a:lnTo>
                <a:cubicBezTo>
                  <a:pt x="58705" y="62095"/>
                  <a:pt x="58705" y="66734"/>
                  <a:pt x="59062" y="68340"/>
                </a:cubicBezTo>
                <a:cubicBezTo>
                  <a:pt x="59418" y="70124"/>
                  <a:pt x="59775" y="71195"/>
                  <a:pt x="60489" y="71730"/>
                </a:cubicBezTo>
                <a:cubicBezTo>
                  <a:pt x="61203" y="72444"/>
                  <a:pt x="61917" y="72623"/>
                  <a:pt x="62809" y="72623"/>
                </a:cubicBezTo>
                <a:cubicBezTo>
                  <a:pt x="63701" y="72623"/>
                  <a:pt x="64593" y="72444"/>
                  <a:pt x="65307" y="72087"/>
                </a:cubicBezTo>
                <a:cubicBezTo>
                  <a:pt x="66556" y="71373"/>
                  <a:pt x="68875" y="69232"/>
                  <a:pt x="72444" y="65664"/>
                </a:cubicBezTo>
                <a:lnTo>
                  <a:pt x="72444" y="70660"/>
                </a:lnTo>
                <a:cubicBezTo>
                  <a:pt x="65842" y="79225"/>
                  <a:pt x="59597" y="83507"/>
                  <a:pt x="53709" y="83507"/>
                </a:cubicBezTo>
                <a:cubicBezTo>
                  <a:pt x="50854" y="83507"/>
                  <a:pt x="48534" y="82436"/>
                  <a:pt x="46928" y="80652"/>
                </a:cubicBezTo>
                <a:cubicBezTo>
                  <a:pt x="45144" y="78868"/>
                  <a:pt x="44430" y="75477"/>
                  <a:pt x="44430" y="70660"/>
                </a:cubicBezTo>
                <a:close/>
                <a:moveTo>
                  <a:pt x="44430" y="64950"/>
                </a:moveTo>
                <a:lnTo>
                  <a:pt x="44430" y="34438"/>
                </a:lnTo>
                <a:cubicBezTo>
                  <a:pt x="35508" y="38006"/>
                  <a:pt x="29798" y="40504"/>
                  <a:pt x="27300" y="41932"/>
                </a:cubicBezTo>
                <a:cubicBezTo>
                  <a:pt x="22661" y="44430"/>
                  <a:pt x="19449" y="47107"/>
                  <a:pt x="17487" y="49961"/>
                </a:cubicBezTo>
                <a:cubicBezTo>
                  <a:pt x="15524" y="52816"/>
                  <a:pt x="14632" y="55850"/>
                  <a:pt x="14632" y="59062"/>
                </a:cubicBezTo>
                <a:cubicBezTo>
                  <a:pt x="14632" y="63344"/>
                  <a:pt x="15881" y="66734"/>
                  <a:pt x="18379" y="69589"/>
                </a:cubicBezTo>
                <a:cubicBezTo>
                  <a:pt x="20877" y="72444"/>
                  <a:pt x="23732" y="73693"/>
                  <a:pt x="26943" y="73693"/>
                </a:cubicBezTo>
                <a:cubicBezTo>
                  <a:pt x="31226" y="73693"/>
                  <a:pt x="37114" y="70838"/>
                  <a:pt x="44430" y="64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CC17F-5CC6-41E8-A534-5F7C9213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40" y="150767"/>
            <a:ext cx="80652" cy="120443"/>
          </a:xfrm>
          <a:custGeom xmlns:a="http://schemas.openxmlformats.org/drawingml/2006/main">
            <a:pathLst>
              <a:path w="80652" h="120443">
                <a:moveTo>
                  <a:pt x="21590" y="52995"/>
                </a:moveTo>
                <a:cubicBezTo>
                  <a:pt x="16594" y="50675"/>
                  <a:pt x="12847" y="47285"/>
                  <a:pt x="10349" y="43003"/>
                </a:cubicBezTo>
                <a:cubicBezTo>
                  <a:pt x="7673" y="38720"/>
                  <a:pt x="6424" y="34081"/>
                  <a:pt x="6424" y="28906"/>
                </a:cubicBezTo>
                <a:cubicBezTo>
                  <a:pt x="6424" y="21055"/>
                  <a:pt x="9279" y="14275"/>
                  <a:pt x="15345" y="8565"/>
                </a:cubicBezTo>
                <a:cubicBezTo>
                  <a:pt x="21234" y="2855"/>
                  <a:pt x="28906" y="0"/>
                  <a:pt x="38185" y="0"/>
                </a:cubicBezTo>
                <a:cubicBezTo>
                  <a:pt x="45679" y="0"/>
                  <a:pt x="52281" y="1963"/>
                  <a:pt x="57991" y="5531"/>
                </a:cubicBezTo>
                <a:lnTo>
                  <a:pt x="74942" y="5531"/>
                </a:lnTo>
                <a:cubicBezTo>
                  <a:pt x="77440" y="5531"/>
                  <a:pt x="78868" y="5710"/>
                  <a:pt x="79225" y="5710"/>
                </a:cubicBezTo>
                <a:cubicBezTo>
                  <a:pt x="79581" y="5888"/>
                  <a:pt x="79938" y="6067"/>
                  <a:pt x="80117" y="6424"/>
                </a:cubicBezTo>
                <a:cubicBezTo>
                  <a:pt x="80474" y="7137"/>
                  <a:pt x="80652" y="8030"/>
                  <a:pt x="80652" y="9279"/>
                </a:cubicBezTo>
                <a:cubicBezTo>
                  <a:pt x="80652" y="10706"/>
                  <a:pt x="80474" y="11777"/>
                  <a:pt x="80117" y="12312"/>
                </a:cubicBezTo>
                <a:cubicBezTo>
                  <a:pt x="79938" y="12669"/>
                  <a:pt x="79581" y="13026"/>
                  <a:pt x="79225" y="13204"/>
                </a:cubicBezTo>
                <a:cubicBezTo>
                  <a:pt x="78868" y="13383"/>
                  <a:pt x="77440" y="13383"/>
                  <a:pt x="74942" y="13383"/>
                </a:cubicBezTo>
                <a:lnTo>
                  <a:pt x="64593" y="13383"/>
                </a:lnTo>
                <a:cubicBezTo>
                  <a:pt x="67805" y="17665"/>
                  <a:pt x="69411" y="23018"/>
                  <a:pt x="69411" y="29442"/>
                </a:cubicBezTo>
                <a:cubicBezTo>
                  <a:pt x="69411" y="36936"/>
                  <a:pt x="66556" y="43181"/>
                  <a:pt x="60846" y="48534"/>
                </a:cubicBezTo>
                <a:cubicBezTo>
                  <a:pt x="55136" y="53887"/>
                  <a:pt x="47463" y="56385"/>
                  <a:pt x="38006" y="56385"/>
                </a:cubicBezTo>
                <a:cubicBezTo>
                  <a:pt x="33902" y="56385"/>
                  <a:pt x="29798" y="55850"/>
                  <a:pt x="25873" y="54601"/>
                </a:cubicBezTo>
                <a:cubicBezTo>
                  <a:pt x="23196" y="56920"/>
                  <a:pt x="21412" y="58883"/>
                  <a:pt x="20520" y="60489"/>
                </a:cubicBezTo>
                <a:cubicBezTo>
                  <a:pt x="19628" y="62273"/>
                  <a:pt x="19271" y="63522"/>
                  <a:pt x="19271" y="64593"/>
                </a:cubicBezTo>
                <a:cubicBezTo>
                  <a:pt x="19271" y="65664"/>
                  <a:pt x="19628" y="66734"/>
                  <a:pt x="20698" y="67626"/>
                </a:cubicBezTo>
                <a:cubicBezTo>
                  <a:pt x="21590" y="68519"/>
                  <a:pt x="23553" y="69232"/>
                  <a:pt x="26408" y="69589"/>
                </a:cubicBezTo>
                <a:cubicBezTo>
                  <a:pt x="27836" y="69946"/>
                  <a:pt x="31940" y="70124"/>
                  <a:pt x="38542" y="70124"/>
                </a:cubicBezTo>
                <a:cubicBezTo>
                  <a:pt x="50497" y="70481"/>
                  <a:pt x="58169" y="71017"/>
                  <a:pt x="61738" y="71373"/>
                </a:cubicBezTo>
                <a:cubicBezTo>
                  <a:pt x="67091" y="72087"/>
                  <a:pt x="71552" y="74050"/>
                  <a:pt x="74764" y="77262"/>
                </a:cubicBezTo>
                <a:cubicBezTo>
                  <a:pt x="77976" y="80474"/>
                  <a:pt x="79581" y="84399"/>
                  <a:pt x="79581" y="89217"/>
                </a:cubicBezTo>
                <a:cubicBezTo>
                  <a:pt x="79581" y="95640"/>
                  <a:pt x="76370" y="101886"/>
                  <a:pt x="70303" y="107774"/>
                </a:cubicBezTo>
                <a:cubicBezTo>
                  <a:pt x="61203" y="116160"/>
                  <a:pt x="49426" y="120443"/>
                  <a:pt x="34973" y="120443"/>
                </a:cubicBezTo>
                <a:cubicBezTo>
                  <a:pt x="23553" y="120443"/>
                  <a:pt x="14096" y="117766"/>
                  <a:pt x="6424" y="112770"/>
                </a:cubicBezTo>
                <a:cubicBezTo>
                  <a:pt x="2141" y="109915"/>
                  <a:pt x="0" y="106882"/>
                  <a:pt x="0" y="103848"/>
                </a:cubicBezTo>
                <a:cubicBezTo>
                  <a:pt x="0" y="102421"/>
                  <a:pt x="178" y="100993"/>
                  <a:pt x="892" y="99566"/>
                </a:cubicBezTo>
                <a:cubicBezTo>
                  <a:pt x="1784" y="97425"/>
                  <a:pt x="3747" y="94391"/>
                  <a:pt x="6959" y="90644"/>
                </a:cubicBezTo>
                <a:cubicBezTo>
                  <a:pt x="7316" y="89931"/>
                  <a:pt x="10349" y="86897"/>
                  <a:pt x="15881" y="81366"/>
                </a:cubicBezTo>
                <a:cubicBezTo>
                  <a:pt x="12847" y="79581"/>
                  <a:pt x="10706" y="77976"/>
                  <a:pt x="9457" y="76548"/>
                </a:cubicBezTo>
                <a:cubicBezTo>
                  <a:pt x="8208" y="75121"/>
                  <a:pt x="7673" y="73515"/>
                  <a:pt x="7673" y="71730"/>
                </a:cubicBezTo>
                <a:cubicBezTo>
                  <a:pt x="7673" y="69768"/>
                  <a:pt x="8386" y="67448"/>
                  <a:pt x="10171" y="64593"/>
                </a:cubicBezTo>
                <a:cubicBezTo>
                  <a:pt x="11777" y="61917"/>
                  <a:pt x="15524" y="57991"/>
                  <a:pt x="21590" y="52995"/>
                </a:cubicBezTo>
                <a:close/>
                <a:moveTo>
                  <a:pt x="36757" y="4104"/>
                </a:moveTo>
                <a:cubicBezTo>
                  <a:pt x="32475" y="4104"/>
                  <a:pt x="28728" y="5888"/>
                  <a:pt x="25873" y="9279"/>
                </a:cubicBezTo>
                <a:cubicBezTo>
                  <a:pt x="23018" y="12847"/>
                  <a:pt x="21590" y="18022"/>
                  <a:pt x="21590" y="24981"/>
                </a:cubicBezTo>
                <a:cubicBezTo>
                  <a:pt x="21590" y="34259"/>
                  <a:pt x="23553" y="41397"/>
                  <a:pt x="27479" y="46393"/>
                </a:cubicBezTo>
                <a:cubicBezTo>
                  <a:pt x="30334" y="50318"/>
                  <a:pt x="34259" y="52103"/>
                  <a:pt x="39077" y="52103"/>
                </a:cubicBezTo>
                <a:cubicBezTo>
                  <a:pt x="43359" y="52103"/>
                  <a:pt x="46928" y="50497"/>
                  <a:pt x="49783" y="47107"/>
                </a:cubicBezTo>
                <a:cubicBezTo>
                  <a:pt x="52638" y="43895"/>
                  <a:pt x="54065" y="38720"/>
                  <a:pt x="54065" y="31583"/>
                </a:cubicBezTo>
                <a:cubicBezTo>
                  <a:pt x="54065" y="22304"/>
                  <a:pt x="52103" y="15167"/>
                  <a:pt x="48177" y="9814"/>
                </a:cubicBezTo>
                <a:cubicBezTo>
                  <a:pt x="45144" y="6067"/>
                  <a:pt x="41397" y="4104"/>
                  <a:pt x="36757" y="4104"/>
                </a:cubicBezTo>
                <a:close/>
                <a:moveTo>
                  <a:pt x="20698" y="82080"/>
                </a:moveTo>
                <a:cubicBezTo>
                  <a:pt x="17843" y="84934"/>
                  <a:pt x="15881" y="87611"/>
                  <a:pt x="14453" y="90109"/>
                </a:cubicBezTo>
                <a:cubicBezTo>
                  <a:pt x="13026" y="92607"/>
                  <a:pt x="12490" y="95105"/>
                  <a:pt x="12490" y="97246"/>
                </a:cubicBezTo>
                <a:cubicBezTo>
                  <a:pt x="12490" y="99923"/>
                  <a:pt x="14096" y="102421"/>
                  <a:pt x="17487" y="104562"/>
                </a:cubicBezTo>
                <a:cubicBezTo>
                  <a:pt x="23196" y="108131"/>
                  <a:pt x="31583" y="109915"/>
                  <a:pt x="42646" y="109915"/>
                </a:cubicBezTo>
                <a:cubicBezTo>
                  <a:pt x="52995" y="109915"/>
                  <a:pt x="60667" y="107952"/>
                  <a:pt x="65664" y="104384"/>
                </a:cubicBezTo>
                <a:cubicBezTo>
                  <a:pt x="70660" y="100637"/>
                  <a:pt x="73158" y="96711"/>
                  <a:pt x="73158" y="92607"/>
                </a:cubicBezTo>
                <a:cubicBezTo>
                  <a:pt x="73158" y="89574"/>
                  <a:pt x="71730" y="87433"/>
                  <a:pt x="68875" y="86183"/>
                </a:cubicBezTo>
                <a:cubicBezTo>
                  <a:pt x="65664" y="84756"/>
                  <a:pt x="59775" y="84042"/>
                  <a:pt x="50854" y="83864"/>
                </a:cubicBezTo>
                <a:cubicBezTo>
                  <a:pt x="37650" y="83507"/>
                  <a:pt x="27657" y="82793"/>
                  <a:pt x="20698" y="82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18CEE-FF2D-4E77-B952-70D52E41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06" y="150588"/>
            <a:ext cx="67626" cy="84578"/>
          </a:xfrm>
          <a:custGeom xmlns:a="http://schemas.openxmlformats.org/drawingml/2006/main">
            <a:pathLst>
              <a:path w="67626" h="84578">
                <a:moveTo>
                  <a:pt x="12312" y="32475"/>
                </a:moveTo>
                <a:cubicBezTo>
                  <a:pt x="12312" y="44430"/>
                  <a:pt x="15167" y="53709"/>
                  <a:pt x="21055" y="60489"/>
                </a:cubicBezTo>
                <a:cubicBezTo>
                  <a:pt x="26765" y="67270"/>
                  <a:pt x="33724" y="70481"/>
                  <a:pt x="41575" y="70481"/>
                </a:cubicBezTo>
                <a:cubicBezTo>
                  <a:pt x="46571" y="70481"/>
                  <a:pt x="51032" y="69054"/>
                  <a:pt x="54958" y="66199"/>
                </a:cubicBezTo>
                <a:cubicBezTo>
                  <a:pt x="58883" y="63344"/>
                  <a:pt x="62095" y="58526"/>
                  <a:pt x="64771" y="51389"/>
                </a:cubicBezTo>
                <a:lnTo>
                  <a:pt x="67626" y="53173"/>
                </a:lnTo>
                <a:cubicBezTo>
                  <a:pt x="66199" y="61203"/>
                  <a:pt x="62630" y="68519"/>
                  <a:pt x="56920" y="74942"/>
                </a:cubicBezTo>
                <a:cubicBezTo>
                  <a:pt x="51032" y="81366"/>
                  <a:pt x="43716" y="84578"/>
                  <a:pt x="34795" y="84578"/>
                </a:cubicBezTo>
                <a:cubicBezTo>
                  <a:pt x="25159" y="84578"/>
                  <a:pt x="16951" y="81009"/>
                  <a:pt x="10171" y="73515"/>
                </a:cubicBezTo>
                <a:cubicBezTo>
                  <a:pt x="3390" y="66020"/>
                  <a:pt x="0" y="56028"/>
                  <a:pt x="0" y="43359"/>
                </a:cubicBezTo>
                <a:cubicBezTo>
                  <a:pt x="0" y="29798"/>
                  <a:pt x="3390" y="19092"/>
                  <a:pt x="10528" y="11420"/>
                </a:cubicBezTo>
                <a:cubicBezTo>
                  <a:pt x="17487" y="3926"/>
                  <a:pt x="26230" y="0"/>
                  <a:pt x="36936" y="0"/>
                </a:cubicBezTo>
                <a:cubicBezTo>
                  <a:pt x="45857" y="0"/>
                  <a:pt x="53173" y="3033"/>
                  <a:pt x="58883" y="8922"/>
                </a:cubicBezTo>
                <a:cubicBezTo>
                  <a:pt x="64593" y="14810"/>
                  <a:pt x="67626" y="22661"/>
                  <a:pt x="67626" y="32475"/>
                </a:cubicBezTo>
                <a:lnTo>
                  <a:pt x="12312" y="32475"/>
                </a:lnTo>
                <a:close/>
                <a:moveTo>
                  <a:pt x="12312" y="27479"/>
                </a:moveTo>
                <a:lnTo>
                  <a:pt x="49248" y="27479"/>
                </a:lnTo>
                <a:cubicBezTo>
                  <a:pt x="48891" y="22483"/>
                  <a:pt x="48356" y="18736"/>
                  <a:pt x="47463" y="16594"/>
                </a:cubicBezTo>
                <a:cubicBezTo>
                  <a:pt x="46036" y="13383"/>
                  <a:pt x="43895" y="10884"/>
                  <a:pt x="41040" y="9100"/>
                </a:cubicBezTo>
                <a:cubicBezTo>
                  <a:pt x="38185" y="7316"/>
                  <a:pt x="35151" y="6245"/>
                  <a:pt x="31940" y="6245"/>
                </a:cubicBezTo>
                <a:cubicBezTo>
                  <a:pt x="27122" y="6245"/>
                  <a:pt x="22840" y="8208"/>
                  <a:pt x="19092" y="11955"/>
                </a:cubicBezTo>
                <a:cubicBezTo>
                  <a:pt x="15167" y="15702"/>
                  <a:pt x="13026" y="20877"/>
                  <a:pt x="12312" y="27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6B6BC-67CE-450E-B4F4-50D488B1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0" y="114723"/>
            <a:ext cx="117588" cy="118123"/>
          </a:xfrm>
          <a:custGeom xmlns:a="http://schemas.openxmlformats.org/drawingml/2006/main">
            <a:pathLst>
              <a:path w="117588" h="118123">
                <a:moveTo>
                  <a:pt x="117588" y="118123"/>
                </a:moveTo>
                <a:lnTo>
                  <a:pt x="86005" y="118123"/>
                </a:lnTo>
                <a:lnTo>
                  <a:pt x="46036" y="62809"/>
                </a:lnTo>
                <a:cubicBezTo>
                  <a:pt x="43003" y="62987"/>
                  <a:pt x="40504" y="62987"/>
                  <a:pt x="38720" y="62987"/>
                </a:cubicBezTo>
                <a:cubicBezTo>
                  <a:pt x="38006" y="62987"/>
                  <a:pt x="37114" y="62987"/>
                  <a:pt x="36222" y="62987"/>
                </a:cubicBezTo>
                <a:cubicBezTo>
                  <a:pt x="35330" y="62987"/>
                  <a:pt x="34438" y="62987"/>
                  <a:pt x="33724" y="62809"/>
                </a:cubicBezTo>
                <a:lnTo>
                  <a:pt x="33724" y="97246"/>
                </a:lnTo>
                <a:cubicBezTo>
                  <a:pt x="33724" y="104741"/>
                  <a:pt x="34438" y="109201"/>
                  <a:pt x="36044" y="110986"/>
                </a:cubicBezTo>
                <a:cubicBezTo>
                  <a:pt x="38185" y="113662"/>
                  <a:pt x="41575" y="114911"/>
                  <a:pt x="46036" y="114911"/>
                </a:cubicBezTo>
                <a:lnTo>
                  <a:pt x="50675" y="114911"/>
                </a:lnTo>
                <a:lnTo>
                  <a:pt x="50675" y="118123"/>
                </a:lnTo>
                <a:lnTo>
                  <a:pt x="0" y="118123"/>
                </a:lnTo>
                <a:lnTo>
                  <a:pt x="0" y="114911"/>
                </a:lnTo>
                <a:lnTo>
                  <a:pt x="4461" y="114911"/>
                </a:lnTo>
                <a:cubicBezTo>
                  <a:pt x="9457" y="114911"/>
                  <a:pt x="13026" y="113305"/>
                  <a:pt x="15167" y="110094"/>
                </a:cubicBezTo>
                <a:cubicBezTo>
                  <a:pt x="16237" y="108309"/>
                  <a:pt x="16951" y="104027"/>
                  <a:pt x="16951" y="97246"/>
                </a:cubicBezTo>
                <a:lnTo>
                  <a:pt x="16951" y="20877"/>
                </a:lnTo>
                <a:cubicBezTo>
                  <a:pt x="16951" y="13561"/>
                  <a:pt x="16059" y="8922"/>
                  <a:pt x="14632" y="6959"/>
                </a:cubicBezTo>
                <a:cubicBezTo>
                  <a:pt x="12312" y="4461"/>
                  <a:pt x="8922" y="3212"/>
                  <a:pt x="4461" y="3212"/>
                </a:cubicBezTo>
                <a:lnTo>
                  <a:pt x="0" y="3212"/>
                </a:lnTo>
                <a:lnTo>
                  <a:pt x="0" y="0"/>
                </a:lnTo>
                <a:lnTo>
                  <a:pt x="43003" y="0"/>
                </a:lnTo>
                <a:cubicBezTo>
                  <a:pt x="55493" y="0"/>
                  <a:pt x="64771" y="1071"/>
                  <a:pt x="70838" y="2855"/>
                </a:cubicBezTo>
                <a:cubicBezTo>
                  <a:pt x="76727" y="4639"/>
                  <a:pt x="81723" y="8030"/>
                  <a:pt x="86005" y="12847"/>
                </a:cubicBezTo>
                <a:cubicBezTo>
                  <a:pt x="90109" y="17843"/>
                  <a:pt x="92250" y="23553"/>
                  <a:pt x="92250" y="30334"/>
                </a:cubicBezTo>
                <a:cubicBezTo>
                  <a:pt x="92250" y="37650"/>
                  <a:pt x="89752" y="43895"/>
                  <a:pt x="85113" y="49248"/>
                </a:cubicBezTo>
                <a:cubicBezTo>
                  <a:pt x="80295" y="54601"/>
                  <a:pt x="72979" y="58526"/>
                  <a:pt x="63166" y="60667"/>
                </a:cubicBezTo>
                <a:lnTo>
                  <a:pt x="87433" y="94570"/>
                </a:lnTo>
                <a:cubicBezTo>
                  <a:pt x="92964" y="102421"/>
                  <a:pt x="97782" y="107596"/>
                  <a:pt x="101886" y="110094"/>
                </a:cubicBezTo>
                <a:cubicBezTo>
                  <a:pt x="105811" y="112592"/>
                  <a:pt x="111164" y="114198"/>
                  <a:pt x="117588" y="114911"/>
                </a:cubicBezTo>
                <a:lnTo>
                  <a:pt x="117588" y="118123"/>
                </a:lnTo>
                <a:close/>
                <a:moveTo>
                  <a:pt x="33724" y="57456"/>
                </a:moveTo>
                <a:cubicBezTo>
                  <a:pt x="34795" y="57456"/>
                  <a:pt x="35687" y="57456"/>
                  <a:pt x="36579" y="57456"/>
                </a:cubicBezTo>
                <a:cubicBezTo>
                  <a:pt x="37293" y="57456"/>
                  <a:pt x="38006" y="57456"/>
                  <a:pt x="38542" y="57456"/>
                </a:cubicBezTo>
                <a:cubicBezTo>
                  <a:pt x="49783" y="57456"/>
                  <a:pt x="58348" y="55136"/>
                  <a:pt x="64058" y="50140"/>
                </a:cubicBezTo>
                <a:cubicBezTo>
                  <a:pt x="69768" y="45322"/>
                  <a:pt x="72623" y="39077"/>
                  <a:pt x="72623" y="31583"/>
                </a:cubicBezTo>
                <a:cubicBezTo>
                  <a:pt x="72623" y="24267"/>
                  <a:pt x="70303" y="18200"/>
                  <a:pt x="65664" y="13561"/>
                </a:cubicBezTo>
                <a:cubicBezTo>
                  <a:pt x="61024" y="8922"/>
                  <a:pt x="54779" y="6602"/>
                  <a:pt x="47285" y="6602"/>
                </a:cubicBezTo>
                <a:cubicBezTo>
                  <a:pt x="43895" y="6602"/>
                  <a:pt x="39434" y="7137"/>
                  <a:pt x="33724" y="8208"/>
                </a:cubicBezTo>
                <a:lnTo>
                  <a:pt x="33724" y="57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07C47-4926-42C3-A316-BBB4C53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619" y="150767"/>
            <a:ext cx="76905" cy="84399"/>
          </a:xfrm>
          <a:custGeom xmlns:a="http://schemas.openxmlformats.org/drawingml/2006/main">
            <a:pathLst>
              <a:path w="76905" h="84399">
                <a:moveTo>
                  <a:pt x="38542" y="0"/>
                </a:moveTo>
                <a:cubicBezTo>
                  <a:pt x="50675" y="0"/>
                  <a:pt x="60311" y="4639"/>
                  <a:pt x="67626" y="13739"/>
                </a:cubicBezTo>
                <a:cubicBezTo>
                  <a:pt x="73693" y="21590"/>
                  <a:pt x="76905" y="30691"/>
                  <a:pt x="76905" y="40683"/>
                </a:cubicBezTo>
                <a:cubicBezTo>
                  <a:pt x="76905" y="47820"/>
                  <a:pt x="75121" y="55136"/>
                  <a:pt x="71730" y="62452"/>
                </a:cubicBezTo>
                <a:cubicBezTo>
                  <a:pt x="68340" y="69768"/>
                  <a:pt x="63701" y="75299"/>
                  <a:pt x="57634" y="78868"/>
                </a:cubicBezTo>
                <a:cubicBezTo>
                  <a:pt x="51567" y="82436"/>
                  <a:pt x="44965" y="84399"/>
                  <a:pt x="37650" y="84399"/>
                </a:cubicBezTo>
                <a:cubicBezTo>
                  <a:pt x="25516" y="84399"/>
                  <a:pt x="16059" y="79760"/>
                  <a:pt x="8922" y="70124"/>
                </a:cubicBezTo>
                <a:cubicBezTo>
                  <a:pt x="2855" y="62095"/>
                  <a:pt x="0" y="52995"/>
                  <a:pt x="0" y="43003"/>
                </a:cubicBezTo>
                <a:cubicBezTo>
                  <a:pt x="0" y="35687"/>
                  <a:pt x="1784" y="28371"/>
                  <a:pt x="5353" y="21234"/>
                </a:cubicBezTo>
                <a:cubicBezTo>
                  <a:pt x="8922" y="14096"/>
                  <a:pt x="13739" y="8743"/>
                  <a:pt x="19628" y="5175"/>
                </a:cubicBezTo>
                <a:cubicBezTo>
                  <a:pt x="25516" y="1784"/>
                  <a:pt x="31761" y="0"/>
                  <a:pt x="38542" y="0"/>
                </a:cubicBezTo>
                <a:close/>
                <a:moveTo>
                  <a:pt x="35865" y="5531"/>
                </a:moveTo>
                <a:cubicBezTo>
                  <a:pt x="32653" y="5531"/>
                  <a:pt x="29620" y="6602"/>
                  <a:pt x="26587" y="8386"/>
                </a:cubicBezTo>
                <a:cubicBezTo>
                  <a:pt x="23375" y="10171"/>
                  <a:pt x="20877" y="13383"/>
                  <a:pt x="19092" y="18022"/>
                </a:cubicBezTo>
                <a:cubicBezTo>
                  <a:pt x="17130" y="22661"/>
                  <a:pt x="16237" y="28549"/>
                  <a:pt x="16237" y="35687"/>
                </a:cubicBezTo>
                <a:cubicBezTo>
                  <a:pt x="16237" y="47285"/>
                  <a:pt x="18379" y="57277"/>
                  <a:pt x="23018" y="65664"/>
                </a:cubicBezTo>
                <a:cubicBezTo>
                  <a:pt x="27657" y="74228"/>
                  <a:pt x="33724" y="78332"/>
                  <a:pt x="41397" y="78332"/>
                </a:cubicBezTo>
                <a:cubicBezTo>
                  <a:pt x="46928" y="78332"/>
                  <a:pt x="51567" y="76013"/>
                  <a:pt x="55314" y="71373"/>
                </a:cubicBezTo>
                <a:cubicBezTo>
                  <a:pt x="58883" y="66734"/>
                  <a:pt x="60846" y="58883"/>
                  <a:pt x="60846" y="47463"/>
                </a:cubicBezTo>
                <a:cubicBezTo>
                  <a:pt x="60846" y="33367"/>
                  <a:pt x="57634" y="22126"/>
                  <a:pt x="51567" y="13918"/>
                </a:cubicBezTo>
                <a:cubicBezTo>
                  <a:pt x="47463" y="8386"/>
                  <a:pt x="42289" y="5531"/>
                  <a:pt x="35865" y="55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EBEA8-2DA5-4A05-9B08-A3232E12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947" y="153087"/>
            <a:ext cx="88860" cy="82080"/>
          </a:xfrm>
          <a:custGeom xmlns:a="http://schemas.openxmlformats.org/drawingml/2006/main">
            <a:pathLst>
              <a:path w="88860" h="82080">
                <a:moveTo>
                  <a:pt x="75299" y="0"/>
                </a:moveTo>
                <a:lnTo>
                  <a:pt x="75299" y="48356"/>
                </a:lnTo>
                <a:cubicBezTo>
                  <a:pt x="75299" y="57634"/>
                  <a:pt x="75477" y="63166"/>
                  <a:pt x="76013" y="65307"/>
                </a:cubicBezTo>
                <a:cubicBezTo>
                  <a:pt x="76370" y="67448"/>
                  <a:pt x="77083" y="68875"/>
                  <a:pt x="78154" y="69589"/>
                </a:cubicBezTo>
                <a:cubicBezTo>
                  <a:pt x="79046" y="70481"/>
                  <a:pt x="80117" y="70838"/>
                  <a:pt x="81544" y="70838"/>
                </a:cubicBezTo>
                <a:cubicBezTo>
                  <a:pt x="83329" y="70838"/>
                  <a:pt x="85291" y="70303"/>
                  <a:pt x="87611" y="69232"/>
                </a:cubicBezTo>
                <a:lnTo>
                  <a:pt x="88860" y="72266"/>
                </a:lnTo>
                <a:lnTo>
                  <a:pt x="64950" y="82080"/>
                </a:lnTo>
                <a:lnTo>
                  <a:pt x="61024" y="82080"/>
                </a:lnTo>
                <a:lnTo>
                  <a:pt x="61024" y="65307"/>
                </a:lnTo>
                <a:cubicBezTo>
                  <a:pt x="54065" y="72801"/>
                  <a:pt x="48891" y="77440"/>
                  <a:pt x="45322" y="79225"/>
                </a:cubicBezTo>
                <a:cubicBezTo>
                  <a:pt x="41753" y="81009"/>
                  <a:pt x="37828" y="82080"/>
                  <a:pt x="33902" y="82080"/>
                </a:cubicBezTo>
                <a:cubicBezTo>
                  <a:pt x="29263" y="82080"/>
                  <a:pt x="25338" y="80830"/>
                  <a:pt x="22126" y="78332"/>
                </a:cubicBezTo>
                <a:cubicBezTo>
                  <a:pt x="18914" y="75834"/>
                  <a:pt x="16594" y="72444"/>
                  <a:pt x="15345" y="68340"/>
                </a:cubicBezTo>
                <a:cubicBezTo>
                  <a:pt x="14096" y="64415"/>
                  <a:pt x="13561" y="58526"/>
                  <a:pt x="13561" y="51032"/>
                </a:cubicBezTo>
                <a:lnTo>
                  <a:pt x="13561" y="15524"/>
                </a:lnTo>
                <a:cubicBezTo>
                  <a:pt x="13561" y="11777"/>
                  <a:pt x="13026" y="9100"/>
                  <a:pt x="12312" y="7673"/>
                </a:cubicBezTo>
                <a:cubicBezTo>
                  <a:pt x="11420" y="6245"/>
                  <a:pt x="10171" y="4996"/>
                  <a:pt x="8565" y="4282"/>
                </a:cubicBezTo>
                <a:cubicBezTo>
                  <a:pt x="6959" y="3569"/>
                  <a:pt x="4104" y="3212"/>
                  <a:pt x="0" y="3212"/>
                </a:cubicBezTo>
                <a:lnTo>
                  <a:pt x="0" y="0"/>
                </a:lnTo>
                <a:lnTo>
                  <a:pt x="28014" y="0"/>
                </a:lnTo>
                <a:lnTo>
                  <a:pt x="28014" y="53352"/>
                </a:lnTo>
                <a:cubicBezTo>
                  <a:pt x="28014" y="60846"/>
                  <a:pt x="29263" y="65842"/>
                  <a:pt x="31761" y="68162"/>
                </a:cubicBezTo>
                <a:cubicBezTo>
                  <a:pt x="34259" y="70481"/>
                  <a:pt x="37471" y="71552"/>
                  <a:pt x="41218" y="71552"/>
                </a:cubicBezTo>
                <a:cubicBezTo>
                  <a:pt x="43716" y="71552"/>
                  <a:pt x="46393" y="70838"/>
                  <a:pt x="49605" y="69232"/>
                </a:cubicBezTo>
                <a:cubicBezTo>
                  <a:pt x="52816" y="67626"/>
                  <a:pt x="56563" y="64593"/>
                  <a:pt x="61024" y="60132"/>
                </a:cubicBezTo>
                <a:lnTo>
                  <a:pt x="61024" y="14988"/>
                </a:lnTo>
                <a:cubicBezTo>
                  <a:pt x="61024" y="10528"/>
                  <a:pt x="60132" y="7494"/>
                  <a:pt x="58526" y="5888"/>
                </a:cubicBezTo>
                <a:cubicBezTo>
                  <a:pt x="56742" y="4282"/>
                  <a:pt x="53352" y="3390"/>
                  <a:pt x="48177" y="3212"/>
                </a:cubicBezTo>
                <a:lnTo>
                  <a:pt x="48177" y="0"/>
                </a:lnTo>
                <a:lnTo>
                  <a:pt x="752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3032B-ECC9-4C41-9116-4EF9507D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770" y="126857"/>
            <a:ext cx="47999" cy="107060"/>
          </a:xfrm>
          <a:custGeom xmlns:a="http://schemas.openxmlformats.org/drawingml/2006/main">
            <a:pathLst>
              <a:path w="47999" h="107060">
                <a:moveTo>
                  <a:pt x="26943" y="0"/>
                </a:moveTo>
                <a:lnTo>
                  <a:pt x="26943" y="26230"/>
                </a:lnTo>
                <a:lnTo>
                  <a:pt x="45679" y="26230"/>
                </a:lnTo>
                <a:lnTo>
                  <a:pt x="45679" y="32297"/>
                </a:lnTo>
                <a:lnTo>
                  <a:pt x="26943" y="32297"/>
                </a:lnTo>
                <a:lnTo>
                  <a:pt x="26943" y="84042"/>
                </a:lnTo>
                <a:cubicBezTo>
                  <a:pt x="26943" y="89217"/>
                  <a:pt x="27657" y="92786"/>
                  <a:pt x="29085" y="94570"/>
                </a:cubicBezTo>
                <a:cubicBezTo>
                  <a:pt x="30512" y="96354"/>
                  <a:pt x="32475" y="97246"/>
                  <a:pt x="34973" y="97246"/>
                </a:cubicBezTo>
                <a:cubicBezTo>
                  <a:pt x="36757" y="97246"/>
                  <a:pt x="38720" y="96711"/>
                  <a:pt x="40504" y="95462"/>
                </a:cubicBezTo>
                <a:cubicBezTo>
                  <a:pt x="42289" y="94391"/>
                  <a:pt x="43538" y="92607"/>
                  <a:pt x="44608" y="90109"/>
                </a:cubicBezTo>
                <a:lnTo>
                  <a:pt x="47999" y="90109"/>
                </a:lnTo>
                <a:cubicBezTo>
                  <a:pt x="45857" y="95819"/>
                  <a:pt x="43003" y="100101"/>
                  <a:pt x="39434" y="102956"/>
                </a:cubicBezTo>
                <a:cubicBezTo>
                  <a:pt x="35687" y="105811"/>
                  <a:pt x="31940" y="107060"/>
                  <a:pt x="28014" y="107060"/>
                </a:cubicBezTo>
                <a:cubicBezTo>
                  <a:pt x="25159" y="107060"/>
                  <a:pt x="22483" y="106347"/>
                  <a:pt x="19985" y="104919"/>
                </a:cubicBezTo>
                <a:cubicBezTo>
                  <a:pt x="17487" y="103492"/>
                  <a:pt x="15524" y="101529"/>
                  <a:pt x="14453" y="98674"/>
                </a:cubicBezTo>
                <a:cubicBezTo>
                  <a:pt x="13204" y="95997"/>
                  <a:pt x="12669" y="91715"/>
                  <a:pt x="12669" y="86005"/>
                </a:cubicBezTo>
                <a:lnTo>
                  <a:pt x="12669" y="32297"/>
                </a:lnTo>
                <a:lnTo>
                  <a:pt x="0" y="32297"/>
                </a:lnTo>
                <a:lnTo>
                  <a:pt x="0" y="29442"/>
                </a:lnTo>
                <a:cubicBezTo>
                  <a:pt x="3212" y="28193"/>
                  <a:pt x="6424" y="26051"/>
                  <a:pt x="9814" y="23018"/>
                </a:cubicBezTo>
                <a:cubicBezTo>
                  <a:pt x="13026" y="19985"/>
                  <a:pt x="16059" y="16416"/>
                  <a:pt x="18736" y="12133"/>
                </a:cubicBezTo>
                <a:cubicBezTo>
                  <a:pt x="19985" y="9992"/>
                  <a:pt x="21769" y="5888"/>
                  <a:pt x="24267" y="0"/>
                </a:cubicBezTo>
                <a:lnTo>
                  <a:pt x="269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241C3-614E-4E4D-8822-A759937B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765" y="109013"/>
            <a:ext cx="39969" cy="123833"/>
          </a:xfrm>
          <a:custGeom xmlns:a="http://schemas.openxmlformats.org/drawingml/2006/main">
            <a:pathLst>
              <a:path w="39969" h="123833">
                <a:moveTo>
                  <a:pt x="20698" y="0"/>
                </a:moveTo>
                <a:cubicBezTo>
                  <a:pt x="23196" y="0"/>
                  <a:pt x="25159" y="892"/>
                  <a:pt x="26943" y="2498"/>
                </a:cubicBezTo>
                <a:cubicBezTo>
                  <a:pt x="28549" y="4282"/>
                  <a:pt x="29442" y="6245"/>
                  <a:pt x="29442" y="8743"/>
                </a:cubicBezTo>
                <a:cubicBezTo>
                  <a:pt x="29442" y="11241"/>
                  <a:pt x="28549" y="13204"/>
                  <a:pt x="26943" y="14988"/>
                </a:cubicBezTo>
                <a:cubicBezTo>
                  <a:pt x="25159" y="16773"/>
                  <a:pt x="23196" y="17665"/>
                  <a:pt x="20698" y="17665"/>
                </a:cubicBezTo>
                <a:cubicBezTo>
                  <a:pt x="18200" y="17665"/>
                  <a:pt x="16237" y="16773"/>
                  <a:pt x="14453" y="14988"/>
                </a:cubicBezTo>
                <a:cubicBezTo>
                  <a:pt x="12669" y="13204"/>
                  <a:pt x="11777" y="11241"/>
                  <a:pt x="11777" y="8743"/>
                </a:cubicBezTo>
                <a:cubicBezTo>
                  <a:pt x="11777" y="6245"/>
                  <a:pt x="12490" y="4282"/>
                  <a:pt x="14275" y="2498"/>
                </a:cubicBezTo>
                <a:cubicBezTo>
                  <a:pt x="16059" y="892"/>
                  <a:pt x="18200" y="0"/>
                  <a:pt x="20698" y="0"/>
                </a:cubicBezTo>
                <a:close/>
                <a:moveTo>
                  <a:pt x="28014" y="41753"/>
                </a:moveTo>
                <a:lnTo>
                  <a:pt x="28014" y="105811"/>
                </a:lnTo>
                <a:cubicBezTo>
                  <a:pt x="28014" y="110807"/>
                  <a:pt x="28371" y="114198"/>
                  <a:pt x="29085" y="115803"/>
                </a:cubicBezTo>
                <a:cubicBezTo>
                  <a:pt x="29798" y="117588"/>
                  <a:pt x="30869" y="118837"/>
                  <a:pt x="32297" y="119551"/>
                </a:cubicBezTo>
                <a:cubicBezTo>
                  <a:pt x="33724" y="120264"/>
                  <a:pt x="36222" y="120621"/>
                  <a:pt x="39969" y="120621"/>
                </a:cubicBezTo>
                <a:lnTo>
                  <a:pt x="39969" y="123833"/>
                </a:lnTo>
                <a:lnTo>
                  <a:pt x="1249" y="123833"/>
                </a:lnTo>
                <a:lnTo>
                  <a:pt x="1249" y="120621"/>
                </a:lnTo>
                <a:cubicBezTo>
                  <a:pt x="5175" y="120621"/>
                  <a:pt x="7673" y="120264"/>
                  <a:pt x="9100" y="119551"/>
                </a:cubicBezTo>
                <a:cubicBezTo>
                  <a:pt x="10349" y="118837"/>
                  <a:pt x="11420" y="117588"/>
                  <a:pt x="12133" y="115803"/>
                </a:cubicBezTo>
                <a:cubicBezTo>
                  <a:pt x="12847" y="114019"/>
                  <a:pt x="13383" y="110807"/>
                  <a:pt x="13383" y="105811"/>
                </a:cubicBezTo>
                <a:lnTo>
                  <a:pt x="13383" y="75121"/>
                </a:lnTo>
                <a:cubicBezTo>
                  <a:pt x="13383" y="66556"/>
                  <a:pt x="13026" y="60846"/>
                  <a:pt x="12669" y="58169"/>
                </a:cubicBezTo>
                <a:cubicBezTo>
                  <a:pt x="12312" y="56385"/>
                  <a:pt x="11598" y="55136"/>
                  <a:pt x="10706" y="54422"/>
                </a:cubicBezTo>
                <a:cubicBezTo>
                  <a:pt x="9814" y="53709"/>
                  <a:pt x="8565" y="53173"/>
                  <a:pt x="7137" y="53173"/>
                </a:cubicBezTo>
                <a:cubicBezTo>
                  <a:pt x="5531" y="53173"/>
                  <a:pt x="3569" y="53709"/>
                  <a:pt x="1249" y="54601"/>
                </a:cubicBezTo>
                <a:lnTo>
                  <a:pt x="0" y="51389"/>
                </a:lnTo>
                <a:lnTo>
                  <a:pt x="24089" y="41753"/>
                </a:lnTo>
                <a:lnTo>
                  <a:pt x="28014" y="41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7A2CC-17C2-4B99-A132-BFFDB841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265" y="150767"/>
            <a:ext cx="87433" cy="82080"/>
          </a:xfrm>
          <a:custGeom xmlns:a="http://schemas.openxmlformats.org/drawingml/2006/main">
            <a:pathLst>
              <a:path w="87433" h="82080">
                <a:moveTo>
                  <a:pt x="27836" y="16773"/>
                </a:moveTo>
                <a:cubicBezTo>
                  <a:pt x="37114" y="5710"/>
                  <a:pt x="46036" y="0"/>
                  <a:pt x="54601" y="0"/>
                </a:cubicBezTo>
                <a:cubicBezTo>
                  <a:pt x="58883" y="0"/>
                  <a:pt x="62452" y="1071"/>
                  <a:pt x="65664" y="3212"/>
                </a:cubicBezTo>
                <a:cubicBezTo>
                  <a:pt x="68875" y="5353"/>
                  <a:pt x="71373" y="8922"/>
                  <a:pt x="73336" y="13918"/>
                </a:cubicBezTo>
                <a:cubicBezTo>
                  <a:pt x="74407" y="17487"/>
                  <a:pt x="75121" y="22840"/>
                  <a:pt x="75121" y="29977"/>
                </a:cubicBezTo>
                <a:lnTo>
                  <a:pt x="75121" y="64058"/>
                </a:lnTo>
                <a:cubicBezTo>
                  <a:pt x="75121" y="69054"/>
                  <a:pt x="75477" y="72623"/>
                  <a:pt x="76370" y="74407"/>
                </a:cubicBezTo>
                <a:cubicBezTo>
                  <a:pt x="76905" y="75834"/>
                  <a:pt x="77976" y="77083"/>
                  <a:pt x="79403" y="77797"/>
                </a:cubicBezTo>
                <a:cubicBezTo>
                  <a:pt x="80830" y="78511"/>
                  <a:pt x="83507" y="78868"/>
                  <a:pt x="87433" y="78868"/>
                </a:cubicBezTo>
                <a:lnTo>
                  <a:pt x="87433" y="82080"/>
                </a:lnTo>
                <a:lnTo>
                  <a:pt x="47820" y="82080"/>
                </a:lnTo>
                <a:lnTo>
                  <a:pt x="47820" y="78868"/>
                </a:lnTo>
                <a:lnTo>
                  <a:pt x="49605" y="78868"/>
                </a:lnTo>
                <a:cubicBezTo>
                  <a:pt x="53173" y="78868"/>
                  <a:pt x="55850" y="78332"/>
                  <a:pt x="57277" y="77262"/>
                </a:cubicBezTo>
                <a:cubicBezTo>
                  <a:pt x="58705" y="76191"/>
                  <a:pt x="59775" y="74407"/>
                  <a:pt x="60489" y="72266"/>
                </a:cubicBezTo>
                <a:cubicBezTo>
                  <a:pt x="60667" y="71373"/>
                  <a:pt x="60846" y="68697"/>
                  <a:pt x="60846" y="64058"/>
                </a:cubicBezTo>
                <a:lnTo>
                  <a:pt x="60846" y="31404"/>
                </a:lnTo>
                <a:cubicBezTo>
                  <a:pt x="60846" y="24267"/>
                  <a:pt x="59775" y="18914"/>
                  <a:pt x="57991" y="15702"/>
                </a:cubicBezTo>
                <a:cubicBezTo>
                  <a:pt x="56028" y="12490"/>
                  <a:pt x="52816" y="10706"/>
                  <a:pt x="48356" y="10706"/>
                </a:cubicBezTo>
                <a:cubicBezTo>
                  <a:pt x="41397" y="10706"/>
                  <a:pt x="34616" y="14453"/>
                  <a:pt x="27836" y="21947"/>
                </a:cubicBezTo>
                <a:lnTo>
                  <a:pt x="27836" y="64058"/>
                </a:lnTo>
                <a:cubicBezTo>
                  <a:pt x="27836" y="69411"/>
                  <a:pt x="28014" y="72801"/>
                  <a:pt x="28728" y="74050"/>
                </a:cubicBezTo>
                <a:cubicBezTo>
                  <a:pt x="29442" y="75834"/>
                  <a:pt x="30691" y="77083"/>
                  <a:pt x="32118" y="77797"/>
                </a:cubicBezTo>
                <a:cubicBezTo>
                  <a:pt x="33546" y="78511"/>
                  <a:pt x="36400" y="78868"/>
                  <a:pt x="40683" y="78868"/>
                </a:cubicBezTo>
                <a:lnTo>
                  <a:pt x="40683" y="82080"/>
                </a:lnTo>
                <a:lnTo>
                  <a:pt x="1249" y="82080"/>
                </a:lnTo>
                <a:lnTo>
                  <a:pt x="1249" y="78868"/>
                </a:lnTo>
                <a:lnTo>
                  <a:pt x="3033" y="78868"/>
                </a:lnTo>
                <a:cubicBezTo>
                  <a:pt x="6959" y="78868"/>
                  <a:pt x="9814" y="77976"/>
                  <a:pt x="11241" y="75834"/>
                </a:cubicBezTo>
                <a:cubicBezTo>
                  <a:pt x="12669" y="73872"/>
                  <a:pt x="13383" y="69946"/>
                  <a:pt x="13383" y="64058"/>
                </a:cubicBezTo>
                <a:lnTo>
                  <a:pt x="13383" y="34438"/>
                </a:lnTo>
                <a:cubicBezTo>
                  <a:pt x="13383" y="24802"/>
                  <a:pt x="13026" y="19092"/>
                  <a:pt x="12669" y="16951"/>
                </a:cubicBezTo>
                <a:cubicBezTo>
                  <a:pt x="12312" y="14810"/>
                  <a:pt x="11598" y="13383"/>
                  <a:pt x="10706" y="12669"/>
                </a:cubicBezTo>
                <a:cubicBezTo>
                  <a:pt x="9814" y="11955"/>
                  <a:pt x="8565" y="11420"/>
                  <a:pt x="7137" y="11420"/>
                </a:cubicBezTo>
                <a:cubicBezTo>
                  <a:pt x="5353" y="11420"/>
                  <a:pt x="3390" y="11955"/>
                  <a:pt x="1249" y="12847"/>
                </a:cubicBezTo>
                <a:lnTo>
                  <a:pt x="0" y="9635"/>
                </a:lnTo>
                <a:lnTo>
                  <a:pt x="24089" y="0"/>
                </a:lnTo>
                <a:lnTo>
                  <a:pt x="27836" y="0"/>
                </a:lnTo>
                <a:lnTo>
                  <a:pt x="27836" y="16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3BC3E-7734-40C1-9C69-05A77FEE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65" y="150767"/>
            <a:ext cx="80652" cy="120443"/>
          </a:xfrm>
          <a:custGeom xmlns:a="http://schemas.openxmlformats.org/drawingml/2006/main">
            <a:pathLst>
              <a:path w="80652" h="120443">
                <a:moveTo>
                  <a:pt x="21590" y="52995"/>
                </a:moveTo>
                <a:cubicBezTo>
                  <a:pt x="16594" y="50675"/>
                  <a:pt x="12847" y="47285"/>
                  <a:pt x="10349" y="43003"/>
                </a:cubicBezTo>
                <a:cubicBezTo>
                  <a:pt x="7673" y="38720"/>
                  <a:pt x="6424" y="34081"/>
                  <a:pt x="6424" y="28906"/>
                </a:cubicBezTo>
                <a:cubicBezTo>
                  <a:pt x="6424" y="21055"/>
                  <a:pt x="9279" y="14275"/>
                  <a:pt x="15345" y="8565"/>
                </a:cubicBezTo>
                <a:cubicBezTo>
                  <a:pt x="21234" y="2855"/>
                  <a:pt x="28906" y="0"/>
                  <a:pt x="38185" y="0"/>
                </a:cubicBezTo>
                <a:cubicBezTo>
                  <a:pt x="45679" y="0"/>
                  <a:pt x="52281" y="1963"/>
                  <a:pt x="57991" y="5531"/>
                </a:cubicBezTo>
                <a:lnTo>
                  <a:pt x="74942" y="5531"/>
                </a:lnTo>
                <a:cubicBezTo>
                  <a:pt x="77440" y="5531"/>
                  <a:pt x="78868" y="5710"/>
                  <a:pt x="79225" y="5710"/>
                </a:cubicBezTo>
                <a:cubicBezTo>
                  <a:pt x="79581" y="5888"/>
                  <a:pt x="79938" y="6067"/>
                  <a:pt x="80117" y="6424"/>
                </a:cubicBezTo>
                <a:cubicBezTo>
                  <a:pt x="80474" y="7137"/>
                  <a:pt x="80652" y="8030"/>
                  <a:pt x="80652" y="9279"/>
                </a:cubicBezTo>
                <a:cubicBezTo>
                  <a:pt x="80652" y="10706"/>
                  <a:pt x="80474" y="11777"/>
                  <a:pt x="80117" y="12312"/>
                </a:cubicBezTo>
                <a:cubicBezTo>
                  <a:pt x="79938" y="12669"/>
                  <a:pt x="79581" y="13026"/>
                  <a:pt x="79225" y="13204"/>
                </a:cubicBezTo>
                <a:cubicBezTo>
                  <a:pt x="78868" y="13383"/>
                  <a:pt x="77440" y="13383"/>
                  <a:pt x="74942" y="13383"/>
                </a:cubicBezTo>
                <a:lnTo>
                  <a:pt x="64593" y="13383"/>
                </a:lnTo>
                <a:cubicBezTo>
                  <a:pt x="67805" y="17665"/>
                  <a:pt x="69411" y="23018"/>
                  <a:pt x="69411" y="29442"/>
                </a:cubicBezTo>
                <a:cubicBezTo>
                  <a:pt x="69411" y="36936"/>
                  <a:pt x="66556" y="43181"/>
                  <a:pt x="60846" y="48534"/>
                </a:cubicBezTo>
                <a:cubicBezTo>
                  <a:pt x="55136" y="53887"/>
                  <a:pt x="47463" y="56385"/>
                  <a:pt x="38006" y="56385"/>
                </a:cubicBezTo>
                <a:cubicBezTo>
                  <a:pt x="33902" y="56385"/>
                  <a:pt x="29798" y="55850"/>
                  <a:pt x="25873" y="54601"/>
                </a:cubicBezTo>
                <a:cubicBezTo>
                  <a:pt x="23196" y="56920"/>
                  <a:pt x="21412" y="58883"/>
                  <a:pt x="20520" y="60489"/>
                </a:cubicBezTo>
                <a:cubicBezTo>
                  <a:pt x="19628" y="62273"/>
                  <a:pt x="19271" y="63522"/>
                  <a:pt x="19271" y="64593"/>
                </a:cubicBezTo>
                <a:cubicBezTo>
                  <a:pt x="19271" y="65664"/>
                  <a:pt x="19628" y="66734"/>
                  <a:pt x="20698" y="67626"/>
                </a:cubicBezTo>
                <a:cubicBezTo>
                  <a:pt x="21590" y="68519"/>
                  <a:pt x="23553" y="69232"/>
                  <a:pt x="26408" y="69589"/>
                </a:cubicBezTo>
                <a:cubicBezTo>
                  <a:pt x="27836" y="69946"/>
                  <a:pt x="31940" y="70124"/>
                  <a:pt x="38542" y="70124"/>
                </a:cubicBezTo>
                <a:cubicBezTo>
                  <a:pt x="50497" y="70481"/>
                  <a:pt x="58169" y="71017"/>
                  <a:pt x="61738" y="71373"/>
                </a:cubicBezTo>
                <a:cubicBezTo>
                  <a:pt x="67091" y="72087"/>
                  <a:pt x="71552" y="74050"/>
                  <a:pt x="74764" y="77262"/>
                </a:cubicBezTo>
                <a:cubicBezTo>
                  <a:pt x="77976" y="80474"/>
                  <a:pt x="79581" y="84399"/>
                  <a:pt x="79581" y="89217"/>
                </a:cubicBezTo>
                <a:cubicBezTo>
                  <a:pt x="79581" y="95640"/>
                  <a:pt x="76370" y="101886"/>
                  <a:pt x="70303" y="107774"/>
                </a:cubicBezTo>
                <a:cubicBezTo>
                  <a:pt x="61203" y="116160"/>
                  <a:pt x="49426" y="120443"/>
                  <a:pt x="34973" y="120443"/>
                </a:cubicBezTo>
                <a:cubicBezTo>
                  <a:pt x="23553" y="120443"/>
                  <a:pt x="14096" y="117766"/>
                  <a:pt x="6424" y="112770"/>
                </a:cubicBezTo>
                <a:cubicBezTo>
                  <a:pt x="2141" y="109915"/>
                  <a:pt x="0" y="106882"/>
                  <a:pt x="0" y="103848"/>
                </a:cubicBezTo>
                <a:cubicBezTo>
                  <a:pt x="0" y="102421"/>
                  <a:pt x="178" y="100993"/>
                  <a:pt x="892" y="99566"/>
                </a:cubicBezTo>
                <a:cubicBezTo>
                  <a:pt x="1784" y="97425"/>
                  <a:pt x="3747" y="94391"/>
                  <a:pt x="6959" y="90644"/>
                </a:cubicBezTo>
                <a:cubicBezTo>
                  <a:pt x="7316" y="89931"/>
                  <a:pt x="10349" y="86897"/>
                  <a:pt x="15881" y="81366"/>
                </a:cubicBezTo>
                <a:cubicBezTo>
                  <a:pt x="12847" y="79581"/>
                  <a:pt x="10706" y="77976"/>
                  <a:pt x="9457" y="76548"/>
                </a:cubicBezTo>
                <a:cubicBezTo>
                  <a:pt x="8208" y="75121"/>
                  <a:pt x="7673" y="73515"/>
                  <a:pt x="7673" y="71730"/>
                </a:cubicBezTo>
                <a:cubicBezTo>
                  <a:pt x="7673" y="69768"/>
                  <a:pt x="8386" y="67448"/>
                  <a:pt x="10171" y="64593"/>
                </a:cubicBezTo>
                <a:cubicBezTo>
                  <a:pt x="11777" y="61917"/>
                  <a:pt x="15524" y="57991"/>
                  <a:pt x="21590" y="52995"/>
                </a:cubicBezTo>
                <a:close/>
                <a:moveTo>
                  <a:pt x="36757" y="4104"/>
                </a:moveTo>
                <a:cubicBezTo>
                  <a:pt x="32475" y="4104"/>
                  <a:pt x="28728" y="5888"/>
                  <a:pt x="25873" y="9279"/>
                </a:cubicBezTo>
                <a:cubicBezTo>
                  <a:pt x="23018" y="12847"/>
                  <a:pt x="21590" y="18022"/>
                  <a:pt x="21590" y="24981"/>
                </a:cubicBezTo>
                <a:cubicBezTo>
                  <a:pt x="21590" y="34259"/>
                  <a:pt x="23553" y="41397"/>
                  <a:pt x="27479" y="46393"/>
                </a:cubicBezTo>
                <a:cubicBezTo>
                  <a:pt x="30334" y="50318"/>
                  <a:pt x="34259" y="52103"/>
                  <a:pt x="39077" y="52103"/>
                </a:cubicBezTo>
                <a:cubicBezTo>
                  <a:pt x="43359" y="52103"/>
                  <a:pt x="46928" y="50497"/>
                  <a:pt x="49783" y="47107"/>
                </a:cubicBezTo>
                <a:cubicBezTo>
                  <a:pt x="52638" y="43895"/>
                  <a:pt x="54065" y="38720"/>
                  <a:pt x="54065" y="31583"/>
                </a:cubicBezTo>
                <a:cubicBezTo>
                  <a:pt x="54065" y="22304"/>
                  <a:pt x="52103" y="15167"/>
                  <a:pt x="48177" y="9814"/>
                </a:cubicBezTo>
                <a:cubicBezTo>
                  <a:pt x="45144" y="6067"/>
                  <a:pt x="41397" y="4104"/>
                  <a:pt x="36757" y="4104"/>
                </a:cubicBezTo>
                <a:close/>
                <a:moveTo>
                  <a:pt x="20698" y="82080"/>
                </a:moveTo>
                <a:cubicBezTo>
                  <a:pt x="17843" y="84934"/>
                  <a:pt x="15881" y="87611"/>
                  <a:pt x="14453" y="90109"/>
                </a:cubicBezTo>
                <a:cubicBezTo>
                  <a:pt x="13026" y="92607"/>
                  <a:pt x="12490" y="95105"/>
                  <a:pt x="12490" y="97246"/>
                </a:cubicBezTo>
                <a:cubicBezTo>
                  <a:pt x="12490" y="99923"/>
                  <a:pt x="14096" y="102421"/>
                  <a:pt x="17487" y="104562"/>
                </a:cubicBezTo>
                <a:cubicBezTo>
                  <a:pt x="23196" y="108131"/>
                  <a:pt x="31583" y="109915"/>
                  <a:pt x="42646" y="109915"/>
                </a:cubicBezTo>
                <a:cubicBezTo>
                  <a:pt x="52995" y="109915"/>
                  <a:pt x="60667" y="107952"/>
                  <a:pt x="65664" y="104384"/>
                </a:cubicBezTo>
                <a:cubicBezTo>
                  <a:pt x="70660" y="100637"/>
                  <a:pt x="73158" y="96711"/>
                  <a:pt x="73158" y="92607"/>
                </a:cubicBezTo>
                <a:cubicBezTo>
                  <a:pt x="73158" y="89574"/>
                  <a:pt x="71730" y="87433"/>
                  <a:pt x="68875" y="86183"/>
                </a:cubicBezTo>
                <a:cubicBezTo>
                  <a:pt x="65664" y="84756"/>
                  <a:pt x="59775" y="84042"/>
                  <a:pt x="50854" y="83864"/>
                </a:cubicBezTo>
                <a:cubicBezTo>
                  <a:pt x="37650" y="83507"/>
                  <a:pt x="27657" y="82793"/>
                  <a:pt x="20698" y="82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C6E43-8245-45FB-A574-8460AA0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1462721"/>
            <a:ext cx="2779658" cy="1072630"/>
          </a:xfrm>
          <a:custGeom xmlns:a="http://schemas.openxmlformats.org/drawingml/2006/main">
            <a:pathLst>
              <a:path w="2779658" h="1072630">
                <a:moveTo>
                  <a:pt x="0" y="1072630"/>
                </a:moveTo>
                <a:lnTo>
                  <a:pt x="2779658" y="1072630"/>
                </a:lnTo>
                <a:lnTo>
                  <a:pt x="2779658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6BBBC-779A-4CA2-9474-AAF6476D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F92CD-2830-49D6-9676-F00C9345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FB2FA-2AE3-4A19-969B-18CF117E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F8B80-9CFD-4CAC-B628-BC2B2E5F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3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6C66D-1F59-4D90-B38E-9DD7D16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7D6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86197-EE53-472B-9FA5-8A305AC1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B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F20E3-5916-44E4-B09C-485431B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ED3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16386-CAC9-4478-8C6B-AFC9DFC3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A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9667B-B3FA-4440-BA3A-3B370075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82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2F7E1-FEF2-4797-8353-133336A4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B4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9F1D0-0F8E-4C89-80CF-0DCD12D5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B1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C7E7F-0ED7-4512-8200-7B03C77B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9E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E0EE4-2365-49B3-BA59-B190EF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9C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82DA7-7BE9-4BA9-9FDB-F64CC784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CA1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4B76C-274E-4EBA-8E50-85E222D6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AC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6BECB-8E4E-441F-B715-E30CF30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5C3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C1B15-32A9-4C0E-9D7A-83ADA3EC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CE553-61F3-4180-9B6E-91CDA48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9D1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43D61-6018-4C38-ABAD-B70E14F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B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ED270-7744-4804-8758-C58C7A3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5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8DC56-85A3-491A-BB0D-4077ED2A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6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C1717-AC6E-4595-BB74-5A50AE7B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D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A3548-F363-4B05-A5F6-4958FDB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5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25713-064C-4B34-A7C1-87C6972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B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27404-1A95-4307-B583-41AA88CF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0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B4D70-9875-4158-8B64-B925CA15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F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C503B-A366-45ED-B468-31D64A2D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5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A94E3-B4E3-4C08-80DF-2BB082E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1A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D1C8E8-AB03-47DB-B5D5-47407155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D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585F3-D235-4BA1-AFCD-FC0CD886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19E72-17ED-4FBB-8DB0-E9516999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7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6BDFF-5B51-41DE-8212-AC44CBB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82A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44663-4C84-4958-9337-0AE23758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A2B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9E5AD-3AF7-484C-8624-4D6EAE33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1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74FE8-20FD-409D-B667-DD4CDF76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0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500D3-11C7-42FD-AE41-E1E75892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60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747D2-4F52-407A-ACF1-2671C3BC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B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6DCF7-CB40-416E-9EF9-DFBF7CA3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2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76477-C0DD-4C1F-9037-8BFDED61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B9F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1868A-0EA9-4E0E-A5C1-B3BF306A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95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BAF09-7AC8-4F76-A134-0134CCE0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B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7DDC3-4E50-46FC-A288-307CC80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7EBEC-7192-4D64-8D76-7E2E050A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4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2302C-4971-4E84-9D62-90DD6ACC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92B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8090E-F576-4487-9328-AC78A7DD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1D9AB-A770-4FC6-B17A-2877F9CD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39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A9ACE-E385-4EC7-AB36-30546E78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326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CD189-3B3B-40DD-91DD-D87A125C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2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4F442-C392-4EB8-B734-C52ED38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1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31B93-418A-4CE3-B1F0-AF426B75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32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2D24D-22DA-4E1B-8AAF-A14E7A08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5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81C88-E66A-4E61-9509-63498753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9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221D0-5E86-4FDA-A27B-AB3F5D5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AA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A1C45-071F-4D95-B184-D5E74D7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EDF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42CE0-EA39-432E-9CE4-8AD301EA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A0421-1616-4D22-BC66-C446E9AE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E3516-4E15-4036-B912-676A7CFE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FC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4D441-4D9D-4CC5-AC9C-E1365334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BC6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C0D7C-D44E-47F4-A2A8-7EF83FC5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B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84614-0B77-4CE5-985C-223CD1E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9A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7D00A-EA4B-4BBB-8D10-5266A393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B5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AAA45-7161-45B0-B2BE-DEF2BB63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A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9A18F-0712-47F8-8242-7AF25FA6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30893-F6DD-45DB-87CE-2AAFAA9D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7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58BA8-0765-46CA-8F4B-85D9D115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33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A5A5F-9ADF-47EA-A618-878C0744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7297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7104D-8F91-4B05-B4DC-CAD6F401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22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99D38-F975-4306-83DE-C3BCEA7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527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A82B9-D97D-4E5D-B123-E4C4B910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B9F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DA6C1-D268-4AD9-9D93-04A54367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4E8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4AE07-30C8-431B-B07F-E7DFE03A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A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BFD27-EB31-4DFF-9AAB-9CAF06A4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0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0F508-3BF3-4A5F-BF58-F5397B1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9D7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8327E-D728-43E5-989A-8112B925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BB0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C8796-504B-4DAD-8FB9-041DEF2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B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2987B-A505-412E-87DA-292D9CE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8D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A1463-5E59-4F77-8485-5CB89A08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B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0E53D-3016-4DA2-BC44-F46D3592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F23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B1CA0-39B5-487B-B67C-0385C4B3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527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E27CE-CF6C-4B17-BC82-F23A54C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8E25A-5039-4B28-BD7C-616BDD41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023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B3BCB-07A1-4172-9658-24959BF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2E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92FD4-A8F7-48FC-BF58-B63EE753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6EBA5-CA0E-4501-942C-7C32389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3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CBE99-35BF-484C-8463-9B7C82CC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80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89928-0CD7-4B95-BA76-043AD415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B3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EB046-4455-44E8-A95B-EC15614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B9F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A1086-2C5A-4257-A745-B80F9D3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82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48CEC-7BCF-4928-8B86-AAD7487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62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471C3-47EA-4654-9050-C010E22A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C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02068-980E-4F08-BB38-33679DE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EFEBC-DF71-4372-B675-48E75552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22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B4027-A2A5-4E1F-A926-8588FD00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49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5750E-A1B1-4278-8D2B-D8B4A15F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023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6101A-56DF-4056-963E-4694EB8C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F23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45071-76E4-44AC-9AE8-14E9FC2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023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4ECD4-FBD5-4B05-A5C8-F11DB615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F23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0A7EC-6297-4091-9F33-99776A0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92B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31A11-B706-4AA5-AD01-F019962E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E22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CBC0A-E2E2-4AD1-AFD5-841258A5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5B936-6429-4781-9978-9F738E46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DB075-398C-4E95-B419-8616EFC0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C2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ADEA5-38FE-40E7-B450-2095D4B2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E22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9E866-764B-468D-9F74-8EED3870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DCB17-639E-4242-8F82-AF21E3D7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C3A6C-85E7-4CC6-A16A-2EA09D41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76660-833D-44D4-9898-9C12B2CE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1514A-BF46-4B66-AEEF-F50EBF45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66E33-CD79-4B4F-B7A8-7D5DA876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ED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72E63-D709-4848-8907-2DF4CED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7E3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0D305-404C-41CE-9CD6-79161821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E5B6E-D5BC-4BED-930D-0EEC9657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D2EC2-31AC-41B3-B61A-9E517635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3202D-2AF7-47FE-89F8-E318137F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9D7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C4E5D-0D80-4BD5-8B51-039C7E3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A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A34BC-C7FC-4C04-B8D1-1A52BB2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9C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54BAE-9DCF-45EC-8591-2AF5D26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B5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A8FC9-06FF-40C9-864F-B70841F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EA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B91B0-4114-4C55-9AC5-A234C8C2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9D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2E3477-2CFD-47A3-B629-88E4A78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AB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FEB84-7934-4908-BAC0-80A17D34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2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254F3-2CC1-4D0D-975D-B87C652F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D1E3E-7EFB-402B-9249-AE690424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6E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C64D7-C464-432F-979A-AB67F615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6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43E35-26D4-4F6D-8CA3-956116C6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CB1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0D605-B427-4E23-96AA-2CAF0D6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AC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4124D-F426-439C-9713-00D8219A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3BD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BC2AE-AB40-4660-AC5C-7E1C9FF8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6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F8848-0F0F-42EA-B802-41FAE9D1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D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0DE19-068B-40DD-87E2-4B9E42F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3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80818-5EAB-4199-B059-70D6A98B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AD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A8A5C-C303-4F31-A2E9-AC4B9405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2BC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31D35-B920-4C0A-BD7A-2D9D34A5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A5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77C2E-92BE-4579-993C-EE04E9CA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AC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2C291-9DAA-4E94-9AE8-CC390291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B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E6EEE-00E5-4430-AE1B-E95709FE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9A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356C3-8D90-43E5-B4C8-C795460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9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536C8-DF16-4260-80B8-478B722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80F28-F38A-499D-910F-A5AD88F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E0690-C46C-46BB-A78C-BD8003A8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6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ADE17-4D59-4472-B915-E87F944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D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9A3B3-649B-460E-8368-75895CE7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5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318FB-C4E7-4056-9025-2B602CF6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6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D007E-7A8C-49B0-BFDD-15ED56F5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0C6A6-E8E7-44BD-BC0C-FB455432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92B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BD3F4-19E9-4DD9-A2DD-6C094B2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C2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83AF4-BC62-4C96-BFA6-602A223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39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B673B-7D3F-4FF1-9CC3-9F476912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49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67D2B-F1B8-4165-B13F-1F9BE460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426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676DD-D159-4914-B85B-1F5251C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023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2D714-CA0C-4E84-BB40-F4D22656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B8CEC-6D4B-42F2-8F1A-EA29B170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A63B4-5643-4F5B-9182-91608BA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B41B3-68BA-4F1E-9E6D-61D4411B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4B3CF-9FF0-4E46-BC04-1EC404D3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91E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403A7-FEA1-425B-B9FB-F4B1C495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1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50F01-AE0A-4B59-94DA-2BD71DC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A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A1EDD-5BE9-4429-A0F3-C020C34B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B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C9EB4-257F-4067-ADE7-F7806AA5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33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20CC6-F2F1-43FE-B357-D8CF37A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C7E28-8E07-4A9B-A969-734377A0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540F1-236C-4DD7-B3B5-F3FC845C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B86D7-9D3C-43F6-954A-9AF4467A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55F8D-BD89-43F0-9C27-97257240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0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087DA-72D3-4C9A-94D2-36E225CD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6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ABC30-509C-4578-B204-149D410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6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2B239-0D66-4D96-8FCE-3A444417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0A1F8-0950-43A4-B2A2-5CBD0BC2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2DB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54112-F92F-498E-9F52-C057611D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CBA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5E81F-2E46-4A62-89D1-87066D75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B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4CC4D-AE7F-419E-9279-89F61C1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51EB5-9945-4F19-B6BC-D5E83A7B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A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4ABBF-207B-4ED3-8141-D0A60FC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AD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D3347-1250-44C7-80DD-8A8840A4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9D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185CC-608C-41EC-A05F-0DA3D01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B6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94965-3B62-4ABC-802A-C3E8C374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4B7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F0414-2393-4315-8113-4944594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A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20651-D741-4BAD-9B1C-3226A007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D5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7CB64-28DE-4402-BD40-A2B3C4E8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DE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3F84F-6025-4194-9BC6-4DE8E12A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D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59786-FC0D-4FFC-BC47-694908C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42AD8-46E7-43FD-B1DE-D8ED38F5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BFAD9-05BB-4E2E-856F-496378E2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2D5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92F3F-751B-4CC8-993D-1C3530E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AD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C185A-D620-4D4C-BCC1-F196753A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3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9B9EF-362B-420D-9B78-75976260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49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F4479-8C85-4BE7-9135-9C7B6892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20A2A-9737-4399-8C31-1C60AC6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023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E6B1B-C766-4295-8F42-28475E04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527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D4701-152A-4211-8CDD-8965DF3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124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D0E88-ADCC-4AF5-8494-7ED28BC2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91E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A321F-B02A-4AD3-B068-2D5F71DB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41EF3-062D-4F4F-A705-A3D337EC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AF5D1-CDA7-4384-AE17-1F02FD00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91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3FCB0-185C-4642-A098-0FA125AE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5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7DFCE-F422-48A3-8686-EA8B039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6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42DD4-F89F-4F80-88F0-F965FA6C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5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CE3D9-4917-4EA6-B899-A30A9855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49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1FAB3-59FA-4C92-989C-0DC77642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F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5641B-3444-434A-9FED-5F8FF24F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F429E-6170-47B2-960F-CC55FADC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426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6AEC5-56D5-4203-8EA8-00E2F4DE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E22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792AD-7804-4C3B-87FB-112C663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B2C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5F045-6E43-4C8A-ADBC-2B65264B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C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8E5EC-DF7C-4DF0-849F-BFF863C1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4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8A793-3309-4412-8E2E-2A5B91E9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0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DA2CB-B386-46C3-A0CE-E427A0EE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0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77113-AD24-4983-AC6D-DC4A4131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C2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4D924-A091-4C7D-9303-1CA63CD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D2C53-051E-438C-BA08-2F0571E1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B99C1-AE05-4F8E-A47B-C4F85F1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124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ED30D-31DC-4EF7-B0BF-811A527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B2C59-6CDC-440D-80F9-4467447F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16A40-68EB-4959-BC96-0C65260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48F88-D1CB-4785-8CD2-B08DCB18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91A62-4131-46FE-AE67-F8CAB1C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2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14652-781D-4D4D-BC43-551A2FE2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33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2C481-BE72-440E-B985-88FCC36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7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1A7E4-36EE-44BE-905E-061DAFCE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5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8DB0C-9FAC-4691-8D40-12A78ADF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9D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FA805-5178-4990-988B-FA7C24D9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3DDAB-0D45-47D9-A559-BE22B73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739CF-CFDB-4E31-8025-BE23463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6BAC5-BFA4-4407-901D-53298F5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4D4A8-7C14-48E7-A3D9-F632869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65447-2858-40D9-A158-4C9B464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B2547-FB2B-4ED1-94F5-A8F49769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A3105-BD31-4055-A871-A4D51400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5C426-2289-419E-91AA-F37156A7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B6486-8820-469A-BF48-BEA8B5EC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9EE41-A6F9-4554-A50E-4FD7CF2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1596800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12B12-9D98-449F-BF30-D606E32F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1596800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46459-2E26-4421-9D65-A904384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1668346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8BF04-BA6E-45F2-8A39-03EAE8FC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1621953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BE2DB-A709-46EE-AED3-8B66B605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1590013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B15F8-2F2C-4134-905B-EF6D92E8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1570921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E4F1F-70CC-4ECA-9C18-ABB8761E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1500796"/>
            <a:ext cx="60311" cy="40058"/>
          </a:xfrm>
          <a:custGeom xmlns:a="http://schemas.openxmlformats.org/drawingml/2006/main">
            <a:pathLst>
              <a:path w="60311" h="40058">
                <a:moveTo>
                  <a:pt x="38542" y="0"/>
                </a:moveTo>
                <a:lnTo>
                  <a:pt x="44698" y="0"/>
                </a:lnTo>
                <a:lnTo>
                  <a:pt x="44698" y="7940"/>
                </a:lnTo>
                <a:lnTo>
                  <a:pt x="60311" y="7940"/>
                </a:lnTo>
                <a:lnTo>
                  <a:pt x="60311" y="15078"/>
                </a:lnTo>
                <a:lnTo>
                  <a:pt x="44698" y="15078"/>
                </a:lnTo>
                <a:lnTo>
                  <a:pt x="44698" y="40058"/>
                </a:lnTo>
                <a:lnTo>
                  <a:pt x="39166" y="40058"/>
                </a:lnTo>
                <a:lnTo>
                  <a:pt x="0" y="12669"/>
                </a:lnTo>
                <a:lnTo>
                  <a:pt x="0" y="7940"/>
                </a:lnTo>
                <a:lnTo>
                  <a:pt x="38542" y="7940"/>
                </a:lnTo>
                <a:lnTo>
                  <a:pt x="38542" y="0"/>
                </a:lnTo>
                <a:close/>
                <a:moveTo>
                  <a:pt x="38542" y="15078"/>
                </a:moveTo>
                <a:lnTo>
                  <a:pt x="9189" y="15078"/>
                </a:lnTo>
                <a:lnTo>
                  <a:pt x="38542" y="35865"/>
                </a:lnTo>
                <a:lnTo>
                  <a:pt x="38542" y="15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65E2F-4F9C-4206-AB9F-CCAE7E61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1864957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63F9D-44EC-4F63-8C00-318BC64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1864957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259A0-5143-4E4F-8A15-798F88C9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1936503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19959-B9DA-4CAB-8DA6-8571B188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1890111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A75AC-DACF-45CE-8B58-BD6BBF76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1858171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BB971-A256-4DE9-B424-37D71D15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1839079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59E4D-5170-4E6C-8FA8-924D3678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1773237"/>
            <a:ext cx="61292" cy="33546"/>
          </a:xfrm>
          <a:custGeom xmlns:a="http://schemas.openxmlformats.org/drawingml/2006/main">
            <a:pathLst>
              <a:path w="61292" h="33546">
                <a:moveTo>
                  <a:pt x="12490" y="32653"/>
                </a:moveTo>
                <a:cubicBezTo>
                  <a:pt x="8565" y="31047"/>
                  <a:pt x="5442" y="28906"/>
                  <a:pt x="3301" y="26319"/>
                </a:cubicBezTo>
                <a:cubicBezTo>
                  <a:pt x="1160" y="23732"/>
                  <a:pt x="0" y="20520"/>
                  <a:pt x="0" y="16684"/>
                </a:cubicBezTo>
                <a:cubicBezTo>
                  <a:pt x="0" y="11955"/>
                  <a:pt x="1606" y="8297"/>
                  <a:pt x="4639" y="5799"/>
                </a:cubicBezTo>
                <a:cubicBezTo>
                  <a:pt x="6959" y="3926"/>
                  <a:pt x="9457" y="2944"/>
                  <a:pt x="11955" y="2944"/>
                </a:cubicBezTo>
                <a:cubicBezTo>
                  <a:pt x="16327" y="2944"/>
                  <a:pt x="20788" y="5710"/>
                  <a:pt x="25338" y="11063"/>
                </a:cubicBezTo>
                <a:cubicBezTo>
                  <a:pt x="26765" y="7494"/>
                  <a:pt x="28817" y="4728"/>
                  <a:pt x="31494" y="2855"/>
                </a:cubicBezTo>
                <a:cubicBezTo>
                  <a:pt x="34170" y="981"/>
                  <a:pt x="37203" y="0"/>
                  <a:pt x="40772" y="0"/>
                </a:cubicBezTo>
                <a:cubicBezTo>
                  <a:pt x="45947" y="0"/>
                  <a:pt x="50318" y="1695"/>
                  <a:pt x="54065" y="4907"/>
                </a:cubicBezTo>
                <a:cubicBezTo>
                  <a:pt x="58883" y="9189"/>
                  <a:pt x="61292" y="15256"/>
                  <a:pt x="61292" y="23286"/>
                </a:cubicBezTo>
                <a:cubicBezTo>
                  <a:pt x="61292" y="27300"/>
                  <a:pt x="60757" y="29977"/>
                  <a:pt x="59865" y="31404"/>
                </a:cubicBezTo>
                <a:cubicBezTo>
                  <a:pt x="58972" y="32832"/>
                  <a:pt x="57902" y="33546"/>
                  <a:pt x="56653" y="33546"/>
                </a:cubicBezTo>
                <a:cubicBezTo>
                  <a:pt x="55850" y="33546"/>
                  <a:pt x="55136" y="33278"/>
                  <a:pt x="54512" y="32564"/>
                </a:cubicBezTo>
                <a:cubicBezTo>
                  <a:pt x="53887" y="31940"/>
                  <a:pt x="53530" y="31137"/>
                  <a:pt x="53530" y="30066"/>
                </a:cubicBezTo>
                <a:cubicBezTo>
                  <a:pt x="53530" y="29352"/>
                  <a:pt x="53709" y="28639"/>
                  <a:pt x="53887" y="27925"/>
                </a:cubicBezTo>
                <a:cubicBezTo>
                  <a:pt x="54065" y="27390"/>
                  <a:pt x="54601" y="26319"/>
                  <a:pt x="55493" y="24535"/>
                </a:cubicBezTo>
                <a:cubicBezTo>
                  <a:pt x="56385" y="22840"/>
                  <a:pt x="56920" y="21590"/>
                  <a:pt x="57099" y="20877"/>
                </a:cubicBezTo>
                <a:cubicBezTo>
                  <a:pt x="57456" y="19806"/>
                  <a:pt x="57545" y="18736"/>
                  <a:pt x="57545" y="17487"/>
                </a:cubicBezTo>
                <a:cubicBezTo>
                  <a:pt x="57545" y="14542"/>
                  <a:pt x="56474" y="11955"/>
                  <a:pt x="54155" y="9725"/>
                </a:cubicBezTo>
                <a:cubicBezTo>
                  <a:pt x="51835" y="7583"/>
                  <a:pt x="49158" y="6424"/>
                  <a:pt x="45947" y="6424"/>
                </a:cubicBezTo>
                <a:cubicBezTo>
                  <a:pt x="43716" y="6424"/>
                  <a:pt x="41486" y="6959"/>
                  <a:pt x="39255" y="7940"/>
                </a:cubicBezTo>
                <a:cubicBezTo>
                  <a:pt x="37650" y="8743"/>
                  <a:pt x="36490" y="9546"/>
                  <a:pt x="35598" y="10438"/>
                </a:cubicBezTo>
                <a:cubicBezTo>
                  <a:pt x="34438" y="11687"/>
                  <a:pt x="33367" y="13472"/>
                  <a:pt x="32386" y="15613"/>
                </a:cubicBezTo>
                <a:cubicBezTo>
                  <a:pt x="31494" y="17754"/>
                  <a:pt x="30958" y="19985"/>
                  <a:pt x="30958" y="22304"/>
                </a:cubicBezTo>
                <a:lnTo>
                  <a:pt x="30958" y="23642"/>
                </a:lnTo>
                <a:lnTo>
                  <a:pt x="29709" y="23642"/>
                </a:lnTo>
                <a:cubicBezTo>
                  <a:pt x="29442" y="21412"/>
                  <a:pt x="28639" y="19092"/>
                  <a:pt x="27211" y="16773"/>
                </a:cubicBezTo>
                <a:cubicBezTo>
                  <a:pt x="25873" y="14453"/>
                  <a:pt x="24267" y="12847"/>
                  <a:pt x="22304" y="11777"/>
                </a:cubicBezTo>
                <a:cubicBezTo>
                  <a:pt x="20431" y="10706"/>
                  <a:pt x="18289" y="10171"/>
                  <a:pt x="15970" y="10171"/>
                </a:cubicBezTo>
                <a:cubicBezTo>
                  <a:pt x="13026" y="10171"/>
                  <a:pt x="10617" y="11152"/>
                  <a:pt x="8743" y="13026"/>
                </a:cubicBezTo>
                <a:cubicBezTo>
                  <a:pt x="6959" y="14899"/>
                  <a:pt x="5978" y="17219"/>
                  <a:pt x="5978" y="19985"/>
                </a:cubicBezTo>
                <a:cubicBezTo>
                  <a:pt x="5978" y="24445"/>
                  <a:pt x="8386" y="28193"/>
                  <a:pt x="13204" y="31226"/>
                </a:cubicBezTo>
                <a:lnTo>
                  <a:pt x="12490" y="326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D5FB9-0DB3-4409-9C24-26C20CC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133115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0E04F-FDBB-43B9-ADA8-5AC2430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133115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3A041-E67F-459A-9EB6-DEE731E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2204661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8EEB6-E160-4015-8895-CA6BA9D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2158268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B2B13-0B61-40CD-BADF-6B8756F9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2126329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BFE34-06EB-4520-9E89-075587A4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2107236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459AD-F86A-4BBB-8681-52E712E9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2037736"/>
            <a:ext cx="60311" cy="38988"/>
          </a:xfrm>
          <a:custGeom xmlns:a="http://schemas.openxmlformats.org/drawingml/2006/main">
            <a:pathLst>
              <a:path w="60311" h="38988">
                <a:moveTo>
                  <a:pt x="48980" y="0"/>
                </a:moveTo>
                <a:lnTo>
                  <a:pt x="60311" y="4104"/>
                </a:lnTo>
                <a:lnTo>
                  <a:pt x="60311" y="38988"/>
                </a:lnTo>
                <a:lnTo>
                  <a:pt x="58705" y="38988"/>
                </a:lnTo>
                <a:cubicBezTo>
                  <a:pt x="49426" y="28728"/>
                  <a:pt x="41753" y="21501"/>
                  <a:pt x="35776" y="17308"/>
                </a:cubicBezTo>
                <a:cubicBezTo>
                  <a:pt x="29888" y="13204"/>
                  <a:pt x="24445" y="11063"/>
                  <a:pt x="19538" y="11063"/>
                </a:cubicBezTo>
                <a:cubicBezTo>
                  <a:pt x="15791" y="11063"/>
                  <a:pt x="12758" y="12223"/>
                  <a:pt x="10349" y="14542"/>
                </a:cubicBezTo>
                <a:cubicBezTo>
                  <a:pt x="7940" y="16862"/>
                  <a:pt x="6691" y="19538"/>
                  <a:pt x="6691" y="22661"/>
                </a:cubicBezTo>
                <a:cubicBezTo>
                  <a:pt x="6691" y="25605"/>
                  <a:pt x="7583" y="28193"/>
                  <a:pt x="9279" y="30512"/>
                </a:cubicBezTo>
                <a:cubicBezTo>
                  <a:pt x="10974" y="32832"/>
                  <a:pt x="13472" y="34527"/>
                  <a:pt x="16684" y="35598"/>
                </a:cubicBezTo>
                <a:lnTo>
                  <a:pt x="16684" y="37203"/>
                </a:lnTo>
                <a:cubicBezTo>
                  <a:pt x="11331" y="36490"/>
                  <a:pt x="7227" y="34705"/>
                  <a:pt x="4372" y="31672"/>
                </a:cubicBezTo>
                <a:cubicBezTo>
                  <a:pt x="1517" y="28639"/>
                  <a:pt x="0" y="24892"/>
                  <a:pt x="0" y="20431"/>
                </a:cubicBezTo>
                <a:cubicBezTo>
                  <a:pt x="0" y="15613"/>
                  <a:pt x="1606" y="11598"/>
                  <a:pt x="4639" y="8386"/>
                </a:cubicBezTo>
                <a:cubicBezTo>
                  <a:pt x="7762" y="5175"/>
                  <a:pt x="11420" y="3569"/>
                  <a:pt x="15524" y="3569"/>
                </a:cubicBezTo>
                <a:cubicBezTo>
                  <a:pt x="18557" y="3569"/>
                  <a:pt x="21501" y="4282"/>
                  <a:pt x="24535" y="5621"/>
                </a:cubicBezTo>
                <a:cubicBezTo>
                  <a:pt x="29263" y="7851"/>
                  <a:pt x="34259" y="11331"/>
                  <a:pt x="39434" y="16148"/>
                </a:cubicBezTo>
                <a:cubicBezTo>
                  <a:pt x="47374" y="23375"/>
                  <a:pt x="52103" y="27925"/>
                  <a:pt x="53709" y="29709"/>
                </a:cubicBezTo>
                <a:lnTo>
                  <a:pt x="53709" y="14275"/>
                </a:lnTo>
                <a:cubicBezTo>
                  <a:pt x="53709" y="11152"/>
                  <a:pt x="53619" y="8922"/>
                  <a:pt x="53352" y="7673"/>
                </a:cubicBezTo>
                <a:cubicBezTo>
                  <a:pt x="53173" y="6424"/>
                  <a:pt x="52727" y="5264"/>
                  <a:pt x="52013" y="4193"/>
                </a:cubicBezTo>
                <a:cubicBezTo>
                  <a:pt x="51300" y="3212"/>
                  <a:pt x="50318" y="2320"/>
                  <a:pt x="48980" y="1606"/>
                </a:cubicBezTo>
                <a:lnTo>
                  <a:pt x="489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3CD61-05E9-442F-9DCA-74357B25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401272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A5C76-E8CA-4D1B-B725-B61FD28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40127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31695-1DEA-4997-B577-B875394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2472819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0EB33-5F74-4064-8EC3-BE56D5F8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2426426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71CD0-8630-4108-A848-6A02898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2394486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C922D-06B1-4DD1-95F2-C1B6AF99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2375394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1BDDB-189C-40F7-BDAF-46542AEB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2313031"/>
            <a:ext cx="60311" cy="23286"/>
          </a:xfrm>
          <a:custGeom xmlns:a="http://schemas.openxmlformats.org/drawingml/2006/main">
            <a:pathLst>
              <a:path w="60311" h="23286">
                <a:moveTo>
                  <a:pt x="7048" y="23286"/>
                </a:moveTo>
                <a:lnTo>
                  <a:pt x="0" y="8922"/>
                </a:lnTo>
                <a:lnTo>
                  <a:pt x="0" y="7494"/>
                </a:lnTo>
                <a:lnTo>
                  <a:pt x="49872" y="7494"/>
                </a:lnTo>
                <a:cubicBezTo>
                  <a:pt x="53262" y="7494"/>
                  <a:pt x="55314" y="7405"/>
                  <a:pt x="56117" y="7048"/>
                </a:cubicBezTo>
                <a:cubicBezTo>
                  <a:pt x="56920" y="6780"/>
                  <a:pt x="57545" y="6245"/>
                  <a:pt x="57991" y="5353"/>
                </a:cubicBezTo>
                <a:cubicBezTo>
                  <a:pt x="58437" y="4461"/>
                  <a:pt x="58705" y="2677"/>
                  <a:pt x="58705" y="0"/>
                </a:cubicBezTo>
                <a:lnTo>
                  <a:pt x="60311" y="0"/>
                </a:lnTo>
                <a:lnTo>
                  <a:pt x="60311" y="22215"/>
                </a:lnTo>
                <a:lnTo>
                  <a:pt x="58705" y="22215"/>
                </a:lnTo>
                <a:cubicBezTo>
                  <a:pt x="58705" y="19449"/>
                  <a:pt x="58437" y="17665"/>
                  <a:pt x="57991" y="16862"/>
                </a:cubicBezTo>
                <a:cubicBezTo>
                  <a:pt x="57634" y="16059"/>
                  <a:pt x="57010" y="15524"/>
                  <a:pt x="56296" y="15167"/>
                </a:cubicBezTo>
                <a:cubicBezTo>
                  <a:pt x="55582" y="14810"/>
                  <a:pt x="53441" y="14632"/>
                  <a:pt x="49872" y="14632"/>
                </a:cubicBezTo>
                <a:lnTo>
                  <a:pt x="18022" y="14632"/>
                </a:lnTo>
                <a:cubicBezTo>
                  <a:pt x="13739" y="14632"/>
                  <a:pt x="10974" y="14810"/>
                  <a:pt x="9725" y="15078"/>
                </a:cubicBezTo>
                <a:cubicBezTo>
                  <a:pt x="8832" y="15256"/>
                  <a:pt x="8119" y="15613"/>
                  <a:pt x="7673" y="16148"/>
                </a:cubicBezTo>
                <a:cubicBezTo>
                  <a:pt x="7316" y="16684"/>
                  <a:pt x="7048" y="17397"/>
                  <a:pt x="7048" y="18111"/>
                </a:cubicBezTo>
                <a:cubicBezTo>
                  <a:pt x="7048" y="19182"/>
                  <a:pt x="7494" y="20698"/>
                  <a:pt x="8386" y="22572"/>
                </a:cubicBezTo>
                <a:lnTo>
                  <a:pt x="7048" y="23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C8C61-A408-4B20-A59E-B325C97A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4" y="2414856"/>
            <a:ext cx="103358" cy="111320"/>
          </a:xfrm>
          <a:custGeom xmlns:a="http://schemas.openxmlformats.org/drawingml/2006/main">
            <a:pathLst>
              <a:path w="103358" h="111320">
                <a:moveTo>
                  <a:pt x="46058" y="67292"/>
                </a:moveTo>
                <a:lnTo>
                  <a:pt x="83842" y="29196"/>
                </a:lnTo>
                <a:cubicBezTo>
                  <a:pt x="90243" y="22951"/>
                  <a:pt x="94614" y="17643"/>
                  <a:pt x="96800" y="13271"/>
                </a:cubicBezTo>
                <a:cubicBezTo>
                  <a:pt x="98986" y="8899"/>
                  <a:pt x="100235" y="4372"/>
                  <a:pt x="100547" y="0"/>
                </a:cubicBezTo>
                <a:lnTo>
                  <a:pt x="103358" y="0"/>
                </a:lnTo>
                <a:lnTo>
                  <a:pt x="103358" y="49025"/>
                </a:lnTo>
                <a:lnTo>
                  <a:pt x="100547" y="49025"/>
                </a:lnTo>
                <a:cubicBezTo>
                  <a:pt x="100547" y="46214"/>
                  <a:pt x="100079" y="44029"/>
                  <a:pt x="99142" y="42779"/>
                </a:cubicBezTo>
                <a:cubicBezTo>
                  <a:pt x="98205" y="41530"/>
                  <a:pt x="96956" y="40750"/>
                  <a:pt x="95707" y="40750"/>
                </a:cubicBezTo>
                <a:cubicBezTo>
                  <a:pt x="94458" y="40750"/>
                  <a:pt x="93365" y="41062"/>
                  <a:pt x="92429" y="41530"/>
                </a:cubicBezTo>
                <a:cubicBezTo>
                  <a:pt x="91492" y="42155"/>
                  <a:pt x="89774" y="43716"/>
                  <a:pt x="87120" y="46214"/>
                </a:cubicBezTo>
                <a:lnTo>
                  <a:pt x="51679" y="81968"/>
                </a:lnTo>
                <a:lnTo>
                  <a:pt x="85091" y="81968"/>
                </a:lnTo>
                <a:cubicBezTo>
                  <a:pt x="90399" y="81968"/>
                  <a:pt x="93834" y="81656"/>
                  <a:pt x="95395" y="81031"/>
                </a:cubicBezTo>
                <a:cubicBezTo>
                  <a:pt x="96644" y="80563"/>
                  <a:pt x="97737" y="79470"/>
                  <a:pt x="98674" y="77752"/>
                </a:cubicBezTo>
                <a:cubicBezTo>
                  <a:pt x="99923" y="75567"/>
                  <a:pt x="100547" y="73381"/>
                  <a:pt x="100547" y="70883"/>
                </a:cubicBezTo>
                <a:lnTo>
                  <a:pt x="100547" y="67292"/>
                </a:lnTo>
                <a:lnTo>
                  <a:pt x="103358" y="67292"/>
                </a:lnTo>
                <a:lnTo>
                  <a:pt x="103358" y="111320"/>
                </a:lnTo>
                <a:lnTo>
                  <a:pt x="100547" y="111320"/>
                </a:lnTo>
                <a:lnTo>
                  <a:pt x="100547" y="107729"/>
                </a:lnTo>
                <a:cubicBezTo>
                  <a:pt x="100547" y="103514"/>
                  <a:pt x="99298" y="100391"/>
                  <a:pt x="96800" y="98362"/>
                </a:cubicBezTo>
                <a:cubicBezTo>
                  <a:pt x="95239" y="97269"/>
                  <a:pt x="91336" y="96644"/>
                  <a:pt x="85091" y="96644"/>
                </a:cubicBezTo>
                <a:lnTo>
                  <a:pt x="18267" y="96644"/>
                </a:lnTo>
                <a:cubicBezTo>
                  <a:pt x="13115" y="96644"/>
                  <a:pt x="9680" y="96956"/>
                  <a:pt x="7806" y="97581"/>
                </a:cubicBezTo>
                <a:cubicBezTo>
                  <a:pt x="6557" y="98205"/>
                  <a:pt x="5621" y="99142"/>
                  <a:pt x="4684" y="100704"/>
                </a:cubicBezTo>
                <a:cubicBezTo>
                  <a:pt x="3435" y="103045"/>
                  <a:pt x="2810" y="105387"/>
                  <a:pt x="2810" y="107729"/>
                </a:cubicBezTo>
                <a:lnTo>
                  <a:pt x="2810" y="111320"/>
                </a:lnTo>
                <a:lnTo>
                  <a:pt x="0" y="111320"/>
                </a:lnTo>
                <a:lnTo>
                  <a:pt x="0" y="67292"/>
                </a:lnTo>
                <a:lnTo>
                  <a:pt x="2810" y="67292"/>
                </a:lnTo>
                <a:lnTo>
                  <a:pt x="2810" y="70883"/>
                </a:lnTo>
                <a:cubicBezTo>
                  <a:pt x="2810" y="73381"/>
                  <a:pt x="3435" y="75567"/>
                  <a:pt x="4528" y="77752"/>
                </a:cubicBezTo>
                <a:cubicBezTo>
                  <a:pt x="5465" y="79314"/>
                  <a:pt x="6714" y="80407"/>
                  <a:pt x="8275" y="81031"/>
                </a:cubicBezTo>
                <a:cubicBezTo>
                  <a:pt x="9836" y="81656"/>
                  <a:pt x="13271" y="81968"/>
                  <a:pt x="18267" y="81968"/>
                </a:cubicBezTo>
                <a:lnTo>
                  <a:pt x="49961" y="81968"/>
                </a:lnTo>
                <a:cubicBezTo>
                  <a:pt x="49025" y="81031"/>
                  <a:pt x="45746" y="77440"/>
                  <a:pt x="40281" y="71507"/>
                </a:cubicBezTo>
                <a:cubicBezTo>
                  <a:pt x="26542" y="56519"/>
                  <a:pt x="17174" y="47307"/>
                  <a:pt x="12490" y="44185"/>
                </a:cubicBezTo>
                <a:cubicBezTo>
                  <a:pt x="10617" y="42936"/>
                  <a:pt x="8743" y="42155"/>
                  <a:pt x="7182" y="42155"/>
                </a:cubicBezTo>
                <a:cubicBezTo>
                  <a:pt x="6089" y="42155"/>
                  <a:pt x="5152" y="42779"/>
                  <a:pt x="4215" y="43716"/>
                </a:cubicBezTo>
                <a:cubicBezTo>
                  <a:pt x="3279" y="44809"/>
                  <a:pt x="2810" y="46527"/>
                  <a:pt x="2810" y="49025"/>
                </a:cubicBezTo>
                <a:lnTo>
                  <a:pt x="2810" y="51523"/>
                </a:lnTo>
                <a:lnTo>
                  <a:pt x="0" y="51523"/>
                </a:lnTo>
                <a:lnTo>
                  <a:pt x="0" y="13427"/>
                </a:lnTo>
                <a:lnTo>
                  <a:pt x="2810" y="13427"/>
                </a:lnTo>
                <a:cubicBezTo>
                  <a:pt x="2810" y="15769"/>
                  <a:pt x="3123" y="17799"/>
                  <a:pt x="3747" y="19672"/>
                </a:cubicBezTo>
                <a:cubicBezTo>
                  <a:pt x="4372" y="21546"/>
                  <a:pt x="5465" y="23732"/>
                  <a:pt x="7026" y="26386"/>
                </a:cubicBezTo>
                <a:cubicBezTo>
                  <a:pt x="8587" y="29040"/>
                  <a:pt x="11241" y="32319"/>
                  <a:pt x="14676" y="36066"/>
                </a:cubicBezTo>
                <a:cubicBezTo>
                  <a:pt x="15769" y="37315"/>
                  <a:pt x="20921" y="42467"/>
                  <a:pt x="30289" y="51523"/>
                </a:cubicBezTo>
                <a:lnTo>
                  <a:pt x="46058" y="67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D72DC-E049-4EA7-8B5B-A9972BA2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4" y="2305253"/>
            <a:ext cx="105544" cy="109447"/>
          </a:xfrm>
          <a:custGeom xmlns:a="http://schemas.openxmlformats.org/drawingml/2006/main">
            <a:pathLst>
              <a:path w="105544" h="109447">
                <a:moveTo>
                  <a:pt x="0" y="0"/>
                </a:moveTo>
                <a:lnTo>
                  <a:pt x="2810" y="0"/>
                </a:lnTo>
                <a:cubicBezTo>
                  <a:pt x="3435" y="3747"/>
                  <a:pt x="4684" y="6401"/>
                  <a:pt x="6245" y="8275"/>
                </a:cubicBezTo>
                <a:cubicBezTo>
                  <a:pt x="8743" y="11085"/>
                  <a:pt x="12646" y="13427"/>
                  <a:pt x="17799" y="15457"/>
                </a:cubicBezTo>
                <a:lnTo>
                  <a:pt x="105544" y="51523"/>
                </a:lnTo>
                <a:lnTo>
                  <a:pt x="105544" y="54333"/>
                </a:lnTo>
                <a:lnTo>
                  <a:pt x="16550" y="93053"/>
                </a:lnTo>
                <a:cubicBezTo>
                  <a:pt x="12022" y="95083"/>
                  <a:pt x="9212" y="96488"/>
                  <a:pt x="8275" y="97269"/>
                </a:cubicBezTo>
                <a:cubicBezTo>
                  <a:pt x="6714" y="98518"/>
                  <a:pt x="5465" y="100079"/>
                  <a:pt x="4528" y="101953"/>
                </a:cubicBezTo>
                <a:cubicBezTo>
                  <a:pt x="3591" y="103826"/>
                  <a:pt x="3123" y="106324"/>
                  <a:pt x="2810" y="109447"/>
                </a:cubicBezTo>
                <a:lnTo>
                  <a:pt x="0" y="109447"/>
                </a:lnTo>
                <a:lnTo>
                  <a:pt x="0" y="67292"/>
                </a:lnTo>
                <a:lnTo>
                  <a:pt x="2810" y="67292"/>
                </a:lnTo>
                <a:cubicBezTo>
                  <a:pt x="3279" y="72132"/>
                  <a:pt x="4059" y="75254"/>
                  <a:pt x="5308" y="76660"/>
                </a:cubicBezTo>
                <a:cubicBezTo>
                  <a:pt x="6557" y="78065"/>
                  <a:pt x="7963" y="78689"/>
                  <a:pt x="9680" y="78689"/>
                </a:cubicBezTo>
                <a:cubicBezTo>
                  <a:pt x="12334" y="78689"/>
                  <a:pt x="16394" y="77596"/>
                  <a:pt x="21702" y="75098"/>
                </a:cubicBezTo>
                <a:lnTo>
                  <a:pt x="82280" y="48869"/>
                </a:lnTo>
                <a:lnTo>
                  <a:pt x="22327" y="24512"/>
                </a:lnTo>
                <a:cubicBezTo>
                  <a:pt x="16550" y="22170"/>
                  <a:pt x="12490" y="20921"/>
                  <a:pt x="10148" y="20921"/>
                </a:cubicBezTo>
                <a:cubicBezTo>
                  <a:pt x="8743" y="20921"/>
                  <a:pt x="7338" y="21702"/>
                  <a:pt x="5933" y="23107"/>
                </a:cubicBezTo>
                <a:cubicBezTo>
                  <a:pt x="4684" y="24668"/>
                  <a:pt x="3591" y="27167"/>
                  <a:pt x="2966" y="30601"/>
                </a:cubicBezTo>
                <a:cubicBezTo>
                  <a:pt x="2966" y="30914"/>
                  <a:pt x="2966" y="31226"/>
                  <a:pt x="2810" y="31850"/>
                </a:cubicBezTo>
                <a:lnTo>
                  <a:pt x="0" y="318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E0A55-18B5-4E05-B27B-07A3946F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4" y="2131615"/>
            <a:ext cx="103358" cy="132866"/>
          </a:xfrm>
          <a:custGeom xmlns:a="http://schemas.openxmlformats.org/drawingml/2006/main">
            <a:pathLst>
              <a:path w="103358" h="132866">
                <a:moveTo>
                  <a:pt x="103358" y="71663"/>
                </a:moveTo>
                <a:lnTo>
                  <a:pt x="16394" y="111633"/>
                </a:lnTo>
                <a:lnTo>
                  <a:pt x="85403" y="111633"/>
                </a:lnTo>
                <a:cubicBezTo>
                  <a:pt x="91804" y="111633"/>
                  <a:pt x="95707" y="111008"/>
                  <a:pt x="97269" y="109447"/>
                </a:cubicBezTo>
                <a:cubicBezTo>
                  <a:pt x="99455" y="107573"/>
                  <a:pt x="100547" y="104607"/>
                  <a:pt x="100547" y="100547"/>
                </a:cubicBezTo>
                <a:lnTo>
                  <a:pt x="100547" y="96956"/>
                </a:lnTo>
                <a:lnTo>
                  <a:pt x="103358" y="96956"/>
                </a:lnTo>
                <a:lnTo>
                  <a:pt x="103358" y="132866"/>
                </a:lnTo>
                <a:lnTo>
                  <a:pt x="100547" y="132866"/>
                </a:lnTo>
                <a:lnTo>
                  <a:pt x="100547" y="129275"/>
                </a:lnTo>
                <a:cubicBezTo>
                  <a:pt x="100547" y="124904"/>
                  <a:pt x="99298" y="121781"/>
                  <a:pt x="96644" y="119907"/>
                </a:cubicBezTo>
                <a:cubicBezTo>
                  <a:pt x="95083" y="118971"/>
                  <a:pt x="91336" y="118346"/>
                  <a:pt x="85403" y="118346"/>
                </a:cubicBezTo>
                <a:lnTo>
                  <a:pt x="17955" y="118346"/>
                </a:lnTo>
                <a:cubicBezTo>
                  <a:pt x="13427" y="118346"/>
                  <a:pt x="10148" y="118815"/>
                  <a:pt x="7963" y="119751"/>
                </a:cubicBezTo>
                <a:cubicBezTo>
                  <a:pt x="6557" y="120532"/>
                  <a:pt x="5308" y="121937"/>
                  <a:pt x="4372" y="123811"/>
                </a:cubicBezTo>
                <a:cubicBezTo>
                  <a:pt x="3435" y="125684"/>
                  <a:pt x="2810" y="128807"/>
                  <a:pt x="2810" y="132866"/>
                </a:cubicBezTo>
                <a:lnTo>
                  <a:pt x="0" y="132866"/>
                </a:lnTo>
                <a:lnTo>
                  <a:pt x="0" y="103670"/>
                </a:lnTo>
                <a:lnTo>
                  <a:pt x="80875" y="66199"/>
                </a:lnTo>
                <a:lnTo>
                  <a:pt x="0" y="29196"/>
                </a:lnTo>
                <a:lnTo>
                  <a:pt x="0" y="0"/>
                </a:lnTo>
                <a:lnTo>
                  <a:pt x="2810" y="0"/>
                </a:lnTo>
                <a:lnTo>
                  <a:pt x="2810" y="3591"/>
                </a:lnTo>
                <a:cubicBezTo>
                  <a:pt x="2810" y="7963"/>
                  <a:pt x="4215" y="11085"/>
                  <a:pt x="6714" y="12959"/>
                </a:cubicBezTo>
                <a:cubicBezTo>
                  <a:pt x="8431" y="14208"/>
                  <a:pt x="12178" y="14676"/>
                  <a:pt x="17955" y="14676"/>
                </a:cubicBezTo>
                <a:lnTo>
                  <a:pt x="85403" y="14676"/>
                </a:lnTo>
                <a:cubicBezTo>
                  <a:pt x="91804" y="14676"/>
                  <a:pt x="95707" y="14052"/>
                  <a:pt x="97269" y="12490"/>
                </a:cubicBezTo>
                <a:cubicBezTo>
                  <a:pt x="99455" y="10617"/>
                  <a:pt x="100547" y="7650"/>
                  <a:pt x="100547" y="3591"/>
                </a:cubicBezTo>
                <a:lnTo>
                  <a:pt x="100547" y="0"/>
                </a:lnTo>
                <a:lnTo>
                  <a:pt x="103358" y="0"/>
                </a:lnTo>
                <a:lnTo>
                  <a:pt x="103358" y="43872"/>
                </a:lnTo>
                <a:lnTo>
                  <a:pt x="100547" y="43872"/>
                </a:lnTo>
                <a:lnTo>
                  <a:pt x="100547" y="40281"/>
                </a:lnTo>
                <a:cubicBezTo>
                  <a:pt x="100547" y="35910"/>
                  <a:pt x="99298" y="32787"/>
                  <a:pt x="96644" y="30914"/>
                </a:cubicBezTo>
                <a:cubicBezTo>
                  <a:pt x="95083" y="29821"/>
                  <a:pt x="91336" y="29196"/>
                  <a:pt x="85403" y="29196"/>
                </a:cubicBezTo>
                <a:lnTo>
                  <a:pt x="16394" y="29196"/>
                </a:lnTo>
                <a:lnTo>
                  <a:pt x="103358" y="69165"/>
                </a:lnTo>
                <a:lnTo>
                  <a:pt x="103358" y="716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33D8C-E27B-4130-A2D9-4CB3AAA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6" y="2063386"/>
            <a:ext cx="74005" cy="59173"/>
          </a:xfrm>
          <a:custGeom xmlns:a="http://schemas.openxmlformats.org/drawingml/2006/main">
            <a:pathLst>
              <a:path w="74005" h="59173">
                <a:moveTo>
                  <a:pt x="28416" y="48400"/>
                </a:moveTo>
                <a:cubicBezTo>
                  <a:pt x="38876" y="48400"/>
                  <a:pt x="46995" y="45902"/>
                  <a:pt x="52928" y="40750"/>
                </a:cubicBezTo>
                <a:cubicBezTo>
                  <a:pt x="58861" y="35754"/>
                  <a:pt x="61671" y="29665"/>
                  <a:pt x="61671" y="22795"/>
                </a:cubicBezTo>
                <a:cubicBezTo>
                  <a:pt x="61671" y="18423"/>
                  <a:pt x="60422" y="14520"/>
                  <a:pt x="57924" y="11085"/>
                </a:cubicBezTo>
                <a:cubicBezTo>
                  <a:pt x="55426" y="7650"/>
                  <a:pt x="51210" y="4840"/>
                  <a:pt x="44965" y="2498"/>
                </a:cubicBezTo>
                <a:lnTo>
                  <a:pt x="46527" y="0"/>
                </a:lnTo>
                <a:cubicBezTo>
                  <a:pt x="53552" y="1249"/>
                  <a:pt x="59954" y="4372"/>
                  <a:pt x="65574" y="9368"/>
                </a:cubicBezTo>
                <a:cubicBezTo>
                  <a:pt x="71195" y="14520"/>
                  <a:pt x="74005" y="20921"/>
                  <a:pt x="74005" y="28728"/>
                </a:cubicBezTo>
                <a:cubicBezTo>
                  <a:pt x="74005" y="37159"/>
                  <a:pt x="70883" y="44341"/>
                  <a:pt x="64325" y="50274"/>
                </a:cubicBezTo>
                <a:cubicBezTo>
                  <a:pt x="57768" y="56207"/>
                  <a:pt x="49025" y="59173"/>
                  <a:pt x="37939" y="59173"/>
                </a:cubicBezTo>
                <a:cubicBezTo>
                  <a:pt x="26074" y="59173"/>
                  <a:pt x="16706" y="56207"/>
                  <a:pt x="9992" y="49961"/>
                </a:cubicBezTo>
                <a:cubicBezTo>
                  <a:pt x="3435" y="43872"/>
                  <a:pt x="0" y="36222"/>
                  <a:pt x="0" y="26854"/>
                </a:cubicBezTo>
                <a:cubicBezTo>
                  <a:pt x="0" y="19048"/>
                  <a:pt x="2654" y="12646"/>
                  <a:pt x="7806" y="7650"/>
                </a:cubicBezTo>
                <a:cubicBezTo>
                  <a:pt x="12959" y="2654"/>
                  <a:pt x="19828" y="0"/>
                  <a:pt x="28416" y="0"/>
                </a:cubicBezTo>
                <a:lnTo>
                  <a:pt x="28416" y="48400"/>
                </a:lnTo>
                <a:close/>
                <a:moveTo>
                  <a:pt x="24044" y="48400"/>
                </a:moveTo>
                <a:lnTo>
                  <a:pt x="24044" y="16081"/>
                </a:lnTo>
                <a:cubicBezTo>
                  <a:pt x="19672" y="16394"/>
                  <a:pt x="16394" y="16862"/>
                  <a:pt x="14520" y="17643"/>
                </a:cubicBezTo>
                <a:cubicBezTo>
                  <a:pt x="11710" y="18892"/>
                  <a:pt x="9524" y="20765"/>
                  <a:pt x="7963" y="23263"/>
                </a:cubicBezTo>
                <a:cubicBezTo>
                  <a:pt x="6401" y="25761"/>
                  <a:pt x="5465" y="28416"/>
                  <a:pt x="5465" y="31226"/>
                </a:cubicBezTo>
                <a:cubicBezTo>
                  <a:pt x="5465" y="35441"/>
                  <a:pt x="7182" y="39189"/>
                  <a:pt x="10461" y="42467"/>
                </a:cubicBezTo>
                <a:cubicBezTo>
                  <a:pt x="13739" y="45902"/>
                  <a:pt x="18267" y="47776"/>
                  <a:pt x="24044" y="48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CCC59-B74D-4134-B83F-48034EA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1938327"/>
            <a:ext cx="71820" cy="119439"/>
          </a:xfrm>
          <a:custGeom xmlns:a="http://schemas.openxmlformats.org/drawingml/2006/main">
            <a:pathLst>
              <a:path w="71820" h="119439">
                <a:moveTo>
                  <a:pt x="14832" y="95083"/>
                </a:moveTo>
                <a:cubicBezTo>
                  <a:pt x="9836" y="90087"/>
                  <a:pt x="6870" y="86964"/>
                  <a:pt x="6089" y="86027"/>
                </a:cubicBezTo>
                <a:cubicBezTo>
                  <a:pt x="4215" y="83842"/>
                  <a:pt x="2654" y="81343"/>
                  <a:pt x="1561" y="78689"/>
                </a:cubicBezTo>
                <a:cubicBezTo>
                  <a:pt x="625" y="76191"/>
                  <a:pt x="0" y="73537"/>
                  <a:pt x="0" y="70883"/>
                </a:cubicBezTo>
                <a:cubicBezTo>
                  <a:pt x="0" y="66511"/>
                  <a:pt x="1249" y="62764"/>
                  <a:pt x="3747" y="59641"/>
                </a:cubicBezTo>
                <a:cubicBezTo>
                  <a:pt x="6245" y="56519"/>
                  <a:pt x="9992" y="54333"/>
                  <a:pt x="14832" y="53240"/>
                </a:cubicBezTo>
                <a:cubicBezTo>
                  <a:pt x="8743" y="48088"/>
                  <a:pt x="4684" y="43716"/>
                  <a:pt x="2810" y="39969"/>
                </a:cubicBezTo>
                <a:cubicBezTo>
                  <a:pt x="937" y="36378"/>
                  <a:pt x="0" y="32631"/>
                  <a:pt x="0" y="28884"/>
                </a:cubicBezTo>
                <a:cubicBezTo>
                  <a:pt x="0" y="25137"/>
                  <a:pt x="937" y="21858"/>
                  <a:pt x="2810" y="19048"/>
                </a:cubicBezTo>
                <a:cubicBezTo>
                  <a:pt x="4684" y="16237"/>
                  <a:pt x="7806" y="13896"/>
                  <a:pt x="12178" y="12178"/>
                </a:cubicBezTo>
                <a:cubicBezTo>
                  <a:pt x="15145" y="11085"/>
                  <a:pt x="19828" y="10461"/>
                  <a:pt x="26074" y="10461"/>
                </a:cubicBezTo>
                <a:lnTo>
                  <a:pt x="56050" y="10461"/>
                </a:lnTo>
                <a:cubicBezTo>
                  <a:pt x="60422" y="10461"/>
                  <a:pt x="63545" y="10148"/>
                  <a:pt x="65106" y="9524"/>
                </a:cubicBezTo>
                <a:cubicBezTo>
                  <a:pt x="66199" y="9056"/>
                  <a:pt x="67136" y="8119"/>
                  <a:pt x="67916" y="6714"/>
                </a:cubicBezTo>
                <a:cubicBezTo>
                  <a:pt x="68697" y="5308"/>
                  <a:pt x="69009" y="3123"/>
                  <a:pt x="69009" y="0"/>
                </a:cubicBezTo>
                <a:lnTo>
                  <a:pt x="71820" y="0"/>
                </a:lnTo>
                <a:lnTo>
                  <a:pt x="71820" y="34348"/>
                </a:lnTo>
                <a:lnTo>
                  <a:pt x="69009" y="34348"/>
                </a:lnTo>
                <a:lnTo>
                  <a:pt x="69009" y="32943"/>
                </a:lnTo>
                <a:cubicBezTo>
                  <a:pt x="69009" y="29977"/>
                  <a:pt x="68541" y="27635"/>
                  <a:pt x="67292" y="25917"/>
                </a:cubicBezTo>
                <a:cubicBezTo>
                  <a:pt x="66511" y="24825"/>
                  <a:pt x="65262" y="24044"/>
                  <a:pt x="63389" y="23419"/>
                </a:cubicBezTo>
                <a:cubicBezTo>
                  <a:pt x="62608" y="23263"/>
                  <a:pt x="60110" y="23107"/>
                  <a:pt x="56050" y="23107"/>
                </a:cubicBezTo>
                <a:lnTo>
                  <a:pt x="26074" y="23107"/>
                </a:lnTo>
                <a:cubicBezTo>
                  <a:pt x="20453" y="23107"/>
                  <a:pt x="16394" y="23888"/>
                  <a:pt x="13896" y="25137"/>
                </a:cubicBezTo>
                <a:cubicBezTo>
                  <a:pt x="10773" y="27167"/>
                  <a:pt x="9056" y="30289"/>
                  <a:pt x="9056" y="34661"/>
                </a:cubicBezTo>
                <a:cubicBezTo>
                  <a:pt x="9056" y="37471"/>
                  <a:pt x="9836" y="40125"/>
                  <a:pt x="11085" y="42779"/>
                </a:cubicBezTo>
                <a:cubicBezTo>
                  <a:pt x="12490" y="45590"/>
                  <a:pt x="14988" y="48869"/>
                  <a:pt x="18579" y="52616"/>
                </a:cubicBezTo>
                <a:lnTo>
                  <a:pt x="19516" y="52772"/>
                </a:lnTo>
                <a:lnTo>
                  <a:pt x="22795" y="52616"/>
                </a:lnTo>
                <a:lnTo>
                  <a:pt x="56050" y="52616"/>
                </a:lnTo>
                <a:cubicBezTo>
                  <a:pt x="60891" y="52616"/>
                  <a:pt x="63857" y="52460"/>
                  <a:pt x="64950" y="51835"/>
                </a:cubicBezTo>
                <a:cubicBezTo>
                  <a:pt x="66199" y="51367"/>
                  <a:pt x="67136" y="50430"/>
                  <a:pt x="67916" y="48869"/>
                </a:cubicBezTo>
                <a:cubicBezTo>
                  <a:pt x="68697" y="47463"/>
                  <a:pt x="69009" y="44965"/>
                  <a:pt x="69009" y="41374"/>
                </a:cubicBezTo>
                <a:lnTo>
                  <a:pt x="71820" y="41374"/>
                </a:lnTo>
                <a:lnTo>
                  <a:pt x="71820" y="76660"/>
                </a:lnTo>
                <a:lnTo>
                  <a:pt x="69009" y="76660"/>
                </a:lnTo>
                <a:cubicBezTo>
                  <a:pt x="69009" y="72912"/>
                  <a:pt x="68697" y="70258"/>
                  <a:pt x="67760" y="68697"/>
                </a:cubicBezTo>
                <a:cubicBezTo>
                  <a:pt x="66823" y="67292"/>
                  <a:pt x="65418" y="66199"/>
                  <a:pt x="63545" y="65574"/>
                </a:cubicBezTo>
                <a:cubicBezTo>
                  <a:pt x="62764" y="65418"/>
                  <a:pt x="60266" y="65262"/>
                  <a:pt x="56050" y="65262"/>
                </a:cubicBezTo>
                <a:lnTo>
                  <a:pt x="26074" y="65262"/>
                </a:lnTo>
                <a:cubicBezTo>
                  <a:pt x="20453" y="65262"/>
                  <a:pt x="16237" y="66199"/>
                  <a:pt x="13739" y="67760"/>
                </a:cubicBezTo>
                <a:cubicBezTo>
                  <a:pt x="10617" y="70102"/>
                  <a:pt x="8899" y="73225"/>
                  <a:pt x="8899" y="77128"/>
                </a:cubicBezTo>
                <a:cubicBezTo>
                  <a:pt x="8899" y="79938"/>
                  <a:pt x="9680" y="82749"/>
                  <a:pt x="11085" y="85247"/>
                </a:cubicBezTo>
                <a:cubicBezTo>
                  <a:pt x="13271" y="89618"/>
                  <a:pt x="15769" y="92897"/>
                  <a:pt x="18579" y="95083"/>
                </a:cubicBezTo>
                <a:lnTo>
                  <a:pt x="56050" y="95083"/>
                </a:lnTo>
                <a:cubicBezTo>
                  <a:pt x="60734" y="95083"/>
                  <a:pt x="63701" y="94771"/>
                  <a:pt x="64950" y="94146"/>
                </a:cubicBezTo>
                <a:cubicBezTo>
                  <a:pt x="66355" y="93522"/>
                  <a:pt x="67448" y="92585"/>
                  <a:pt x="68072" y="91336"/>
                </a:cubicBezTo>
                <a:cubicBezTo>
                  <a:pt x="68697" y="90087"/>
                  <a:pt x="69009" y="87589"/>
                  <a:pt x="69009" y="83685"/>
                </a:cubicBezTo>
                <a:lnTo>
                  <a:pt x="71820" y="83685"/>
                </a:lnTo>
                <a:lnTo>
                  <a:pt x="71820" y="118190"/>
                </a:lnTo>
                <a:lnTo>
                  <a:pt x="69009" y="118190"/>
                </a:lnTo>
                <a:cubicBezTo>
                  <a:pt x="69009" y="115067"/>
                  <a:pt x="68697" y="112882"/>
                  <a:pt x="68072" y="111633"/>
                </a:cubicBezTo>
                <a:cubicBezTo>
                  <a:pt x="67448" y="110384"/>
                  <a:pt x="66355" y="109291"/>
                  <a:pt x="64794" y="108666"/>
                </a:cubicBezTo>
                <a:cubicBezTo>
                  <a:pt x="63232" y="108042"/>
                  <a:pt x="60422" y="107729"/>
                  <a:pt x="56050" y="107729"/>
                </a:cubicBezTo>
                <a:lnTo>
                  <a:pt x="29352" y="107729"/>
                </a:lnTo>
                <a:cubicBezTo>
                  <a:pt x="21702" y="107729"/>
                  <a:pt x="16706" y="108042"/>
                  <a:pt x="14520" y="108354"/>
                </a:cubicBezTo>
                <a:cubicBezTo>
                  <a:pt x="12959" y="108666"/>
                  <a:pt x="11710" y="109291"/>
                  <a:pt x="11085" y="110071"/>
                </a:cubicBezTo>
                <a:cubicBezTo>
                  <a:pt x="10461" y="110852"/>
                  <a:pt x="9992" y="111945"/>
                  <a:pt x="9992" y="113194"/>
                </a:cubicBezTo>
                <a:cubicBezTo>
                  <a:pt x="9992" y="114599"/>
                  <a:pt x="10461" y="116316"/>
                  <a:pt x="11241" y="118190"/>
                </a:cubicBezTo>
                <a:lnTo>
                  <a:pt x="8431" y="119439"/>
                </a:lnTo>
                <a:lnTo>
                  <a:pt x="0" y="98362"/>
                </a:lnTo>
                <a:lnTo>
                  <a:pt x="0" y="95083"/>
                </a:lnTo>
                <a:lnTo>
                  <a:pt x="14832" y="95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F68EE-3025-413F-B7D2-DCA5495C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69" y="1909599"/>
            <a:ext cx="16862" cy="16862"/>
          </a:xfrm>
          <a:custGeom xmlns:a="http://schemas.openxmlformats.org/drawingml/2006/main">
            <a:pathLst>
              <a:path w="16862" h="16862">
                <a:moveTo>
                  <a:pt x="0" y="8431"/>
                </a:moveTo>
                <a:cubicBezTo>
                  <a:pt x="0" y="6089"/>
                  <a:pt x="937" y="4059"/>
                  <a:pt x="2498" y="2498"/>
                </a:cubicBezTo>
                <a:cubicBezTo>
                  <a:pt x="4215" y="937"/>
                  <a:pt x="6245" y="0"/>
                  <a:pt x="8587" y="0"/>
                </a:cubicBezTo>
                <a:cubicBezTo>
                  <a:pt x="10929" y="0"/>
                  <a:pt x="12959" y="937"/>
                  <a:pt x="14520" y="2498"/>
                </a:cubicBezTo>
                <a:cubicBezTo>
                  <a:pt x="16081" y="4215"/>
                  <a:pt x="16862" y="6245"/>
                  <a:pt x="16862" y="8431"/>
                </a:cubicBezTo>
                <a:cubicBezTo>
                  <a:pt x="16862" y="10773"/>
                  <a:pt x="16081" y="12803"/>
                  <a:pt x="14520" y="14364"/>
                </a:cubicBezTo>
                <a:cubicBezTo>
                  <a:pt x="12959" y="16081"/>
                  <a:pt x="10929" y="16862"/>
                  <a:pt x="8587" y="16862"/>
                </a:cubicBezTo>
                <a:cubicBezTo>
                  <a:pt x="6245" y="16862"/>
                  <a:pt x="4215" y="16081"/>
                  <a:pt x="2498" y="14364"/>
                </a:cubicBezTo>
                <a:cubicBezTo>
                  <a:pt x="937" y="12803"/>
                  <a:pt x="0" y="10773"/>
                  <a:pt x="0" y="84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82701-9CB0-4EE3-A631-21A8634C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4" y="1748473"/>
            <a:ext cx="105700" cy="110227"/>
          </a:xfrm>
          <a:custGeom xmlns:a="http://schemas.openxmlformats.org/drawingml/2006/main">
            <a:pathLst>
              <a:path w="105700" h="110227">
                <a:moveTo>
                  <a:pt x="2810" y="36534"/>
                </a:moveTo>
                <a:lnTo>
                  <a:pt x="0" y="36534"/>
                </a:lnTo>
                <a:lnTo>
                  <a:pt x="0" y="0"/>
                </a:lnTo>
                <a:lnTo>
                  <a:pt x="2810" y="0"/>
                </a:lnTo>
                <a:lnTo>
                  <a:pt x="2810" y="3747"/>
                </a:lnTo>
                <a:cubicBezTo>
                  <a:pt x="2810" y="7963"/>
                  <a:pt x="4528" y="11085"/>
                  <a:pt x="7963" y="13271"/>
                </a:cubicBezTo>
                <a:cubicBezTo>
                  <a:pt x="9524" y="14364"/>
                  <a:pt x="13271" y="14832"/>
                  <a:pt x="18892" y="14832"/>
                </a:cubicBezTo>
                <a:lnTo>
                  <a:pt x="60891" y="14832"/>
                </a:lnTo>
                <a:cubicBezTo>
                  <a:pt x="71195" y="14832"/>
                  <a:pt x="79314" y="15925"/>
                  <a:pt x="84934" y="17955"/>
                </a:cubicBezTo>
                <a:cubicBezTo>
                  <a:pt x="90711" y="19985"/>
                  <a:pt x="95551" y="24044"/>
                  <a:pt x="99611" y="29977"/>
                </a:cubicBezTo>
                <a:cubicBezTo>
                  <a:pt x="103670" y="36066"/>
                  <a:pt x="105700" y="44341"/>
                  <a:pt x="105700" y="54645"/>
                </a:cubicBezTo>
                <a:cubicBezTo>
                  <a:pt x="105700" y="65887"/>
                  <a:pt x="103670" y="74474"/>
                  <a:pt x="99923" y="80251"/>
                </a:cubicBezTo>
                <a:cubicBezTo>
                  <a:pt x="96020" y="86183"/>
                  <a:pt x="90711" y="90243"/>
                  <a:pt x="84154" y="92741"/>
                </a:cubicBezTo>
                <a:cubicBezTo>
                  <a:pt x="79626" y="94302"/>
                  <a:pt x="71195" y="95083"/>
                  <a:pt x="58705" y="95083"/>
                </a:cubicBezTo>
                <a:lnTo>
                  <a:pt x="18267" y="95083"/>
                </a:lnTo>
                <a:cubicBezTo>
                  <a:pt x="12022" y="95083"/>
                  <a:pt x="7806" y="96020"/>
                  <a:pt x="5777" y="97737"/>
                </a:cubicBezTo>
                <a:cubicBezTo>
                  <a:pt x="3903" y="99611"/>
                  <a:pt x="2810" y="102421"/>
                  <a:pt x="2810" y="106324"/>
                </a:cubicBezTo>
                <a:lnTo>
                  <a:pt x="2810" y="110227"/>
                </a:lnTo>
                <a:lnTo>
                  <a:pt x="0" y="110227"/>
                </a:lnTo>
                <a:lnTo>
                  <a:pt x="0" y="65418"/>
                </a:lnTo>
                <a:lnTo>
                  <a:pt x="2810" y="65418"/>
                </a:lnTo>
                <a:lnTo>
                  <a:pt x="2810" y="69478"/>
                </a:lnTo>
                <a:cubicBezTo>
                  <a:pt x="2810" y="73849"/>
                  <a:pt x="4215" y="76816"/>
                  <a:pt x="6870" y="78533"/>
                </a:cubicBezTo>
                <a:cubicBezTo>
                  <a:pt x="8743" y="79938"/>
                  <a:pt x="12490" y="80563"/>
                  <a:pt x="18267" y="80563"/>
                </a:cubicBezTo>
                <a:lnTo>
                  <a:pt x="63389" y="80563"/>
                </a:lnTo>
                <a:cubicBezTo>
                  <a:pt x="67448" y="80563"/>
                  <a:pt x="71976" y="80251"/>
                  <a:pt x="77128" y="79470"/>
                </a:cubicBezTo>
                <a:cubicBezTo>
                  <a:pt x="82436" y="78845"/>
                  <a:pt x="86496" y="77440"/>
                  <a:pt x="89306" y="75411"/>
                </a:cubicBezTo>
                <a:cubicBezTo>
                  <a:pt x="92116" y="73537"/>
                  <a:pt x="94614" y="70727"/>
                  <a:pt x="96488" y="67136"/>
                </a:cubicBezTo>
                <a:cubicBezTo>
                  <a:pt x="98362" y="63545"/>
                  <a:pt x="99298" y="59017"/>
                  <a:pt x="99298" y="53709"/>
                </a:cubicBezTo>
                <a:cubicBezTo>
                  <a:pt x="99298" y="46995"/>
                  <a:pt x="97893" y="40906"/>
                  <a:pt x="94927" y="35598"/>
                </a:cubicBezTo>
                <a:cubicBezTo>
                  <a:pt x="91960" y="30289"/>
                  <a:pt x="88213" y="26542"/>
                  <a:pt x="83529" y="24668"/>
                </a:cubicBezTo>
                <a:cubicBezTo>
                  <a:pt x="79002" y="22795"/>
                  <a:pt x="71195" y="21702"/>
                  <a:pt x="60110" y="21702"/>
                </a:cubicBezTo>
                <a:lnTo>
                  <a:pt x="18267" y="21702"/>
                </a:lnTo>
                <a:cubicBezTo>
                  <a:pt x="11866" y="21702"/>
                  <a:pt x="7806" y="22483"/>
                  <a:pt x="6089" y="23732"/>
                </a:cubicBezTo>
                <a:cubicBezTo>
                  <a:pt x="3903" y="25761"/>
                  <a:pt x="2810" y="28728"/>
                  <a:pt x="2810" y="32631"/>
                </a:cubicBezTo>
                <a:lnTo>
                  <a:pt x="2810" y="3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92A53-9DB3-41CA-8B30-9DE63C88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1691486"/>
            <a:ext cx="73849" cy="47620"/>
          </a:xfrm>
          <a:custGeom xmlns:a="http://schemas.openxmlformats.org/drawingml/2006/main">
            <a:pathLst>
              <a:path w="73849" h="47620">
                <a:moveTo>
                  <a:pt x="0" y="5308"/>
                </a:moveTo>
                <a:lnTo>
                  <a:pt x="23732" y="5308"/>
                </a:lnTo>
                <a:lnTo>
                  <a:pt x="23732" y="7806"/>
                </a:lnTo>
                <a:cubicBezTo>
                  <a:pt x="16237" y="9680"/>
                  <a:pt x="11241" y="12178"/>
                  <a:pt x="8431" y="15145"/>
                </a:cubicBezTo>
                <a:cubicBezTo>
                  <a:pt x="5777" y="18267"/>
                  <a:pt x="4372" y="22014"/>
                  <a:pt x="4372" y="26698"/>
                </a:cubicBezTo>
                <a:cubicBezTo>
                  <a:pt x="4372" y="30445"/>
                  <a:pt x="5308" y="33256"/>
                  <a:pt x="7182" y="35441"/>
                </a:cubicBezTo>
                <a:cubicBezTo>
                  <a:pt x="9056" y="37627"/>
                  <a:pt x="11241" y="38720"/>
                  <a:pt x="13427" y="38720"/>
                </a:cubicBezTo>
                <a:cubicBezTo>
                  <a:pt x="16394" y="38720"/>
                  <a:pt x="18892" y="37939"/>
                  <a:pt x="20765" y="36222"/>
                </a:cubicBezTo>
                <a:cubicBezTo>
                  <a:pt x="22951" y="34661"/>
                  <a:pt x="25137" y="31538"/>
                  <a:pt x="27479" y="26542"/>
                </a:cubicBezTo>
                <a:lnTo>
                  <a:pt x="32787" y="15457"/>
                </a:lnTo>
                <a:cubicBezTo>
                  <a:pt x="37939" y="5152"/>
                  <a:pt x="44653" y="0"/>
                  <a:pt x="52772" y="0"/>
                </a:cubicBezTo>
                <a:cubicBezTo>
                  <a:pt x="59173" y="0"/>
                  <a:pt x="64325" y="2498"/>
                  <a:pt x="68072" y="7182"/>
                </a:cubicBezTo>
                <a:cubicBezTo>
                  <a:pt x="71820" y="12022"/>
                  <a:pt x="73849" y="17330"/>
                  <a:pt x="73849" y="23263"/>
                </a:cubicBezTo>
                <a:cubicBezTo>
                  <a:pt x="73849" y="27635"/>
                  <a:pt x="73069" y="32475"/>
                  <a:pt x="71663" y="37939"/>
                </a:cubicBezTo>
                <a:cubicBezTo>
                  <a:pt x="71195" y="39657"/>
                  <a:pt x="70883" y="41062"/>
                  <a:pt x="70883" y="42155"/>
                </a:cubicBezTo>
                <a:cubicBezTo>
                  <a:pt x="70883" y="43404"/>
                  <a:pt x="71507" y="44185"/>
                  <a:pt x="72756" y="44809"/>
                </a:cubicBezTo>
                <a:lnTo>
                  <a:pt x="72756" y="47307"/>
                </a:lnTo>
                <a:lnTo>
                  <a:pt x="47932" y="47307"/>
                </a:lnTo>
                <a:lnTo>
                  <a:pt x="47932" y="44809"/>
                </a:lnTo>
                <a:cubicBezTo>
                  <a:pt x="55114" y="43404"/>
                  <a:pt x="60578" y="40750"/>
                  <a:pt x="64169" y="36690"/>
                </a:cubicBezTo>
                <a:cubicBezTo>
                  <a:pt x="67760" y="32631"/>
                  <a:pt x="69478" y="28103"/>
                  <a:pt x="69478" y="23107"/>
                </a:cubicBezTo>
                <a:cubicBezTo>
                  <a:pt x="69478" y="19672"/>
                  <a:pt x="68541" y="16862"/>
                  <a:pt x="66355" y="14676"/>
                </a:cubicBezTo>
                <a:cubicBezTo>
                  <a:pt x="64325" y="12490"/>
                  <a:pt x="61827" y="11241"/>
                  <a:pt x="58861" y="11241"/>
                </a:cubicBezTo>
                <a:cubicBezTo>
                  <a:pt x="55426" y="11241"/>
                  <a:pt x="52616" y="12490"/>
                  <a:pt x="50118" y="14988"/>
                </a:cubicBezTo>
                <a:cubicBezTo>
                  <a:pt x="47776" y="17487"/>
                  <a:pt x="44809" y="22483"/>
                  <a:pt x="41062" y="29821"/>
                </a:cubicBezTo>
                <a:cubicBezTo>
                  <a:pt x="37471" y="37159"/>
                  <a:pt x="34192" y="41999"/>
                  <a:pt x="31070" y="44185"/>
                </a:cubicBezTo>
                <a:cubicBezTo>
                  <a:pt x="28259" y="46527"/>
                  <a:pt x="24512" y="47620"/>
                  <a:pt x="20141" y="47620"/>
                </a:cubicBezTo>
                <a:cubicBezTo>
                  <a:pt x="14520" y="47620"/>
                  <a:pt x="9680" y="45746"/>
                  <a:pt x="5777" y="41687"/>
                </a:cubicBezTo>
                <a:cubicBezTo>
                  <a:pt x="2030" y="37783"/>
                  <a:pt x="0" y="32631"/>
                  <a:pt x="0" y="26386"/>
                </a:cubicBezTo>
                <a:cubicBezTo>
                  <a:pt x="0" y="23732"/>
                  <a:pt x="625" y="20453"/>
                  <a:pt x="1717" y="16394"/>
                </a:cubicBezTo>
                <a:cubicBezTo>
                  <a:pt x="2498" y="13896"/>
                  <a:pt x="2810" y="12178"/>
                  <a:pt x="2810" y="11241"/>
                </a:cubicBezTo>
                <a:cubicBezTo>
                  <a:pt x="2810" y="10461"/>
                  <a:pt x="2654" y="9836"/>
                  <a:pt x="2342" y="9368"/>
                </a:cubicBezTo>
                <a:cubicBezTo>
                  <a:pt x="2030" y="9056"/>
                  <a:pt x="1249" y="8431"/>
                  <a:pt x="0" y="7806"/>
                </a:cubicBezTo>
                <a:lnTo>
                  <a:pt x="0" y="5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FEAE0-2A96-46AD-AAF6-83A3D243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1617012"/>
            <a:ext cx="73069" cy="63389"/>
          </a:xfrm>
          <a:custGeom xmlns:a="http://schemas.openxmlformats.org/drawingml/2006/main">
            <a:pathLst>
              <a:path w="73069" h="63389">
                <a:moveTo>
                  <a:pt x="61827" y="24512"/>
                </a:moveTo>
                <a:cubicBezTo>
                  <a:pt x="67448" y="31694"/>
                  <a:pt x="70571" y="36222"/>
                  <a:pt x="71351" y="38096"/>
                </a:cubicBezTo>
                <a:cubicBezTo>
                  <a:pt x="72444" y="40906"/>
                  <a:pt x="73069" y="43716"/>
                  <a:pt x="73069" y="46839"/>
                </a:cubicBezTo>
                <a:cubicBezTo>
                  <a:pt x="73069" y="51679"/>
                  <a:pt x="71507" y="55582"/>
                  <a:pt x="68229" y="58705"/>
                </a:cubicBezTo>
                <a:cubicBezTo>
                  <a:pt x="65106" y="61827"/>
                  <a:pt x="60734" y="63389"/>
                  <a:pt x="55270" y="63389"/>
                </a:cubicBezTo>
                <a:cubicBezTo>
                  <a:pt x="51835" y="63389"/>
                  <a:pt x="48869" y="62764"/>
                  <a:pt x="46370" y="61203"/>
                </a:cubicBezTo>
                <a:cubicBezTo>
                  <a:pt x="42936" y="59173"/>
                  <a:pt x="39813" y="55582"/>
                  <a:pt x="36690" y="50430"/>
                </a:cubicBezTo>
                <a:cubicBezTo>
                  <a:pt x="33724" y="45278"/>
                  <a:pt x="29977" y="36690"/>
                  <a:pt x="25605" y="24512"/>
                </a:cubicBezTo>
                <a:lnTo>
                  <a:pt x="22795" y="24512"/>
                </a:lnTo>
                <a:cubicBezTo>
                  <a:pt x="15925" y="24512"/>
                  <a:pt x="11085" y="25761"/>
                  <a:pt x="8431" y="27947"/>
                </a:cubicBezTo>
                <a:cubicBezTo>
                  <a:pt x="5933" y="30133"/>
                  <a:pt x="4528" y="33412"/>
                  <a:pt x="4528" y="37471"/>
                </a:cubicBezTo>
                <a:cubicBezTo>
                  <a:pt x="4528" y="40750"/>
                  <a:pt x="5465" y="43248"/>
                  <a:pt x="7182" y="45121"/>
                </a:cubicBezTo>
                <a:cubicBezTo>
                  <a:pt x="9056" y="47151"/>
                  <a:pt x="10929" y="48088"/>
                  <a:pt x="13115" y="48088"/>
                </a:cubicBezTo>
                <a:lnTo>
                  <a:pt x="17487" y="47932"/>
                </a:lnTo>
                <a:cubicBezTo>
                  <a:pt x="19985" y="47932"/>
                  <a:pt x="21702" y="48556"/>
                  <a:pt x="22951" y="49805"/>
                </a:cubicBezTo>
                <a:cubicBezTo>
                  <a:pt x="24200" y="51054"/>
                  <a:pt x="24825" y="52460"/>
                  <a:pt x="24825" y="54333"/>
                </a:cubicBezTo>
                <a:cubicBezTo>
                  <a:pt x="24825" y="56207"/>
                  <a:pt x="24200" y="57768"/>
                  <a:pt x="22951" y="59017"/>
                </a:cubicBezTo>
                <a:cubicBezTo>
                  <a:pt x="21702" y="60266"/>
                  <a:pt x="19828" y="60734"/>
                  <a:pt x="17487" y="60734"/>
                </a:cubicBezTo>
                <a:cubicBezTo>
                  <a:pt x="13115" y="60734"/>
                  <a:pt x="9212" y="58549"/>
                  <a:pt x="5465" y="54021"/>
                </a:cubicBezTo>
                <a:cubicBezTo>
                  <a:pt x="1874" y="49649"/>
                  <a:pt x="0" y="43404"/>
                  <a:pt x="0" y="35285"/>
                </a:cubicBezTo>
                <a:cubicBezTo>
                  <a:pt x="0" y="29040"/>
                  <a:pt x="1093" y="24044"/>
                  <a:pt x="3123" y="19985"/>
                </a:cubicBezTo>
                <a:cubicBezTo>
                  <a:pt x="4684" y="17018"/>
                  <a:pt x="7182" y="14832"/>
                  <a:pt x="10461" y="13427"/>
                </a:cubicBezTo>
                <a:cubicBezTo>
                  <a:pt x="12646" y="12490"/>
                  <a:pt x="17174" y="12022"/>
                  <a:pt x="23888" y="12022"/>
                </a:cubicBezTo>
                <a:lnTo>
                  <a:pt x="47620" y="12022"/>
                </a:lnTo>
                <a:cubicBezTo>
                  <a:pt x="54333" y="12022"/>
                  <a:pt x="58392" y="12022"/>
                  <a:pt x="59798" y="11710"/>
                </a:cubicBezTo>
                <a:cubicBezTo>
                  <a:pt x="61359" y="11397"/>
                  <a:pt x="62296" y="11085"/>
                  <a:pt x="62764" y="10461"/>
                </a:cubicBezTo>
                <a:cubicBezTo>
                  <a:pt x="63389" y="9836"/>
                  <a:pt x="63545" y="9212"/>
                  <a:pt x="63545" y="8431"/>
                </a:cubicBezTo>
                <a:cubicBezTo>
                  <a:pt x="63545" y="7650"/>
                  <a:pt x="63389" y="6870"/>
                  <a:pt x="63076" y="6245"/>
                </a:cubicBezTo>
                <a:cubicBezTo>
                  <a:pt x="62452" y="5152"/>
                  <a:pt x="60578" y="3123"/>
                  <a:pt x="57456" y="0"/>
                </a:cubicBezTo>
                <a:lnTo>
                  <a:pt x="61827" y="0"/>
                </a:lnTo>
                <a:cubicBezTo>
                  <a:pt x="69322" y="5777"/>
                  <a:pt x="73069" y="11241"/>
                  <a:pt x="73069" y="16394"/>
                </a:cubicBezTo>
                <a:cubicBezTo>
                  <a:pt x="73069" y="18892"/>
                  <a:pt x="72132" y="20921"/>
                  <a:pt x="70571" y="22327"/>
                </a:cubicBezTo>
                <a:cubicBezTo>
                  <a:pt x="69009" y="23888"/>
                  <a:pt x="66043" y="24512"/>
                  <a:pt x="61827" y="24512"/>
                </a:cubicBezTo>
                <a:close/>
                <a:moveTo>
                  <a:pt x="56831" y="24512"/>
                </a:moveTo>
                <a:lnTo>
                  <a:pt x="30133" y="24512"/>
                </a:lnTo>
                <a:cubicBezTo>
                  <a:pt x="33256" y="32319"/>
                  <a:pt x="35441" y="37315"/>
                  <a:pt x="36690" y="39501"/>
                </a:cubicBezTo>
                <a:cubicBezTo>
                  <a:pt x="38876" y="43560"/>
                  <a:pt x="41218" y="46370"/>
                  <a:pt x="43716" y="48088"/>
                </a:cubicBezTo>
                <a:cubicBezTo>
                  <a:pt x="46214" y="49805"/>
                  <a:pt x="48869" y="50586"/>
                  <a:pt x="51679" y="50586"/>
                </a:cubicBezTo>
                <a:cubicBezTo>
                  <a:pt x="55426" y="50586"/>
                  <a:pt x="58392" y="49493"/>
                  <a:pt x="60891" y="47307"/>
                </a:cubicBezTo>
                <a:cubicBezTo>
                  <a:pt x="63389" y="45121"/>
                  <a:pt x="64481" y="42623"/>
                  <a:pt x="64481" y="39813"/>
                </a:cubicBezTo>
                <a:cubicBezTo>
                  <a:pt x="64481" y="36066"/>
                  <a:pt x="61983" y="30914"/>
                  <a:pt x="56831" y="24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8F193-1D76-42C2-9A40-53DDACE0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1541445"/>
            <a:ext cx="105387" cy="70571"/>
          </a:xfrm>
          <a:custGeom xmlns:a="http://schemas.openxmlformats.org/drawingml/2006/main">
            <a:pathLst>
              <a:path w="105387" h="70571">
                <a:moveTo>
                  <a:pt x="46370" y="51679"/>
                </a:moveTo>
                <a:cubicBezTo>
                  <a:pt x="44341" y="56050"/>
                  <a:pt x="41374" y="59329"/>
                  <a:pt x="37627" y="61515"/>
                </a:cubicBezTo>
                <a:cubicBezTo>
                  <a:pt x="33880" y="63857"/>
                  <a:pt x="29821" y="64950"/>
                  <a:pt x="25293" y="64950"/>
                </a:cubicBezTo>
                <a:cubicBezTo>
                  <a:pt x="18423" y="64950"/>
                  <a:pt x="12490" y="62452"/>
                  <a:pt x="7494" y="57143"/>
                </a:cubicBezTo>
                <a:cubicBezTo>
                  <a:pt x="2498" y="51991"/>
                  <a:pt x="0" y="45278"/>
                  <a:pt x="0" y="37159"/>
                </a:cubicBezTo>
                <a:cubicBezTo>
                  <a:pt x="0" y="30601"/>
                  <a:pt x="1717" y="24825"/>
                  <a:pt x="4840" y="19828"/>
                </a:cubicBezTo>
                <a:lnTo>
                  <a:pt x="4840" y="4996"/>
                </a:lnTo>
                <a:cubicBezTo>
                  <a:pt x="4840" y="2810"/>
                  <a:pt x="4996" y="1561"/>
                  <a:pt x="4996" y="1249"/>
                </a:cubicBezTo>
                <a:cubicBezTo>
                  <a:pt x="5152" y="937"/>
                  <a:pt x="5308" y="625"/>
                  <a:pt x="5621" y="468"/>
                </a:cubicBezTo>
                <a:cubicBezTo>
                  <a:pt x="6245" y="156"/>
                  <a:pt x="7026" y="0"/>
                  <a:pt x="8119" y="0"/>
                </a:cubicBezTo>
                <a:cubicBezTo>
                  <a:pt x="9368" y="0"/>
                  <a:pt x="10305" y="156"/>
                  <a:pt x="10773" y="468"/>
                </a:cubicBezTo>
                <a:cubicBezTo>
                  <a:pt x="11085" y="625"/>
                  <a:pt x="11397" y="937"/>
                  <a:pt x="11554" y="1249"/>
                </a:cubicBezTo>
                <a:cubicBezTo>
                  <a:pt x="11710" y="1561"/>
                  <a:pt x="11710" y="2810"/>
                  <a:pt x="11710" y="4996"/>
                </a:cubicBezTo>
                <a:lnTo>
                  <a:pt x="11710" y="14052"/>
                </a:lnTo>
                <a:cubicBezTo>
                  <a:pt x="15457" y="11241"/>
                  <a:pt x="20141" y="9836"/>
                  <a:pt x="25761" y="9836"/>
                </a:cubicBezTo>
                <a:cubicBezTo>
                  <a:pt x="32319" y="9836"/>
                  <a:pt x="37783" y="12334"/>
                  <a:pt x="42467" y="17330"/>
                </a:cubicBezTo>
                <a:cubicBezTo>
                  <a:pt x="47151" y="22327"/>
                  <a:pt x="49337" y="29040"/>
                  <a:pt x="49337" y="37315"/>
                </a:cubicBezTo>
                <a:cubicBezTo>
                  <a:pt x="49337" y="40906"/>
                  <a:pt x="48869" y="44497"/>
                  <a:pt x="47776" y="47932"/>
                </a:cubicBezTo>
                <a:cubicBezTo>
                  <a:pt x="49805" y="50274"/>
                  <a:pt x="51523" y="51835"/>
                  <a:pt x="52928" y="52616"/>
                </a:cubicBezTo>
                <a:cubicBezTo>
                  <a:pt x="54489" y="53396"/>
                  <a:pt x="55582" y="53709"/>
                  <a:pt x="56519" y="53709"/>
                </a:cubicBezTo>
                <a:cubicBezTo>
                  <a:pt x="57456" y="53709"/>
                  <a:pt x="58392" y="53396"/>
                  <a:pt x="59173" y="52460"/>
                </a:cubicBezTo>
                <a:cubicBezTo>
                  <a:pt x="59954" y="51679"/>
                  <a:pt x="60578" y="49961"/>
                  <a:pt x="60891" y="47463"/>
                </a:cubicBezTo>
                <a:cubicBezTo>
                  <a:pt x="61203" y="46214"/>
                  <a:pt x="61359" y="42623"/>
                  <a:pt x="61359" y="36847"/>
                </a:cubicBezTo>
                <a:cubicBezTo>
                  <a:pt x="61671" y="26386"/>
                  <a:pt x="62140" y="19672"/>
                  <a:pt x="62452" y="16550"/>
                </a:cubicBezTo>
                <a:cubicBezTo>
                  <a:pt x="63076" y="11866"/>
                  <a:pt x="64794" y="7963"/>
                  <a:pt x="67604" y="5152"/>
                </a:cubicBezTo>
                <a:cubicBezTo>
                  <a:pt x="70414" y="2342"/>
                  <a:pt x="73849" y="937"/>
                  <a:pt x="78065" y="937"/>
                </a:cubicBezTo>
                <a:cubicBezTo>
                  <a:pt x="83685" y="937"/>
                  <a:pt x="89150" y="3747"/>
                  <a:pt x="94302" y="9056"/>
                </a:cubicBezTo>
                <a:cubicBezTo>
                  <a:pt x="101640" y="17018"/>
                  <a:pt x="105387" y="27323"/>
                  <a:pt x="105387" y="39969"/>
                </a:cubicBezTo>
                <a:cubicBezTo>
                  <a:pt x="105387" y="49961"/>
                  <a:pt x="103045" y="58236"/>
                  <a:pt x="98674" y="64950"/>
                </a:cubicBezTo>
                <a:cubicBezTo>
                  <a:pt x="96176" y="68697"/>
                  <a:pt x="93522" y="70571"/>
                  <a:pt x="90867" y="70571"/>
                </a:cubicBezTo>
                <a:cubicBezTo>
                  <a:pt x="89618" y="70571"/>
                  <a:pt x="88369" y="70414"/>
                  <a:pt x="87120" y="69790"/>
                </a:cubicBezTo>
                <a:cubicBezTo>
                  <a:pt x="85247" y="69009"/>
                  <a:pt x="82593" y="67292"/>
                  <a:pt x="79314" y="64481"/>
                </a:cubicBezTo>
                <a:cubicBezTo>
                  <a:pt x="78689" y="64169"/>
                  <a:pt x="76035" y="61515"/>
                  <a:pt x="71195" y="56675"/>
                </a:cubicBezTo>
                <a:cubicBezTo>
                  <a:pt x="69634" y="59329"/>
                  <a:pt x="68229" y="61203"/>
                  <a:pt x="66980" y="62296"/>
                </a:cubicBezTo>
                <a:cubicBezTo>
                  <a:pt x="65731" y="63389"/>
                  <a:pt x="64325" y="63857"/>
                  <a:pt x="62764" y="63857"/>
                </a:cubicBezTo>
                <a:cubicBezTo>
                  <a:pt x="61047" y="63857"/>
                  <a:pt x="59017" y="63232"/>
                  <a:pt x="56519" y="61671"/>
                </a:cubicBezTo>
                <a:cubicBezTo>
                  <a:pt x="54177" y="60266"/>
                  <a:pt x="50742" y="56987"/>
                  <a:pt x="46370" y="51679"/>
                </a:cubicBezTo>
                <a:close/>
                <a:moveTo>
                  <a:pt x="3591" y="38408"/>
                </a:moveTo>
                <a:cubicBezTo>
                  <a:pt x="3591" y="42155"/>
                  <a:pt x="5152" y="45434"/>
                  <a:pt x="8119" y="47932"/>
                </a:cubicBezTo>
                <a:cubicBezTo>
                  <a:pt x="11241" y="50430"/>
                  <a:pt x="15769" y="51679"/>
                  <a:pt x="21858" y="51679"/>
                </a:cubicBezTo>
                <a:cubicBezTo>
                  <a:pt x="29977" y="51679"/>
                  <a:pt x="36222" y="49961"/>
                  <a:pt x="40594" y="46527"/>
                </a:cubicBezTo>
                <a:cubicBezTo>
                  <a:pt x="44029" y="44029"/>
                  <a:pt x="45590" y="40594"/>
                  <a:pt x="45590" y="36378"/>
                </a:cubicBezTo>
                <a:cubicBezTo>
                  <a:pt x="45590" y="32631"/>
                  <a:pt x="44185" y="29508"/>
                  <a:pt x="41218" y="27010"/>
                </a:cubicBezTo>
                <a:cubicBezTo>
                  <a:pt x="38408" y="24512"/>
                  <a:pt x="33880" y="23263"/>
                  <a:pt x="27635" y="23263"/>
                </a:cubicBezTo>
                <a:cubicBezTo>
                  <a:pt x="19516" y="23263"/>
                  <a:pt x="13271" y="24981"/>
                  <a:pt x="8587" y="28416"/>
                </a:cubicBezTo>
                <a:cubicBezTo>
                  <a:pt x="5308" y="31070"/>
                  <a:pt x="3591" y="34348"/>
                  <a:pt x="3591" y="38408"/>
                </a:cubicBezTo>
                <a:close/>
                <a:moveTo>
                  <a:pt x="71820" y="52460"/>
                </a:moveTo>
                <a:cubicBezTo>
                  <a:pt x="74318" y="54958"/>
                  <a:pt x="76660" y="56675"/>
                  <a:pt x="78845" y="57924"/>
                </a:cubicBezTo>
                <a:cubicBezTo>
                  <a:pt x="81031" y="59173"/>
                  <a:pt x="83217" y="59641"/>
                  <a:pt x="85091" y="59641"/>
                </a:cubicBezTo>
                <a:cubicBezTo>
                  <a:pt x="87433" y="59641"/>
                  <a:pt x="89618" y="58236"/>
                  <a:pt x="91492" y="55270"/>
                </a:cubicBezTo>
                <a:cubicBezTo>
                  <a:pt x="94614" y="50274"/>
                  <a:pt x="96176" y="42936"/>
                  <a:pt x="96176" y="33256"/>
                </a:cubicBezTo>
                <a:cubicBezTo>
                  <a:pt x="96176" y="24200"/>
                  <a:pt x="94458" y="17487"/>
                  <a:pt x="91336" y="13115"/>
                </a:cubicBezTo>
                <a:cubicBezTo>
                  <a:pt x="88057" y="8743"/>
                  <a:pt x="84622" y="6557"/>
                  <a:pt x="81031" y="6557"/>
                </a:cubicBezTo>
                <a:cubicBezTo>
                  <a:pt x="78377" y="6557"/>
                  <a:pt x="76503" y="7806"/>
                  <a:pt x="75411" y="10305"/>
                </a:cubicBezTo>
                <a:cubicBezTo>
                  <a:pt x="74162" y="13115"/>
                  <a:pt x="73537" y="18267"/>
                  <a:pt x="73381" y="26074"/>
                </a:cubicBezTo>
                <a:cubicBezTo>
                  <a:pt x="73069" y="37627"/>
                  <a:pt x="72444" y="46370"/>
                  <a:pt x="71820" y="52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8390D-A29E-49E4-9CA5-7B3A028D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6" y="1473685"/>
            <a:ext cx="74005" cy="59173"/>
          </a:xfrm>
          <a:custGeom xmlns:a="http://schemas.openxmlformats.org/drawingml/2006/main">
            <a:pathLst>
              <a:path w="74005" h="59173">
                <a:moveTo>
                  <a:pt x="28416" y="48400"/>
                </a:moveTo>
                <a:cubicBezTo>
                  <a:pt x="38876" y="48400"/>
                  <a:pt x="46995" y="45902"/>
                  <a:pt x="52928" y="40750"/>
                </a:cubicBezTo>
                <a:cubicBezTo>
                  <a:pt x="58861" y="35754"/>
                  <a:pt x="61671" y="29665"/>
                  <a:pt x="61671" y="22795"/>
                </a:cubicBezTo>
                <a:cubicBezTo>
                  <a:pt x="61671" y="18423"/>
                  <a:pt x="60422" y="14520"/>
                  <a:pt x="57924" y="11085"/>
                </a:cubicBezTo>
                <a:cubicBezTo>
                  <a:pt x="55426" y="7650"/>
                  <a:pt x="51210" y="4840"/>
                  <a:pt x="44965" y="2498"/>
                </a:cubicBezTo>
                <a:lnTo>
                  <a:pt x="46527" y="0"/>
                </a:lnTo>
                <a:cubicBezTo>
                  <a:pt x="53552" y="1249"/>
                  <a:pt x="59954" y="4372"/>
                  <a:pt x="65574" y="9368"/>
                </a:cubicBezTo>
                <a:cubicBezTo>
                  <a:pt x="71195" y="14520"/>
                  <a:pt x="74005" y="20921"/>
                  <a:pt x="74005" y="28728"/>
                </a:cubicBezTo>
                <a:cubicBezTo>
                  <a:pt x="74005" y="37159"/>
                  <a:pt x="70883" y="44341"/>
                  <a:pt x="64325" y="50274"/>
                </a:cubicBezTo>
                <a:cubicBezTo>
                  <a:pt x="57768" y="56207"/>
                  <a:pt x="49025" y="59173"/>
                  <a:pt x="37939" y="59173"/>
                </a:cubicBezTo>
                <a:cubicBezTo>
                  <a:pt x="26074" y="59173"/>
                  <a:pt x="16706" y="56207"/>
                  <a:pt x="9992" y="49961"/>
                </a:cubicBezTo>
                <a:cubicBezTo>
                  <a:pt x="3435" y="43872"/>
                  <a:pt x="0" y="36222"/>
                  <a:pt x="0" y="26854"/>
                </a:cubicBezTo>
                <a:cubicBezTo>
                  <a:pt x="0" y="19048"/>
                  <a:pt x="2654" y="12646"/>
                  <a:pt x="7806" y="7650"/>
                </a:cubicBezTo>
                <a:cubicBezTo>
                  <a:pt x="12959" y="2654"/>
                  <a:pt x="19828" y="0"/>
                  <a:pt x="28416" y="0"/>
                </a:cubicBezTo>
                <a:lnTo>
                  <a:pt x="28416" y="48400"/>
                </a:lnTo>
                <a:close/>
                <a:moveTo>
                  <a:pt x="24044" y="48400"/>
                </a:moveTo>
                <a:lnTo>
                  <a:pt x="24044" y="16081"/>
                </a:lnTo>
                <a:cubicBezTo>
                  <a:pt x="19672" y="16394"/>
                  <a:pt x="16394" y="16862"/>
                  <a:pt x="14520" y="17643"/>
                </a:cubicBezTo>
                <a:cubicBezTo>
                  <a:pt x="11710" y="18892"/>
                  <a:pt x="9524" y="20765"/>
                  <a:pt x="7963" y="23263"/>
                </a:cubicBezTo>
                <a:cubicBezTo>
                  <a:pt x="6401" y="25761"/>
                  <a:pt x="5465" y="28416"/>
                  <a:pt x="5465" y="31226"/>
                </a:cubicBezTo>
                <a:cubicBezTo>
                  <a:pt x="5465" y="35441"/>
                  <a:pt x="7182" y="39189"/>
                  <a:pt x="10461" y="42467"/>
                </a:cubicBezTo>
                <a:cubicBezTo>
                  <a:pt x="13739" y="45902"/>
                  <a:pt x="18267" y="47776"/>
                  <a:pt x="24044" y="48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15067-8A2F-4A51-8BDB-D5DF002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62721"/>
            <a:ext cx="2779658" cy="1072630"/>
          </a:xfrm>
          <a:custGeom xmlns:a="http://schemas.openxmlformats.org/drawingml/2006/main">
            <a:pathLst>
              <a:path w="2779658" h="1072630">
                <a:moveTo>
                  <a:pt x="0" y="1072630"/>
                </a:moveTo>
                <a:lnTo>
                  <a:pt x="2779658" y="1072630"/>
                </a:lnTo>
                <a:lnTo>
                  <a:pt x="2779658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9D7D8-8C3B-4701-AA3C-C55EF22C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37804-7607-4921-9E9B-7355129F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4309B-51C9-4615-BF08-A6059C40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1D7A0-51FA-45F0-96D5-DAED2BA3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9B749-02D0-400A-A9E8-7C69FA1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DB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4DF80-C2C9-4B9B-A955-89F6EC4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A5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22AC3-E088-4A80-AEBA-41BD67EA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B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CAD6C-EC20-4695-8946-5CA7286D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DC6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8D49C-9DD0-46AF-BE3E-E11C00B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63C1C-1A77-4D42-9C35-93C09657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0D4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05502-C766-4786-8162-C8E88A45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9D1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E981B-DFDE-4912-B68E-7D6A065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3CE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E374D-BA5D-4BF8-9DB3-DEF319C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6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1F792-BB21-4D83-9A76-F5AE215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C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D4AE1-350D-4865-935C-91CE5DC9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7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533F8-36CF-4AF5-B2E3-8C161A21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8C7B0-F7AC-4CA4-89C2-3D6D076C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7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F7B1E-085D-4E8D-8FA6-E061CEC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99D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F79A1-FFC3-4543-A346-A688E2D3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0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35524-A371-4D76-A33A-72C2A10A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B3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EA37B-A61B-4E8B-A0FA-CECA658D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AD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CCEBF-DB75-424D-8495-0F1C1B0A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5BE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6A890-FD43-44D1-8AF3-5D283EF9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B3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6AD1F-C069-4D57-957A-258F5475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8D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06377-D50B-4D87-84D3-B718B271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7DF75-3C99-4FCB-9B6E-29DB7CA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D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5EE00-D170-40CC-B492-668BA671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F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00B1C-48C6-4D64-A51F-18DFFE4F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628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B93A3-9897-410D-A6B1-D0FAB353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85965-9F74-43F4-9D7C-EF07CE18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6FC72-8CA9-41A3-94C3-ED987E74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527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F1AAA-86E1-4C7A-BDF0-681ADF56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6D8F0-3D54-412B-8010-42A7C2D3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2E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46809-B62D-47EC-B9AC-2D3C5E6C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D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AD7D3-7C67-4F5F-993D-B5C4BAF0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B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58714-4A73-458C-B86E-73F4790F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426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E14A4-0072-4F86-AAD6-9F209D41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33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ED2C4-1607-42D9-B113-CFD0DA04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F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1DEFC-03CD-4892-91B9-1DD1A75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32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61C77-D0F0-4D12-9A49-EEE87107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AA89F-E6E8-46CE-8A6E-DEAAB0C2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97587-1446-4F88-ABDA-F12A049C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067F0-7ACC-4B83-865A-F345F75B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F23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BB8B9-C4DC-4362-A7E6-7DEFC55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5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EDDEE3-EA9D-4DA5-9760-3271CE6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140DD-C860-4C23-8242-BBAADBF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3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07DE7-CF70-4370-A027-955B646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4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78997-0C49-4B93-ADE0-40FEC490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527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17967-2627-4628-856B-39409891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06D13-3B1C-466B-8129-B2D6D824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C2ECB-2DC0-4862-8FD4-52D1BC03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22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556CA-97E3-44BA-80F7-D900E602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A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63AF2-E0E4-41D8-80F7-B50D113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FC1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A8FD2-04A1-429B-AD4C-F438AC86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EB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287B8-82BB-4DF0-A3B5-63CB1D04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1462721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5DC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0F853-8850-44B4-A2E8-6A937FD4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1462721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5AEA2-721F-4BC5-A61E-2C7BA1E7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0D4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85112-AB0D-4872-B2CD-FBCC9A40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8CB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47405-910C-4613-967C-305C672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7D6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D0192-175F-474C-8875-007A896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C4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124D0-8464-4D8A-A347-80778BCC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FC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E0F35-5100-4E38-BD15-6A7432E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8B9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B8523-29C6-431D-B90E-8799DF3B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ECD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13F0B-830A-4BBB-9A42-3911258B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3CE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EF0D6-D400-4024-94FA-F9442210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BC6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5D65A-7FB5-4440-90FB-A25BEF6E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4E8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4EB8D-8228-49BE-A8DD-6044132E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5C9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8A3F4-CFDC-47C4-A4B4-096F853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0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4EBFD-D978-408C-BCBF-245AEA09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9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77B38-A56E-471E-AFC4-402FDFA6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C2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C66A1-5423-4EFF-9E77-FA8A30B5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49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B8BA5-3E7E-4E3F-AC1B-F8E7D985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60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14453-3070-4314-B5CE-6FD2A3FC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BF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668BD-BCB0-42D9-A2EB-760D662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6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7DAF1-13A3-4A91-B7DA-E64F3F6D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9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B76F0-FFAF-4452-AB1E-617247D0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5C3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3688F-915E-4D99-9487-4B91CA4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2BC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2D41D-CAE6-44B1-A698-0774087A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6E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D0FC5-1109-4CAA-8077-3AD373CF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0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CA03E-4286-4B27-80FF-D0296916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14C1D-7201-4996-BE96-50E8090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0D677-4FE3-4306-9813-14FA46C6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67FCA-5CD1-4569-AD26-479F23B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E22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A1CC7-6B72-4E99-AF7C-357C7459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F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8BFBA-282C-4EDB-9D8E-E8C4CEC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5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BCBBC-50B1-4E7F-8F70-2DFE7B36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95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D6723-6190-41C5-B464-9C3B6F5C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8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42836-9922-4164-81BC-12628AF0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BD1A1-C719-4D7B-97AA-51B7CEAF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EB3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986F9-A142-484A-B0E6-4EEC6CB6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A4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03430-2D30-45BF-8413-B79CF4D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9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B061C-F505-47F5-9EE1-7FD210B9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A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0361D-72B9-4A35-B5A5-5AE41C02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6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BEF9C-6644-4A67-B1AF-750CEAE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D041F-9278-4BC8-81D2-919C6CE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5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96D96-F4F9-4D83-B61F-DE64F9DC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39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AD923A-09CD-401E-9A5B-A17B40C9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5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5C70B-E573-4F4F-A7D9-6ACA9E8D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6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B614E-7B46-4290-90F7-D8E0E22C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62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5BD7F-54B0-47AF-BDEF-FF5373EE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2A8D2-DCEB-458D-AF2E-275365A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683E9-E4FA-455D-8EC1-91690177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9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278BF-6C45-4932-9A62-C742BFA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6AB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10E8A-717C-4369-B403-AE984FE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E40DC-D522-4189-8833-08C2FC2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B4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EA35C-6841-42AF-A4D8-D462952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FC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0E757-0156-4CA4-B239-79339392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5C9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A39AE-DADA-429C-9435-D2DB1C2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A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8CA6B-4A8C-4AD0-99DA-BDE82FF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D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B57A8-9995-4E38-853A-6FB4EF48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A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5508C-B2D3-4342-A228-4367A45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173087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C4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992FF-DE65-4AFE-BCF5-F6FCB3C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173087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3C8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CA597-8E24-4410-842D-EC91F20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2E38F-8020-4EE8-AF70-BF4A19F8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6D6DC-87DF-414C-804E-950F4745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7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D94A8-98C1-46A5-9687-4C82C29D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D9AC8-C0E7-4E05-9047-8E03A8DB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DE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A10FB-0434-4DCF-A80C-ED49144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0E0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63244-FEB6-4833-9E64-07570D8B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DC6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F5FFD-263A-4593-88EE-6F98E61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94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0E93B-B0A4-4704-87F3-0DDF8889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5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63DC1-545E-4202-A7D1-41609487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E6EA8-A6D0-4F8B-B70F-968D17DF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124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03878-E185-476D-B4A6-EE5BC6D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3908F-52CF-4C4C-A91F-B404D11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3674F-B576-415C-AD2E-91C3183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9AD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C02DF-3975-489C-A54B-76BBFA6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346E8-BAF7-43E8-9E26-FDBA650F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62A5A-ECD5-48FC-8CFA-C1EC554B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E4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AE9DF-856B-4862-8178-97199DD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FB4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C36D4-EE51-444C-B6D0-B0E4AE14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97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071F7-FB8C-4FA9-B60B-CDB6E02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9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04319-0FAD-465B-B5AD-63112FF0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B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962C6-F683-4281-84EE-03C9B5E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AEE02-BD46-43AF-A7E0-A1C7437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E6C53-BA97-473D-B672-BABAECB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EAB65-5EF3-4144-979E-951954C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F23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65026-8097-46EE-9471-AF205F5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E22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DBA0D-AFB8-4F94-8D80-E0EA64C8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CB6B8-DCAE-4D8A-9176-1FCE5297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ACF52-7B0B-4655-BA91-42A429C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92B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C1AF9-7CF2-4D92-AEC3-65B2905E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85942-55A4-4F7B-9584-8501AE5E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B0C90-C861-427D-8AE7-66B7A39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609F1-ABBA-49E5-A637-F9B14EB8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A1E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C31EA-A190-4266-921A-DA4AA84B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22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3D71C-DCA1-4F0C-BD60-A3F10241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F23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13493-E381-4476-8B0F-560C17A1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91E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C30D7-A303-4A5F-9269-3DC7197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22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72144-0258-47E0-AFB8-7C538532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37F1F-EF10-4AB5-8B83-C580ECC8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91E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413A7-8C2C-437C-8E4F-DABEB198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D2E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0877A-9352-47C4-8C6C-4A306C3A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8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F85F0-17D3-49A5-BDE6-E26DE0BA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D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F21FA-3B5B-4142-87DE-CAED1A2F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9A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8B04A-F8DD-4E40-9DC9-B23BBA74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0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9E0EE-DC17-4064-B6E9-7AC5A2A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433A9-16CF-4327-8FD7-940961F0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7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80404-0D8B-441C-99BD-B4C240A9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80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174AF-4BA6-4A2C-9BC0-DF55B9BF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82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D8DF0-99E1-484D-8543-04BC51B2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C2D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C0548-9080-4C77-A2A6-FD538F3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DE1B2-32FE-4E0E-B799-359B22DC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07651-73A0-455E-9EB0-10053D6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657D6-176E-4CA6-9D8D-E7CCD42D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C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58DEA-8130-4F64-8632-521329B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91E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634F2-9717-4A4E-BEE6-A96DAE3D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1999036"/>
            <a:ext cx="46327" cy="268157"/>
          </a:xfrm>
          <a:custGeom xmlns:a="http://schemas.openxmlformats.org/drawingml/2006/main">
            <a:pathLst>
              <a:path w="46327" h="268157">
                <a:moveTo>
                  <a:pt x="0" y="0"/>
                </a:moveTo>
                <a:lnTo>
                  <a:pt x="46327" y="0"/>
                </a:lnTo>
                <a:lnTo>
                  <a:pt x="46327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8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3D2CD-98B3-4FB7-8E58-C020FA3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1999036"/>
            <a:ext cx="46328" cy="268157"/>
          </a:xfrm>
          <a:custGeom xmlns:a="http://schemas.openxmlformats.org/drawingml/2006/main">
            <a:pathLst>
              <a:path w="46328" h="268157">
                <a:moveTo>
                  <a:pt x="0" y="0"/>
                </a:moveTo>
                <a:lnTo>
                  <a:pt x="46328" y="0"/>
                </a:lnTo>
                <a:lnTo>
                  <a:pt x="46328" y="268157"/>
                </a:lnTo>
                <a:lnTo>
                  <a:pt x="0" y="26815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89C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D7B67-24DE-4ED8-9176-256447F7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D2268-4B34-4124-BEBC-6F68FA44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CE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9C559-E3A4-474E-82D7-02F60A7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BC6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55B37-2A98-4303-8655-D0082F03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2B6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4ACBC-BE8E-457D-9368-0FF6FED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234DC-E0CC-4462-8B21-4EA6A2B5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5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11F0C-C553-4D21-8C2D-93C77F66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96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EE48B-3E61-41FD-9F43-38820FAD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D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63472-ACDE-4EB5-9B63-E3D58AC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A2B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EB45E-BDAC-461F-96E7-D65D57F4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339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EA497-B2A3-437E-8D3C-81BC4AC3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4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9A84A-B067-4DD6-8B14-8F7ACD47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80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56AFC-30A2-4FF7-83D4-FE90CB34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7AC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1436C-9D81-46AF-883A-981DD33A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4DC5B-B85E-47B3-8FC5-B91EB21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E7F25-C7CF-4458-93D2-F57D47BE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2E1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433F4-C577-46F4-8830-31507B7E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98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A46AF-5D93-4858-A897-A1B02A56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4C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87C13-9279-4569-88BD-F0D35D1F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729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3C6F0-B492-4788-85A9-2BF0A08E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B1F5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E3960-85DC-4A81-9473-35FE45A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149F8-4438-48AF-9201-B39004A9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6A0DC-9BE8-45C8-A5A2-AAA25576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E22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ED775-DD77-49F8-B72A-E630E54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124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799A4-47A2-40F5-8C19-B8DB1F5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124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63052-4D23-48F8-BE29-5C8921BF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023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8710B-696C-4399-8217-BC628754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0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75207-F30A-4D5B-B056-D7EFAC6F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0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685C1-469A-47EB-9E7D-96F7070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DA2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C460C-A0A6-4168-A979-5E7D174B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5AA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CF772-7775-4EA2-A6B9-AA31526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3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7FC6E-040F-41AE-B8A1-54DACC3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CA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FC6AC-90C7-46B6-962A-4B291D20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09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B3A3B-8A4C-4595-8F43-FAF1355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9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5B7F5-227B-48FA-8423-80607928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B2C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AE3EA-EE37-4F0E-AD70-239DDE3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51A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1BB63-EE75-4D3B-8144-30B6B954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8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9DA25-5320-461E-9D27-358849F5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BF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4EC2B-4018-48F0-A596-BD2BE30B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3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68E8B-DABF-4AF9-B794-8D1A9607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53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F95D3-C5C0-4E8F-A1D2-054F53F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A2B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036B0-95A5-461A-A624-B7137857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0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5B261-AE37-470D-AE4D-1475854E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F23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B1957-8350-4175-B2B9-104158DB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22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71F65-1E78-44FB-910B-7B625E0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E226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1D50E-06AF-466D-A09A-481F9E28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D2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58CA2-48CC-4A54-A0B7-FC91018E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1E925-75FC-4157-8B7E-5D270DAE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124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F3D8E-D6BF-4D50-8282-3A6973C7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92B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5B4BE-437D-46D8-83C9-8CFEEDF9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5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4267F-76E4-4658-A2F6-C2363CE9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82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3CE28-A010-41B7-A812-FB1BF89F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C4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A89E5-6B3D-4B2E-8EC4-A98667F0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FC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E18C7-41C1-49F0-9531-09AFBF94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0B5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E2EEF-1885-4306-896A-4FFCA767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2267194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FC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34836-BAFF-4521-9CA9-D4BD3392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2267194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0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6C311-16BC-4AD4-BAFD-7584C88F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5DA45-FA6A-45A1-8E95-AB94F87C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429F2-B31D-4A81-B090-9F446B74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E95FB-70CB-434B-A26C-D1FCA5B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0D764-20D1-40AA-9AC9-E3A04D2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F2D40-E3B6-4F85-80A5-1DF015C7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2B52E-F827-4D14-A0EE-86680E8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85CFD-A025-4260-8257-1B86B145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72ADB-32C5-488A-82E9-3F8BECB5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2535351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DFF60-3E3A-4D6F-8A34-D4893D83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2535351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74AA4-BB18-447D-BBA1-840F59AD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1596800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51466-E08E-4E08-AFA7-A80E4C02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1596800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A0A86-632A-47B1-91C5-ADD3761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1864957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2AB0A-3382-45CD-B953-3157290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1864957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24E1E-6BC8-4326-818E-521DD292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133115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56D2A-B964-4682-A29D-07DAE8C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133115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8D1FF-6AC3-4FB2-982C-0B30955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401272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4D5D8-907D-4C15-933E-55F3894F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40127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53303-39FA-4E5A-B8DB-7E238038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2591788"/>
            <a:ext cx="2779658" cy="1072631"/>
          </a:xfrm>
          <a:custGeom xmlns:a="http://schemas.openxmlformats.org/drawingml/2006/main">
            <a:pathLst>
              <a:path w="2779658" h="1072631">
                <a:moveTo>
                  <a:pt x="0" y="1072631"/>
                </a:moveTo>
                <a:lnTo>
                  <a:pt x="2779658" y="1072631"/>
                </a:lnTo>
                <a:lnTo>
                  <a:pt x="2779658" y="0"/>
                </a:lnTo>
                <a:lnTo>
                  <a:pt x="0" y="0"/>
                </a:lnTo>
                <a:lnTo>
                  <a:pt x="0" y="1072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59FB1-E1F2-4DD1-9187-862E60D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0424E-FC6F-4B64-AFC1-2F2BD415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BFCDD-72F5-486F-BAD0-A364AB4F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0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295AF-512F-44FA-9239-081D56C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C2BF9-207E-4B40-8E41-6BCFAE26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FF696-0C6C-48AA-BEED-C01D5B01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CC504-A6C1-4180-A88B-4D6FEE4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B2E15-88B9-4011-BC01-C190AD22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FC1CF-FC03-468E-AF0C-CAD1C261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B1606-B9ED-4FE5-A813-615E9179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27A83-2761-432D-9016-78F88CF8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8564C-21E6-4E77-B7C5-023FCAC2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6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F93F9-2780-4B00-9802-7FADD68E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1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347B3-9523-42F0-9B42-CA97B79D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0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2C144-5B07-40FD-B03A-B8B3EF8E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5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C557A-451B-4133-9E08-0337405A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950D1-D6FA-4B8E-8E8E-5DA25B72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9F532-EF1B-4E42-A134-DF986D6B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A9A1B-F088-4C37-B080-E178EAF6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B168D-AAD9-4A7E-9DD4-D85341D6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34F56-5BA0-49A0-8C02-8FEA114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7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6F1F6-4221-4404-97B2-6BC92495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5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BBC91-4CCA-41B3-8A9E-1ED17FF6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32E25-980C-4D8E-8F10-3AF90130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A0956-CFC3-47C1-B452-DCA1400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DF112-6B11-4FDB-9524-DBE7027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20E64-0C28-4889-A704-3AAC02FB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B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95847-AD51-429D-8CD0-0181E69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6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743CC-98EB-4C8C-8AE2-DD338E3F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EDF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519F2-C959-4369-9DE1-A1B02E52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86103-6D69-476C-B8CF-E74FA501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3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62E9D-5C4B-45FB-B6AF-4602DEF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FBCB5-748C-4FE2-8CBE-A3F6868F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B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0CCE3-E4E7-4B6C-BB7A-08F6A86E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D2B94-B8B4-4001-B18B-58D88AB7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9A786-B2AA-4BD5-8A73-910B99A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1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ED124-7361-4CE5-B85B-892642F1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4E8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03AA8-E45F-430C-A054-C9C086C6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78CF3-7400-48D6-AA53-1712F309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7F283-1E5E-4C40-918D-BB98396B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A4C4E-7AB7-4D47-AF9F-16A9DB22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0895C-42E9-41BB-A319-92BB7D08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350B1-D514-422E-94B7-09B7D3A0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6E9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107F1-1994-4AF8-AB47-021DD6DA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EECFC-8486-4D21-8DF9-D55FF41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4E2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4D3D6-3B98-4D4E-AC32-DAEE211C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9D1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91D49-1BB3-48C5-A987-5CD53994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B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30A29-F2FC-4D38-B4E3-CD26FF9A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7E3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4A57E-2E82-4557-B722-DBED161C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8A809-3EA8-40DB-95B4-13B225DE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D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EDF54-C240-44E6-BE08-D8B265F2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699CF-7068-4DDD-BC76-8EE5F68E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4E2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2979E-4FD5-48A4-AE58-B5BABF01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7A287-4B97-470F-9FBF-5CE1AA47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EADFC-ADF2-484A-A242-7DF9C199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7B611-15F8-46AC-958C-35F5953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4CC06-675B-4C4D-AE93-3F333BE9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B6633-3F9F-4EAB-BB55-209F678E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FACCE-EED3-4D11-96AE-D5755847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64E5E-71AD-498F-842D-B5FB3B7A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F8187-53FE-4D49-916A-0A41324F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DC901-1B25-4725-9941-253763ED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95EC8-5443-4D65-A920-5901A53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466C2-D186-489E-85DA-AE44663E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A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603A3-ED95-4D77-A462-E788DBB8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EE7B4-4C0D-4492-9CF6-802BF4BF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A6B31-E04F-45BF-B31C-2B2D15D3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A11F3-2FA1-49D7-AA1F-98D4AA92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9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BF4FA-2602-4D5F-80AD-A0BE4C4A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E7EA1-8421-4C3E-8BD9-BCCC7DF4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848E2-18B5-4B1D-B8E5-ED667158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183D6-D3BA-484E-A36E-C40AD1B7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F7B81-F5DE-4CF9-8E27-F8FF4E29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7C06A-AA3C-4BAC-B8CF-6CEB5E05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04231-8514-4CF9-BFFD-7B4D94B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7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5CCD7-37C1-454B-97A9-26D2985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A24FC-F9FB-4A24-AC80-22175ABC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F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ABB3D-1100-4338-8EE5-9CDB9DE1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6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874B2-01BF-4C29-B803-C72967D5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DE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76480-17E5-4CED-B22A-038F496E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2E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BDAA3-4FFD-46CA-BF0B-2D695B84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9DD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57F7D-7419-4B71-BFDA-4219641C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D21E4-A87F-4A4E-9A44-77A9486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0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80E88-E75D-484B-B7E1-7DF830DA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0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05175-94E2-4F55-8354-87B73B8E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529DD-F093-4C94-B2F7-89C974F1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0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668B5-93B8-4CA5-B474-28F5C9F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09ACD-202A-4F13-A9C4-487337F6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EFB85-0401-4F46-B709-3A1AB0F2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C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ADC7C-9E28-4B49-930A-AE492A4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D9C11-8417-40E2-8AC9-1BABCE2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EFBAD-15A6-4A68-A1F2-CF6D8096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DE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651EB-8342-47E5-80BA-A396C51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8FE67-2C14-450F-B442-76A9403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D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26EF7-C8A2-41C0-B24A-BA5256CE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5DC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95932-72C9-480B-82E0-54E1297D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DE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56DE9-0635-4B2C-AA35-B36E27BE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0D4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A99A3-0684-40BB-9E09-0733A132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0E6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A05E0-BAF4-4E9D-B66E-AE8F808C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C5CAB-815F-4AA8-B5A1-093C8D4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426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0475C-1F9D-482E-A04A-F1334A3C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96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3EB5E-E72C-462C-A03C-8D45778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FA4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728FD-2B41-4106-8331-97B0B7D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C4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A5BCE-0D67-42A8-BA6E-0DB871F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3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36921-67D1-462A-B58D-FCE807DD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B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2718B-3483-4AB9-A4E3-780D3C1C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070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4A48A9-E820-4BD8-B45B-7CFB166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31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49290-B371-4C21-8C5A-64B72148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AAE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E214D-4C1B-4EA5-9C1C-307D0334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5CF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F254D-E360-41B5-9924-CB8F5E30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23651-7465-462F-9143-468729E5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EB07A-62FA-4609-AA7B-8FCFC538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E5879-9DDE-434A-B867-8591E12E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B1D2D-5D88-4A80-A143-C64FEC0F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E7173-2B6B-49C3-B280-A67DEE4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0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2A399-AE99-4409-AFE1-407C91F8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573D8-B69A-430A-BD96-EACDDCAD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C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75756-4F2F-4A28-B08B-19EACB68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917F3-53EC-41D7-A753-A1C03A44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E5684-9465-4E90-92BC-FC277E3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DC11F-6EFD-49A6-98C9-22411991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5C888-AB48-43CE-AC09-6218286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EA439-C04C-4D6D-B430-6FA968C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446DB-0C6C-4A39-95BE-1892A67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8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032EE-2DF7-467D-8A50-BF933F83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0394F-966C-4A83-AAA6-48577F8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000B4-1C45-44FE-833F-51FDD086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7F6F3-6318-44DE-BF23-4FC2B955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0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1BCA8-376C-47A3-B4B8-5472C928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CD0F0-478C-4453-9AB3-9EAF1C4E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1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579E8-DC8A-426D-B33E-C8A7B7CD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F9BE1-9DF9-4F67-B0F8-2F6E5B4D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6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0FF41-8A2C-4262-9B03-A142D6C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567E3-47FD-4333-9D04-D6DA2C3D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8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615F3-2E58-4508-BCF3-DA911502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5A201-5B21-4B6D-A9EB-056DFD2F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64D9F-F8DA-4943-9A17-4CF7DE4A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1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E4F9A-7ED8-4687-B0FC-41108C1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CC688-AEC0-4EB1-BC8B-E2065AB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F5D62-DEAB-4D26-8648-109540D0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CA79D-9128-4021-A851-3276C81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6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541BC-EAED-44AC-8A0D-A12F8525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8B5C1-51B7-440B-BBEF-160F3760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45482-6A55-4BEA-BF17-1BC2B69A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9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9CCD5-DF82-44AC-9F79-DD508713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6C999-A2C5-46C2-82D7-1A649AC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6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AFF25-1F0E-4829-B5EB-220D7850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9B8DA-B0B8-4D2B-B7D4-539E5C07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BE7FF7-144D-4948-AD19-8B21FAB4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4E8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6D5C4-350D-424A-B790-D33E4A6F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77D94-48F2-4735-8127-2BDAE75A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7DC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F98D0-3830-4CF7-886A-47724C10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A2B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5B769-FE92-4823-B1A7-B16EC313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3A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1F445-FDAE-4D0F-BAF6-6273430E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2DB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BB81C-05C4-4E55-8628-31F611D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B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1D142-5B32-4001-807E-3B774F20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BB0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A91B8-0CF4-4F93-865C-A016822B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2E1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71A22-1A30-416B-8DD8-CD348D6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4E8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DAD96-5513-44EF-97F9-FE69630D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2E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9FAB9-1324-45A0-9DD8-FFBA1D01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E4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26F7E-0E17-44A0-91F4-2F893FA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D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31A57-41D4-4FDB-9561-BA258EE8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6A92A-69A8-48F7-8196-D237A95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4479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1EB4F-2A41-4B31-A9F7-810E03E5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9D7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CA93F-5B2B-4164-864F-CD2BE4D5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9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8C0A5-349F-436C-82E0-666DD9BF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DDE8E-3A93-4EB5-9F28-A0E5D001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2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B9336-317D-4C47-9895-35057845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0B6D1-0001-45E5-A00C-AD6B48B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47E9E-ED38-41C2-AE39-AFBA2C1E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D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9F342-712A-4C05-947E-94A376F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5895A-9C03-4E6F-8566-1F7D6C1F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6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C406E-AF58-49C4-A9B9-0FA178DF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9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7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CF7BB-0421-49D3-BDBD-4DF6FC6D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A5944-9961-4F2C-91F1-2FDA535D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47241-A51A-4A95-A800-799F638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45858-9F7E-4359-A73E-8949AFB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91C00-2E2E-4B63-9E4A-D2C2F58A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2B1F0-77CD-4F79-912A-8755CD30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5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4080A-DCB5-4B8F-ABE3-6E5A8D0C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76EB6-1D43-4780-BC22-EA1D19A8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1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2A1C6-2668-4F02-A622-C4C5DB29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9AD20-73F3-4259-B918-10CD70B3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6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E6105-C66C-45A6-94EE-E9266EB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9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B9B70-819A-44CD-8EA0-99887AA0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2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6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EC371-C5A4-4E46-B2B6-AA732D29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B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1E6E6-B9C2-4F6E-85E2-E9B47EC9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7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355F7-D667-4E0A-8AA5-A7693962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0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ECD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123FB-F812-475C-B40D-3E27DDFF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4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0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6A469-0809-4D85-967F-17E86473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5F5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FA385-6920-410A-B7CD-BE7100B2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1119D-9498-4CE0-81D6-1DF534D6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1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BB0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2EF15-9509-454E-B1B1-415DDDD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45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B8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4876D-C339-4549-A11E-B3C5C3B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7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4E8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96CBB-DCDA-479E-A46A-15E243B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90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6E9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31988-8B9F-4CD1-819B-C600030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9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B2060-8F38-4491-99FF-796B740B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55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EE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F4889-3D56-4257-B904-34040B26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83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DE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59DF6-0F9B-4A92-9305-ED2653E6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21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856E6-7258-4E19-9E7F-162AE814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3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0E6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844AC-1CA6-4B35-950F-A82B9F7F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6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2E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65018-6D5D-4810-BFC7-817548AF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C4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E77B1-8EE6-4D8C-AD3E-456CC08C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2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E4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CC3EF-2053-478E-A958-81A1D8B4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4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B89B1-17FF-4811-8F3F-67EFDFC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8E9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C23E3-610A-4481-8508-661AE0A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50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A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99FD1-7E76-4C61-B6C4-5534B958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32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6E9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08B65-B256-465C-8075-ED7621EB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5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DEB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3F94A-62F0-4B9C-AD26-5E07D63E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487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893C3-3F07-4274-8D98-8F3CF10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1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A5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BC37A-B09C-426B-8B36-A4D42818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4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ACB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8E758-D829-4CD3-A7D6-BCA34CF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470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16A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BFA48-E59C-43CA-AEA8-63D19323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79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6C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FFC34-678D-4D66-85E8-810B4D37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E88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C836A-BA41-4D28-83BB-E14F3320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5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25A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3A2B4-5F06-430D-8EC5-7983DC9B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8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ED3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E0194-3B14-44A5-85B5-7D123499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08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7E3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53A15-8814-4F5B-9F3C-A2CFB083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43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6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25496-BC4E-414A-916A-A4B716D5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AF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389D1-3320-4419-B65C-3C091F77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9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0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C4EAC-091C-4ED6-8007-F98CF5FE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E2EB1-B8D6-4643-A086-5EF801AB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8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56432-2730-4799-91AA-51BE912D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06" y="3697298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905C6-C834-419A-A4C2-6801BA72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36EDC-A3FC-4078-ADB9-7B435EBF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30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159CD-609B-46C8-8117-510ED218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64" y="3697298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EE94A-4B07-48A4-97C0-0436ECA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BE4CF-98B5-435C-91CE-CEE6F33C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62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DA854-977B-42C8-8150-2FEC66B1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31" y="3697298"/>
            <a:ext cx="38988" cy="60311"/>
          </a:xfrm>
          <a:custGeom xmlns:a="http://schemas.openxmlformats.org/drawingml/2006/main">
            <a:pathLst>
              <a:path w="38988" h="60311">
                <a:moveTo>
                  <a:pt x="38988" y="48980"/>
                </a:moveTo>
                <a:lnTo>
                  <a:pt x="34884" y="60311"/>
                </a:lnTo>
                <a:lnTo>
                  <a:pt x="0" y="60311"/>
                </a:lnTo>
                <a:lnTo>
                  <a:pt x="0" y="58705"/>
                </a:lnTo>
                <a:cubicBezTo>
                  <a:pt x="10260" y="49426"/>
                  <a:pt x="17487" y="41753"/>
                  <a:pt x="21680" y="35776"/>
                </a:cubicBezTo>
                <a:cubicBezTo>
                  <a:pt x="25784" y="29888"/>
                  <a:pt x="27925" y="24445"/>
                  <a:pt x="27925" y="19538"/>
                </a:cubicBezTo>
                <a:cubicBezTo>
                  <a:pt x="27925" y="15791"/>
                  <a:pt x="26765" y="12758"/>
                  <a:pt x="24445" y="10349"/>
                </a:cubicBezTo>
                <a:cubicBezTo>
                  <a:pt x="22126" y="7940"/>
                  <a:pt x="19449" y="6691"/>
                  <a:pt x="16327" y="6691"/>
                </a:cubicBezTo>
                <a:cubicBezTo>
                  <a:pt x="13383" y="6691"/>
                  <a:pt x="10795" y="7583"/>
                  <a:pt x="8476" y="9279"/>
                </a:cubicBezTo>
                <a:cubicBezTo>
                  <a:pt x="6156" y="10974"/>
                  <a:pt x="4461" y="13472"/>
                  <a:pt x="3390" y="16684"/>
                </a:cubicBezTo>
                <a:lnTo>
                  <a:pt x="1784" y="16684"/>
                </a:lnTo>
                <a:cubicBezTo>
                  <a:pt x="2498" y="11331"/>
                  <a:pt x="4282" y="7227"/>
                  <a:pt x="7316" y="4372"/>
                </a:cubicBezTo>
                <a:cubicBezTo>
                  <a:pt x="10349" y="1517"/>
                  <a:pt x="14096" y="0"/>
                  <a:pt x="18557" y="0"/>
                </a:cubicBezTo>
                <a:cubicBezTo>
                  <a:pt x="23375" y="0"/>
                  <a:pt x="27390" y="1606"/>
                  <a:pt x="30601" y="4639"/>
                </a:cubicBezTo>
                <a:cubicBezTo>
                  <a:pt x="33813" y="7762"/>
                  <a:pt x="35419" y="11420"/>
                  <a:pt x="35419" y="15524"/>
                </a:cubicBezTo>
                <a:cubicBezTo>
                  <a:pt x="35419" y="18557"/>
                  <a:pt x="34705" y="21501"/>
                  <a:pt x="33367" y="24535"/>
                </a:cubicBezTo>
                <a:cubicBezTo>
                  <a:pt x="31137" y="29263"/>
                  <a:pt x="27657" y="34259"/>
                  <a:pt x="22840" y="39434"/>
                </a:cubicBezTo>
                <a:cubicBezTo>
                  <a:pt x="15613" y="47374"/>
                  <a:pt x="11063" y="52103"/>
                  <a:pt x="9279" y="53709"/>
                </a:cubicBezTo>
                <a:lnTo>
                  <a:pt x="24713" y="53709"/>
                </a:lnTo>
                <a:cubicBezTo>
                  <a:pt x="27836" y="53709"/>
                  <a:pt x="30066" y="53619"/>
                  <a:pt x="31315" y="53352"/>
                </a:cubicBezTo>
                <a:cubicBezTo>
                  <a:pt x="32564" y="53173"/>
                  <a:pt x="33724" y="52727"/>
                  <a:pt x="34795" y="52013"/>
                </a:cubicBezTo>
                <a:cubicBezTo>
                  <a:pt x="35776" y="51300"/>
                  <a:pt x="36668" y="50318"/>
                  <a:pt x="37382" y="48980"/>
                </a:cubicBezTo>
                <a:lnTo>
                  <a:pt x="38988" y="48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BF369-DABC-4FE9-8E8F-B594563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C2B8A-67DA-49F3-84C4-7062701B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93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823B8-9AF9-4423-B258-32378CC7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47" y="3697298"/>
            <a:ext cx="33546" cy="61292"/>
          </a:xfrm>
          <a:custGeom xmlns:a="http://schemas.openxmlformats.org/drawingml/2006/main">
            <a:pathLst>
              <a:path w="33546" h="61292">
                <a:moveTo>
                  <a:pt x="892" y="12490"/>
                </a:moveTo>
                <a:cubicBezTo>
                  <a:pt x="2498" y="8565"/>
                  <a:pt x="4639" y="5442"/>
                  <a:pt x="7227" y="3301"/>
                </a:cubicBezTo>
                <a:cubicBezTo>
                  <a:pt x="9814" y="1160"/>
                  <a:pt x="13026" y="0"/>
                  <a:pt x="16862" y="0"/>
                </a:cubicBezTo>
                <a:cubicBezTo>
                  <a:pt x="21590" y="0"/>
                  <a:pt x="25248" y="1606"/>
                  <a:pt x="27746" y="4639"/>
                </a:cubicBezTo>
                <a:cubicBezTo>
                  <a:pt x="29620" y="6959"/>
                  <a:pt x="30601" y="9457"/>
                  <a:pt x="30601" y="11955"/>
                </a:cubicBezTo>
                <a:cubicBezTo>
                  <a:pt x="30601" y="16327"/>
                  <a:pt x="27836" y="20788"/>
                  <a:pt x="22483" y="25338"/>
                </a:cubicBezTo>
                <a:cubicBezTo>
                  <a:pt x="26051" y="26765"/>
                  <a:pt x="28817" y="28817"/>
                  <a:pt x="30691" y="31494"/>
                </a:cubicBezTo>
                <a:cubicBezTo>
                  <a:pt x="32564" y="34170"/>
                  <a:pt x="33546" y="37203"/>
                  <a:pt x="33546" y="40772"/>
                </a:cubicBezTo>
                <a:cubicBezTo>
                  <a:pt x="33546" y="45947"/>
                  <a:pt x="31850" y="50318"/>
                  <a:pt x="28639" y="54065"/>
                </a:cubicBezTo>
                <a:cubicBezTo>
                  <a:pt x="24356" y="58883"/>
                  <a:pt x="18289" y="61292"/>
                  <a:pt x="10260" y="61292"/>
                </a:cubicBezTo>
                <a:cubicBezTo>
                  <a:pt x="6245" y="61292"/>
                  <a:pt x="3569" y="60757"/>
                  <a:pt x="2141" y="59865"/>
                </a:cubicBezTo>
                <a:cubicBezTo>
                  <a:pt x="714" y="58972"/>
                  <a:pt x="0" y="57902"/>
                  <a:pt x="0" y="56653"/>
                </a:cubicBezTo>
                <a:cubicBezTo>
                  <a:pt x="0" y="55850"/>
                  <a:pt x="268" y="55136"/>
                  <a:pt x="981" y="54512"/>
                </a:cubicBezTo>
                <a:cubicBezTo>
                  <a:pt x="1606" y="53887"/>
                  <a:pt x="2409" y="53530"/>
                  <a:pt x="3479" y="53530"/>
                </a:cubicBezTo>
                <a:cubicBezTo>
                  <a:pt x="4193" y="53530"/>
                  <a:pt x="4907" y="53709"/>
                  <a:pt x="5621" y="53887"/>
                </a:cubicBezTo>
                <a:cubicBezTo>
                  <a:pt x="6156" y="54065"/>
                  <a:pt x="7227" y="54601"/>
                  <a:pt x="9011" y="55493"/>
                </a:cubicBezTo>
                <a:cubicBezTo>
                  <a:pt x="10706" y="56385"/>
                  <a:pt x="11955" y="56920"/>
                  <a:pt x="12669" y="57099"/>
                </a:cubicBezTo>
                <a:cubicBezTo>
                  <a:pt x="13739" y="57456"/>
                  <a:pt x="14810" y="57545"/>
                  <a:pt x="16059" y="57545"/>
                </a:cubicBezTo>
                <a:cubicBezTo>
                  <a:pt x="19003" y="57545"/>
                  <a:pt x="21590" y="56474"/>
                  <a:pt x="23821" y="54155"/>
                </a:cubicBezTo>
                <a:cubicBezTo>
                  <a:pt x="25962" y="51835"/>
                  <a:pt x="27122" y="49158"/>
                  <a:pt x="27122" y="45947"/>
                </a:cubicBezTo>
                <a:cubicBezTo>
                  <a:pt x="27122" y="43716"/>
                  <a:pt x="26587" y="41486"/>
                  <a:pt x="25605" y="39255"/>
                </a:cubicBezTo>
                <a:cubicBezTo>
                  <a:pt x="24802" y="37650"/>
                  <a:pt x="23999" y="36490"/>
                  <a:pt x="23107" y="35598"/>
                </a:cubicBezTo>
                <a:cubicBezTo>
                  <a:pt x="21858" y="34438"/>
                  <a:pt x="20074" y="33367"/>
                  <a:pt x="17933" y="32386"/>
                </a:cubicBezTo>
                <a:cubicBezTo>
                  <a:pt x="15791" y="31494"/>
                  <a:pt x="13561" y="30958"/>
                  <a:pt x="11241" y="30958"/>
                </a:cubicBezTo>
                <a:lnTo>
                  <a:pt x="9903" y="30958"/>
                </a:lnTo>
                <a:lnTo>
                  <a:pt x="9903" y="29709"/>
                </a:lnTo>
                <a:cubicBezTo>
                  <a:pt x="12133" y="29442"/>
                  <a:pt x="14453" y="28639"/>
                  <a:pt x="16773" y="27211"/>
                </a:cubicBezTo>
                <a:cubicBezTo>
                  <a:pt x="19092" y="25873"/>
                  <a:pt x="20698" y="24267"/>
                  <a:pt x="21769" y="22304"/>
                </a:cubicBezTo>
                <a:cubicBezTo>
                  <a:pt x="22840" y="20431"/>
                  <a:pt x="23375" y="18289"/>
                  <a:pt x="23375" y="15970"/>
                </a:cubicBezTo>
                <a:cubicBezTo>
                  <a:pt x="23375" y="13026"/>
                  <a:pt x="22393" y="10617"/>
                  <a:pt x="20520" y="8743"/>
                </a:cubicBezTo>
                <a:cubicBezTo>
                  <a:pt x="18646" y="6959"/>
                  <a:pt x="16327" y="5978"/>
                  <a:pt x="13561" y="5978"/>
                </a:cubicBezTo>
                <a:cubicBezTo>
                  <a:pt x="9100" y="5978"/>
                  <a:pt x="5353" y="8386"/>
                  <a:pt x="2320" y="13204"/>
                </a:cubicBezTo>
                <a:lnTo>
                  <a:pt x="892" y="12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7ACFC-CEDD-4C1E-B073-390986A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D8346-6D55-415B-9E60-02E88949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125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89D81-869F-4A7F-ABE5-418DA4A3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248" y="3697298"/>
            <a:ext cx="40058" cy="60311"/>
          </a:xfrm>
          <a:custGeom xmlns:a="http://schemas.openxmlformats.org/drawingml/2006/main">
            <a:pathLst>
              <a:path w="40058" h="60311">
                <a:moveTo>
                  <a:pt x="40058" y="38542"/>
                </a:moveTo>
                <a:lnTo>
                  <a:pt x="40058" y="44698"/>
                </a:lnTo>
                <a:lnTo>
                  <a:pt x="32118" y="44698"/>
                </a:lnTo>
                <a:lnTo>
                  <a:pt x="32118" y="60311"/>
                </a:lnTo>
                <a:lnTo>
                  <a:pt x="24981" y="60311"/>
                </a:lnTo>
                <a:lnTo>
                  <a:pt x="24981" y="44698"/>
                </a:lnTo>
                <a:lnTo>
                  <a:pt x="0" y="44698"/>
                </a:lnTo>
                <a:lnTo>
                  <a:pt x="0" y="39166"/>
                </a:lnTo>
                <a:lnTo>
                  <a:pt x="27390" y="0"/>
                </a:lnTo>
                <a:lnTo>
                  <a:pt x="32118" y="0"/>
                </a:lnTo>
                <a:lnTo>
                  <a:pt x="32118" y="38542"/>
                </a:lnTo>
                <a:lnTo>
                  <a:pt x="40058" y="38542"/>
                </a:lnTo>
                <a:close/>
                <a:moveTo>
                  <a:pt x="24981" y="38542"/>
                </a:moveTo>
                <a:lnTo>
                  <a:pt x="24981" y="9189"/>
                </a:lnTo>
                <a:lnTo>
                  <a:pt x="4193" y="38542"/>
                </a:lnTo>
                <a:lnTo>
                  <a:pt x="24981" y="385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E7C81-232D-45A0-84F1-5BE53E13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002" y="3799576"/>
            <a:ext cx="86808" cy="103358"/>
          </a:xfrm>
          <a:custGeom xmlns:a="http://schemas.openxmlformats.org/drawingml/2006/main">
            <a:pathLst>
              <a:path w="86808" h="103358">
                <a:moveTo>
                  <a:pt x="85715" y="0"/>
                </a:moveTo>
                <a:lnTo>
                  <a:pt x="86808" y="24200"/>
                </a:lnTo>
                <a:lnTo>
                  <a:pt x="83842" y="24200"/>
                </a:lnTo>
                <a:cubicBezTo>
                  <a:pt x="83217" y="19985"/>
                  <a:pt x="82593" y="17018"/>
                  <a:pt x="81656" y="15145"/>
                </a:cubicBezTo>
                <a:cubicBezTo>
                  <a:pt x="80094" y="12178"/>
                  <a:pt x="77909" y="9992"/>
                  <a:pt x="75254" y="8587"/>
                </a:cubicBezTo>
                <a:cubicBezTo>
                  <a:pt x="72600" y="7182"/>
                  <a:pt x="69165" y="6401"/>
                  <a:pt x="64950" y="6401"/>
                </a:cubicBezTo>
                <a:lnTo>
                  <a:pt x="50430" y="6401"/>
                </a:lnTo>
                <a:lnTo>
                  <a:pt x="50430" y="85403"/>
                </a:lnTo>
                <a:cubicBezTo>
                  <a:pt x="50430" y="91804"/>
                  <a:pt x="51054" y="95707"/>
                  <a:pt x="52460" y="97269"/>
                </a:cubicBezTo>
                <a:cubicBezTo>
                  <a:pt x="54333" y="99455"/>
                  <a:pt x="57300" y="100547"/>
                  <a:pt x="61359" y="100547"/>
                </a:cubicBezTo>
                <a:lnTo>
                  <a:pt x="64950" y="100547"/>
                </a:lnTo>
                <a:lnTo>
                  <a:pt x="64950" y="103358"/>
                </a:lnTo>
                <a:lnTo>
                  <a:pt x="21234" y="103358"/>
                </a:lnTo>
                <a:lnTo>
                  <a:pt x="21234" y="100547"/>
                </a:lnTo>
                <a:lnTo>
                  <a:pt x="24825" y="100547"/>
                </a:lnTo>
                <a:cubicBezTo>
                  <a:pt x="29196" y="100547"/>
                  <a:pt x="32319" y="99298"/>
                  <a:pt x="34192" y="96644"/>
                </a:cubicBezTo>
                <a:cubicBezTo>
                  <a:pt x="35129" y="95083"/>
                  <a:pt x="35754" y="91336"/>
                  <a:pt x="35754" y="85403"/>
                </a:cubicBezTo>
                <a:lnTo>
                  <a:pt x="35754" y="6401"/>
                </a:lnTo>
                <a:lnTo>
                  <a:pt x="23419" y="6401"/>
                </a:lnTo>
                <a:cubicBezTo>
                  <a:pt x="18423" y="6401"/>
                  <a:pt x="14988" y="6870"/>
                  <a:pt x="13115" y="7494"/>
                </a:cubicBezTo>
                <a:cubicBezTo>
                  <a:pt x="10305" y="8587"/>
                  <a:pt x="8119" y="10461"/>
                  <a:pt x="6245" y="13115"/>
                </a:cubicBezTo>
                <a:cubicBezTo>
                  <a:pt x="4372" y="15925"/>
                  <a:pt x="3279" y="19516"/>
                  <a:pt x="2966" y="24200"/>
                </a:cubicBezTo>
                <a:lnTo>
                  <a:pt x="0" y="24200"/>
                </a:lnTo>
                <a:lnTo>
                  <a:pt x="1249" y="0"/>
                </a:lnTo>
                <a:lnTo>
                  <a:pt x="857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E7AFE-CC8D-4973-891D-F240EC38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805" y="3794580"/>
            <a:ext cx="34973" cy="108354"/>
          </a:xfrm>
          <a:custGeom xmlns:a="http://schemas.openxmlformats.org/drawingml/2006/main">
            <a:pathLst>
              <a:path w="34973" h="108354">
                <a:moveTo>
                  <a:pt x="18111" y="0"/>
                </a:moveTo>
                <a:cubicBezTo>
                  <a:pt x="20297" y="0"/>
                  <a:pt x="22014" y="781"/>
                  <a:pt x="23576" y="2186"/>
                </a:cubicBezTo>
                <a:cubicBezTo>
                  <a:pt x="24981" y="3747"/>
                  <a:pt x="25761" y="5465"/>
                  <a:pt x="25761" y="7650"/>
                </a:cubicBezTo>
                <a:cubicBezTo>
                  <a:pt x="25761" y="9836"/>
                  <a:pt x="24981" y="11554"/>
                  <a:pt x="23576" y="13115"/>
                </a:cubicBezTo>
                <a:cubicBezTo>
                  <a:pt x="22014" y="14676"/>
                  <a:pt x="20297" y="15457"/>
                  <a:pt x="18111" y="15457"/>
                </a:cubicBezTo>
                <a:cubicBezTo>
                  <a:pt x="15925" y="15457"/>
                  <a:pt x="14208" y="14676"/>
                  <a:pt x="12646" y="13115"/>
                </a:cubicBezTo>
                <a:cubicBezTo>
                  <a:pt x="11085" y="11554"/>
                  <a:pt x="10305" y="9836"/>
                  <a:pt x="10305" y="7650"/>
                </a:cubicBezTo>
                <a:cubicBezTo>
                  <a:pt x="10305" y="5465"/>
                  <a:pt x="10929" y="3747"/>
                  <a:pt x="12490" y="2186"/>
                </a:cubicBezTo>
                <a:cubicBezTo>
                  <a:pt x="14052" y="781"/>
                  <a:pt x="15925" y="0"/>
                  <a:pt x="18111" y="0"/>
                </a:cubicBezTo>
                <a:close/>
                <a:moveTo>
                  <a:pt x="24512" y="36534"/>
                </a:moveTo>
                <a:lnTo>
                  <a:pt x="24512" y="92585"/>
                </a:lnTo>
                <a:cubicBezTo>
                  <a:pt x="24512" y="96956"/>
                  <a:pt x="24825" y="99923"/>
                  <a:pt x="25449" y="101328"/>
                </a:cubicBezTo>
                <a:cubicBezTo>
                  <a:pt x="26074" y="102889"/>
                  <a:pt x="27010" y="103982"/>
                  <a:pt x="28259" y="104607"/>
                </a:cubicBezTo>
                <a:cubicBezTo>
                  <a:pt x="29508" y="105231"/>
                  <a:pt x="31694" y="105544"/>
                  <a:pt x="34973" y="105544"/>
                </a:cubicBezTo>
                <a:lnTo>
                  <a:pt x="34973" y="108354"/>
                </a:lnTo>
                <a:lnTo>
                  <a:pt x="1093" y="108354"/>
                </a:lnTo>
                <a:lnTo>
                  <a:pt x="1093" y="105544"/>
                </a:lnTo>
                <a:cubicBezTo>
                  <a:pt x="4528" y="105544"/>
                  <a:pt x="6714" y="105231"/>
                  <a:pt x="7963" y="104607"/>
                </a:cubicBezTo>
                <a:cubicBezTo>
                  <a:pt x="9056" y="103982"/>
                  <a:pt x="9992" y="102889"/>
                  <a:pt x="10617" y="101328"/>
                </a:cubicBezTo>
                <a:cubicBezTo>
                  <a:pt x="11241" y="99767"/>
                  <a:pt x="11710" y="96956"/>
                  <a:pt x="11710" y="92585"/>
                </a:cubicBezTo>
                <a:lnTo>
                  <a:pt x="11710" y="65731"/>
                </a:lnTo>
                <a:cubicBezTo>
                  <a:pt x="11710" y="58236"/>
                  <a:pt x="11397" y="53240"/>
                  <a:pt x="11085" y="50898"/>
                </a:cubicBezTo>
                <a:cubicBezTo>
                  <a:pt x="10773" y="49337"/>
                  <a:pt x="10148" y="48244"/>
                  <a:pt x="9368" y="47620"/>
                </a:cubicBezTo>
                <a:cubicBezTo>
                  <a:pt x="8587" y="46995"/>
                  <a:pt x="7494" y="46527"/>
                  <a:pt x="6245" y="46527"/>
                </a:cubicBezTo>
                <a:cubicBezTo>
                  <a:pt x="4840" y="46527"/>
                  <a:pt x="3123" y="46995"/>
                  <a:pt x="1093" y="47776"/>
                </a:cubicBezTo>
                <a:lnTo>
                  <a:pt x="0" y="44965"/>
                </a:lnTo>
                <a:lnTo>
                  <a:pt x="21077" y="36534"/>
                </a:lnTo>
                <a:lnTo>
                  <a:pt x="24512" y="3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9F619-1F94-44B4-82E4-445F6A5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0" y="3831115"/>
            <a:ext cx="119439" cy="71820"/>
          </a:xfrm>
          <a:custGeom xmlns:a="http://schemas.openxmlformats.org/drawingml/2006/main">
            <a:pathLst>
              <a:path w="119439" h="71820">
                <a:moveTo>
                  <a:pt x="24356" y="14832"/>
                </a:moveTo>
                <a:cubicBezTo>
                  <a:pt x="29352" y="9836"/>
                  <a:pt x="32475" y="6870"/>
                  <a:pt x="33412" y="6089"/>
                </a:cubicBezTo>
                <a:cubicBezTo>
                  <a:pt x="35598" y="4215"/>
                  <a:pt x="38096" y="2654"/>
                  <a:pt x="40750" y="1561"/>
                </a:cubicBezTo>
                <a:cubicBezTo>
                  <a:pt x="43248" y="625"/>
                  <a:pt x="45902" y="0"/>
                  <a:pt x="48556" y="0"/>
                </a:cubicBezTo>
                <a:cubicBezTo>
                  <a:pt x="52928" y="0"/>
                  <a:pt x="56675" y="1249"/>
                  <a:pt x="59798" y="3747"/>
                </a:cubicBezTo>
                <a:cubicBezTo>
                  <a:pt x="62920" y="6245"/>
                  <a:pt x="65106" y="9992"/>
                  <a:pt x="66199" y="14832"/>
                </a:cubicBezTo>
                <a:cubicBezTo>
                  <a:pt x="71351" y="8743"/>
                  <a:pt x="75723" y="4684"/>
                  <a:pt x="79470" y="2810"/>
                </a:cubicBezTo>
                <a:cubicBezTo>
                  <a:pt x="83061" y="937"/>
                  <a:pt x="86808" y="0"/>
                  <a:pt x="90555" y="0"/>
                </a:cubicBezTo>
                <a:cubicBezTo>
                  <a:pt x="94302" y="0"/>
                  <a:pt x="97581" y="937"/>
                  <a:pt x="100391" y="2810"/>
                </a:cubicBezTo>
                <a:cubicBezTo>
                  <a:pt x="103202" y="4684"/>
                  <a:pt x="105544" y="7806"/>
                  <a:pt x="107261" y="12178"/>
                </a:cubicBezTo>
                <a:cubicBezTo>
                  <a:pt x="108354" y="15145"/>
                  <a:pt x="108978" y="19828"/>
                  <a:pt x="108978" y="26074"/>
                </a:cubicBezTo>
                <a:lnTo>
                  <a:pt x="108978" y="56050"/>
                </a:lnTo>
                <a:cubicBezTo>
                  <a:pt x="108978" y="60422"/>
                  <a:pt x="109291" y="63545"/>
                  <a:pt x="109915" y="65106"/>
                </a:cubicBezTo>
                <a:cubicBezTo>
                  <a:pt x="110384" y="66199"/>
                  <a:pt x="111320" y="67136"/>
                  <a:pt x="112726" y="67916"/>
                </a:cubicBezTo>
                <a:cubicBezTo>
                  <a:pt x="114131" y="68697"/>
                  <a:pt x="116316" y="69009"/>
                  <a:pt x="119439" y="69009"/>
                </a:cubicBezTo>
                <a:lnTo>
                  <a:pt x="119439" y="71820"/>
                </a:lnTo>
                <a:lnTo>
                  <a:pt x="85091" y="71820"/>
                </a:lnTo>
                <a:lnTo>
                  <a:pt x="85091" y="69009"/>
                </a:lnTo>
                <a:lnTo>
                  <a:pt x="86496" y="69009"/>
                </a:lnTo>
                <a:cubicBezTo>
                  <a:pt x="89462" y="69009"/>
                  <a:pt x="91804" y="68541"/>
                  <a:pt x="93522" y="67292"/>
                </a:cubicBezTo>
                <a:cubicBezTo>
                  <a:pt x="94614" y="66511"/>
                  <a:pt x="95395" y="65262"/>
                  <a:pt x="96020" y="63389"/>
                </a:cubicBezTo>
                <a:cubicBezTo>
                  <a:pt x="96176" y="62608"/>
                  <a:pt x="96332" y="60110"/>
                  <a:pt x="96332" y="56050"/>
                </a:cubicBezTo>
                <a:lnTo>
                  <a:pt x="96332" y="26074"/>
                </a:lnTo>
                <a:cubicBezTo>
                  <a:pt x="96332" y="20453"/>
                  <a:pt x="95551" y="16394"/>
                  <a:pt x="94302" y="13896"/>
                </a:cubicBezTo>
                <a:cubicBezTo>
                  <a:pt x="92273" y="10773"/>
                  <a:pt x="89150" y="9056"/>
                  <a:pt x="84778" y="9056"/>
                </a:cubicBezTo>
                <a:cubicBezTo>
                  <a:pt x="81968" y="9056"/>
                  <a:pt x="79314" y="9836"/>
                  <a:pt x="76660" y="11085"/>
                </a:cubicBezTo>
                <a:cubicBezTo>
                  <a:pt x="73849" y="12490"/>
                  <a:pt x="70571" y="14988"/>
                  <a:pt x="66823" y="18579"/>
                </a:cubicBezTo>
                <a:lnTo>
                  <a:pt x="66667" y="19516"/>
                </a:lnTo>
                <a:lnTo>
                  <a:pt x="66823" y="22795"/>
                </a:lnTo>
                <a:lnTo>
                  <a:pt x="66823" y="56050"/>
                </a:lnTo>
                <a:cubicBezTo>
                  <a:pt x="66823" y="60891"/>
                  <a:pt x="66980" y="63857"/>
                  <a:pt x="67604" y="64950"/>
                </a:cubicBezTo>
                <a:cubicBezTo>
                  <a:pt x="68072" y="66199"/>
                  <a:pt x="69009" y="67136"/>
                  <a:pt x="70571" y="67916"/>
                </a:cubicBezTo>
                <a:cubicBezTo>
                  <a:pt x="71976" y="68697"/>
                  <a:pt x="74474" y="69009"/>
                  <a:pt x="78065" y="69009"/>
                </a:cubicBezTo>
                <a:lnTo>
                  <a:pt x="78065" y="71820"/>
                </a:lnTo>
                <a:lnTo>
                  <a:pt x="42779" y="71820"/>
                </a:lnTo>
                <a:lnTo>
                  <a:pt x="42779" y="69009"/>
                </a:lnTo>
                <a:cubicBezTo>
                  <a:pt x="46527" y="69009"/>
                  <a:pt x="49181" y="68697"/>
                  <a:pt x="50742" y="67760"/>
                </a:cubicBezTo>
                <a:cubicBezTo>
                  <a:pt x="52147" y="66823"/>
                  <a:pt x="53240" y="65418"/>
                  <a:pt x="53865" y="63545"/>
                </a:cubicBezTo>
                <a:cubicBezTo>
                  <a:pt x="54021" y="62764"/>
                  <a:pt x="54177" y="60266"/>
                  <a:pt x="54177" y="56050"/>
                </a:cubicBezTo>
                <a:lnTo>
                  <a:pt x="54177" y="26074"/>
                </a:lnTo>
                <a:cubicBezTo>
                  <a:pt x="54177" y="20453"/>
                  <a:pt x="53240" y="16237"/>
                  <a:pt x="51679" y="13739"/>
                </a:cubicBezTo>
                <a:cubicBezTo>
                  <a:pt x="49337" y="10617"/>
                  <a:pt x="46214" y="8899"/>
                  <a:pt x="42311" y="8899"/>
                </a:cubicBezTo>
                <a:cubicBezTo>
                  <a:pt x="39501" y="8899"/>
                  <a:pt x="36690" y="9680"/>
                  <a:pt x="34192" y="11085"/>
                </a:cubicBezTo>
                <a:cubicBezTo>
                  <a:pt x="29821" y="13271"/>
                  <a:pt x="26542" y="15769"/>
                  <a:pt x="24356" y="18579"/>
                </a:cubicBezTo>
                <a:lnTo>
                  <a:pt x="24356" y="56050"/>
                </a:lnTo>
                <a:cubicBezTo>
                  <a:pt x="24356" y="60734"/>
                  <a:pt x="24668" y="63701"/>
                  <a:pt x="25293" y="64950"/>
                </a:cubicBezTo>
                <a:cubicBezTo>
                  <a:pt x="25917" y="66355"/>
                  <a:pt x="26854" y="67448"/>
                  <a:pt x="28103" y="68072"/>
                </a:cubicBezTo>
                <a:cubicBezTo>
                  <a:pt x="29352" y="68697"/>
                  <a:pt x="31850" y="69009"/>
                  <a:pt x="35754" y="69009"/>
                </a:cubicBezTo>
                <a:lnTo>
                  <a:pt x="35754" y="71820"/>
                </a:lnTo>
                <a:lnTo>
                  <a:pt x="1249" y="71820"/>
                </a:lnTo>
                <a:lnTo>
                  <a:pt x="1249" y="69009"/>
                </a:lnTo>
                <a:cubicBezTo>
                  <a:pt x="4372" y="69009"/>
                  <a:pt x="6557" y="68697"/>
                  <a:pt x="7806" y="68072"/>
                </a:cubicBezTo>
                <a:cubicBezTo>
                  <a:pt x="9056" y="67448"/>
                  <a:pt x="10148" y="66355"/>
                  <a:pt x="10773" y="64794"/>
                </a:cubicBezTo>
                <a:cubicBezTo>
                  <a:pt x="11397" y="63232"/>
                  <a:pt x="11710" y="60422"/>
                  <a:pt x="11710" y="56050"/>
                </a:cubicBezTo>
                <a:lnTo>
                  <a:pt x="11710" y="29352"/>
                </a:lnTo>
                <a:cubicBezTo>
                  <a:pt x="11710" y="21702"/>
                  <a:pt x="11397" y="16706"/>
                  <a:pt x="11085" y="14520"/>
                </a:cubicBezTo>
                <a:cubicBezTo>
                  <a:pt x="10773" y="12959"/>
                  <a:pt x="10148" y="11710"/>
                  <a:pt x="9368" y="11085"/>
                </a:cubicBezTo>
                <a:cubicBezTo>
                  <a:pt x="8587" y="10461"/>
                  <a:pt x="7494" y="9992"/>
                  <a:pt x="6245" y="9992"/>
                </a:cubicBezTo>
                <a:cubicBezTo>
                  <a:pt x="4840" y="9992"/>
                  <a:pt x="3123" y="10461"/>
                  <a:pt x="1249" y="11241"/>
                </a:cubicBezTo>
                <a:lnTo>
                  <a:pt x="0" y="8431"/>
                </a:lnTo>
                <a:lnTo>
                  <a:pt x="21077" y="0"/>
                </a:lnTo>
                <a:lnTo>
                  <a:pt x="24356" y="0"/>
                </a:lnTo>
                <a:lnTo>
                  <a:pt x="24356" y="14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E3B03-DC6A-4E4F-B163-79E6CBCB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926" y="3830958"/>
            <a:ext cx="59173" cy="74005"/>
          </a:xfrm>
          <a:custGeom xmlns:a="http://schemas.openxmlformats.org/drawingml/2006/main">
            <a:pathLst>
              <a:path w="59173" h="74005">
                <a:moveTo>
                  <a:pt x="10773" y="28416"/>
                </a:moveTo>
                <a:cubicBezTo>
                  <a:pt x="10773" y="38876"/>
                  <a:pt x="13271" y="46995"/>
                  <a:pt x="18423" y="52928"/>
                </a:cubicBezTo>
                <a:cubicBezTo>
                  <a:pt x="23419" y="58861"/>
                  <a:pt x="29508" y="61671"/>
                  <a:pt x="36378" y="61671"/>
                </a:cubicBezTo>
                <a:cubicBezTo>
                  <a:pt x="40750" y="61671"/>
                  <a:pt x="44653" y="60422"/>
                  <a:pt x="48088" y="57924"/>
                </a:cubicBezTo>
                <a:cubicBezTo>
                  <a:pt x="51523" y="55426"/>
                  <a:pt x="54333" y="51210"/>
                  <a:pt x="56675" y="44965"/>
                </a:cubicBezTo>
                <a:lnTo>
                  <a:pt x="59173" y="46527"/>
                </a:lnTo>
                <a:cubicBezTo>
                  <a:pt x="57924" y="53552"/>
                  <a:pt x="54801" y="59954"/>
                  <a:pt x="49805" y="65574"/>
                </a:cubicBezTo>
                <a:cubicBezTo>
                  <a:pt x="44653" y="71195"/>
                  <a:pt x="38252" y="74005"/>
                  <a:pt x="30445" y="74005"/>
                </a:cubicBezTo>
                <a:cubicBezTo>
                  <a:pt x="22014" y="74005"/>
                  <a:pt x="14832" y="70883"/>
                  <a:pt x="8899" y="64325"/>
                </a:cubicBezTo>
                <a:cubicBezTo>
                  <a:pt x="2966" y="57768"/>
                  <a:pt x="0" y="49025"/>
                  <a:pt x="0" y="37939"/>
                </a:cubicBezTo>
                <a:cubicBezTo>
                  <a:pt x="0" y="26074"/>
                  <a:pt x="2966" y="16706"/>
                  <a:pt x="9212" y="9992"/>
                </a:cubicBezTo>
                <a:cubicBezTo>
                  <a:pt x="15301" y="3435"/>
                  <a:pt x="22951" y="0"/>
                  <a:pt x="32319" y="0"/>
                </a:cubicBezTo>
                <a:cubicBezTo>
                  <a:pt x="40125" y="0"/>
                  <a:pt x="46527" y="2654"/>
                  <a:pt x="51523" y="7806"/>
                </a:cubicBezTo>
                <a:cubicBezTo>
                  <a:pt x="56519" y="12959"/>
                  <a:pt x="59173" y="19828"/>
                  <a:pt x="59173" y="28416"/>
                </a:cubicBezTo>
                <a:lnTo>
                  <a:pt x="10773" y="28416"/>
                </a:lnTo>
                <a:close/>
                <a:moveTo>
                  <a:pt x="10773" y="24044"/>
                </a:moveTo>
                <a:lnTo>
                  <a:pt x="43092" y="24044"/>
                </a:lnTo>
                <a:cubicBezTo>
                  <a:pt x="42779" y="19672"/>
                  <a:pt x="42311" y="16394"/>
                  <a:pt x="41530" y="14520"/>
                </a:cubicBezTo>
                <a:cubicBezTo>
                  <a:pt x="40281" y="11710"/>
                  <a:pt x="38408" y="9524"/>
                  <a:pt x="35910" y="7963"/>
                </a:cubicBezTo>
                <a:cubicBezTo>
                  <a:pt x="33412" y="6401"/>
                  <a:pt x="30758" y="5465"/>
                  <a:pt x="27947" y="5465"/>
                </a:cubicBezTo>
                <a:cubicBezTo>
                  <a:pt x="23732" y="5465"/>
                  <a:pt x="19985" y="7182"/>
                  <a:pt x="16706" y="10461"/>
                </a:cubicBezTo>
                <a:cubicBezTo>
                  <a:pt x="13271" y="13739"/>
                  <a:pt x="11397" y="18267"/>
                  <a:pt x="10773" y="24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C1713-107F-4BBB-A6E8-015D758B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905" y="3794580"/>
            <a:ext cx="42155" cy="141609"/>
          </a:xfrm>
          <a:custGeom xmlns:a="http://schemas.openxmlformats.org/drawingml/2006/main">
            <a:pathLst>
              <a:path w="42155" h="141609">
                <a:moveTo>
                  <a:pt x="42155" y="138799"/>
                </a:moveTo>
                <a:lnTo>
                  <a:pt x="42155" y="141609"/>
                </a:lnTo>
                <a:cubicBezTo>
                  <a:pt x="34348" y="137706"/>
                  <a:pt x="27947" y="133178"/>
                  <a:pt x="22951" y="128026"/>
                </a:cubicBezTo>
                <a:cubicBezTo>
                  <a:pt x="15457" y="120532"/>
                  <a:pt x="9836" y="111945"/>
                  <a:pt x="5933" y="102109"/>
                </a:cubicBezTo>
                <a:cubicBezTo>
                  <a:pt x="1874" y="92116"/>
                  <a:pt x="0" y="81812"/>
                  <a:pt x="0" y="70883"/>
                </a:cubicBezTo>
                <a:cubicBezTo>
                  <a:pt x="0" y="55270"/>
                  <a:pt x="3747" y="40906"/>
                  <a:pt x="11554" y="27791"/>
                </a:cubicBezTo>
                <a:cubicBezTo>
                  <a:pt x="19360" y="14832"/>
                  <a:pt x="29508" y="5621"/>
                  <a:pt x="42155" y="0"/>
                </a:cubicBezTo>
                <a:lnTo>
                  <a:pt x="42155" y="3123"/>
                </a:lnTo>
                <a:cubicBezTo>
                  <a:pt x="35754" y="6557"/>
                  <a:pt x="30601" y="11397"/>
                  <a:pt x="26542" y="17330"/>
                </a:cubicBezTo>
                <a:cubicBezTo>
                  <a:pt x="22483" y="23419"/>
                  <a:pt x="19516" y="31070"/>
                  <a:pt x="17643" y="40125"/>
                </a:cubicBezTo>
                <a:cubicBezTo>
                  <a:pt x="15613" y="49337"/>
                  <a:pt x="14676" y="59017"/>
                  <a:pt x="14676" y="69009"/>
                </a:cubicBezTo>
                <a:cubicBezTo>
                  <a:pt x="14676" y="79938"/>
                  <a:pt x="15457" y="89774"/>
                  <a:pt x="17174" y="98518"/>
                </a:cubicBezTo>
                <a:cubicBezTo>
                  <a:pt x="18423" y="105544"/>
                  <a:pt x="20141" y="111008"/>
                  <a:pt x="22014" y="115224"/>
                </a:cubicBezTo>
                <a:cubicBezTo>
                  <a:pt x="23888" y="119439"/>
                  <a:pt x="26386" y="123498"/>
                  <a:pt x="29508" y="127558"/>
                </a:cubicBezTo>
                <a:cubicBezTo>
                  <a:pt x="32631" y="131461"/>
                  <a:pt x="36847" y="135208"/>
                  <a:pt x="42155" y="1387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3646A-BE68-49AD-8A3C-1382CE34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149" y="3799576"/>
            <a:ext cx="132866" cy="103358"/>
          </a:xfrm>
          <a:custGeom xmlns:a="http://schemas.openxmlformats.org/drawingml/2006/main">
            <a:pathLst>
              <a:path w="132866" h="103358">
                <a:moveTo>
                  <a:pt x="61203" y="103358"/>
                </a:moveTo>
                <a:lnTo>
                  <a:pt x="21234" y="16394"/>
                </a:lnTo>
                <a:lnTo>
                  <a:pt x="21234" y="85403"/>
                </a:lnTo>
                <a:cubicBezTo>
                  <a:pt x="21234" y="91804"/>
                  <a:pt x="21858" y="95707"/>
                  <a:pt x="23419" y="97269"/>
                </a:cubicBezTo>
                <a:cubicBezTo>
                  <a:pt x="25293" y="99455"/>
                  <a:pt x="28259" y="100547"/>
                  <a:pt x="32319" y="100547"/>
                </a:cubicBezTo>
                <a:lnTo>
                  <a:pt x="35910" y="100547"/>
                </a:lnTo>
                <a:lnTo>
                  <a:pt x="35910" y="103358"/>
                </a:lnTo>
                <a:lnTo>
                  <a:pt x="0" y="103358"/>
                </a:lnTo>
                <a:lnTo>
                  <a:pt x="0" y="100547"/>
                </a:lnTo>
                <a:lnTo>
                  <a:pt x="3591" y="100547"/>
                </a:lnTo>
                <a:cubicBezTo>
                  <a:pt x="7963" y="100547"/>
                  <a:pt x="11085" y="99298"/>
                  <a:pt x="12959" y="96644"/>
                </a:cubicBezTo>
                <a:cubicBezTo>
                  <a:pt x="13896" y="95083"/>
                  <a:pt x="14520" y="91336"/>
                  <a:pt x="14520" y="85403"/>
                </a:cubicBezTo>
                <a:lnTo>
                  <a:pt x="14520" y="17955"/>
                </a:lnTo>
                <a:cubicBezTo>
                  <a:pt x="14520" y="13427"/>
                  <a:pt x="14052" y="10148"/>
                  <a:pt x="13115" y="7963"/>
                </a:cubicBezTo>
                <a:cubicBezTo>
                  <a:pt x="12334" y="6557"/>
                  <a:pt x="10929" y="5308"/>
                  <a:pt x="9056" y="4372"/>
                </a:cubicBezTo>
                <a:cubicBezTo>
                  <a:pt x="7182" y="3435"/>
                  <a:pt x="4059" y="2810"/>
                  <a:pt x="0" y="2810"/>
                </a:cubicBezTo>
                <a:lnTo>
                  <a:pt x="0" y="0"/>
                </a:lnTo>
                <a:lnTo>
                  <a:pt x="29196" y="0"/>
                </a:lnTo>
                <a:lnTo>
                  <a:pt x="66667" y="80875"/>
                </a:lnTo>
                <a:lnTo>
                  <a:pt x="103670" y="0"/>
                </a:lnTo>
                <a:lnTo>
                  <a:pt x="132866" y="0"/>
                </a:lnTo>
                <a:lnTo>
                  <a:pt x="132866" y="2810"/>
                </a:lnTo>
                <a:lnTo>
                  <a:pt x="129275" y="2810"/>
                </a:lnTo>
                <a:cubicBezTo>
                  <a:pt x="124904" y="2810"/>
                  <a:pt x="121781" y="4215"/>
                  <a:pt x="119907" y="6714"/>
                </a:cubicBezTo>
                <a:cubicBezTo>
                  <a:pt x="118658" y="8431"/>
                  <a:pt x="118190" y="12178"/>
                  <a:pt x="118190" y="17955"/>
                </a:cubicBezTo>
                <a:lnTo>
                  <a:pt x="118190" y="85403"/>
                </a:lnTo>
                <a:cubicBezTo>
                  <a:pt x="118190" y="91804"/>
                  <a:pt x="118815" y="95707"/>
                  <a:pt x="120376" y="97269"/>
                </a:cubicBezTo>
                <a:cubicBezTo>
                  <a:pt x="122249" y="99455"/>
                  <a:pt x="125216" y="100547"/>
                  <a:pt x="129275" y="100547"/>
                </a:cubicBezTo>
                <a:lnTo>
                  <a:pt x="132866" y="100547"/>
                </a:lnTo>
                <a:lnTo>
                  <a:pt x="132866" y="103358"/>
                </a:lnTo>
                <a:lnTo>
                  <a:pt x="88994" y="103358"/>
                </a:lnTo>
                <a:lnTo>
                  <a:pt x="88994" y="100547"/>
                </a:lnTo>
                <a:lnTo>
                  <a:pt x="92585" y="100547"/>
                </a:lnTo>
                <a:cubicBezTo>
                  <a:pt x="96956" y="100547"/>
                  <a:pt x="100079" y="99298"/>
                  <a:pt x="101953" y="96644"/>
                </a:cubicBezTo>
                <a:cubicBezTo>
                  <a:pt x="103045" y="95083"/>
                  <a:pt x="103670" y="91336"/>
                  <a:pt x="103670" y="85403"/>
                </a:cubicBezTo>
                <a:lnTo>
                  <a:pt x="103670" y="16394"/>
                </a:lnTo>
                <a:lnTo>
                  <a:pt x="63701" y="103358"/>
                </a:lnTo>
                <a:lnTo>
                  <a:pt x="61203" y="10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89133-B36A-4DF7-A557-A04F9A70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821" y="3794580"/>
            <a:ext cx="34973" cy="108354"/>
          </a:xfrm>
          <a:custGeom xmlns:a="http://schemas.openxmlformats.org/drawingml/2006/main">
            <a:pathLst>
              <a:path w="34973" h="108354">
                <a:moveTo>
                  <a:pt x="18111" y="0"/>
                </a:moveTo>
                <a:cubicBezTo>
                  <a:pt x="20297" y="0"/>
                  <a:pt x="22014" y="781"/>
                  <a:pt x="23576" y="2186"/>
                </a:cubicBezTo>
                <a:cubicBezTo>
                  <a:pt x="24981" y="3747"/>
                  <a:pt x="25761" y="5465"/>
                  <a:pt x="25761" y="7650"/>
                </a:cubicBezTo>
                <a:cubicBezTo>
                  <a:pt x="25761" y="9836"/>
                  <a:pt x="24981" y="11554"/>
                  <a:pt x="23576" y="13115"/>
                </a:cubicBezTo>
                <a:cubicBezTo>
                  <a:pt x="22014" y="14676"/>
                  <a:pt x="20297" y="15457"/>
                  <a:pt x="18111" y="15457"/>
                </a:cubicBezTo>
                <a:cubicBezTo>
                  <a:pt x="15925" y="15457"/>
                  <a:pt x="14208" y="14676"/>
                  <a:pt x="12646" y="13115"/>
                </a:cubicBezTo>
                <a:cubicBezTo>
                  <a:pt x="11085" y="11554"/>
                  <a:pt x="10305" y="9836"/>
                  <a:pt x="10305" y="7650"/>
                </a:cubicBezTo>
                <a:cubicBezTo>
                  <a:pt x="10305" y="5465"/>
                  <a:pt x="10929" y="3747"/>
                  <a:pt x="12490" y="2186"/>
                </a:cubicBezTo>
                <a:cubicBezTo>
                  <a:pt x="14052" y="781"/>
                  <a:pt x="15925" y="0"/>
                  <a:pt x="18111" y="0"/>
                </a:cubicBezTo>
                <a:close/>
                <a:moveTo>
                  <a:pt x="24512" y="36534"/>
                </a:moveTo>
                <a:lnTo>
                  <a:pt x="24512" y="92585"/>
                </a:lnTo>
                <a:cubicBezTo>
                  <a:pt x="24512" y="96956"/>
                  <a:pt x="24825" y="99923"/>
                  <a:pt x="25449" y="101328"/>
                </a:cubicBezTo>
                <a:cubicBezTo>
                  <a:pt x="26074" y="102889"/>
                  <a:pt x="27010" y="103982"/>
                  <a:pt x="28259" y="104607"/>
                </a:cubicBezTo>
                <a:cubicBezTo>
                  <a:pt x="29508" y="105231"/>
                  <a:pt x="31694" y="105544"/>
                  <a:pt x="34973" y="105544"/>
                </a:cubicBezTo>
                <a:lnTo>
                  <a:pt x="34973" y="108354"/>
                </a:lnTo>
                <a:lnTo>
                  <a:pt x="1093" y="108354"/>
                </a:lnTo>
                <a:lnTo>
                  <a:pt x="1093" y="105544"/>
                </a:lnTo>
                <a:cubicBezTo>
                  <a:pt x="4528" y="105544"/>
                  <a:pt x="6714" y="105231"/>
                  <a:pt x="7963" y="104607"/>
                </a:cubicBezTo>
                <a:cubicBezTo>
                  <a:pt x="9056" y="103982"/>
                  <a:pt x="9992" y="102889"/>
                  <a:pt x="10617" y="101328"/>
                </a:cubicBezTo>
                <a:cubicBezTo>
                  <a:pt x="11241" y="99767"/>
                  <a:pt x="11710" y="96956"/>
                  <a:pt x="11710" y="92585"/>
                </a:cubicBezTo>
                <a:lnTo>
                  <a:pt x="11710" y="65731"/>
                </a:lnTo>
                <a:cubicBezTo>
                  <a:pt x="11710" y="58236"/>
                  <a:pt x="11397" y="53240"/>
                  <a:pt x="11085" y="50898"/>
                </a:cubicBezTo>
                <a:cubicBezTo>
                  <a:pt x="10773" y="49337"/>
                  <a:pt x="10148" y="48244"/>
                  <a:pt x="9368" y="47620"/>
                </a:cubicBezTo>
                <a:cubicBezTo>
                  <a:pt x="8587" y="46995"/>
                  <a:pt x="7494" y="46527"/>
                  <a:pt x="6245" y="46527"/>
                </a:cubicBezTo>
                <a:cubicBezTo>
                  <a:pt x="4840" y="46527"/>
                  <a:pt x="3123" y="46995"/>
                  <a:pt x="1093" y="47776"/>
                </a:cubicBezTo>
                <a:lnTo>
                  <a:pt x="0" y="44965"/>
                </a:lnTo>
                <a:lnTo>
                  <a:pt x="21077" y="36534"/>
                </a:lnTo>
                <a:lnTo>
                  <a:pt x="24512" y="3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4FEAC-0DC6-468B-941A-FF47AA0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34" y="3831115"/>
            <a:ext cx="76503" cy="71820"/>
          </a:xfrm>
          <a:custGeom xmlns:a="http://schemas.openxmlformats.org/drawingml/2006/main">
            <a:pathLst>
              <a:path w="76503" h="71820">
                <a:moveTo>
                  <a:pt x="24356" y="14676"/>
                </a:moveTo>
                <a:cubicBezTo>
                  <a:pt x="32475" y="4996"/>
                  <a:pt x="40281" y="0"/>
                  <a:pt x="47776" y="0"/>
                </a:cubicBezTo>
                <a:cubicBezTo>
                  <a:pt x="51523" y="0"/>
                  <a:pt x="54645" y="937"/>
                  <a:pt x="57456" y="2810"/>
                </a:cubicBezTo>
                <a:cubicBezTo>
                  <a:pt x="60266" y="4684"/>
                  <a:pt x="62452" y="7806"/>
                  <a:pt x="64169" y="12178"/>
                </a:cubicBezTo>
                <a:cubicBezTo>
                  <a:pt x="65106" y="15301"/>
                  <a:pt x="65731" y="19985"/>
                  <a:pt x="65731" y="26230"/>
                </a:cubicBezTo>
                <a:lnTo>
                  <a:pt x="65731" y="56050"/>
                </a:lnTo>
                <a:cubicBezTo>
                  <a:pt x="65731" y="60422"/>
                  <a:pt x="66043" y="63545"/>
                  <a:pt x="66823" y="65106"/>
                </a:cubicBezTo>
                <a:cubicBezTo>
                  <a:pt x="67292" y="66355"/>
                  <a:pt x="68229" y="67448"/>
                  <a:pt x="69478" y="68072"/>
                </a:cubicBezTo>
                <a:cubicBezTo>
                  <a:pt x="70727" y="68697"/>
                  <a:pt x="73069" y="69009"/>
                  <a:pt x="76503" y="69009"/>
                </a:cubicBezTo>
                <a:lnTo>
                  <a:pt x="76503" y="71820"/>
                </a:lnTo>
                <a:lnTo>
                  <a:pt x="41843" y="71820"/>
                </a:lnTo>
                <a:lnTo>
                  <a:pt x="41843" y="69009"/>
                </a:lnTo>
                <a:lnTo>
                  <a:pt x="43404" y="69009"/>
                </a:lnTo>
                <a:cubicBezTo>
                  <a:pt x="46527" y="69009"/>
                  <a:pt x="48869" y="68541"/>
                  <a:pt x="50118" y="67604"/>
                </a:cubicBezTo>
                <a:cubicBezTo>
                  <a:pt x="51367" y="66667"/>
                  <a:pt x="52303" y="65106"/>
                  <a:pt x="52928" y="63232"/>
                </a:cubicBezTo>
                <a:cubicBezTo>
                  <a:pt x="53084" y="62452"/>
                  <a:pt x="53240" y="60110"/>
                  <a:pt x="53240" y="56050"/>
                </a:cubicBezTo>
                <a:lnTo>
                  <a:pt x="53240" y="27479"/>
                </a:lnTo>
                <a:cubicBezTo>
                  <a:pt x="53240" y="21234"/>
                  <a:pt x="52303" y="16550"/>
                  <a:pt x="50742" y="13739"/>
                </a:cubicBezTo>
                <a:cubicBezTo>
                  <a:pt x="49025" y="10929"/>
                  <a:pt x="46214" y="9368"/>
                  <a:pt x="42311" y="9368"/>
                </a:cubicBezTo>
                <a:cubicBezTo>
                  <a:pt x="36222" y="9368"/>
                  <a:pt x="30289" y="12646"/>
                  <a:pt x="24356" y="19204"/>
                </a:cubicBezTo>
                <a:lnTo>
                  <a:pt x="24356" y="56050"/>
                </a:lnTo>
                <a:cubicBezTo>
                  <a:pt x="24356" y="60734"/>
                  <a:pt x="24512" y="63701"/>
                  <a:pt x="25137" y="64794"/>
                </a:cubicBezTo>
                <a:cubicBezTo>
                  <a:pt x="25761" y="66355"/>
                  <a:pt x="26854" y="67448"/>
                  <a:pt x="28103" y="68072"/>
                </a:cubicBezTo>
                <a:cubicBezTo>
                  <a:pt x="29352" y="68697"/>
                  <a:pt x="31850" y="69009"/>
                  <a:pt x="35598" y="69009"/>
                </a:cubicBezTo>
                <a:lnTo>
                  <a:pt x="35598" y="71820"/>
                </a:lnTo>
                <a:lnTo>
                  <a:pt x="1093" y="71820"/>
                </a:lnTo>
                <a:lnTo>
                  <a:pt x="1093" y="69009"/>
                </a:lnTo>
                <a:lnTo>
                  <a:pt x="2654" y="69009"/>
                </a:lnTo>
                <a:cubicBezTo>
                  <a:pt x="6089" y="69009"/>
                  <a:pt x="8587" y="68229"/>
                  <a:pt x="9836" y="66355"/>
                </a:cubicBezTo>
                <a:cubicBezTo>
                  <a:pt x="11085" y="64638"/>
                  <a:pt x="11710" y="61203"/>
                  <a:pt x="11710" y="56050"/>
                </a:cubicBezTo>
                <a:lnTo>
                  <a:pt x="11710" y="30133"/>
                </a:lnTo>
                <a:cubicBezTo>
                  <a:pt x="11710" y="21702"/>
                  <a:pt x="11397" y="16706"/>
                  <a:pt x="11085" y="14832"/>
                </a:cubicBezTo>
                <a:cubicBezTo>
                  <a:pt x="10773" y="12959"/>
                  <a:pt x="10148" y="11710"/>
                  <a:pt x="9368" y="11085"/>
                </a:cubicBezTo>
                <a:cubicBezTo>
                  <a:pt x="8587" y="10461"/>
                  <a:pt x="7494" y="9992"/>
                  <a:pt x="6245" y="9992"/>
                </a:cubicBezTo>
                <a:cubicBezTo>
                  <a:pt x="4684" y="9992"/>
                  <a:pt x="2966" y="10461"/>
                  <a:pt x="1093" y="11241"/>
                </a:cubicBezTo>
                <a:lnTo>
                  <a:pt x="0" y="8431"/>
                </a:lnTo>
                <a:lnTo>
                  <a:pt x="21077" y="0"/>
                </a:lnTo>
                <a:lnTo>
                  <a:pt x="24356" y="0"/>
                </a:lnTo>
                <a:lnTo>
                  <a:pt x="24356" y="146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8A0A8-4E0D-4A12-9707-42EB45A3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918" y="3833144"/>
            <a:ext cx="77752" cy="71820"/>
          </a:xfrm>
          <a:custGeom xmlns:a="http://schemas.openxmlformats.org/drawingml/2006/main">
            <a:pathLst>
              <a:path w="77752" h="71820">
                <a:moveTo>
                  <a:pt x="65887" y="0"/>
                </a:moveTo>
                <a:lnTo>
                  <a:pt x="65887" y="42311"/>
                </a:lnTo>
                <a:cubicBezTo>
                  <a:pt x="65887" y="50430"/>
                  <a:pt x="66043" y="55270"/>
                  <a:pt x="66511" y="57143"/>
                </a:cubicBezTo>
                <a:cubicBezTo>
                  <a:pt x="66823" y="59017"/>
                  <a:pt x="67448" y="60266"/>
                  <a:pt x="68385" y="60891"/>
                </a:cubicBezTo>
                <a:cubicBezTo>
                  <a:pt x="69165" y="61671"/>
                  <a:pt x="70102" y="61983"/>
                  <a:pt x="71351" y="61983"/>
                </a:cubicBezTo>
                <a:cubicBezTo>
                  <a:pt x="72912" y="61983"/>
                  <a:pt x="74630" y="61515"/>
                  <a:pt x="76660" y="60578"/>
                </a:cubicBezTo>
                <a:lnTo>
                  <a:pt x="77752" y="63232"/>
                </a:lnTo>
                <a:lnTo>
                  <a:pt x="56831" y="71820"/>
                </a:lnTo>
                <a:lnTo>
                  <a:pt x="53396" y="71820"/>
                </a:lnTo>
                <a:lnTo>
                  <a:pt x="53396" y="57143"/>
                </a:lnTo>
                <a:cubicBezTo>
                  <a:pt x="47307" y="63701"/>
                  <a:pt x="42779" y="67760"/>
                  <a:pt x="39657" y="69322"/>
                </a:cubicBezTo>
                <a:cubicBezTo>
                  <a:pt x="36534" y="70883"/>
                  <a:pt x="33099" y="71820"/>
                  <a:pt x="29665" y="71820"/>
                </a:cubicBezTo>
                <a:cubicBezTo>
                  <a:pt x="25605" y="71820"/>
                  <a:pt x="22170" y="70727"/>
                  <a:pt x="19360" y="68541"/>
                </a:cubicBezTo>
                <a:cubicBezTo>
                  <a:pt x="16550" y="66355"/>
                  <a:pt x="14520" y="63389"/>
                  <a:pt x="13427" y="59798"/>
                </a:cubicBezTo>
                <a:cubicBezTo>
                  <a:pt x="12334" y="56363"/>
                  <a:pt x="11866" y="51210"/>
                  <a:pt x="11866" y="44653"/>
                </a:cubicBezTo>
                <a:lnTo>
                  <a:pt x="11866" y="13583"/>
                </a:lnTo>
                <a:cubicBezTo>
                  <a:pt x="11866" y="10305"/>
                  <a:pt x="11397" y="7963"/>
                  <a:pt x="10773" y="6714"/>
                </a:cubicBezTo>
                <a:cubicBezTo>
                  <a:pt x="9992" y="5465"/>
                  <a:pt x="8899" y="4372"/>
                  <a:pt x="7494" y="3747"/>
                </a:cubicBezTo>
                <a:cubicBezTo>
                  <a:pt x="6089" y="3123"/>
                  <a:pt x="3591" y="2810"/>
                  <a:pt x="0" y="2810"/>
                </a:cubicBezTo>
                <a:lnTo>
                  <a:pt x="0" y="0"/>
                </a:lnTo>
                <a:lnTo>
                  <a:pt x="24512" y="0"/>
                </a:lnTo>
                <a:lnTo>
                  <a:pt x="24512" y="46683"/>
                </a:lnTo>
                <a:cubicBezTo>
                  <a:pt x="24512" y="53240"/>
                  <a:pt x="25605" y="57612"/>
                  <a:pt x="27791" y="59641"/>
                </a:cubicBezTo>
                <a:cubicBezTo>
                  <a:pt x="29977" y="61671"/>
                  <a:pt x="32787" y="62608"/>
                  <a:pt x="36066" y="62608"/>
                </a:cubicBezTo>
                <a:cubicBezTo>
                  <a:pt x="38252" y="62608"/>
                  <a:pt x="40594" y="61983"/>
                  <a:pt x="43404" y="60578"/>
                </a:cubicBezTo>
                <a:cubicBezTo>
                  <a:pt x="46214" y="59173"/>
                  <a:pt x="49493" y="56519"/>
                  <a:pt x="53396" y="52616"/>
                </a:cubicBezTo>
                <a:lnTo>
                  <a:pt x="53396" y="13115"/>
                </a:lnTo>
                <a:cubicBezTo>
                  <a:pt x="53396" y="9212"/>
                  <a:pt x="52616" y="6557"/>
                  <a:pt x="51210" y="5152"/>
                </a:cubicBezTo>
                <a:cubicBezTo>
                  <a:pt x="49649" y="3747"/>
                  <a:pt x="46683" y="2966"/>
                  <a:pt x="42155" y="2810"/>
                </a:cubicBezTo>
                <a:lnTo>
                  <a:pt x="42155" y="0"/>
                </a:lnTo>
                <a:lnTo>
                  <a:pt x="658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01537-D209-4511-81CD-3F0C310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388" y="3810193"/>
            <a:ext cx="41999" cy="93678"/>
          </a:xfrm>
          <a:custGeom xmlns:a="http://schemas.openxmlformats.org/drawingml/2006/main">
            <a:pathLst>
              <a:path w="41999" h="93678">
                <a:moveTo>
                  <a:pt x="23576" y="0"/>
                </a:moveTo>
                <a:lnTo>
                  <a:pt x="23576" y="22951"/>
                </a:lnTo>
                <a:lnTo>
                  <a:pt x="39969" y="22951"/>
                </a:lnTo>
                <a:lnTo>
                  <a:pt x="39969" y="28259"/>
                </a:lnTo>
                <a:lnTo>
                  <a:pt x="23576" y="28259"/>
                </a:lnTo>
                <a:lnTo>
                  <a:pt x="23576" y="73537"/>
                </a:lnTo>
                <a:cubicBezTo>
                  <a:pt x="23576" y="78065"/>
                  <a:pt x="24200" y="81187"/>
                  <a:pt x="25449" y="82749"/>
                </a:cubicBezTo>
                <a:cubicBezTo>
                  <a:pt x="26698" y="84310"/>
                  <a:pt x="28416" y="85091"/>
                  <a:pt x="30601" y="85091"/>
                </a:cubicBezTo>
                <a:cubicBezTo>
                  <a:pt x="32163" y="85091"/>
                  <a:pt x="33880" y="84622"/>
                  <a:pt x="35441" y="83529"/>
                </a:cubicBezTo>
                <a:cubicBezTo>
                  <a:pt x="37003" y="82593"/>
                  <a:pt x="38096" y="81031"/>
                  <a:pt x="39032" y="78845"/>
                </a:cubicBezTo>
                <a:lnTo>
                  <a:pt x="41999" y="78845"/>
                </a:lnTo>
                <a:cubicBezTo>
                  <a:pt x="40125" y="83842"/>
                  <a:pt x="37627" y="87589"/>
                  <a:pt x="34505" y="90087"/>
                </a:cubicBezTo>
                <a:cubicBezTo>
                  <a:pt x="31226" y="92585"/>
                  <a:pt x="27947" y="93678"/>
                  <a:pt x="24512" y="93678"/>
                </a:cubicBezTo>
                <a:cubicBezTo>
                  <a:pt x="22014" y="93678"/>
                  <a:pt x="19672" y="93053"/>
                  <a:pt x="17487" y="91804"/>
                </a:cubicBezTo>
                <a:cubicBezTo>
                  <a:pt x="15301" y="90555"/>
                  <a:pt x="13583" y="88838"/>
                  <a:pt x="12646" y="86340"/>
                </a:cubicBezTo>
                <a:cubicBezTo>
                  <a:pt x="11554" y="83998"/>
                  <a:pt x="11085" y="80251"/>
                  <a:pt x="11085" y="75254"/>
                </a:cubicBezTo>
                <a:lnTo>
                  <a:pt x="11085" y="28259"/>
                </a:lnTo>
                <a:lnTo>
                  <a:pt x="0" y="28259"/>
                </a:lnTo>
                <a:lnTo>
                  <a:pt x="0" y="25761"/>
                </a:lnTo>
                <a:cubicBezTo>
                  <a:pt x="2810" y="24668"/>
                  <a:pt x="5621" y="22795"/>
                  <a:pt x="8587" y="20141"/>
                </a:cubicBezTo>
                <a:cubicBezTo>
                  <a:pt x="11397" y="17487"/>
                  <a:pt x="14052" y="14364"/>
                  <a:pt x="16394" y="10617"/>
                </a:cubicBezTo>
                <a:cubicBezTo>
                  <a:pt x="17487" y="8743"/>
                  <a:pt x="19048" y="5152"/>
                  <a:pt x="21234" y="0"/>
                </a:cubicBezTo>
                <a:lnTo>
                  <a:pt x="235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6A348-6E3C-46F0-A60E-61DB35FC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008" y="3830958"/>
            <a:ext cx="59173" cy="74005"/>
          </a:xfrm>
          <a:custGeom xmlns:a="http://schemas.openxmlformats.org/drawingml/2006/main">
            <a:pathLst>
              <a:path w="59173" h="74005">
                <a:moveTo>
                  <a:pt x="10773" y="28416"/>
                </a:moveTo>
                <a:cubicBezTo>
                  <a:pt x="10773" y="38876"/>
                  <a:pt x="13271" y="46995"/>
                  <a:pt x="18423" y="52928"/>
                </a:cubicBezTo>
                <a:cubicBezTo>
                  <a:pt x="23419" y="58861"/>
                  <a:pt x="29508" y="61671"/>
                  <a:pt x="36378" y="61671"/>
                </a:cubicBezTo>
                <a:cubicBezTo>
                  <a:pt x="40750" y="61671"/>
                  <a:pt x="44653" y="60422"/>
                  <a:pt x="48088" y="57924"/>
                </a:cubicBezTo>
                <a:cubicBezTo>
                  <a:pt x="51523" y="55426"/>
                  <a:pt x="54333" y="51210"/>
                  <a:pt x="56675" y="44965"/>
                </a:cubicBezTo>
                <a:lnTo>
                  <a:pt x="59173" y="46527"/>
                </a:lnTo>
                <a:cubicBezTo>
                  <a:pt x="57924" y="53552"/>
                  <a:pt x="54801" y="59954"/>
                  <a:pt x="49805" y="65574"/>
                </a:cubicBezTo>
                <a:cubicBezTo>
                  <a:pt x="44653" y="71195"/>
                  <a:pt x="38252" y="74005"/>
                  <a:pt x="30445" y="74005"/>
                </a:cubicBezTo>
                <a:cubicBezTo>
                  <a:pt x="22014" y="74005"/>
                  <a:pt x="14832" y="70883"/>
                  <a:pt x="8899" y="64325"/>
                </a:cubicBezTo>
                <a:cubicBezTo>
                  <a:pt x="2966" y="57768"/>
                  <a:pt x="0" y="49025"/>
                  <a:pt x="0" y="37939"/>
                </a:cubicBezTo>
                <a:cubicBezTo>
                  <a:pt x="0" y="26074"/>
                  <a:pt x="2966" y="16706"/>
                  <a:pt x="9212" y="9992"/>
                </a:cubicBezTo>
                <a:cubicBezTo>
                  <a:pt x="15301" y="3435"/>
                  <a:pt x="22951" y="0"/>
                  <a:pt x="32319" y="0"/>
                </a:cubicBezTo>
                <a:cubicBezTo>
                  <a:pt x="40125" y="0"/>
                  <a:pt x="46527" y="2654"/>
                  <a:pt x="51523" y="7806"/>
                </a:cubicBezTo>
                <a:cubicBezTo>
                  <a:pt x="56519" y="12959"/>
                  <a:pt x="59173" y="19828"/>
                  <a:pt x="59173" y="28416"/>
                </a:cubicBezTo>
                <a:lnTo>
                  <a:pt x="10773" y="28416"/>
                </a:lnTo>
                <a:close/>
                <a:moveTo>
                  <a:pt x="10773" y="24044"/>
                </a:moveTo>
                <a:lnTo>
                  <a:pt x="43092" y="24044"/>
                </a:lnTo>
                <a:cubicBezTo>
                  <a:pt x="42779" y="19672"/>
                  <a:pt x="42311" y="16394"/>
                  <a:pt x="41530" y="14520"/>
                </a:cubicBezTo>
                <a:cubicBezTo>
                  <a:pt x="40281" y="11710"/>
                  <a:pt x="38408" y="9524"/>
                  <a:pt x="35910" y="7963"/>
                </a:cubicBezTo>
                <a:cubicBezTo>
                  <a:pt x="33412" y="6401"/>
                  <a:pt x="30758" y="5465"/>
                  <a:pt x="27947" y="5465"/>
                </a:cubicBezTo>
                <a:cubicBezTo>
                  <a:pt x="23732" y="5465"/>
                  <a:pt x="19985" y="7182"/>
                  <a:pt x="16706" y="10461"/>
                </a:cubicBezTo>
                <a:cubicBezTo>
                  <a:pt x="13271" y="13739"/>
                  <a:pt x="11397" y="18267"/>
                  <a:pt x="10773" y="24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4A361-03C9-4361-8FC9-8BCA0B9A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988" y="3794580"/>
            <a:ext cx="42155" cy="141609"/>
          </a:xfrm>
          <a:custGeom xmlns:a="http://schemas.openxmlformats.org/drawingml/2006/main">
            <a:pathLst>
              <a:path w="42155" h="141609">
                <a:moveTo>
                  <a:pt x="0" y="3123"/>
                </a:moveTo>
                <a:lnTo>
                  <a:pt x="0" y="0"/>
                </a:lnTo>
                <a:cubicBezTo>
                  <a:pt x="7806" y="3747"/>
                  <a:pt x="14208" y="8275"/>
                  <a:pt x="19360" y="13427"/>
                </a:cubicBezTo>
                <a:cubicBezTo>
                  <a:pt x="26542" y="20921"/>
                  <a:pt x="32163" y="29508"/>
                  <a:pt x="36222" y="39501"/>
                </a:cubicBezTo>
                <a:cubicBezTo>
                  <a:pt x="40125" y="49493"/>
                  <a:pt x="42155" y="59954"/>
                  <a:pt x="42155" y="70727"/>
                </a:cubicBezTo>
                <a:cubicBezTo>
                  <a:pt x="42155" y="86652"/>
                  <a:pt x="38252" y="101016"/>
                  <a:pt x="30445" y="113818"/>
                </a:cubicBezTo>
                <a:cubicBezTo>
                  <a:pt x="22639" y="126621"/>
                  <a:pt x="12490" y="135989"/>
                  <a:pt x="0" y="141609"/>
                </a:cubicBezTo>
                <a:lnTo>
                  <a:pt x="0" y="138799"/>
                </a:lnTo>
                <a:cubicBezTo>
                  <a:pt x="6245" y="135208"/>
                  <a:pt x="11397" y="130368"/>
                  <a:pt x="15457" y="124435"/>
                </a:cubicBezTo>
                <a:cubicBezTo>
                  <a:pt x="19516" y="118502"/>
                  <a:pt x="22483" y="110852"/>
                  <a:pt x="24512" y="101796"/>
                </a:cubicBezTo>
                <a:cubicBezTo>
                  <a:pt x="26386" y="92741"/>
                  <a:pt x="27479" y="83061"/>
                  <a:pt x="27479" y="73069"/>
                </a:cubicBezTo>
                <a:cubicBezTo>
                  <a:pt x="27479" y="62296"/>
                  <a:pt x="26542" y="52460"/>
                  <a:pt x="24981" y="43404"/>
                </a:cubicBezTo>
                <a:cubicBezTo>
                  <a:pt x="23576" y="36534"/>
                  <a:pt x="22014" y="30914"/>
                  <a:pt x="20141" y="26698"/>
                </a:cubicBezTo>
                <a:cubicBezTo>
                  <a:pt x="18267" y="22483"/>
                  <a:pt x="15613" y="18423"/>
                  <a:pt x="12490" y="14364"/>
                </a:cubicBezTo>
                <a:cubicBezTo>
                  <a:pt x="9368" y="10461"/>
                  <a:pt x="5152" y="6714"/>
                  <a:pt x="0" y="31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F1F69-93AC-4592-9D89-154BE042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725866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3FF94-C3BD-4F68-8B73-EB213AC3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725866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7FD83-ABA7-46D9-9860-4243D8B2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2797413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250D8-27C5-48E5-A53E-AB65EA7D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2751020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15EC8-8ED0-4D5A-B2BB-037193B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2719081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BADF4-E28F-48B1-8096-4F5CC60B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2699988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C1D57-CDA9-40CD-AF5F-21B512B0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2629864"/>
            <a:ext cx="60311" cy="40058"/>
          </a:xfrm>
          <a:custGeom xmlns:a="http://schemas.openxmlformats.org/drawingml/2006/main">
            <a:pathLst>
              <a:path w="60311" h="40058">
                <a:moveTo>
                  <a:pt x="38542" y="0"/>
                </a:moveTo>
                <a:lnTo>
                  <a:pt x="44698" y="0"/>
                </a:lnTo>
                <a:lnTo>
                  <a:pt x="44698" y="7940"/>
                </a:lnTo>
                <a:lnTo>
                  <a:pt x="60311" y="7940"/>
                </a:lnTo>
                <a:lnTo>
                  <a:pt x="60311" y="15078"/>
                </a:lnTo>
                <a:lnTo>
                  <a:pt x="44698" y="15078"/>
                </a:lnTo>
                <a:lnTo>
                  <a:pt x="44698" y="40058"/>
                </a:lnTo>
                <a:lnTo>
                  <a:pt x="39166" y="40058"/>
                </a:lnTo>
                <a:lnTo>
                  <a:pt x="0" y="12669"/>
                </a:lnTo>
                <a:lnTo>
                  <a:pt x="0" y="7940"/>
                </a:lnTo>
                <a:lnTo>
                  <a:pt x="38542" y="7940"/>
                </a:lnTo>
                <a:lnTo>
                  <a:pt x="38542" y="0"/>
                </a:lnTo>
                <a:close/>
                <a:moveTo>
                  <a:pt x="38542" y="15078"/>
                </a:moveTo>
                <a:lnTo>
                  <a:pt x="9189" y="15078"/>
                </a:lnTo>
                <a:lnTo>
                  <a:pt x="38542" y="35865"/>
                </a:lnTo>
                <a:lnTo>
                  <a:pt x="38542" y="15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CE8BD-1C17-4C33-82ED-447715F1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994024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D457B-F416-482C-B9E5-B8E0FAB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2994024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83146-D938-4610-9282-813B336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3065571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DC6AB-D12A-43DB-B244-96D98CDD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3019178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EBF35-79C3-4983-B90C-DCB5DB5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2987238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B42D4-73B6-40F8-BFA1-EA93F2C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2968146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1ACD3-EEDE-4D9A-8DAA-29007A3A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2902304"/>
            <a:ext cx="61292" cy="33546"/>
          </a:xfrm>
          <a:custGeom xmlns:a="http://schemas.openxmlformats.org/drawingml/2006/main">
            <a:pathLst>
              <a:path w="61292" h="33546">
                <a:moveTo>
                  <a:pt x="12490" y="32653"/>
                </a:moveTo>
                <a:cubicBezTo>
                  <a:pt x="8565" y="31047"/>
                  <a:pt x="5442" y="28906"/>
                  <a:pt x="3301" y="26319"/>
                </a:cubicBezTo>
                <a:cubicBezTo>
                  <a:pt x="1160" y="23732"/>
                  <a:pt x="0" y="20520"/>
                  <a:pt x="0" y="16684"/>
                </a:cubicBezTo>
                <a:cubicBezTo>
                  <a:pt x="0" y="11955"/>
                  <a:pt x="1606" y="8297"/>
                  <a:pt x="4639" y="5799"/>
                </a:cubicBezTo>
                <a:cubicBezTo>
                  <a:pt x="6959" y="3926"/>
                  <a:pt x="9457" y="2944"/>
                  <a:pt x="11955" y="2944"/>
                </a:cubicBezTo>
                <a:cubicBezTo>
                  <a:pt x="16327" y="2944"/>
                  <a:pt x="20788" y="5710"/>
                  <a:pt x="25338" y="11063"/>
                </a:cubicBezTo>
                <a:cubicBezTo>
                  <a:pt x="26765" y="7494"/>
                  <a:pt x="28817" y="4728"/>
                  <a:pt x="31494" y="2855"/>
                </a:cubicBezTo>
                <a:cubicBezTo>
                  <a:pt x="34170" y="981"/>
                  <a:pt x="37203" y="0"/>
                  <a:pt x="40772" y="0"/>
                </a:cubicBezTo>
                <a:cubicBezTo>
                  <a:pt x="45947" y="0"/>
                  <a:pt x="50318" y="1695"/>
                  <a:pt x="54065" y="4907"/>
                </a:cubicBezTo>
                <a:cubicBezTo>
                  <a:pt x="58883" y="9189"/>
                  <a:pt x="61292" y="15256"/>
                  <a:pt x="61292" y="23286"/>
                </a:cubicBezTo>
                <a:cubicBezTo>
                  <a:pt x="61292" y="27300"/>
                  <a:pt x="60757" y="29977"/>
                  <a:pt x="59865" y="31404"/>
                </a:cubicBezTo>
                <a:cubicBezTo>
                  <a:pt x="58972" y="32832"/>
                  <a:pt x="57902" y="33546"/>
                  <a:pt x="56653" y="33546"/>
                </a:cubicBezTo>
                <a:cubicBezTo>
                  <a:pt x="55850" y="33546"/>
                  <a:pt x="55136" y="33278"/>
                  <a:pt x="54512" y="32564"/>
                </a:cubicBezTo>
                <a:cubicBezTo>
                  <a:pt x="53887" y="31940"/>
                  <a:pt x="53530" y="31137"/>
                  <a:pt x="53530" y="30066"/>
                </a:cubicBezTo>
                <a:cubicBezTo>
                  <a:pt x="53530" y="29352"/>
                  <a:pt x="53709" y="28639"/>
                  <a:pt x="53887" y="27925"/>
                </a:cubicBezTo>
                <a:cubicBezTo>
                  <a:pt x="54065" y="27390"/>
                  <a:pt x="54601" y="26319"/>
                  <a:pt x="55493" y="24535"/>
                </a:cubicBezTo>
                <a:cubicBezTo>
                  <a:pt x="56385" y="22840"/>
                  <a:pt x="56920" y="21590"/>
                  <a:pt x="57099" y="20877"/>
                </a:cubicBezTo>
                <a:cubicBezTo>
                  <a:pt x="57456" y="19806"/>
                  <a:pt x="57545" y="18736"/>
                  <a:pt x="57545" y="17487"/>
                </a:cubicBezTo>
                <a:cubicBezTo>
                  <a:pt x="57545" y="14542"/>
                  <a:pt x="56474" y="11955"/>
                  <a:pt x="54155" y="9725"/>
                </a:cubicBezTo>
                <a:cubicBezTo>
                  <a:pt x="51835" y="7583"/>
                  <a:pt x="49158" y="6424"/>
                  <a:pt x="45947" y="6424"/>
                </a:cubicBezTo>
                <a:cubicBezTo>
                  <a:pt x="43716" y="6424"/>
                  <a:pt x="41486" y="6959"/>
                  <a:pt x="39255" y="7940"/>
                </a:cubicBezTo>
                <a:cubicBezTo>
                  <a:pt x="37650" y="8743"/>
                  <a:pt x="36490" y="9546"/>
                  <a:pt x="35598" y="10438"/>
                </a:cubicBezTo>
                <a:cubicBezTo>
                  <a:pt x="34438" y="11687"/>
                  <a:pt x="33367" y="13472"/>
                  <a:pt x="32386" y="15613"/>
                </a:cubicBezTo>
                <a:cubicBezTo>
                  <a:pt x="31494" y="17754"/>
                  <a:pt x="30958" y="19985"/>
                  <a:pt x="30958" y="22304"/>
                </a:cubicBezTo>
                <a:lnTo>
                  <a:pt x="30958" y="23642"/>
                </a:lnTo>
                <a:lnTo>
                  <a:pt x="29709" y="23642"/>
                </a:lnTo>
                <a:cubicBezTo>
                  <a:pt x="29442" y="21412"/>
                  <a:pt x="28639" y="19092"/>
                  <a:pt x="27211" y="16773"/>
                </a:cubicBezTo>
                <a:cubicBezTo>
                  <a:pt x="25873" y="14453"/>
                  <a:pt x="24267" y="12847"/>
                  <a:pt x="22304" y="11777"/>
                </a:cubicBezTo>
                <a:cubicBezTo>
                  <a:pt x="20431" y="10706"/>
                  <a:pt x="18289" y="10171"/>
                  <a:pt x="15970" y="10171"/>
                </a:cubicBezTo>
                <a:cubicBezTo>
                  <a:pt x="13026" y="10171"/>
                  <a:pt x="10617" y="11152"/>
                  <a:pt x="8743" y="13026"/>
                </a:cubicBezTo>
                <a:cubicBezTo>
                  <a:pt x="6959" y="14899"/>
                  <a:pt x="5978" y="17219"/>
                  <a:pt x="5978" y="19985"/>
                </a:cubicBezTo>
                <a:cubicBezTo>
                  <a:pt x="5978" y="24445"/>
                  <a:pt x="8386" y="28193"/>
                  <a:pt x="13204" y="31226"/>
                </a:cubicBezTo>
                <a:lnTo>
                  <a:pt x="12490" y="326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0A913-883F-480A-A363-AD92806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3262182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3965E-4EBD-43D5-808A-A69AB71F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326218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39983-AACA-4789-90BF-DEC7ED15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3333728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2B65F-E804-4ACD-82E7-A9300C6B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3287335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C3F80-8F13-449D-B18D-E268E24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3255396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20590-9C18-43E5-8F7F-4A8CB3D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3236303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753FC-9034-44D4-951A-5CC56179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3166804"/>
            <a:ext cx="60311" cy="38988"/>
          </a:xfrm>
          <a:custGeom xmlns:a="http://schemas.openxmlformats.org/drawingml/2006/main">
            <a:pathLst>
              <a:path w="60311" h="38988">
                <a:moveTo>
                  <a:pt x="48980" y="0"/>
                </a:moveTo>
                <a:lnTo>
                  <a:pt x="60311" y="4104"/>
                </a:lnTo>
                <a:lnTo>
                  <a:pt x="60311" y="38988"/>
                </a:lnTo>
                <a:lnTo>
                  <a:pt x="58705" y="38988"/>
                </a:lnTo>
                <a:cubicBezTo>
                  <a:pt x="49426" y="28728"/>
                  <a:pt x="41753" y="21501"/>
                  <a:pt x="35776" y="17308"/>
                </a:cubicBezTo>
                <a:cubicBezTo>
                  <a:pt x="29888" y="13204"/>
                  <a:pt x="24445" y="11063"/>
                  <a:pt x="19538" y="11063"/>
                </a:cubicBezTo>
                <a:cubicBezTo>
                  <a:pt x="15791" y="11063"/>
                  <a:pt x="12758" y="12223"/>
                  <a:pt x="10349" y="14542"/>
                </a:cubicBezTo>
                <a:cubicBezTo>
                  <a:pt x="7940" y="16862"/>
                  <a:pt x="6691" y="19538"/>
                  <a:pt x="6691" y="22661"/>
                </a:cubicBezTo>
                <a:cubicBezTo>
                  <a:pt x="6691" y="25605"/>
                  <a:pt x="7583" y="28193"/>
                  <a:pt x="9279" y="30512"/>
                </a:cubicBezTo>
                <a:cubicBezTo>
                  <a:pt x="10974" y="32832"/>
                  <a:pt x="13472" y="34527"/>
                  <a:pt x="16684" y="35598"/>
                </a:cubicBezTo>
                <a:lnTo>
                  <a:pt x="16684" y="37203"/>
                </a:lnTo>
                <a:cubicBezTo>
                  <a:pt x="11331" y="36490"/>
                  <a:pt x="7227" y="34705"/>
                  <a:pt x="4372" y="31672"/>
                </a:cubicBezTo>
                <a:cubicBezTo>
                  <a:pt x="1517" y="28639"/>
                  <a:pt x="0" y="24892"/>
                  <a:pt x="0" y="20431"/>
                </a:cubicBezTo>
                <a:cubicBezTo>
                  <a:pt x="0" y="15613"/>
                  <a:pt x="1606" y="11598"/>
                  <a:pt x="4639" y="8386"/>
                </a:cubicBezTo>
                <a:cubicBezTo>
                  <a:pt x="7762" y="5175"/>
                  <a:pt x="11420" y="3569"/>
                  <a:pt x="15524" y="3569"/>
                </a:cubicBezTo>
                <a:cubicBezTo>
                  <a:pt x="18557" y="3569"/>
                  <a:pt x="21501" y="4282"/>
                  <a:pt x="24535" y="5621"/>
                </a:cubicBezTo>
                <a:cubicBezTo>
                  <a:pt x="29263" y="7851"/>
                  <a:pt x="34259" y="11331"/>
                  <a:pt x="39434" y="16148"/>
                </a:cubicBezTo>
                <a:cubicBezTo>
                  <a:pt x="47374" y="23375"/>
                  <a:pt x="52103" y="27925"/>
                  <a:pt x="53709" y="29709"/>
                </a:cubicBezTo>
                <a:lnTo>
                  <a:pt x="53709" y="14275"/>
                </a:lnTo>
                <a:cubicBezTo>
                  <a:pt x="53709" y="11152"/>
                  <a:pt x="53619" y="8922"/>
                  <a:pt x="53352" y="7673"/>
                </a:cubicBezTo>
                <a:cubicBezTo>
                  <a:pt x="53173" y="6424"/>
                  <a:pt x="52727" y="5264"/>
                  <a:pt x="52013" y="4193"/>
                </a:cubicBezTo>
                <a:cubicBezTo>
                  <a:pt x="51300" y="3212"/>
                  <a:pt x="50318" y="2320"/>
                  <a:pt x="48980" y="1606"/>
                </a:cubicBezTo>
                <a:lnTo>
                  <a:pt x="489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FAF2E-A459-470E-BCAB-ED5C5906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3530339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A2A09-B1B1-49D1-B6CE-D6F0651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5" y="3530339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13744-2502-4227-96ED-18E02E58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3" y="3601886"/>
            <a:ext cx="59062" cy="25338"/>
          </a:xfrm>
          <a:custGeom xmlns:a="http://schemas.openxmlformats.org/drawingml/2006/main">
            <a:pathLst>
              <a:path w="59062" h="25338">
                <a:moveTo>
                  <a:pt x="57456" y="0"/>
                </a:moveTo>
                <a:lnTo>
                  <a:pt x="59062" y="0"/>
                </a:lnTo>
                <a:lnTo>
                  <a:pt x="59062" y="25338"/>
                </a:lnTo>
                <a:lnTo>
                  <a:pt x="57456" y="25338"/>
                </a:lnTo>
                <a:lnTo>
                  <a:pt x="57456" y="23286"/>
                </a:lnTo>
                <a:cubicBezTo>
                  <a:pt x="57456" y="20877"/>
                  <a:pt x="56742" y="19092"/>
                  <a:pt x="55314" y="17933"/>
                </a:cubicBezTo>
                <a:cubicBezTo>
                  <a:pt x="54422" y="17219"/>
                  <a:pt x="52192" y="16862"/>
                  <a:pt x="48623" y="16862"/>
                </a:cubicBezTo>
                <a:lnTo>
                  <a:pt x="10438" y="16862"/>
                </a:lnTo>
                <a:cubicBezTo>
                  <a:pt x="7494" y="16862"/>
                  <a:pt x="5531" y="17130"/>
                  <a:pt x="4550" y="17487"/>
                </a:cubicBezTo>
                <a:cubicBezTo>
                  <a:pt x="3836" y="17843"/>
                  <a:pt x="3212" y="18379"/>
                  <a:pt x="2677" y="19271"/>
                </a:cubicBezTo>
                <a:cubicBezTo>
                  <a:pt x="1963" y="20520"/>
                  <a:pt x="1606" y="21858"/>
                  <a:pt x="1606" y="23286"/>
                </a:cubicBezTo>
                <a:lnTo>
                  <a:pt x="1606" y="25338"/>
                </a:lnTo>
                <a:lnTo>
                  <a:pt x="0" y="25338"/>
                </a:lnTo>
                <a:lnTo>
                  <a:pt x="0" y="0"/>
                </a:lnTo>
                <a:lnTo>
                  <a:pt x="1606" y="0"/>
                </a:lnTo>
                <a:lnTo>
                  <a:pt x="1606" y="2141"/>
                </a:lnTo>
                <a:cubicBezTo>
                  <a:pt x="1606" y="4639"/>
                  <a:pt x="2320" y="6334"/>
                  <a:pt x="3747" y="7405"/>
                </a:cubicBezTo>
                <a:cubicBezTo>
                  <a:pt x="4728" y="8208"/>
                  <a:pt x="6959" y="8565"/>
                  <a:pt x="10438" y="8565"/>
                </a:cubicBezTo>
                <a:lnTo>
                  <a:pt x="48623" y="8565"/>
                </a:lnTo>
                <a:cubicBezTo>
                  <a:pt x="51657" y="8565"/>
                  <a:pt x="53619" y="8386"/>
                  <a:pt x="54512" y="7940"/>
                </a:cubicBezTo>
                <a:cubicBezTo>
                  <a:pt x="55225" y="7673"/>
                  <a:pt x="55850" y="7048"/>
                  <a:pt x="56385" y="6156"/>
                </a:cubicBezTo>
                <a:cubicBezTo>
                  <a:pt x="57099" y="4907"/>
                  <a:pt x="57456" y="3569"/>
                  <a:pt x="57456" y="2141"/>
                </a:cubicBezTo>
                <a:lnTo>
                  <a:pt x="574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CA85B-CE8D-48F5-B72C-FB4C22CB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3555493"/>
            <a:ext cx="41040" cy="43716"/>
          </a:xfrm>
          <a:custGeom xmlns:a="http://schemas.openxmlformats.org/drawingml/2006/main">
            <a:pathLst>
              <a:path w="41040" h="43716">
                <a:moveTo>
                  <a:pt x="8386" y="29798"/>
                </a:moveTo>
                <a:cubicBezTo>
                  <a:pt x="2855" y="25159"/>
                  <a:pt x="0" y="20698"/>
                  <a:pt x="0" y="16416"/>
                </a:cubicBezTo>
                <a:cubicBezTo>
                  <a:pt x="0" y="14275"/>
                  <a:pt x="535" y="12490"/>
                  <a:pt x="1606" y="10884"/>
                </a:cubicBezTo>
                <a:cubicBezTo>
                  <a:pt x="2677" y="9279"/>
                  <a:pt x="4461" y="8030"/>
                  <a:pt x="6959" y="7048"/>
                </a:cubicBezTo>
                <a:cubicBezTo>
                  <a:pt x="8743" y="6513"/>
                  <a:pt x="11420" y="6156"/>
                  <a:pt x="14988" y="6156"/>
                </a:cubicBezTo>
                <a:lnTo>
                  <a:pt x="32029" y="6156"/>
                </a:lnTo>
                <a:cubicBezTo>
                  <a:pt x="34527" y="6156"/>
                  <a:pt x="36311" y="5978"/>
                  <a:pt x="37203" y="5531"/>
                </a:cubicBezTo>
                <a:cubicBezTo>
                  <a:pt x="37917" y="5264"/>
                  <a:pt x="38542" y="4728"/>
                  <a:pt x="38899" y="4015"/>
                </a:cubicBezTo>
                <a:cubicBezTo>
                  <a:pt x="39255" y="3301"/>
                  <a:pt x="39434" y="1963"/>
                  <a:pt x="39434" y="0"/>
                </a:cubicBezTo>
                <a:lnTo>
                  <a:pt x="41040" y="0"/>
                </a:lnTo>
                <a:lnTo>
                  <a:pt x="41040" y="19806"/>
                </a:lnTo>
                <a:lnTo>
                  <a:pt x="39434" y="19806"/>
                </a:lnTo>
                <a:lnTo>
                  <a:pt x="39434" y="18914"/>
                </a:lnTo>
                <a:cubicBezTo>
                  <a:pt x="39434" y="17130"/>
                  <a:pt x="39166" y="15791"/>
                  <a:pt x="38631" y="15078"/>
                </a:cubicBezTo>
                <a:cubicBezTo>
                  <a:pt x="38096" y="14364"/>
                  <a:pt x="37203" y="13829"/>
                  <a:pt x="36133" y="13472"/>
                </a:cubicBezTo>
                <a:cubicBezTo>
                  <a:pt x="35687" y="13383"/>
                  <a:pt x="34348" y="13293"/>
                  <a:pt x="32029" y="13293"/>
                </a:cubicBezTo>
                <a:lnTo>
                  <a:pt x="15702" y="13293"/>
                </a:lnTo>
                <a:cubicBezTo>
                  <a:pt x="12133" y="13293"/>
                  <a:pt x="9457" y="13829"/>
                  <a:pt x="7851" y="14721"/>
                </a:cubicBezTo>
                <a:cubicBezTo>
                  <a:pt x="6245" y="15702"/>
                  <a:pt x="5353" y="17308"/>
                  <a:pt x="5353" y="19538"/>
                </a:cubicBezTo>
                <a:cubicBezTo>
                  <a:pt x="5353" y="23018"/>
                  <a:pt x="7227" y="26408"/>
                  <a:pt x="10974" y="29798"/>
                </a:cubicBezTo>
                <a:lnTo>
                  <a:pt x="32029" y="29798"/>
                </a:lnTo>
                <a:cubicBezTo>
                  <a:pt x="34705" y="29798"/>
                  <a:pt x="36400" y="29709"/>
                  <a:pt x="37025" y="29352"/>
                </a:cubicBezTo>
                <a:cubicBezTo>
                  <a:pt x="37917" y="28995"/>
                  <a:pt x="38542" y="28371"/>
                  <a:pt x="38899" y="27657"/>
                </a:cubicBezTo>
                <a:cubicBezTo>
                  <a:pt x="39255" y="26943"/>
                  <a:pt x="39434" y="25516"/>
                  <a:pt x="39434" y="23375"/>
                </a:cubicBezTo>
                <a:lnTo>
                  <a:pt x="41040" y="23375"/>
                </a:lnTo>
                <a:lnTo>
                  <a:pt x="41040" y="43092"/>
                </a:lnTo>
                <a:lnTo>
                  <a:pt x="39434" y="43092"/>
                </a:lnTo>
                <a:lnTo>
                  <a:pt x="39434" y="42200"/>
                </a:lnTo>
                <a:cubicBezTo>
                  <a:pt x="39434" y="40237"/>
                  <a:pt x="38988" y="38809"/>
                  <a:pt x="37917" y="38096"/>
                </a:cubicBezTo>
                <a:cubicBezTo>
                  <a:pt x="36936" y="37382"/>
                  <a:pt x="34973" y="37025"/>
                  <a:pt x="32029" y="37025"/>
                </a:cubicBezTo>
                <a:lnTo>
                  <a:pt x="17219" y="37025"/>
                </a:lnTo>
                <a:cubicBezTo>
                  <a:pt x="12401" y="37025"/>
                  <a:pt x="9546" y="37203"/>
                  <a:pt x="8476" y="37382"/>
                </a:cubicBezTo>
                <a:cubicBezTo>
                  <a:pt x="7405" y="37560"/>
                  <a:pt x="6691" y="37917"/>
                  <a:pt x="6334" y="38363"/>
                </a:cubicBezTo>
                <a:cubicBezTo>
                  <a:pt x="5978" y="38809"/>
                  <a:pt x="5710" y="39434"/>
                  <a:pt x="5710" y="40148"/>
                </a:cubicBezTo>
                <a:cubicBezTo>
                  <a:pt x="5710" y="41040"/>
                  <a:pt x="5978" y="42021"/>
                  <a:pt x="6424" y="43092"/>
                </a:cubicBezTo>
                <a:lnTo>
                  <a:pt x="4818" y="43716"/>
                </a:lnTo>
                <a:lnTo>
                  <a:pt x="0" y="31672"/>
                </a:lnTo>
                <a:lnTo>
                  <a:pt x="0" y="29798"/>
                </a:lnTo>
                <a:lnTo>
                  <a:pt x="8386" y="2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F9A0E-E46E-426A-92D9-BF77D688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5" y="3523554"/>
            <a:ext cx="42200" cy="27211"/>
          </a:xfrm>
          <a:custGeom xmlns:a="http://schemas.openxmlformats.org/drawingml/2006/main">
            <a:pathLst>
              <a:path w="42200" h="27211">
                <a:moveTo>
                  <a:pt x="0" y="3033"/>
                </a:moveTo>
                <a:lnTo>
                  <a:pt x="13561" y="3033"/>
                </a:lnTo>
                <a:lnTo>
                  <a:pt x="13561" y="4461"/>
                </a:lnTo>
                <a:cubicBezTo>
                  <a:pt x="9279" y="5531"/>
                  <a:pt x="6424" y="6959"/>
                  <a:pt x="4818" y="8654"/>
                </a:cubicBezTo>
                <a:cubicBezTo>
                  <a:pt x="3301" y="10438"/>
                  <a:pt x="2498" y="12580"/>
                  <a:pt x="2498" y="15256"/>
                </a:cubicBezTo>
                <a:cubicBezTo>
                  <a:pt x="2498" y="17397"/>
                  <a:pt x="3033" y="19003"/>
                  <a:pt x="4104" y="20252"/>
                </a:cubicBezTo>
                <a:cubicBezTo>
                  <a:pt x="5175" y="21501"/>
                  <a:pt x="6424" y="22126"/>
                  <a:pt x="7673" y="22126"/>
                </a:cubicBezTo>
                <a:cubicBezTo>
                  <a:pt x="9368" y="22126"/>
                  <a:pt x="10795" y="21680"/>
                  <a:pt x="11866" y="20698"/>
                </a:cubicBezTo>
                <a:cubicBezTo>
                  <a:pt x="13115" y="19806"/>
                  <a:pt x="14364" y="18022"/>
                  <a:pt x="15702" y="15167"/>
                </a:cubicBezTo>
                <a:lnTo>
                  <a:pt x="18736" y="8832"/>
                </a:lnTo>
                <a:cubicBezTo>
                  <a:pt x="21680" y="2944"/>
                  <a:pt x="25516" y="0"/>
                  <a:pt x="30155" y="0"/>
                </a:cubicBezTo>
                <a:cubicBezTo>
                  <a:pt x="33813" y="0"/>
                  <a:pt x="36757" y="1427"/>
                  <a:pt x="38899" y="4104"/>
                </a:cubicBezTo>
                <a:cubicBezTo>
                  <a:pt x="41040" y="6870"/>
                  <a:pt x="42200" y="9903"/>
                  <a:pt x="42200" y="13293"/>
                </a:cubicBezTo>
                <a:cubicBezTo>
                  <a:pt x="42200" y="15791"/>
                  <a:pt x="41753" y="18557"/>
                  <a:pt x="40951" y="21680"/>
                </a:cubicBezTo>
                <a:cubicBezTo>
                  <a:pt x="40683" y="22661"/>
                  <a:pt x="40504" y="23464"/>
                  <a:pt x="40504" y="24089"/>
                </a:cubicBezTo>
                <a:cubicBezTo>
                  <a:pt x="40504" y="24802"/>
                  <a:pt x="40861" y="25248"/>
                  <a:pt x="41575" y="25605"/>
                </a:cubicBezTo>
                <a:lnTo>
                  <a:pt x="41575" y="27033"/>
                </a:lnTo>
                <a:lnTo>
                  <a:pt x="27390" y="27033"/>
                </a:lnTo>
                <a:lnTo>
                  <a:pt x="27390" y="25605"/>
                </a:lnTo>
                <a:cubicBezTo>
                  <a:pt x="31494" y="24802"/>
                  <a:pt x="34616" y="23286"/>
                  <a:pt x="36668" y="20966"/>
                </a:cubicBezTo>
                <a:cubicBezTo>
                  <a:pt x="38720" y="18646"/>
                  <a:pt x="39702" y="16059"/>
                  <a:pt x="39702" y="13204"/>
                </a:cubicBezTo>
                <a:cubicBezTo>
                  <a:pt x="39702" y="11241"/>
                  <a:pt x="39166" y="9635"/>
                  <a:pt x="37917" y="8386"/>
                </a:cubicBezTo>
                <a:cubicBezTo>
                  <a:pt x="36757" y="7137"/>
                  <a:pt x="35330" y="6424"/>
                  <a:pt x="33635" y="6424"/>
                </a:cubicBezTo>
                <a:cubicBezTo>
                  <a:pt x="31672" y="6424"/>
                  <a:pt x="30066" y="7137"/>
                  <a:pt x="28639" y="8565"/>
                </a:cubicBezTo>
                <a:cubicBezTo>
                  <a:pt x="27300" y="9992"/>
                  <a:pt x="25605" y="12847"/>
                  <a:pt x="23464" y="17040"/>
                </a:cubicBezTo>
                <a:cubicBezTo>
                  <a:pt x="21412" y="21234"/>
                  <a:pt x="19538" y="23999"/>
                  <a:pt x="17754" y="25248"/>
                </a:cubicBezTo>
                <a:cubicBezTo>
                  <a:pt x="16148" y="26587"/>
                  <a:pt x="14007" y="27211"/>
                  <a:pt x="11509" y="27211"/>
                </a:cubicBezTo>
                <a:cubicBezTo>
                  <a:pt x="8297" y="27211"/>
                  <a:pt x="5531" y="26141"/>
                  <a:pt x="3301" y="23821"/>
                </a:cubicBezTo>
                <a:cubicBezTo>
                  <a:pt x="1160" y="21590"/>
                  <a:pt x="0" y="18646"/>
                  <a:pt x="0" y="15078"/>
                </a:cubicBezTo>
                <a:cubicBezTo>
                  <a:pt x="0" y="13561"/>
                  <a:pt x="357" y="11687"/>
                  <a:pt x="981" y="9368"/>
                </a:cubicBezTo>
                <a:cubicBezTo>
                  <a:pt x="1427" y="7940"/>
                  <a:pt x="1606" y="6959"/>
                  <a:pt x="1606" y="6424"/>
                </a:cubicBezTo>
                <a:cubicBezTo>
                  <a:pt x="1606" y="5978"/>
                  <a:pt x="1517" y="5621"/>
                  <a:pt x="1338" y="5353"/>
                </a:cubicBezTo>
                <a:cubicBezTo>
                  <a:pt x="1160" y="5175"/>
                  <a:pt x="714" y="4818"/>
                  <a:pt x="0" y="4461"/>
                </a:cubicBezTo>
                <a:lnTo>
                  <a:pt x="0" y="3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0B8E6-0745-4FE7-BA7C-99790239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9" y="3504461"/>
            <a:ext cx="9635" cy="9635"/>
          </a:xfrm>
          <a:custGeom xmlns:a="http://schemas.openxmlformats.org/drawingml/2006/main">
            <a:pathLst>
              <a:path w="9635" h="9635">
                <a:moveTo>
                  <a:pt x="0" y="4818"/>
                </a:moveTo>
                <a:cubicBezTo>
                  <a:pt x="0" y="3479"/>
                  <a:pt x="535" y="2320"/>
                  <a:pt x="1427" y="1427"/>
                </a:cubicBezTo>
                <a:cubicBezTo>
                  <a:pt x="2409" y="535"/>
                  <a:pt x="3569" y="0"/>
                  <a:pt x="4907" y="0"/>
                </a:cubicBezTo>
                <a:cubicBezTo>
                  <a:pt x="6245" y="0"/>
                  <a:pt x="7405" y="535"/>
                  <a:pt x="8297" y="1427"/>
                </a:cubicBezTo>
                <a:cubicBezTo>
                  <a:pt x="9189" y="2409"/>
                  <a:pt x="9635" y="3569"/>
                  <a:pt x="9635" y="4818"/>
                </a:cubicBezTo>
                <a:cubicBezTo>
                  <a:pt x="9635" y="6156"/>
                  <a:pt x="9189" y="7316"/>
                  <a:pt x="8297" y="8208"/>
                </a:cubicBezTo>
                <a:cubicBezTo>
                  <a:pt x="7405" y="9189"/>
                  <a:pt x="6245" y="9635"/>
                  <a:pt x="4907" y="9635"/>
                </a:cubicBezTo>
                <a:cubicBezTo>
                  <a:pt x="3569" y="9635"/>
                  <a:pt x="2409" y="9189"/>
                  <a:pt x="1427" y="8208"/>
                </a:cubicBezTo>
                <a:cubicBezTo>
                  <a:pt x="535" y="7316"/>
                  <a:pt x="0" y="6156"/>
                  <a:pt x="0" y="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CB53A-3DA0-45B8-9AE1-0FB70EF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4" y="3442098"/>
            <a:ext cx="60311" cy="23286"/>
          </a:xfrm>
          <a:custGeom xmlns:a="http://schemas.openxmlformats.org/drawingml/2006/main">
            <a:pathLst>
              <a:path w="60311" h="23286">
                <a:moveTo>
                  <a:pt x="7048" y="23286"/>
                </a:moveTo>
                <a:lnTo>
                  <a:pt x="0" y="8922"/>
                </a:lnTo>
                <a:lnTo>
                  <a:pt x="0" y="7494"/>
                </a:lnTo>
                <a:lnTo>
                  <a:pt x="49872" y="7494"/>
                </a:lnTo>
                <a:cubicBezTo>
                  <a:pt x="53262" y="7494"/>
                  <a:pt x="55314" y="7405"/>
                  <a:pt x="56117" y="7048"/>
                </a:cubicBezTo>
                <a:cubicBezTo>
                  <a:pt x="56920" y="6780"/>
                  <a:pt x="57545" y="6245"/>
                  <a:pt x="57991" y="5353"/>
                </a:cubicBezTo>
                <a:cubicBezTo>
                  <a:pt x="58437" y="4461"/>
                  <a:pt x="58705" y="2677"/>
                  <a:pt x="58705" y="0"/>
                </a:cubicBezTo>
                <a:lnTo>
                  <a:pt x="60311" y="0"/>
                </a:lnTo>
                <a:lnTo>
                  <a:pt x="60311" y="22215"/>
                </a:lnTo>
                <a:lnTo>
                  <a:pt x="58705" y="22215"/>
                </a:lnTo>
                <a:cubicBezTo>
                  <a:pt x="58705" y="19449"/>
                  <a:pt x="58437" y="17665"/>
                  <a:pt x="57991" y="16862"/>
                </a:cubicBezTo>
                <a:cubicBezTo>
                  <a:pt x="57634" y="16059"/>
                  <a:pt x="57010" y="15524"/>
                  <a:pt x="56296" y="15167"/>
                </a:cubicBezTo>
                <a:cubicBezTo>
                  <a:pt x="55582" y="14810"/>
                  <a:pt x="53441" y="14632"/>
                  <a:pt x="49872" y="14632"/>
                </a:cubicBezTo>
                <a:lnTo>
                  <a:pt x="18022" y="14632"/>
                </a:lnTo>
                <a:cubicBezTo>
                  <a:pt x="13739" y="14632"/>
                  <a:pt x="10974" y="14810"/>
                  <a:pt x="9725" y="15078"/>
                </a:cubicBezTo>
                <a:cubicBezTo>
                  <a:pt x="8832" y="15256"/>
                  <a:pt x="8119" y="15613"/>
                  <a:pt x="7673" y="16148"/>
                </a:cubicBezTo>
                <a:cubicBezTo>
                  <a:pt x="7316" y="16684"/>
                  <a:pt x="7048" y="17397"/>
                  <a:pt x="7048" y="18111"/>
                </a:cubicBezTo>
                <a:cubicBezTo>
                  <a:pt x="7048" y="19182"/>
                  <a:pt x="7494" y="20698"/>
                  <a:pt x="8386" y="22572"/>
                </a:cubicBezTo>
                <a:lnTo>
                  <a:pt x="7048" y="23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CEEAA-DDBB-4C4D-98BA-917016D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4" y="3490064"/>
            <a:ext cx="104919" cy="112413"/>
          </a:xfrm>
          <a:custGeom xmlns:a="http://schemas.openxmlformats.org/drawingml/2006/main">
            <a:pathLst>
              <a:path w="104919" h="112413">
                <a:moveTo>
                  <a:pt x="0" y="112413"/>
                </a:moveTo>
                <a:lnTo>
                  <a:pt x="0" y="84466"/>
                </a:lnTo>
                <a:lnTo>
                  <a:pt x="77440" y="21390"/>
                </a:lnTo>
                <a:lnTo>
                  <a:pt x="17955" y="21390"/>
                </a:lnTo>
                <a:cubicBezTo>
                  <a:pt x="11710" y="21390"/>
                  <a:pt x="7650" y="22170"/>
                  <a:pt x="5933" y="23419"/>
                </a:cubicBezTo>
                <a:cubicBezTo>
                  <a:pt x="3903" y="25293"/>
                  <a:pt x="2810" y="28416"/>
                  <a:pt x="2810" y="32475"/>
                </a:cubicBezTo>
                <a:lnTo>
                  <a:pt x="2810" y="35910"/>
                </a:lnTo>
                <a:lnTo>
                  <a:pt x="0" y="35910"/>
                </a:lnTo>
                <a:lnTo>
                  <a:pt x="0" y="0"/>
                </a:lnTo>
                <a:lnTo>
                  <a:pt x="2810" y="0"/>
                </a:lnTo>
                <a:lnTo>
                  <a:pt x="2810" y="3591"/>
                </a:lnTo>
                <a:cubicBezTo>
                  <a:pt x="2810" y="7963"/>
                  <a:pt x="4215" y="11085"/>
                  <a:pt x="6714" y="12959"/>
                </a:cubicBezTo>
                <a:cubicBezTo>
                  <a:pt x="8431" y="14208"/>
                  <a:pt x="12178" y="14676"/>
                  <a:pt x="17955" y="14676"/>
                </a:cubicBezTo>
                <a:lnTo>
                  <a:pt x="104919" y="14676"/>
                </a:lnTo>
                <a:lnTo>
                  <a:pt x="104919" y="17330"/>
                </a:lnTo>
                <a:lnTo>
                  <a:pt x="21858" y="85559"/>
                </a:lnTo>
                <a:lnTo>
                  <a:pt x="85403" y="85559"/>
                </a:lnTo>
                <a:cubicBezTo>
                  <a:pt x="91804" y="85559"/>
                  <a:pt x="95707" y="84934"/>
                  <a:pt x="97269" y="83529"/>
                </a:cubicBezTo>
                <a:cubicBezTo>
                  <a:pt x="99455" y="81656"/>
                  <a:pt x="100547" y="78689"/>
                  <a:pt x="100547" y="74630"/>
                </a:cubicBezTo>
                <a:lnTo>
                  <a:pt x="100547" y="70883"/>
                </a:lnTo>
                <a:lnTo>
                  <a:pt x="103358" y="70883"/>
                </a:lnTo>
                <a:lnTo>
                  <a:pt x="103358" y="106949"/>
                </a:lnTo>
                <a:lnTo>
                  <a:pt x="100547" y="106949"/>
                </a:lnTo>
                <a:lnTo>
                  <a:pt x="100547" y="103358"/>
                </a:lnTo>
                <a:cubicBezTo>
                  <a:pt x="100547" y="98986"/>
                  <a:pt x="99298" y="95864"/>
                  <a:pt x="96644" y="93990"/>
                </a:cubicBezTo>
                <a:cubicBezTo>
                  <a:pt x="95083" y="92897"/>
                  <a:pt x="91336" y="92273"/>
                  <a:pt x="85403" y="92273"/>
                </a:cubicBezTo>
                <a:lnTo>
                  <a:pt x="13583" y="92273"/>
                </a:lnTo>
                <a:cubicBezTo>
                  <a:pt x="10148" y="95395"/>
                  <a:pt x="7806" y="97581"/>
                  <a:pt x="6714" y="99142"/>
                </a:cubicBezTo>
                <a:cubicBezTo>
                  <a:pt x="5621" y="100704"/>
                  <a:pt x="4528" y="102889"/>
                  <a:pt x="3435" y="105856"/>
                </a:cubicBezTo>
                <a:cubicBezTo>
                  <a:pt x="3123" y="107417"/>
                  <a:pt x="2810" y="109603"/>
                  <a:pt x="2810" y="112413"/>
                </a:cubicBezTo>
                <a:lnTo>
                  <a:pt x="0" y="11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34F7C-C80B-4E4B-810B-202BB45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3415278"/>
            <a:ext cx="73849" cy="67292"/>
          </a:xfrm>
          <a:custGeom xmlns:a="http://schemas.openxmlformats.org/drawingml/2006/main">
            <a:pathLst>
              <a:path w="73849" h="67292">
                <a:moveTo>
                  <a:pt x="0" y="33568"/>
                </a:moveTo>
                <a:cubicBezTo>
                  <a:pt x="0" y="22951"/>
                  <a:pt x="4059" y="14520"/>
                  <a:pt x="12022" y="8119"/>
                </a:cubicBezTo>
                <a:cubicBezTo>
                  <a:pt x="18892" y="2810"/>
                  <a:pt x="26854" y="0"/>
                  <a:pt x="35598" y="0"/>
                </a:cubicBezTo>
                <a:cubicBezTo>
                  <a:pt x="41843" y="0"/>
                  <a:pt x="48244" y="1561"/>
                  <a:pt x="54645" y="4528"/>
                </a:cubicBezTo>
                <a:cubicBezTo>
                  <a:pt x="61047" y="7494"/>
                  <a:pt x="65887" y="11554"/>
                  <a:pt x="69009" y="16862"/>
                </a:cubicBezTo>
                <a:cubicBezTo>
                  <a:pt x="72132" y="22170"/>
                  <a:pt x="73849" y="27947"/>
                  <a:pt x="73849" y="34348"/>
                </a:cubicBezTo>
                <a:cubicBezTo>
                  <a:pt x="73849" y="44965"/>
                  <a:pt x="69790" y="53240"/>
                  <a:pt x="61359" y="59485"/>
                </a:cubicBezTo>
                <a:cubicBezTo>
                  <a:pt x="54333" y="64794"/>
                  <a:pt x="46370" y="67292"/>
                  <a:pt x="37627" y="67292"/>
                </a:cubicBezTo>
                <a:cubicBezTo>
                  <a:pt x="31226" y="67292"/>
                  <a:pt x="24825" y="65731"/>
                  <a:pt x="18579" y="62608"/>
                </a:cubicBezTo>
                <a:cubicBezTo>
                  <a:pt x="12334" y="59485"/>
                  <a:pt x="7650" y="55270"/>
                  <a:pt x="4528" y="50118"/>
                </a:cubicBezTo>
                <a:cubicBezTo>
                  <a:pt x="1561" y="44965"/>
                  <a:pt x="0" y="39501"/>
                  <a:pt x="0" y="33568"/>
                </a:cubicBezTo>
                <a:close/>
                <a:moveTo>
                  <a:pt x="4840" y="35910"/>
                </a:moveTo>
                <a:cubicBezTo>
                  <a:pt x="4840" y="38720"/>
                  <a:pt x="5777" y="41374"/>
                  <a:pt x="7338" y="44029"/>
                </a:cubicBezTo>
                <a:cubicBezTo>
                  <a:pt x="8899" y="46839"/>
                  <a:pt x="11710" y="49025"/>
                  <a:pt x="15769" y="50586"/>
                </a:cubicBezTo>
                <a:cubicBezTo>
                  <a:pt x="19828" y="52303"/>
                  <a:pt x="24981" y="53084"/>
                  <a:pt x="31226" y="53084"/>
                </a:cubicBezTo>
                <a:cubicBezTo>
                  <a:pt x="41374" y="53084"/>
                  <a:pt x="50118" y="51210"/>
                  <a:pt x="57456" y="47151"/>
                </a:cubicBezTo>
                <a:cubicBezTo>
                  <a:pt x="64950" y="43092"/>
                  <a:pt x="68541" y="37783"/>
                  <a:pt x="68541" y="31070"/>
                </a:cubicBezTo>
                <a:cubicBezTo>
                  <a:pt x="68541" y="26230"/>
                  <a:pt x="66511" y="22170"/>
                  <a:pt x="62452" y="18892"/>
                </a:cubicBezTo>
                <a:cubicBezTo>
                  <a:pt x="58392" y="15769"/>
                  <a:pt x="51523" y="14052"/>
                  <a:pt x="41530" y="14052"/>
                </a:cubicBezTo>
                <a:cubicBezTo>
                  <a:pt x="29196" y="14052"/>
                  <a:pt x="19360" y="16862"/>
                  <a:pt x="12178" y="22170"/>
                </a:cubicBezTo>
                <a:cubicBezTo>
                  <a:pt x="7338" y="25761"/>
                  <a:pt x="4840" y="30289"/>
                  <a:pt x="4840" y="35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F9639-65ED-426D-9462-3418B980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3356886"/>
            <a:ext cx="71820" cy="51991"/>
          </a:xfrm>
          <a:custGeom xmlns:a="http://schemas.openxmlformats.org/drawingml/2006/main">
            <a:pathLst>
              <a:path w="71820" h="51991">
                <a:moveTo>
                  <a:pt x="0" y="27635"/>
                </a:moveTo>
                <a:lnTo>
                  <a:pt x="15613" y="27635"/>
                </a:lnTo>
                <a:cubicBezTo>
                  <a:pt x="5308" y="21858"/>
                  <a:pt x="0" y="15925"/>
                  <a:pt x="0" y="9680"/>
                </a:cubicBezTo>
                <a:cubicBezTo>
                  <a:pt x="0" y="6870"/>
                  <a:pt x="937" y="4684"/>
                  <a:pt x="2498" y="2810"/>
                </a:cubicBezTo>
                <a:cubicBezTo>
                  <a:pt x="4215" y="937"/>
                  <a:pt x="6245" y="0"/>
                  <a:pt x="8431" y="0"/>
                </a:cubicBezTo>
                <a:cubicBezTo>
                  <a:pt x="10461" y="0"/>
                  <a:pt x="12178" y="781"/>
                  <a:pt x="13427" y="2030"/>
                </a:cubicBezTo>
                <a:cubicBezTo>
                  <a:pt x="14832" y="3279"/>
                  <a:pt x="15457" y="4840"/>
                  <a:pt x="15457" y="6714"/>
                </a:cubicBezTo>
                <a:cubicBezTo>
                  <a:pt x="15457" y="8587"/>
                  <a:pt x="14676" y="10461"/>
                  <a:pt x="12803" y="12646"/>
                </a:cubicBezTo>
                <a:cubicBezTo>
                  <a:pt x="11085" y="14832"/>
                  <a:pt x="10148" y="16550"/>
                  <a:pt x="10148" y="17487"/>
                </a:cubicBezTo>
                <a:cubicBezTo>
                  <a:pt x="10148" y="18423"/>
                  <a:pt x="10773" y="19516"/>
                  <a:pt x="11710" y="20453"/>
                </a:cubicBezTo>
                <a:cubicBezTo>
                  <a:pt x="13896" y="22795"/>
                  <a:pt x="17330" y="25137"/>
                  <a:pt x="22014" y="27635"/>
                </a:cubicBezTo>
                <a:lnTo>
                  <a:pt x="55582" y="27635"/>
                </a:lnTo>
                <a:cubicBezTo>
                  <a:pt x="59485" y="27635"/>
                  <a:pt x="62452" y="27167"/>
                  <a:pt x="64325" y="26230"/>
                </a:cubicBezTo>
                <a:cubicBezTo>
                  <a:pt x="65731" y="25605"/>
                  <a:pt x="66823" y="24356"/>
                  <a:pt x="67760" y="22639"/>
                </a:cubicBezTo>
                <a:cubicBezTo>
                  <a:pt x="68697" y="21077"/>
                  <a:pt x="69009" y="18579"/>
                  <a:pt x="69009" y="15457"/>
                </a:cubicBezTo>
                <a:lnTo>
                  <a:pt x="71820" y="15457"/>
                </a:lnTo>
                <a:lnTo>
                  <a:pt x="71820" y="51210"/>
                </a:lnTo>
                <a:lnTo>
                  <a:pt x="69009" y="51210"/>
                </a:lnTo>
                <a:cubicBezTo>
                  <a:pt x="69009" y="47776"/>
                  <a:pt x="68541" y="45121"/>
                  <a:pt x="67448" y="43248"/>
                </a:cubicBezTo>
                <a:cubicBezTo>
                  <a:pt x="66667" y="41999"/>
                  <a:pt x="65418" y="41218"/>
                  <a:pt x="63545" y="40594"/>
                </a:cubicBezTo>
                <a:cubicBezTo>
                  <a:pt x="62608" y="40281"/>
                  <a:pt x="60110" y="40125"/>
                  <a:pt x="56050" y="40125"/>
                </a:cubicBezTo>
                <a:lnTo>
                  <a:pt x="29040" y="40125"/>
                </a:lnTo>
                <a:cubicBezTo>
                  <a:pt x="20921" y="40125"/>
                  <a:pt x="16081" y="40438"/>
                  <a:pt x="14520" y="40750"/>
                </a:cubicBezTo>
                <a:cubicBezTo>
                  <a:pt x="12959" y="41062"/>
                  <a:pt x="11866" y="41687"/>
                  <a:pt x="11085" y="42623"/>
                </a:cubicBezTo>
                <a:cubicBezTo>
                  <a:pt x="10461" y="43560"/>
                  <a:pt x="9992" y="44653"/>
                  <a:pt x="9992" y="45902"/>
                </a:cubicBezTo>
                <a:cubicBezTo>
                  <a:pt x="9992" y="47463"/>
                  <a:pt x="10461" y="49337"/>
                  <a:pt x="11241" y="51210"/>
                </a:cubicBezTo>
                <a:lnTo>
                  <a:pt x="8431" y="51991"/>
                </a:lnTo>
                <a:lnTo>
                  <a:pt x="0" y="30758"/>
                </a:lnTo>
                <a:lnTo>
                  <a:pt x="0" y="276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96E44-EE15-42F3-AC96-CD4660DB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3237134"/>
            <a:ext cx="71820" cy="119439"/>
          </a:xfrm>
          <a:custGeom xmlns:a="http://schemas.openxmlformats.org/drawingml/2006/main">
            <a:pathLst>
              <a:path w="71820" h="119439">
                <a:moveTo>
                  <a:pt x="14832" y="95083"/>
                </a:moveTo>
                <a:cubicBezTo>
                  <a:pt x="9836" y="90087"/>
                  <a:pt x="6870" y="86964"/>
                  <a:pt x="6089" y="86027"/>
                </a:cubicBezTo>
                <a:cubicBezTo>
                  <a:pt x="4215" y="83842"/>
                  <a:pt x="2654" y="81343"/>
                  <a:pt x="1561" y="78689"/>
                </a:cubicBezTo>
                <a:cubicBezTo>
                  <a:pt x="625" y="76191"/>
                  <a:pt x="0" y="73537"/>
                  <a:pt x="0" y="70883"/>
                </a:cubicBezTo>
                <a:cubicBezTo>
                  <a:pt x="0" y="66511"/>
                  <a:pt x="1249" y="62764"/>
                  <a:pt x="3747" y="59641"/>
                </a:cubicBezTo>
                <a:cubicBezTo>
                  <a:pt x="6245" y="56519"/>
                  <a:pt x="9992" y="54333"/>
                  <a:pt x="14832" y="53240"/>
                </a:cubicBezTo>
                <a:cubicBezTo>
                  <a:pt x="8743" y="48088"/>
                  <a:pt x="4684" y="43716"/>
                  <a:pt x="2810" y="39969"/>
                </a:cubicBezTo>
                <a:cubicBezTo>
                  <a:pt x="937" y="36378"/>
                  <a:pt x="0" y="32631"/>
                  <a:pt x="0" y="28884"/>
                </a:cubicBezTo>
                <a:cubicBezTo>
                  <a:pt x="0" y="25137"/>
                  <a:pt x="937" y="21858"/>
                  <a:pt x="2810" y="19048"/>
                </a:cubicBezTo>
                <a:cubicBezTo>
                  <a:pt x="4684" y="16237"/>
                  <a:pt x="7806" y="13896"/>
                  <a:pt x="12178" y="12178"/>
                </a:cubicBezTo>
                <a:cubicBezTo>
                  <a:pt x="15145" y="11085"/>
                  <a:pt x="19828" y="10461"/>
                  <a:pt x="26074" y="10461"/>
                </a:cubicBezTo>
                <a:lnTo>
                  <a:pt x="56050" y="10461"/>
                </a:lnTo>
                <a:cubicBezTo>
                  <a:pt x="60422" y="10461"/>
                  <a:pt x="63545" y="10148"/>
                  <a:pt x="65106" y="9524"/>
                </a:cubicBezTo>
                <a:cubicBezTo>
                  <a:pt x="66199" y="9056"/>
                  <a:pt x="67136" y="8119"/>
                  <a:pt x="67916" y="6714"/>
                </a:cubicBezTo>
                <a:cubicBezTo>
                  <a:pt x="68697" y="5308"/>
                  <a:pt x="69009" y="3123"/>
                  <a:pt x="69009" y="0"/>
                </a:cubicBezTo>
                <a:lnTo>
                  <a:pt x="71820" y="0"/>
                </a:lnTo>
                <a:lnTo>
                  <a:pt x="71820" y="34348"/>
                </a:lnTo>
                <a:lnTo>
                  <a:pt x="69009" y="34348"/>
                </a:lnTo>
                <a:lnTo>
                  <a:pt x="69009" y="32943"/>
                </a:lnTo>
                <a:cubicBezTo>
                  <a:pt x="69009" y="29977"/>
                  <a:pt x="68541" y="27635"/>
                  <a:pt x="67292" y="25917"/>
                </a:cubicBezTo>
                <a:cubicBezTo>
                  <a:pt x="66511" y="24825"/>
                  <a:pt x="65262" y="24044"/>
                  <a:pt x="63389" y="23419"/>
                </a:cubicBezTo>
                <a:cubicBezTo>
                  <a:pt x="62608" y="23263"/>
                  <a:pt x="60110" y="23107"/>
                  <a:pt x="56050" y="23107"/>
                </a:cubicBezTo>
                <a:lnTo>
                  <a:pt x="26074" y="23107"/>
                </a:lnTo>
                <a:cubicBezTo>
                  <a:pt x="20453" y="23107"/>
                  <a:pt x="16394" y="23888"/>
                  <a:pt x="13896" y="25137"/>
                </a:cubicBezTo>
                <a:cubicBezTo>
                  <a:pt x="10773" y="27167"/>
                  <a:pt x="9056" y="30289"/>
                  <a:pt x="9056" y="34661"/>
                </a:cubicBezTo>
                <a:cubicBezTo>
                  <a:pt x="9056" y="37471"/>
                  <a:pt x="9836" y="40125"/>
                  <a:pt x="11085" y="42779"/>
                </a:cubicBezTo>
                <a:cubicBezTo>
                  <a:pt x="12490" y="45590"/>
                  <a:pt x="14988" y="48869"/>
                  <a:pt x="18579" y="52616"/>
                </a:cubicBezTo>
                <a:lnTo>
                  <a:pt x="19516" y="52772"/>
                </a:lnTo>
                <a:lnTo>
                  <a:pt x="22795" y="52616"/>
                </a:lnTo>
                <a:lnTo>
                  <a:pt x="56050" y="52616"/>
                </a:lnTo>
                <a:cubicBezTo>
                  <a:pt x="60891" y="52616"/>
                  <a:pt x="63857" y="52460"/>
                  <a:pt x="64950" y="51835"/>
                </a:cubicBezTo>
                <a:cubicBezTo>
                  <a:pt x="66199" y="51367"/>
                  <a:pt x="67136" y="50430"/>
                  <a:pt x="67916" y="48869"/>
                </a:cubicBezTo>
                <a:cubicBezTo>
                  <a:pt x="68697" y="47463"/>
                  <a:pt x="69009" y="44965"/>
                  <a:pt x="69009" y="41374"/>
                </a:cubicBezTo>
                <a:lnTo>
                  <a:pt x="71820" y="41374"/>
                </a:lnTo>
                <a:lnTo>
                  <a:pt x="71820" y="76660"/>
                </a:lnTo>
                <a:lnTo>
                  <a:pt x="69009" y="76660"/>
                </a:lnTo>
                <a:cubicBezTo>
                  <a:pt x="69009" y="72912"/>
                  <a:pt x="68697" y="70258"/>
                  <a:pt x="67760" y="68697"/>
                </a:cubicBezTo>
                <a:cubicBezTo>
                  <a:pt x="66823" y="67292"/>
                  <a:pt x="65418" y="66199"/>
                  <a:pt x="63545" y="65574"/>
                </a:cubicBezTo>
                <a:cubicBezTo>
                  <a:pt x="62764" y="65418"/>
                  <a:pt x="60266" y="65262"/>
                  <a:pt x="56050" y="65262"/>
                </a:cubicBezTo>
                <a:lnTo>
                  <a:pt x="26074" y="65262"/>
                </a:lnTo>
                <a:cubicBezTo>
                  <a:pt x="20453" y="65262"/>
                  <a:pt x="16237" y="66199"/>
                  <a:pt x="13739" y="67760"/>
                </a:cubicBezTo>
                <a:cubicBezTo>
                  <a:pt x="10617" y="70102"/>
                  <a:pt x="8899" y="73225"/>
                  <a:pt x="8899" y="77128"/>
                </a:cubicBezTo>
                <a:cubicBezTo>
                  <a:pt x="8899" y="79938"/>
                  <a:pt x="9680" y="82749"/>
                  <a:pt x="11085" y="85247"/>
                </a:cubicBezTo>
                <a:cubicBezTo>
                  <a:pt x="13271" y="89618"/>
                  <a:pt x="15769" y="92897"/>
                  <a:pt x="18579" y="95083"/>
                </a:cubicBezTo>
                <a:lnTo>
                  <a:pt x="56050" y="95083"/>
                </a:lnTo>
                <a:cubicBezTo>
                  <a:pt x="60734" y="95083"/>
                  <a:pt x="63701" y="94771"/>
                  <a:pt x="64950" y="94146"/>
                </a:cubicBezTo>
                <a:cubicBezTo>
                  <a:pt x="66355" y="93522"/>
                  <a:pt x="67448" y="92585"/>
                  <a:pt x="68072" y="91336"/>
                </a:cubicBezTo>
                <a:cubicBezTo>
                  <a:pt x="68697" y="90087"/>
                  <a:pt x="69009" y="87589"/>
                  <a:pt x="69009" y="83685"/>
                </a:cubicBezTo>
                <a:lnTo>
                  <a:pt x="71820" y="83685"/>
                </a:lnTo>
                <a:lnTo>
                  <a:pt x="71820" y="118190"/>
                </a:lnTo>
                <a:lnTo>
                  <a:pt x="69009" y="118190"/>
                </a:lnTo>
                <a:cubicBezTo>
                  <a:pt x="69009" y="115067"/>
                  <a:pt x="68697" y="112882"/>
                  <a:pt x="68072" y="111633"/>
                </a:cubicBezTo>
                <a:cubicBezTo>
                  <a:pt x="67448" y="110384"/>
                  <a:pt x="66355" y="109291"/>
                  <a:pt x="64794" y="108666"/>
                </a:cubicBezTo>
                <a:cubicBezTo>
                  <a:pt x="63232" y="108042"/>
                  <a:pt x="60422" y="107729"/>
                  <a:pt x="56050" y="107729"/>
                </a:cubicBezTo>
                <a:lnTo>
                  <a:pt x="29352" y="107729"/>
                </a:lnTo>
                <a:cubicBezTo>
                  <a:pt x="21702" y="107729"/>
                  <a:pt x="16706" y="108042"/>
                  <a:pt x="14520" y="108354"/>
                </a:cubicBezTo>
                <a:cubicBezTo>
                  <a:pt x="12959" y="108666"/>
                  <a:pt x="11710" y="109291"/>
                  <a:pt x="11085" y="110071"/>
                </a:cubicBezTo>
                <a:cubicBezTo>
                  <a:pt x="10461" y="110852"/>
                  <a:pt x="9992" y="111945"/>
                  <a:pt x="9992" y="113194"/>
                </a:cubicBezTo>
                <a:cubicBezTo>
                  <a:pt x="9992" y="114599"/>
                  <a:pt x="10461" y="116316"/>
                  <a:pt x="11241" y="118190"/>
                </a:cubicBezTo>
                <a:lnTo>
                  <a:pt x="8431" y="119439"/>
                </a:lnTo>
                <a:lnTo>
                  <a:pt x="0" y="98362"/>
                </a:lnTo>
                <a:lnTo>
                  <a:pt x="0" y="95083"/>
                </a:lnTo>
                <a:lnTo>
                  <a:pt x="14832" y="95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9013A-9EF5-48BE-9F07-A8409B68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69" y="3208407"/>
            <a:ext cx="16862" cy="16862"/>
          </a:xfrm>
          <a:custGeom xmlns:a="http://schemas.openxmlformats.org/drawingml/2006/main">
            <a:pathLst>
              <a:path w="16862" h="16862">
                <a:moveTo>
                  <a:pt x="0" y="8431"/>
                </a:moveTo>
                <a:cubicBezTo>
                  <a:pt x="0" y="6089"/>
                  <a:pt x="937" y="4059"/>
                  <a:pt x="2498" y="2498"/>
                </a:cubicBezTo>
                <a:cubicBezTo>
                  <a:pt x="4215" y="937"/>
                  <a:pt x="6245" y="0"/>
                  <a:pt x="8587" y="0"/>
                </a:cubicBezTo>
                <a:cubicBezTo>
                  <a:pt x="10929" y="0"/>
                  <a:pt x="12959" y="937"/>
                  <a:pt x="14520" y="2498"/>
                </a:cubicBezTo>
                <a:cubicBezTo>
                  <a:pt x="16081" y="4215"/>
                  <a:pt x="16862" y="6245"/>
                  <a:pt x="16862" y="8431"/>
                </a:cubicBezTo>
                <a:cubicBezTo>
                  <a:pt x="16862" y="10773"/>
                  <a:pt x="16081" y="12803"/>
                  <a:pt x="14520" y="14364"/>
                </a:cubicBezTo>
                <a:cubicBezTo>
                  <a:pt x="12959" y="16081"/>
                  <a:pt x="10929" y="16862"/>
                  <a:pt x="8587" y="16862"/>
                </a:cubicBezTo>
                <a:cubicBezTo>
                  <a:pt x="6245" y="16862"/>
                  <a:pt x="4215" y="16081"/>
                  <a:pt x="2498" y="14364"/>
                </a:cubicBezTo>
                <a:cubicBezTo>
                  <a:pt x="937" y="12803"/>
                  <a:pt x="0" y="10773"/>
                  <a:pt x="0" y="84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D35D7-EE32-4E58-9C69-52E77D11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4" y="3066329"/>
            <a:ext cx="103358" cy="88838"/>
          </a:xfrm>
          <a:custGeom xmlns:a="http://schemas.openxmlformats.org/drawingml/2006/main">
            <a:pathLst>
              <a:path w="103358" h="88838">
                <a:moveTo>
                  <a:pt x="74786" y="2498"/>
                </a:moveTo>
                <a:lnTo>
                  <a:pt x="75254" y="0"/>
                </a:lnTo>
                <a:lnTo>
                  <a:pt x="103358" y="8743"/>
                </a:lnTo>
                <a:lnTo>
                  <a:pt x="103358" y="88838"/>
                </a:lnTo>
                <a:lnTo>
                  <a:pt x="100547" y="88838"/>
                </a:lnTo>
                <a:lnTo>
                  <a:pt x="100547" y="84934"/>
                </a:lnTo>
                <a:cubicBezTo>
                  <a:pt x="100547" y="80563"/>
                  <a:pt x="99142" y="77440"/>
                  <a:pt x="96332" y="75567"/>
                </a:cubicBezTo>
                <a:cubicBezTo>
                  <a:pt x="94771" y="74630"/>
                  <a:pt x="90867" y="74005"/>
                  <a:pt x="84934" y="74005"/>
                </a:cubicBezTo>
                <a:lnTo>
                  <a:pt x="18267" y="74005"/>
                </a:lnTo>
                <a:cubicBezTo>
                  <a:pt x="11866" y="74005"/>
                  <a:pt x="7806" y="74786"/>
                  <a:pt x="6089" y="76035"/>
                </a:cubicBezTo>
                <a:cubicBezTo>
                  <a:pt x="3903" y="78065"/>
                  <a:pt x="2810" y="81031"/>
                  <a:pt x="2810" y="84934"/>
                </a:cubicBezTo>
                <a:lnTo>
                  <a:pt x="2810" y="88838"/>
                </a:lnTo>
                <a:lnTo>
                  <a:pt x="0" y="88838"/>
                </a:lnTo>
                <a:lnTo>
                  <a:pt x="0" y="41999"/>
                </a:lnTo>
                <a:lnTo>
                  <a:pt x="2810" y="41999"/>
                </a:lnTo>
                <a:cubicBezTo>
                  <a:pt x="2810" y="47620"/>
                  <a:pt x="3279" y="51367"/>
                  <a:pt x="4372" y="53552"/>
                </a:cubicBezTo>
                <a:cubicBezTo>
                  <a:pt x="5465" y="55738"/>
                  <a:pt x="6870" y="57300"/>
                  <a:pt x="8431" y="58080"/>
                </a:cubicBezTo>
                <a:cubicBezTo>
                  <a:pt x="9992" y="59017"/>
                  <a:pt x="13896" y="59329"/>
                  <a:pt x="19985" y="59329"/>
                </a:cubicBezTo>
                <a:lnTo>
                  <a:pt x="84934" y="59329"/>
                </a:lnTo>
                <a:cubicBezTo>
                  <a:pt x="89306" y="59329"/>
                  <a:pt x="92116" y="59017"/>
                  <a:pt x="93678" y="58080"/>
                </a:cubicBezTo>
                <a:cubicBezTo>
                  <a:pt x="94771" y="57456"/>
                  <a:pt x="95551" y="56519"/>
                  <a:pt x="96020" y="55270"/>
                </a:cubicBezTo>
                <a:cubicBezTo>
                  <a:pt x="96644" y="54021"/>
                  <a:pt x="96800" y="50118"/>
                  <a:pt x="96800" y="43404"/>
                </a:cubicBezTo>
                <a:lnTo>
                  <a:pt x="96800" y="35910"/>
                </a:lnTo>
                <a:cubicBezTo>
                  <a:pt x="96800" y="27947"/>
                  <a:pt x="96332" y="22327"/>
                  <a:pt x="95083" y="19204"/>
                </a:cubicBezTo>
                <a:cubicBezTo>
                  <a:pt x="93990" y="16081"/>
                  <a:pt x="91960" y="13115"/>
                  <a:pt x="88838" y="10461"/>
                </a:cubicBezTo>
                <a:cubicBezTo>
                  <a:pt x="85871" y="7806"/>
                  <a:pt x="81187" y="5152"/>
                  <a:pt x="74786" y="24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F24A1-D781-4734-9ADD-8369DBCF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2993884"/>
            <a:ext cx="73069" cy="63389"/>
          </a:xfrm>
          <a:custGeom xmlns:a="http://schemas.openxmlformats.org/drawingml/2006/main">
            <a:pathLst>
              <a:path w="73069" h="63389">
                <a:moveTo>
                  <a:pt x="61827" y="24512"/>
                </a:moveTo>
                <a:cubicBezTo>
                  <a:pt x="67448" y="31694"/>
                  <a:pt x="70571" y="36222"/>
                  <a:pt x="71351" y="38096"/>
                </a:cubicBezTo>
                <a:cubicBezTo>
                  <a:pt x="72444" y="40906"/>
                  <a:pt x="73069" y="43716"/>
                  <a:pt x="73069" y="46839"/>
                </a:cubicBezTo>
                <a:cubicBezTo>
                  <a:pt x="73069" y="51679"/>
                  <a:pt x="71507" y="55582"/>
                  <a:pt x="68229" y="58705"/>
                </a:cubicBezTo>
                <a:cubicBezTo>
                  <a:pt x="65106" y="61827"/>
                  <a:pt x="60734" y="63389"/>
                  <a:pt x="55270" y="63389"/>
                </a:cubicBezTo>
                <a:cubicBezTo>
                  <a:pt x="51835" y="63389"/>
                  <a:pt x="48869" y="62764"/>
                  <a:pt x="46370" y="61203"/>
                </a:cubicBezTo>
                <a:cubicBezTo>
                  <a:pt x="42936" y="59173"/>
                  <a:pt x="39813" y="55582"/>
                  <a:pt x="36690" y="50430"/>
                </a:cubicBezTo>
                <a:cubicBezTo>
                  <a:pt x="33724" y="45278"/>
                  <a:pt x="29977" y="36690"/>
                  <a:pt x="25605" y="24512"/>
                </a:cubicBezTo>
                <a:lnTo>
                  <a:pt x="22795" y="24512"/>
                </a:lnTo>
                <a:cubicBezTo>
                  <a:pt x="15925" y="24512"/>
                  <a:pt x="11085" y="25761"/>
                  <a:pt x="8431" y="27947"/>
                </a:cubicBezTo>
                <a:cubicBezTo>
                  <a:pt x="5933" y="30133"/>
                  <a:pt x="4528" y="33412"/>
                  <a:pt x="4528" y="37471"/>
                </a:cubicBezTo>
                <a:cubicBezTo>
                  <a:pt x="4528" y="40750"/>
                  <a:pt x="5465" y="43248"/>
                  <a:pt x="7182" y="45121"/>
                </a:cubicBezTo>
                <a:cubicBezTo>
                  <a:pt x="9056" y="47151"/>
                  <a:pt x="10929" y="48088"/>
                  <a:pt x="13115" y="48088"/>
                </a:cubicBezTo>
                <a:lnTo>
                  <a:pt x="17487" y="47932"/>
                </a:lnTo>
                <a:cubicBezTo>
                  <a:pt x="19985" y="47932"/>
                  <a:pt x="21702" y="48556"/>
                  <a:pt x="22951" y="49805"/>
                </a:cubicBezTo>
                <a:cubicBezTo>
                  <a:pt x="24200" y="51054"/>
                  <a:pt x="24825" y="52460"/>
                  <a:pt x="24825" y="54333"/>
                </a:cubicBezTo>
                <a:cubicBezTo>
                  <a:pt x="24825" y="56207"/>
                  <a:pt x="24200" y="57768"/>
                  <a:pt x="22951" y="59017"/>
                </a:cubicBezTo>
                <a:cubicBezTo>
                  <a:pt x="21702" y="60266"/>
                  <a:pt x="19828" y="60734"/>
                  <a:pt x="17487" y="60734"/>
                </a:cubicBezTo>
                <a:cubicBezTo>
                  <a:pt x="13115" y="60734"/>
                  <a:pt x="9212" y="58549"/>
                  <a:pt x="5465" y="54021"/>
                </a:cubicBezTo>
                <a:cubicBezTo>
                  <a:pt x="1874" y="49649"/>
                  <a:pt x="0" y="43404"/>
                  <a:pt x="0" y="35285"/>
                </a:cubicBezTo>
                <a:cubicBezTo>
                  <a:pt x="0" y="29040"/>
                  <a:pt x="1093" y="24044"/>
                  <a:pt x="3123" y="19985"/>
                </a:cubicBezTo>
                <a:cubicBezTo>
                  <a:pt x="4684" y="17018"/>
                  <a:pt x="7182" y="14832"/>
                  <a:pt x="10461" y="13427"/>
                </a:cubicBezTo>
                <a:cubicBezTo>
                  <a:pt x="12646" y="12490"/>
                  <a:pt x="17174" y="12022"/>
                  <a:pt x="23888" y="12022"/>
                </a:cubicBezTo>
                <a:lnTo>
                  <a:pt x="47620" y="12022"/>
                </a:lnTo>
                <a:cubicBezTo>
                  <a:pt x="54333" y="12022"/>
                  <a:pt x="58392" y="12022"/>
                  <a:pt x="59798" y="11710"/>
                </a:cubicBezTo>
                <a:cubicBezTo>
                  <a:pt x="61359" y="11397"/>
                  <a:pt x="62296" y="11085"/>
                  <a:pt x="62764" y="10461"/>
                </a:cubicBezTo>
                <a:cubicBezTo>
                  <a:pt x="63389" y="9836"/>
                  <a:pt x="63545" y="9212"/>
                  <a:pt x="63545" y="8431"/>
                </a:cubicBezTo>
                <a:cubicBezTo>
                  <a:pt x="63545" y="7650"/>
                  <a:pt x="63389" y="6870"/>
                  <a:pt x="63076" y="6245"/>
                </a:cubicBezTo>
                <a:cubicBezTo>
                  <a:pt x="62452" y="5152"/>
                  <a:pt x="60578" y="3123"/>
                  <a:pt x="57456" y="0"/>
                </a:cubicBezTo>
                <a:lnTo>
                  <a:pt x="61827" y="0"/>
                </a:lnTo>
                <a:cubicBezTo>
                  <a:pt x="69322" y="5777"/>
                  <a:pt x="73069" y="11241"/>
                  <a:pt x="73069" y="16394"/>
                </a:cubicBezTo>
                <a:cubicBezTo>
                  <a:pt x="73069" y="18892"/>
                  <a:pt x="72132" y="20921"/>
                  <a:pt x="70571" y="22327"/>
                </a:cubicBezTo>
                <a:cubicBezTo>
                  <a:pt x="69009" y="23888"/>
                  <a:pt x="66043" y="24512"/>
                  <a:pt x="61827" y="24512"/>
                </a:cubicBezTo>
                <a:close/>
                <a:moveTo>
                  <a:pt x="56831" y="24512"/>
                </a:moveTo>
                <a:lnTo>
                  <a:pt x="30133" y="24512"/>
                </a:lnTo>
                <a:cubicBezTo>
                  <a:pt x="33256" y="32319"/>
                  <a:pt x="35441" y="37315"/>
                  <a:pt x="36690" y="39501"/>
                </a:cubicBezTo>
                <a:cubicBezTo>
                  <a:pt x="38876" y="43560"/>
                  <a:pt x="41218" y="46370"/>
                  <a:pt x="43716" y="48088"/>
                </a:cubicBezTo>
                <a:cubicBezTo>
                  <a:pt x="46214" y="49805"/>
                  <a:pt x="48869" y="50586"/>
                  <a:pt x="51679" y="50586"/>
                </a:cubicBezTo>
                <a:cubicBezTo>
                  <a:pt x="55426" y="50586"/>
                  <a:pt x="58392" y="49493"/>
                  <a:pt x="60891" y="47307"/>
                </a:cubicBezTo>
                <a:cubicBezTo>
                  <a:pt x="63389" y="45121"/>
                  <a:pt x="64481" y="42623"/>
                  <a:pt x="64481" y="39813"/>
                </a:cubicBezTo>
                <a:cubicBezTo>
                  <a:pt x="64481" y="36066"/>
                  <a:pt x="61983" y="30914"/>
                  <a:pt x="56831" y="24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1B0FB-D70D-4E22-ACE7-F52C8941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1" y="2950012"/>
            <a:ext cx="93678" cy="41999"/>
          </a:xfrm>
          <a:custGeom xmlns:a="http://schemas.openxmlformats.org/drawingml/2006/main">
            <a:pathLst>
              <a:path w="93678" h="41999">
                <a:moveTo>
                  <a:pt x="0" y="18423"/>
                </a:moveTo>
                <a:lnTo>
                  <a:pt x="22951" y="18423"/>
                </a:lnTo>
                <a:lnTo>
                  <a:pt x="22951" y="2030"/>
                </a:lnTo>
                <a:lnTo>
                  <a:pt x="28259" y="2030"/>
                </a:lnTo>
                <a:lnTo>
                  <a:pt x="28259" y="18423"/>
                </a:lnTo>
                <a:lnTo>
                  <a:pt x="73537" y="18423"/>
                </a:lnTo>
                <a:cubicBezTo>
                  <a:pt x="78065" y="18423"/>
                  <a:pt x="81187" y="17799"/>
                  <a:pt x="82749" y="16550"/>
                </a:cubicBezTo>
                <a:cubicBezTo>
                  <a:pt x="84310" y="15301"/>
                  <a:pt x="85091" y="13583"/>
                  <a:pt x="85091" y="11397"/>
                </a:cubicBezTo>
                <a:cubicBezTo>
                  <a:pt x="85091" y="9836"/>
                  <a:pt x="84622" y="8119"/>
                  <a:pt x="83529" y="6557"/>
                </a:cubicBezTo>
                <a:cubicBezTo>
                  <a:pt x="82593" y="4996"/>
                  <a:pt x="81031" y="3903"/>
                  <a:pt x="78845" y="2966"/>
                </a:cubicBezTo>
                <a:lnTo>
                  <a:pt x="78845" y="0"/>
                </a:lnTo>
                <a:cubicBezTo>
                  <a:pt x="83842" y="1874"/>
                  <a:pt x="87589" y="4372"/>
                  <a:pt x="90087" y="7494"/>
                </a:cubicBezTo>
                <a:cubicBezTo>
                  <a:pt x="92585" y="10773"/>
                  <a:pt x="93678" y="14052"/>
                  <a:pt x="93678" y="17487"/>
                </a:cubicBezTo>
                <a:cubicBezTo>
                  <a:pt x="93678" y="19985"/>
                  <a:pt x="93053" y="22327"/>
                  <a:pt x="91804" y="24512"/>
                </a:cubicBezTo>
                <a:cubicBezTo>
                  <a:pt x="90555" y="26698"/>
                  <a:pt x="88838" y="28416"/>
                  <a:pt x="86340" y="29352"/>
                </a:cubicBezTo>
                <a:cubicBezTo>
                  <a:pt x="83998" y="30445"/>
                  <a:pt x="80251" y="30914"/>
                  <a:pt x="75254" y="30914"/>
                </a:cubicBezTo>
                <a:lnTo>
                  <a:pt x="28259" y="30914"/>
                </a:lnTo>
                <a:lnTo>
                  <a:pt x="28259" y="41999"/>
                </a:lnTo>
                <a:lnTo>
                  <a:pt x="25761" y="41999"/>
                </a:lnTo>
                <a:cubicBezTo>
                  <a:pt x="24668" y="39189"/>
                  <a:pt x="22795" y="36378"/>
                  <a:pt x="20141" y="33412"/>
                </a:cubicBezTo>
                <a:cubicBezTo>
                  <a:pt x="17487" y="30601"/>
                  <a:pt x="14364" y="27947"/>
                  <a:pt x="10617" y="25605"/>
                </a:cubicBezTo>
                <a:cubicBezTo>
                  <a:pt x="8743" y="24512"/>
                  <a:pt x="5152" y="22951"/>
                  <a:pt x="0" y="20765"/>
                </a:cubicBezTo>
                <a:lnTo>
                  <a:pt x="0" y="18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8B4C6-54E1-471E-BBBE-EB798A6A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6" y="2885218"/>
            <a:ext cx="74005" cy="59173"/>
          </a:xfrm>
          <a:custGeom xmlns:a="http://schemas.openxmlformats.org/drawingml/2006/main">
            <a:pathLst>
              <a:path w="74005" h="59173">
                <a:moveTo>
                  <a:pt x="28416" y="48400"/>
                </a:moveTo>
                <a:cubicBezTo>
                  <a:pt x="38876" y="48400"/>
                  <a:pt x="46995" y="45902"/>
                  <a:pt x="52928" y="40750"/>
                </a:cubicBezTo>
                <a:cubicBezTo>
                  <a:pt x="58861" y="35754"/>
                  <a:pt x="61671" y="29665"/>
                  <a:pt x="61671" y="22795"/>
                </a:cubicBezTo>
                <a:cubicBezTo>
                  <a:pt x="61671" y="18423"/>
                  <a:pt x="60422" y="14520"/>
                  <a:pt x="57924" y="11085"/>
                </a:cubicBezTo>
                <a:cubicBezTo>
                  <a:pt x="55426" y="7650"/>
                  <a:pt x="51210" y="4840"/>
                  <a:pt x="44965" y="2498"/>
                </a:cubicBezTo>
                <a:lnTo>
                  <a:pt x="46527" y="0"/>
                </a:lnTo>
                <a:cubicBezTo>
                  <a:pt x="53552" y="1249"/>
                  <a:pt x="59954" y="4372"/>
                  <a:pt x="65574" y="9368"/>
                </a:cubicBezTo>
                <a:cubicBezTo>
                  <a:pt x="71195" y="14520"/>
                  <a:pt x="74005" y="20921"/>
                  <a:pt x="74005" y="28728"/>
                </a:cubicBezTo>
                <a:cubicBezTo>
                  <a:pt x="74005" y="37159"/>
                  <a:pt x="70883" y="44341"/>
                  <a:pt x="64325" y="50274"/>
                </a:cubicBezTo>
                <a:cubicBezTo>
                  <a:pt x="57768" y="56207"/>
                  <a:pt x="49025" y="59173"/>
                  <a:pt x="37939" y="59173"/>
                </a:cubicBezTo>
                <a:cubicBezTo>
                  <a:pt x="26074" y="59173"/>
                  <a:pt x="16706" y="56207"/>
                  <a:pt x="9992" y="49961"/>
                </a:cubicBezTo>
                <a:cubicBezTo>
                  <a:pt x="3435" y="43872"/>
                  <a:pt x="0" y="36222"/>
                  <a:pt x="0" y="26854"/>
                </a:cubicBezTo>
                <a:cubicBezTo>
                  <a:pt x="0" y="19048"/>
                  <a:pt x="2654" y="12646"/>
                  <a:pt x="7806" y="7650"/>
                </a:cubicBezTo>
                <a:cubicBezTo>
                  <a:pt x="12959" y="2654"/>
                  <a:pt x="19828" y="0"/>
                  <a:pt x="28416" y="0"/>
                </a:cubicBezTo>
                <a:lnTo>
                  <a:pt x="28416" y="48400"/>
                </a:lnTo>
                <a:close/>
                <a:moveTo>
                  <a:pt x="24044" y="48400"/>
                </a:moveTo>
                <a:lnTo>
                  <a:pt x="24044" y="16081"/>
                </a:lnTo>
                <a:cubicBezTo>
                  <a:pt x="19672" y="16394"/>
                  <a:pt x="16394" y="16862"/>
                  <a:pt x="14520" y="17643"/>
                </a:cubicBezTo>
                <a:cubicBezTo>
                  <a:pt x="11710" y="18892"/>
                  <a:pt x="9524" y="20765"/>
                  <a:pt x="7963" y="23263"/>
                </a:cubicBezTo>
                <a:cubicBezTo>
                  <a:pt x="6401" y="25761"/>
                  <a:pt x="5465" y="28416"/>
                  <a:pt x="5465" y="31226"/>
                </a:cubicBezTo>
                <a:cubicBezTo>
                  <a:pt x="5465" y="35441"/>
                  <a:pt x="7182" y="39189"/>
                  <a:pt x="10461" y="42467"/>
                </a:cubicBezTo>
                <a:cubicBezTo>
                  <a:pt x="13739" y="45902"/>
                  <a:pt x="18267" y="47776"/>
                  <a:pt x="24044" y="48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39E29-0FAC-4E49-81A9-70DB7936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2803406"/>
            <a:ext cx="71820" cy="76503"/>
          </a:xfrm>
          <a:custGeom xmlns:a="http://schemas.openxmlformats.org/drawingml/2006/main">
            <a:pathLst>
              <a:path w="71820" h="76503">
                <a:moveTo>
                  <a:pt x="14676" y="52147"/>
                </a:moveTo>
                <a:cubicBezTo>
                  <a:pt x="4996" y="44029"/>
                  <a:pt x="0" y="36222"/>
                  <a:pt x="0" y="28728"/>
                </a:cubicBezTo>
                <a:cubicBezTo>
                  <a:pt x="0" y="24981"/>
                  <a:pt x="937" y="21858"/>
                  <a:pt x="2810" y="19048"/>
                </a:cubicBezTo>
                <a:cubicBezTo>
                  <a:pt x="4684" y="16237"/>
                  <a:pt x="7806" y="14052"/>
                  <a:pt x="12178" y="12334"/>
                </a:cubicBezTo>
                <a:cubicBezTo>
                  <a:pt x="15301" y="11397"/>
                  <a:pt x="19985" y="10773"/>
                  <a:pt x="26230" y="10773"/>
                </a:cubicBezTo>
                <a:lnTo>
                  <a:pt x="56050" y="10773"/>
                </a:lnTo>
                <a:cubicBezTo>
                  <a:pt x="60422" y="10773"/>
                  <a:pt x="63545" y="10461"/>
                  <a:pt x="65106" y="9680"/>
                </a:cubicBezTo>
                <a:cubicBezTo>
                  <a:pt x="66355" y="9212"/>
                  <a:pt x="67448" y="8275"/>
                  <a:pt x="68072" y="7026"/>
                </a:cubicBezTo>
                <a:cubicBezTo>
                  <a:pt x="68697" y="5777"/>
                  <a:pt x="69009" y="3435"/>
                  <a:pt x="69009" y="0"/>
                </a:cubicBezTo>
                <a:lnTo>
                  <a:pt x="71820" y="0"/>
                </a:lnTo>
                <a:lnTo>
                  <a:pt x="71820" y="34661"/>
                </a:lnTo>
                <a:lnTo>
                  <a:pt x="69009" y="34661"/>
                </a:lnTo>
                <a:lnTo>
                  <a:pt x="69009" y="33099"/>
                </a:lnTo>
                <a:cubicBezTo>
                  <a:pt x="69009" y="29977"/>
                  <a:pt x="68541" y="27635"/>
                  <a:pt x="67604" y="26386"/>
                </a:cubicBezTo>
                <a:cubicBezTo>
                  <a:pt x="66667" y="25137"/>
                  <a:pt x="65106" y="24200"/>
                  <a:pt x="63232" y="23576"/>
                </a:cubicBezTo>
                <a:cubicBezTo>
                  <a:pt x="62452" y="23419"/>
                  <a:pt x="60110" y="23263"/>
                  <a:pt x="56050" y="23263"/>
                </a:cubicBezTo>
                <a:lnTo>
                  <a:pt x="27479" y="23263"/>
                </a:lnTo>
                <a:cubicBezTo>
                  <a:pt x="21234" y="23263"/>
                  <a:pt x="16550" y="24200"/>
                  <a:pt x="13739" y="25761"/>
                </a:cubicBezTo>
                <a:cubicBezTo>
                  <a:pt x="10929" y="27479"/>
                  <a:pt x="9368" y="30289"/>
                  <a:pt x="9368" y="34192"/>
                </a:cubicBezTo>
                <a:cubicBezTo>
                  <a:pt x="9368" y="40281"/>
                  <a:pt x="12646" y="46214"/>
                  <a:pt x="19204" y="52147"/>
                </a:cubicBezTo>
                <a:lnTo>
                  <a:pt x="56050" y="52147"/>
                </a:lnTo>
                <a:cubicBezTo>
                  <a:pt x="60734" y="52147"/>
                  <a:pt x="63701" y="51991"/>
                  <a:pt x="64794" y="51367"/>
                </a:cubicBezTo>
                <a:cubicBezTo>
                  <a:pt x="66355" y="50742"/>
                  <a:pt x="67448" y="49649"/>
                  <a:pt x="68072" y="48400"/>
                </a:cubicBezTo>
                <a:cubicBezTo>
                  <a:pt x="68697" y="47151"/>
                  <a:pt x="69009" y="44653"/>
                  <a:pt x="69009" y="40906"/>
                </a:cubicBezTo>
                <a:lnTo>
                  <a:pt x="71820" y="40906"/>
                </a:lnTo>
                <a:lnTo>
                  <a:pt x="71820" y="75411"/>
                </a:lnTo>
                <a:lnTo>
                  <a:pt x="69009" y="75411"/>
                </a:lnTo>
                <a:lnTo>
                  <a:pt x="69009" y="73849"/>
                </a:lnTo>
                <a:cubicBezTo>
                  <a:pt x="69009" y="70414"/>
                  <a:pt x="68229" y="67916"/>
                  <a:pt x="66355" y="66667"/>
                </a:cubicBezTo>
                <a:cubicBezTo>
                  <a:pt x="64638" y="65418"/>
                  <a:pt x="61203" y="64794"/>
                  <a:pt x="56050" y="64794"/>
                </a:cubicBezTo>
                <a:lnTo>
                  <a:pt x="30133" y="64794"/>
                </a:lnTo>
                <a:cubicBezTo>
                  <a:pt x="21702" y="64794"/>
                  <a:pt x="16706" y="65106"/>
                  <a:pt x="14832" y="65418"/>
                </a:cubicBezTo>
                <a:cubicBezTo>
                  <a:pt x="12959" y="65731"/>
                  <a:pt x="11710" y="66355"/>
                  <a:pt x="11085" y="67136"/>
                </a:cubicBezTo>
                <a:cubicBezTo>
                  <a:pt x="10461" y="67916"/>
                  <a:pt x="9992" y="69009"/>
                  <a:pt x="9992" y="70258"/>
                </a:cubicBezTo>
                <a:cubicBezTo>
                  <a:pt x="9992" y="71820"/>
                  <a:pt x="10461" y="73537"/>
                  <a:pt x="11241" y="75411"/>
                </a:cubicBezTo>
                <a:lnTo>
                  <a:pt x="8431" y="76503"/>
                </a:lnTo>
                <a:lnTo>
                  <a:pt x="0" y="55426"/>
                </a:lnTo>
                <a:lnTo>
                  <a:pt x="0" y="52147"/>
                </a:lnTo>
                <a:lnTo>
                  <a:pt x="14676" y="52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1FA97-0B64-4FD2-B033-9EA18089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2" y="2738613"/>
            <a:ext cx="73849" cy="58861"/>
          </a:xfrm>
          <a:custGeom xmlns:a="http://schemas.openxmlformats.org/drawingml/2006/main">
            <a:pathLst>
              <a:path w="73849" h="58861">
                <a:moveTo>
                  <a:pt x="45278" y="0"/>
                </a:moveTo>
                <a:cubicBezTo>
                  <a:pt x="54489" y="1874"/>
                  <a:pt x="61515" y="5621"/>
                  <a:pt x="66511" y="11085"/>
                </a:cubicBezTo>
                <a:cubicBezTo>
                  <a:pt x="71507" y="16550"/>
                  <a:pt x="73849" y="22639"/>
                  <a:pt x="73849" y="29196"/>
                </a:cubicBezTo>
                <a:cubicBezTo>
                  <a:pt x="73849" y="37315"/>
                  <a:pt x="70571" y="44185"/>
                  <a:pt x="64013" y="50118"/>
                </a:cubicBezTo>
                <a:cubicBezTo>
                  <a:pt x="57456" y="56050"/>
                  <a:pt x="48400" y="58861"/>
                  <a:pt x="37003" y="58861"/>
                </a:cubicBezTo>
                <a:cubicBezTo>
                  <a:pt x="26074" y="58861"/>
                  <a:pt x="17174" y="55582"/>
                  <a:pt x="10305" y="49025"/>
                </a:cubicBezTo>
                <a:cubicBezTo>
                  <a:pt x="3435" y="42467"/>
                  <a:pt x="0" y="34661"/>
                  <a:pt x="0" y="25449"/>
                </a:cubicBezTo>
                <a:cubicBezTo>
                  <a:pt x="0" y="18736"/>
                  <a:pt x="1874" y="13115"/>
                  <a:pt x="5465" y="8743"/>
                </a:cubicBezTo>
                <a:cubicBezTo>
                  <a:pt x="9056" y="4372"/>
                  <a:pt x="12803" y="2030"/>
                  <a:pt x="16706" y="2030"/>
                </a:cubicBezTo>
                <a:cubicBezTo>
                  <a:pt x="18736" y="2030"/>
                  <a:pt x="20297" y="2654"/>
                  <a:pt x="21390" y="3903"/>
                </a:cubicBezTo>
                <a:cubicBezTo>
                  <a:pt x="22639" y="5152"/>
                  <a:pt x="23107" y="6870"/>
                  <a:pt x="23107" y="9056"/>
                </a:cubicBezTo>
                <a:cubicBezTo>
                  <a:pt x="23107" y="12178"/>
                  <a:pt x="22170" y="14364"/>
                  <a:pt x="20297" y="15769"/>
                </a:cubicBezTo>
                <a:cubicBezTo>
                  <a:pt x="19360" y="16706"/>
                  <a:pt x="17330" y="17330"/>
                  <a:pt x="14208" y="17643"/>
                </a:cubicBezTo>
                <a:cubicBezTo>
                  <a:pt x="11241" y="17955"/>
                  <a:pt x="8899" y="18892"/>
                  <a:pt x="7338" y="20609"/>
                </a:cubicBezTo>
                <a:cubicBezTo>
                  <a:pt x="5777" y="22483"/>
                  <a:pt x="4996" y="24981"/>
                  <a:pt x="4996" y="28103"/>
                </a:cubicBezTo>
                <a:cubicBezTo>
                  <a:pt x="4996" y="33099"/>
                  <a:pt x="6870" y="37159"/>
                  <a:pt x="10617" y="40281"/>
                </a:cubicBezTo>
                <a:cubicBezTo>
                  <a:pt x="15613" y="44497"/>
                  <a:pt x="22327" y="46527"/>
                  <a:pt x="30445" y="46527"/>
                </a:cubicBezTo>
                <a:cubicBezTo>
                  <a:pt x="38876" y="46527"/>
                  <a:pt x="46214" y="44497"/>
                  <a:pt x="52460" y="40438"/>
                </a:cubicBezTo>
                <a:cubicBezTo>
                  <a:pt x="58861" y="36378"/>
                  <a:pt x="61983" y="30758"/>
                  <a:pt x="61983" y="23732"/>
                </a:cubicBezTo>
                <a:cubicBezTo>
                  <a:pt x="61983" y="18736"/>
                  <a:pt x="60422" y="14364"/>
                  <a:pt x="56987" y="10305"/>
                </a:cubicBezTo>
                <a:cubicBezTo>
                  <a:pt x="54645" y="7494"/>
                  <a:pt x="50430" y="4840"/>
                  <a:pt x="44185" y="2186"/>
                </a:cubicBezTo>
                <a:lnTo>
                  <a:pt x="452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84961-7F7F-4A1D-8907-D948B62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2" y="2656333"/>
            <a:ext cx="103358" cy="76191"/>
          </a:xfrm>
          <a:custGeom xmlns:a="http://schemas.openxmlformats.org/drawingml/2006/main">
            <a:pathLst>
              <a:path w="103358" h="76191">
                <a:moveTo>
                  <a:pt x="0" y="76191"/>
                </a:moveTo>
                <a:lnTo>
                  <a:pt x="0" y="43716"/>
                </a:lnTo>
                <a:lnTo>
                  <a:pt x="2810" y="43716"/>
                </a:lnTo>
                <a:lnTo>
                  <a:pt x="2810" y="45278"/>
                </a:lnTo>
                <a:cubicBezTo>
                  <a:pt x="2810" y="47620"/>
                  <a:pt x="3435" y="49337"/>
                  <a:pt x="4372" y="50430"/>
                </a:cubicBezTo>
                <a:cubicBezTo>
                  <a:pt x="5308" y="51679"/>
                  <a:pt x="6557" y="52147"/>
                  <a:pt x="7963" y="52147"/>
                </a:cubicBezTo>
                <a:cubicBezTo>
                  <a:pt x="9992" y="52147"/>
                  <a:pt x="12803" y="51367"/>
                  <a:pt x="16237" y="49649"/>
                </a:cubicBezTo>
                <a:lnTo>
                  <a:pt x="51367" y="32631"/>
                </a:lnTo>
                <a:lnTo>
                  <a:pt x="12803" y="17018"/>
                </a:lnTo>
                <a:cubicBezTo>
                  <a:pt x="10773" y="16081"/>
                  <a:pt x="8743" y="15613"/>
                  <a:pt x="6714" y="15613"/>
                </a:cubicBezTo>
                <a:cubicBezTo>
                  <a:pt x="5777" y="15613"/>
                  <a:pt x="5152" y="15925"/>
                  <a:pt x="4684" y="16237"/>
                </a:cubicBezTo>
                <a:cubicBezTo>
                  <a:pt x="4059" y="16706"/>
                  <a:pt x="3591" y="17330"/>
                  <a:pt x="3279" y="18111"/>
                </a:cubicBezTo>
                <a:cubicBezTo>
                  <a:pt x="2966" y="19048"/>
                  <a:pt x="2810" y="20453"/>
                  <a:pt x="2810" y="22639"/>
                </a:cubicBezTo>
                <a:lnTo>
                  <a:pt x="0" y="22639"/>
                </a:lnTo>
                <a:lnTo>
                  <a:pt x="0" y="0"/>
                </a:lnTo>
                <a:lnTo>
                  <a:pt x="2810" y="0"/>
                </a:lnTo>
                <a:cubicBezTo>
                  <a:pt x="3123" y="1874"/>
                  <a:pt x="3435" y="3435"/>
                  <a:pt x="4059" y="4372"/>
                </a:cubicBezTo>
                <a:cubicBezTo>
                  <a:pt x="4684" y="5308"/>
                  <a:pt x="5777" y="6401"/>
                  <a:pt x="7494" y="7650"/>
                </a:cubicBezTo>
                <a:cubicBezTo>
                  <a:pt x="8119" y="8275"/>
                  <a:pt x="10148" y="9056"/>
                  <a:pt x="13271" y="10305"/>
                </a:cubicBezTo>
                <a:lnTo>
                  <a:pt x="82749" y="38720"/>
                </a:lnTo>
                <a:cubicBezTo>
                  <a:pt x="89462" y="41530"/>
                  <a:pt x="94614" y="45121"/>
                  <a:pt x="98049" y="49493"/>
                </a:cubicBezTo>
                <a:cubicBezTo>
                  <a:pt x="101484" y="54021"/>
                  <a:pt x="103358" y="58236"/>
                  <a:pt x="103358" y="62296"/>
                </a:cubicBezTo>
                <a:cubicBezTo>
                  <a:pt x="103358" y="65418"/>
                  <a:pt x="102421" y="67916"/>
                  <a:pt x="100704" y="69790"/>
                </a:cubicBezTo>
                <a:cubicBezTo>
                  <a:pt x="98986" y="71663"/>
                  <a:pt x="96956" y="72600"/>
                  <a:pt x="94771" y="72600"/>
                </a:cubicBezTo>
                <a:cubicBezTo>
                  <a:pt x="92585" y="72600"/>
                  <a:pt x="90867" y="71976"/>
                  <a:pt x="89618" y="70571"/>
                </a:cubicBezTo>
                <a:cubicBezTo>
                  <a:pt x="88369" y="69165"/>
                  <a:pt x="87745" y="67292"/>
                  <a:pt x="87745" y="64794"/>
                </a:cubicBezTo>
                <a:cubicBezTo>
                  <a:pt x="87745" y="63232"/>
                  <a:pt x="88213" y="60891"/>
                  <a:pt x="89306" y="57924"/>
                </a:cubicBezTo>
                <a:cubicBezTo>
                  <a:pt x="90087" y="55894"/>
                  <a:pt x="90555" y="54645"/>
                  <a:pt x="90555" y="54177"/>
                </a:cubicBezTo>
                <a:cubicBezTo>
                  <a:pt x="90555" y="52616"/>
                  <a:pt x="89774" y="51054"/>
                  <a:pt x="88213" y="49181"/>
                </a:cubicBezTo>
                <a:cubicBezTo>
                  <a:pt x="86652" y="47307"/>
                  <a:pt x="83529" y="45590"/>
                  <a:pt x="79002" y="43716"/>
                </a:cubicBezTo>
                <a:lnTo>
                  <a:pt x="66980" y="38720"/>
                </a:lnTo>
                <a:lnTo>
                  <a:pt x="14364" y="63857"/>
                </a:lnTo>
                <a:cubicBezTo>
                  <a:pt x="12803" y="64638"/>
                  <a:pt x="10929" y="65887"/>
                  <a:pt x="8431" y="67448"/>
                </a:cubicBezTo>
                <a:cubicBezTo>
                  <a:pt x="6714" y="68697"/>
                  <a:pt x="5465" y="69790"/>
                  <a:pt x="4840" y="70571"/>
                </a:cubicBezTo>
                <a:cubicBezTo>
                  <a:pt x="4215" y="71820"/>
                  <a:pt x="3435" y="73693"/>
                  <a:pt x="2810" y="76191"/>
                </a:cubicBezTo>
                <a:lnTo>
                  <a:pt x="0" y="76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24015-B264-40C8-AD25-1AA355A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1788"/>
            <a:ext cx="2779658" cy="1072631"/>
          </a:xfrm>
          <a:custGeom xmlns:a="http://schemas.openxmlformats.org/drawingml/2006/main">
            <a:pathLst>
              <a:path w="2779658" h="1072631">
                <a:moveTo>
                  <a:pt x="0" y="1072631"/>
                </a:moveTo>
                <a:lnTo>
                  <a:pt x="2779658" y="1072631"/>
                </a:lnTo>
                <a:lnTo>
                  <a:pt x="2779658" y="0"/>
                </a:lnTo>
                <a:lnTo>
                  <a:pt x="0" y="0"/>
                </a:lnTo>
                <a:lnTo>
                  <a:pt x="0" y="1072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B62F6-D183-4AD6-A26A-33B581A2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B6D1E-2DB5-452B-AD0E-A65A97AF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8005E-9233-40BF-8DEC-861A9FF9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DFE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D1A06-847E-4BE3-9F37-C0062562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DE444-6D39-4895-9AB2-CC04DCD7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FDA19-8D77-4EEC-9919-403BF9E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1ED39-4AA6-447A-837D-0B7560E5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B042A-F5C2-4161-B216-FF08712F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4B67F-3407-4262-A779-11623FC7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2FC2F-1378-4ED8-8ABB-C232C170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3B88B-583F-4F16-A1C1-C77AB662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091DC-92E3-4B31-8243-423EE13A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3E1F6-07EB-49D2-9DEB-02BC4688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764BF-EF3B-4253-B8BA-0968B8DB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ECA0E-3198-4174-ADD4-2854F65D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F26BC-86C0-4908-B5E3-90411E52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248C8-B5B9-49C8-B99A-DDEB90BC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DDCAF-5840-48DB-90F8-DD2B9456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51EC1-8947-47DA-AC64-572E76F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8761A-E34C-464E-85CB-3A0EB4E2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1ACB1-9F32-41B4-98F6-42414550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66A81-6BC5-47D8-9B54-3779BEE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A7D2D-DC04-4DAF-9311-C9469A52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5567A-81AE-48B6-983C-88D48545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86136-5925-49B6-B21F-E887527A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3462B-5AA6-4107-A0A8-8B12C9C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AF9AE-60C9-40ED-8D5D-3CC9A749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82AE6-20E7-4D39-92C8-2512F22F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051D5-50CD-47BD-88AB-F0BE72C6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483FD-9575-4C36-BCCB-257F4B3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7F942-CADC-4984-BAAE-5FDD07C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3C8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D565A-CFA4-44B0-A7B1-ECB02E78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3B2D1-3A55-4860-8663-116753D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C7D69-B265-45E8-9BC3-641C010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4ED6F-3237-45CB-A28A-CF73AC49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63C2C-8A72-49FB-B3D5-6491BB0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42C86-8E49-4031-9150-430A9B8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D9DA9-0A1F-45F5-A3AD-14AF8E96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243E8-6574-4D3A-95F9-64DE76F6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8D7DE-F49E-4C6D-A34B-2A3C3120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983B5-1A13-4755-B9E3-1DAB7B24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08644-069A-4833-9E07-FE34EBD3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F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F1582-22E7-457E-BB78-8F04D037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9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FB6DB-22E8-4560-B5ED-0BFFC070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AEA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21A24-BF46-447C-84BC-A2AC286F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8DBAC-927B-4054-B9DC-CCBBDE5F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41C1E-C37F-4DDF-9E20-C08D9A3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985F0-5902-4A7D-816B-90C5187A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AA71B-F275-4C0B-BA8E-41A0BEF0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C050B-2179-4040-B2FB-7EAB04AC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03A6B-5819-47D8-B303-2F9EE69F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888F8-5063-4CD9-8A15-8EA0B5B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9DD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FF35E-C67E-491A-AF99-C6029912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105E8-F06C-4C42-894A-B366D603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BE049-F0DF-49C8-87EE-7862391A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2591788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0D5B5-E141-427E-9865-C79D919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2591788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D0860-0A33-4539-80D5-F4B82622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8FB37-E0C6-4D6F-9365-D9AA2EC1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C111F-4540-4923-B41A-32216F24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BC62B-47B8-43FF-B5C0-0C3FEC6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9DED5-5BE7-4A4E-80A4-4B8612CD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69944-8F73-46EC-858E-49E420AE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15175-E50E-41C1-97A9-3615F945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A4E17-4EE1-480D-A236-A8E832E2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F7123-DB65-43D1-88D5-FE886367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B6A5D-2985-45F3-AAF7-A02B9588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955D2-AF4A-4897-864D-6334506F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11328-B7A5-4FB1-B061-5C0821B8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85D0B-4345-40AD-8C3D-28C02412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26C35-B08B-4ECB-AE4D-09C69F06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98A6F-ADCC-4F16-97EE-1851677B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C333F-584F-4D43-BF3A-849A843C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2144D-F07D-47DA-8BB9-F25E404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7D10E-8266-4C77-B8D0-C1BF1439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E6ED0-5273-4C08-A135-5F979A98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61D91-BAFB-4769-AFB8-311EB582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2C94E-B45B-4E2F-B83C-C8F22E87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4AAA5-4705-4F79-B3BA-48A77EA4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6595C-07B1-40C3-8610-C3BAD78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E8294-BB7F-4ABB-8B13-6CB665A6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2E6E3-38D4-4B45-B59C-58B15A3C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89B04-2CED-45C2-BEC6-0B56B7B4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88673-3D66-4451-966F-E18926B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C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5AE83-9047-4C9E-B220-E0DD44B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8EC7E-AD6C-4655-8DEA-3837059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45370-1765-45F5-85EF-DBFC75C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B074C-026C-451E-BB29-F579BAA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CF35C-933A-4A37-8961-44514493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087C5-7F8E-4693-828D-579FA887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D7C43-6F39-4574-88B3-47EC75D0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A4180-1B77-450B-BF5C-73FD5F5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AC4E1-EF8B-4650-BA08-28DB7AD4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B53FB-DB21-4D5F-AD36-31A7CCCB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AE419-B906-417F-A227-8D090B4A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8B069-977E-404F-A87A-A87C4011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40ECE-AE14-4C80-87FE-56EDD216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2AAC7-A8EF-420B-9499-C6D78172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3918B-89F3-41E4-8F5C-1A0D9898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FC2A6-59A0-4E8A-B77C-D7E3BC7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21901-939C-447F-8BF5-E55145E1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447B5-896B-4F77-80B0-45FD8CE0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5D31D-4097-4916-81DE-33ECE40D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4FDCD-92B3-4564-AAA7-F105726B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965DF-2831-4D8E-8A07-6A165D03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822E4-DEB0-46A0-9E1E-54E6679E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0D105-5725-4C26-944D-5CF2402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278CB-163F-4F8B-B4A8-86102F5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BF63A-9F57-4400-8454-3A934ECB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DD78B-551D-42A2-ABC3-222EE90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856DF-E8D4-4345-B18C-BA3B3AA1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B9C74-78F4-4E18-AA1B-05469E92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2859945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0D453-0E80-4D1A-A97B-F4BAACC5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2859945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E37C6-4B7F-4DA2-B4C5-6A8ABB4E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AF8FC-254A-4891-A123-068BE23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9CE30-2F3F-4F0F-B353-A53297BF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EFF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A2061-49FE-49B8-9AA1-AED59AB3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078B6-D863-4FC0-9FB2-BBD2FD0D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B9313-4DA9-4A99-B92B-A2F68D85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60CE1-5152-40A1-8301-B29C35C8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CDF57-98BC-4A28-93FF-7B637D0A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5BDED-2BEA-40D1-B543-3EA0ED1B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1488E-A104-4ADC-B874-1BA6DBE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7134F-A4DC-4C7D-B152-F2D2467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EAACA-B34F-4C1C-A9F9-B207BAE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84085-C874-42EC-8978-DD535DF7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19B47-63BC-433A-B3F1-12A9E9F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97FF2-A571-489A-A48E-B938F196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E90D5-558B-42BF-AE1F-9FB58208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498C3-5E4B-450E-B402-E4366287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1760C-F96B-4523-8324-B5694524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21EFC-4D5A-4838-86FD-652AB9F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A347B-99D3-48A6-B270-536198E6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40F89-FA30-4532-AA7C-87F9FE16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21F8C-684C-4C52-BEB6-DDA91625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155DB-20F2-44EF-8D56-E275052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5A39F-22C1-4A33-8B81-3F8E81F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D2930-83D7-45A6-9D57-3E3A732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AF3EA-2688-4DE5-BA35-3FF142A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7EF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AFF59-CE8A-4C83-B87F-80FD7324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D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C9C46-E7BF-44B2-80E5-69E01069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8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14BCF-B25A-42A8-B8E4-32E00580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EA3C2-D68D-4DC1-8135-677DA65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AD0EF-9702-459E-8970-1C5E079F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C88A2-1552-4CAD-9E81-A38B03DF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F8B56-55B1-40A1-B92A-1F77D6F1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0CD37-76AB-4101-BCF3-7FA82484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6C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22F8E-79AB-4469-9265-E22CF29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0E0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633F9-4073-47B7-97F1-3C52FE6C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A5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6D3CC-A7B5-4E78-9F44-2679BF33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F4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F8999-2E64-4CB5-81E9-FFBBCBB8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67F6A-1CA1-4E74-B5E1-444D6F4F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ED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E6F39-E6D7-4D1A-9A00-531EC540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8F6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9CFA9-F225-4A9C-AE8A-C8A13AF1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C8730-1BF7-4309-A8A8-84EC8417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36902-8C88-432D-86C2-E65F5EC1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A9711-D014-48E1-8A26-6EF99E0C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622FB-1F95-4995-A72C-96D5A886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18902-E756-4684-A419-5EE5D8BF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13CDE-C41C-4ED9-8D78-A72E327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B94AC-9535-4642-BAE6-126989F7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EFCD0-B461-4412-8602-D84C6C1C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E88E9-43D5-4E6E-9257-960C57C9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DDF71-EF87-4BEF-BE7D-1C222FC4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189F9-9562-4394-8F2B-1E33B562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86DB1-268A-4B8F-93E6-4BD3B6AF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1DF65-DF20-41D7-9336-B4EC301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DF8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751C5-CA79-45CB-9CBE-9A3FF582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3128103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ACB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2C814-5A9E-4E2C-91DC-1673702A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3128103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A3746-B399-45F7-8034-D4F3FC7F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CFE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BD5B1-D894-4A6C-9F4F-DE707B7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928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FD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2E2B7-7FFC-43C0-BF1F-070A70A0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5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218BB-49B6-4A24-B2ED-FA35BA7B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58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3D746-DEC5-4C16-B86B-32A03450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911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B7502-424D-4008-B9FA-508FBD5C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3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541A6-62A5-485D-B3D1-C3FF99E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6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9029D-2DB0-41E0-97B6-28B00490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89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D765D-4A0A-41CC-B118-77EE395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51F36-E20C-4787-ADE5-E65B1878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49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859D3-37C0-4D3C-84CC-68656D0D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7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67070-8E8F-43F4-838D-BC26A85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20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5DAA9-8707-4E9E-8AF9-CDE7EF67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1AC45-F8C0-49C0-811C-43DFB0C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9FD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51EA9-BF00-49A2-A98D-F97A67D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87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AFD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9C46B-A27A-4D5E-A085-C3480702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1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4E175-0785-4D87-8DD2-2C36984D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4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531DD-1736-4034-BC99-0CD3CDEF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170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7DA36-9903-4924-9CD7-F0B62E5A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49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2ED60-B09F-4DE4-9F5F-F23A74F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82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637C6-9C43-4A3B-89A3-4FDF912C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15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86031-975B-47F1-9908-736F2645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8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950C1-2345-458C-B8A4-D2DFB724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80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DEF9D-7B0E-4B28-9FA2-6A7A4A8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4D530-1C8F-49D2-9B8F-BA2F13A5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4BEDF-462E-411A-B2EE-F27577B2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79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6B8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06964-A974-41F4-9445-2101B43C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11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EDF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F68A9-0896-4337-BB5E-196CD92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46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C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800CD-5496-476A-903C-ED1DB353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77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F9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80BDB-A4E2-44FE-A317-A14A1F2D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02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ACC4C-298A-4534-B2F5-7634DAEC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2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C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3AC14-57E6-4FE4-AAAB-55927BE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75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2BFE6-1477-47FC-98E4-22767E3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8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E5471-7448-43E6-A783-2B5D15D9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89B28-BCA8-458E-A027-4372EC6F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40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4AD93-4897-4350-9FE0-23A6156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6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82555-32D8-498A-A238-7347DDAA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5FB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C2A85-4853-4BB6-99A9-CFB887A6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72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7FC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D9D26-5BDF-4C45-85B9-57B69C86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5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F8FAA-6B9B-4665-B5B8-695C83A2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378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3F8FD-3A54-49E9-9E44-3124DB25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0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FA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5867D-2385-469C-AFF5-6DA59FD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033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A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81086-E08D-427F-AD9E-18A48A4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6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A2782-3CBE-4BFF-95BA-B927190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88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F5080-9C89-4A65-A8A8-FA71A81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016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FF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5D3F8-88FA-483F-8C4B-507FC7F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44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1C8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EBB93-80C5-45A9-8334-A101DD9E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71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7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72828-7F77-4EB7-A2C9-1C0BA698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999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93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F90B0-9E0E-46B0-BD4F-EB611DA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81D5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93569-990E-47BD-8C77-E94EA6A0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55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F1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E7429-1FF8-4F19-B60E-5922F55E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982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0F3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51126-0959-48DC-B8D3-4AD8F381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31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F9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5927F-5086-4F81-A354-A17DAF6E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37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FB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9E32B-E063-4751-8083-946401F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965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6FB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54ECB-293E-436D-969D-7F092D47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93" y="3396261"/>
            <a:ext cx="46327" cy="268158"/>
          </a:xfrm>
          <a:custGeom xmlns:a="http://schemas.openxmlformats.org/drawingml/2006/main">
            <a:pathLst>
              <a:path w="46327" h="268158">
                <a:moveTo>
                  <a:pt x="0" y="0"/>
                </a:moveTo>
                <a:lnTo>
                  <a:pt x="46327" y="0"/>
                </a:lnTo>
                <a:lnTo>
                  <a:pt x="46327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C9E77-4DF8-4825-A13A-A2643C2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620" y="3396261"/>
            <a:ext cx="46328" cy="268158"/>
          </a:xfrm>
          <a:custGeom xmlns:a="http://schemas.openxmlformats.org/drawingml/2006/main">
            <a:pathLst>
              <a:path w="46328" h="268158">
                <a:moveTo>
                  <a:pt x="0" y="0"/>
                </a:moveTo>
                <a:lnTo>
                  <a:pt x="46328" y="0"/>
                </a:lnTo>
                <a:lnTo>
                  <a:pt x="46328" y="268158"/>
                </a:lnTo>
                <a:lnTo>
                  <a:pt x="0" y="2681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8FC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79587F-61D9-4576-83D6-D7666D81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F4043-74AF-4FC3-ABE3-E1921FAF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156D4-1F0E-4B26-8C21-2BCDB889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08" y="3697298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AE8B0-9FCF-4533-9F55-C000090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15991-432D-40D1-B9D1-8D130BA5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32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30401-AAC7-40CD-944A-503583AE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666" y="3697298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45A07-1E87-47A2-9B99-D75C50B8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C9E6F-FFF7-432B-BC64-490B5712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464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4E789-DC59-4B27-89D1-BE498BC6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033" y="3697298"/>
            <a:ext cx="38988" cy="60311"/>
          </a:xfrm>
          <a:custGeom xmlns:a="http://schemas.openxmlformats.org/drawingml/2006/main">
            <a:pathLst>
              <a:path w="38988" h="60311">
                <a:moveTo>
                  <a:pt x="38988" y="48980"/>
                </a:moveTo>
                <a:lnTo>
                  <a:pt x="34884" y="60311"/>
                </a:lnTo>
                <a:lnTo>
                  <a:pt x="0" y="60311"/>
                </a:lnTo>
                <a:lnTo>
                  <a:pt x="0" y="58705"/>
                </a:lnTo>
                <a:cubicBezTo>
                  <a:pt x="10260" y="49426"/>
                  <a:pt x="17487" y="41753"/>
                  <a:pt x="21680" y="35776"/>
                </a:cubicBezTo>
                <a:cubicBezTo>
                  <a:pt x="25784" y="29888"/>
                  <a:pt x="27925" y="24445"/>
                  <a:pt x="27925" y="19538"/>
                </a:cubicBezTo>
                <a:cubicBezTo>
                  <a:pt x="27925" y="15791"/>
                  <a:pt x="26765" y="12758"/>
                  <a:pt x="24445" y="10349"/>
                </a:cubicBezTo>
                <a:cubicBezTo>
                  <a:pt x="22126" y="7940"/>
                  <a:pt x="19449" y="6691"/>
                  <a:pt x="16327" y="6691"/>
                </a:cubicBezTo>
                <a:cubicBezTo>
                  <a:pt x="13383" y="6691"/>
                  <a:pt x="10795" y="7583"/>
                  <a:pt x="8476" y="9279"/>
                </a:cubicBezTo>
                <a:cubicBezTo>
                  <a:pt x="6156" y="10974"/>
                  <a:pt x="4461" y="13472"/>
                  <a:pt x="3390" y="16684"/>
                </a:cubicBezTo>
                <a:lnTo>
                  <a:pt x="1784" y="16684"/>
                </a:lnTo>
                <a:cubicBezTo>
                  <a:pt x="2498" y="11331"/>
                  <a:pt x="4282" y="7227"/>
                  <a:pt x="7316" y="4372"/>
                </a:cubicBezTo>
                <a:cubicBezTo>
                  <a:pt x="10349" y="1517"/>
                  <a:pt x="14096" y="0"/>
                  <a:pt x="18557" y="0"/>
                </a:cubicBezTo>
                <a:cubicBezTo>
                  <a:pt x="23375" y="0"/>
                  <a:pt x="27390" y="1606"/>
                  <a:pt x="30601" y="4639"/>
                </a:cubicBezTo>
                <a:cubicBezTo>
                  <a:pt x="33813" y="7762"/>
                  <a:pt x="35419" y="11420"/>
                  <a:pt x="35419" y="15524"/>
                </a:cubicBezTo>
                <a:cubicBezTo>
                  <a:pt x="35419" y="18557"/>
                  <a:pt x="34705" y="21501"/>
                  <a:pt x="33367" y="24535"/>
                </a:cubicBezTo>
                <a:cubicBezTo>
                  <a:pt x="31137" y="29263"/>
                  <a:pt x="27657" y="34259"/>
                  <a:pt x="22840" y="39434"/>
                </a:cubicBezTo>
                <a:cubicBezTo>
                  <a:pt x="15613" y="47374"/>
                  <a:pt x="11063" y="52103"/>
                  <a:pt x="9279" y="53709"/>
                </a:cubicBezTo>
                <a:lnTo>
                  <a:pt x="24713" y="53709"/>
                </a:lnTo>
                <a:cubicBezTo>
                  <a:pt x="27836" y="53709"/>
                  <a:pt x="30066" y="53619"/>
                  <a:pt x="31315" y="53352"/>
                </a:cubicBezTo>
                <a:cubicBezTo>
                  <a:pt x="32564" y="53173"/>
                  <a:pt x="33724" y="52727"/>
                  <a:pt x="34795" y="52013"/>
                </a:cubicBezTo>
                <a:cubicBezTo>
                  <a:pt x="35776" y="51300"/>
                  <a:pt x="36668" y="50318"/>
                  <a:pt x="37382" y="48980"/>
                </a:cubicBezTo>
                <a:lnTo>
                  <a:pt x="38988" y="48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0E2E5-D4B5-4E8D-BBE2-4097253A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D2A4D-7668-4E95-AE21-175AD41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95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52F26-0A4F-4560-AB89-CE01E68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749" y="3697298"/>
            <a:ext cx="33546" cy="61292"/>
          </a:xfrm>
          <a:custGeom xmlns:a="http://schemas.openxmlformats.org/drawingml/2006/main">
            <a:pathLst>
              <a:path w="33546" h="61292">
                <a:moveTo>
                  <a:pt x="892" y="12490"/>
                </a:moveTo>
                <a:cubicBezTo>
                  <a:pt x="2498" y="8565"/>
                  <a:pt x="4639" y="5442"/>
                  <a:pt x="7227" y="3301"/>
                </a:cubicBezTo>
                <a:cubicBezTo>
                  <a:pt x="9814" y="1160"/>
                  <a:pt x="13026" y="0"/>
                  <a:pt x="16862" y="0"/>
                </a:cubicBezTo>
                <a:cubicBezTo>
                  <a:pt x="21590" y="0"/>
                  <a:pt x="25248" y="1606"/>
                  <a:pt x="27746" y="4639"/>
                </a:cubicBezTo>
                <a:cubicBezTo>
                  <a:pt x="29620" y="6959"/>
                  <a:pt x="30601" y="9457"/>
                  <a:pt x="30601" y="11955"/>
                </a:cubicBezTo>
                <a:cubicBezTo>
                  <a:pt x="30601" y="16327"/>
                  <a:pt x="27836" y="20788"/>
                  <a:pt x="22483" y="25338"/>
                </a:cubicBezTo>
                <a:cubicBezTo>
                  <a:pt x="26051" y="26765"/>
                  <a:pt x="28817" y="28817"/>
                  <a:pt x="30691" y="31494"/>
                </a:cubicBezTo>
                <a:cubicBezTo>
                  <a:pt x="32564" y="34170"/>
                  <a:pt x="33546" y="37203"/>
                  <a:pt x="33546" y="40772"/>
                </a:cubicBezTo>
                <a:cubicBezTo>
                  <a:pt x="33546" y="45947"/>
                  <a:pt x="31850" y="50318"/>
                  <a:pt x="28639" y="54065"/>
                </a:cubicBezTo>
                <a:cubicBezTo>
                  <a:pt x="24356" y="58883"/>
                  <a:pt x="18289" y="61292"/>
                  <a:pt x="10260" y="61292"/>
                </a:cubicBezTo>
                <a:cubicBezTo>
                  <a:pt x="6245" y="61292"/>
                  <a:pt x="3569" y="60757"/>
                  <a:pt x="2141" y="59865"/>
                </a:cubicBezTo>
                <a:cubicBezTo>
                  <a:pt x="714" y="58972"/>
                  <a:pt x="0" y="57902"/>
                  <a:pt x="0" y="56653"/>
                </a:cubicBezTo>
                <a:cubicBezTo>
                  <a:pt x="0" y="55850"/>
                  <a:pt x="268" y="55136"/>
                  <a:pt x="981" y="54512"/>
                </a:cubicBezTo>
                <a:cubicBezTo>
                  <a:pt x="1606" y="53887"/>
                  <a:pt x="2409" y="53530"/>
                  <a:pt x="3479" y="53530"/>
                </a:cubicBezTo>
                <a:cubicBezTo>
                  <a:pt x="4193" y="53530"/>
                  <a:pt x="4907" y="53709"/>
                  <a:pt x="5621" y="53887"/>
                </a:cubicBezTo>
                <a:cubicBezTo>
                  <a:pt x="6156" y="54065"/>
                  <a:pt x="7227" y="54601"/>
                  <a:pt x="9011" y="55493"/>
                </a:cubicBezTo>
                <a:cubicBezTo>
                  <a:pt x="10706" y="56385"/>
                  <a:pt x="11955" y="56920"/>
                  <a:pt x="12669" y="57099"/>
                </a:cubicBezTo>
                <a:cubicBezTo>
                  <a:pt x="13739" y="57456"/>
                  <a:pt x="14810" y="57545"/>
                  <a:pt x="16059" y="57545"/>
                </a:cubicBezTo>
                <a:cubicBezTo>
                  <a:pt x="19003" y="57545"/>
                  <a:pt x="21590" y="56474"/>
                  <a:pt x="23821" y="54155"/>
                </a:cubicBezTo>
                <a:cubicBezTo>
                  <a:pt x="25962" y="51835"/>
                  <a:pt x="27122" y="49158"/>
                  <a:pt x="27122" y="45947"/>
                </a:cubicBezTo>
                <a:cubicBezTo>
                  <a:pt x="27122" y="43716"/>
                  <a:pt x="26587" y="41486"/>
                  <a:pt x="25605" y="39255"/>
                </a:cubicBezTo>
                <a:cubicBezTo>
                  <a:pt x="24802" y="37650"/>
                  <a:pt x="23999" y="36490"/>
                  <a:pt x="23107" y="35598"/>
                </a:cubicBezTo>
                <a:cubicBezTo>
                  <a:pt x="21858" y="34438"/>
                  <a:pt x="20074" y="33367"/>
                  <a:pt x="17933" y="32386"/>
                </a:cubicBezTo>
                <a:cubicBezTo>
                  <a:pt x="15791" y="31494"/>
                  <a:pt x="13561" y="30958"/>
                  <a:pt x="11241" y="30958"/>
                </a:cubicBezTo>
                <a:lnTo>
                  <a:pt x="9903" y="30958"/>
                </a:lnTo>
                <a:lnTo>
                  <a:pt x="9903" y="29709"/>
                </a:lnTo>
                <a:cubicBezTo>
                  <a:pt x="12133" y="29442"/>
                  <a:pt x="14453" y="28639"/>
                  <a:pt x="16773" y="27211"/>
                </a:cubicBezTo>
                <a:cubicBezTo>
                  <a:pt x="19092" y="25873"/>
                  <a:pt x="20698" y="24267"/>
                  <a:pt x="21769" y="22304"/>
                </a:cubicBezTo>
                <a:cubicBezTo>
                  <a:pt x="22840" y="20431"/>
                  <a:pt x="23375" y="18289"/>
                  <a:pt x="23375" y="15970"/>
                </a:cubicBezTo>
                <a:cubicBezTo>
                  <a:pt x="23375" y="13026"/>
                  <a:pt x="22393" y="10617"/>
                  <a:pt x="20520" y="8743"/>
                </a:cubicBezTo>
                <a:cubicBezTo>
                  <a:pt x="18646" y="6959"/>
                  <a:pt x="16327" y="5978"/>
                  <a:pt x="13561" y="5978"/>
                </a:cubicBezTo>
                <a:cubicBezTo>
                  <a:pt x="9100" y="5978"/>
                  <a:pt x="5353" y="8386"/>
                  <a:pt x="2320" y="13204"/>
                </a:cubicBezTo>
                <a:lnTo>
                  <a:pt x="892" y="12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9CD21-8A01-4977-806B-E4077EFA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3664418"/>
            <a:ext cx="10" cy="15613"/>
          </a:xfrm>
          <a:custGeom xmlns:a="http://schemas.openxmlformats.org/drawingml/2006/main">
            <a:pathLst>
              <a:path w="1" h="15613">
                <a:moveTo>
                  <a:pt x="0" y="0"/>
                </a:moveTo>
                <a:lnTo>
                  <a:pt x="0" y="1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CB1C4-C620-4C28-8657-D541DA5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7" y="3664418"/>
            <a:ext cx="10" cy="15613"/>
          </a:xfrm>
          <a:custGeom xmlns:a="http://schemas.openxmlformats.org/drawingml/2006/main">
            <a:pathLst>
              <a:path w="1" h="15613" fill="none">
                <a:moveTo>
                  <a:pt x="0" y="0"/>
                </a:moveTo>
                <a:lnTo>
                  <a:pt x="0" y="15613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CFE65-9A6D-40D8-B49D-FA75F948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450" y="3697298"/>
            <a:ext cx="40058" cy="60311"/>
          </a:xfrm>
          <a:custGeom xmlns:a="http://schemas.openxmlformats.org/drawingml/2006/main">
            <a:pathLst>
              <a:path w="40058" h="60311">
                <a:moveTo>
                  <a:pt x="40058" y="38542"/>
                </a:moveTo>
                <a:lnTo>
                  <a:pt x="40058" y="44698"/>
                </a:lnTo>
                <a:lnTo>
                  <a:pt x="32118" y="44698"/>
                </a:lnTo>
                <a:lnTo>
                  <a:pt x="32118" y="60311"/>
                </a:lnTo>
                <a:lnTo>
                  <a:pt x="24981" y="60311"/>
                </a:lnTo>
                <a:lnTo>
                  <a:pt x="24981" y="44698"/>
                </a:lnTo>
                <a:lnTo>
                  <a:pt x="0" y="44698"/>
                </a:lnTo>
                <a:lnTo>
                  <a:pt x="0" y="39166"/>
                </a:lnTo>
                <a:lnTo>
                  <a:pt x="27390" y="0"/>
                </a:lnTo>
                <a:lnTo>
                  <a:pt x="32118" y="0"/>
                </a:lnTo>
                <a:lnTo>
                  <a:pt x="32118" y="38542"/>
                </a:lnTo>
                <a:lnTo>
                  <a:pt x="40058" y="38542"/>
                </a:lnTo>
                <a:close/>
                <a:moveTo>
                  <a:pt x="24981" y="38542"/>
                </a:moveTo>
                <a:lnTo>
                  <a:pt x="24981" y="9189"/>
                </a:lnTo>
                <a:lnTo>
                  <a:pt x="4193" y="38542"/>
                </a:lnTo>
                <a:lnTo>
                  <a:pt x="24981" y="385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EF055-705E-4E73-9E1C-193E57C2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204" y="3799576"/>
            <a:ext cx="86808" cy="103358"/>
          </a:xfrm>
          <a:custGeom xmlns:a="http://schemas.openxmlformats.org/drawingml/2006/main">
            <a:pathLst>
              <a:path w="86808" h="103358">
                <a:moveTo>
                  <a:pt x="85715" y="0"/>
                </a:moveTo>
                <a:lnTo>
                  <a:pt x="86808" y="24200"/>
                </a:lnTo>
                <a:lnTo>
                  <a:pt x="83842" y="24200"/>
                </a:lnTo>
                <a:cubicBezTo>
                  <a:pt x="83217" y="19985"/>
                  <a:pt x="82593" y="17018"/>
                  <a:pt x="81656" y="15145"/>
                </a:cubicBezTo>
                <a:cubicBezTo>
                  <a:pt x="80094" y="12178"/>
                  <a:pt x="77909" y="9992"/>
                  <a:pt x="75254" y="8587"/>
                </a:cubicBezTo>
                <a:cubicBezTo>
                  <a:pt x="72600" y="7182"/>
                  <a:pt x="69165" y="6401"/>
                  <a:pt x="64950" y="6401"/>
                </a:cubicBezTo>
                <a:lnTo>
                  <a:pt x="50430" y="6401"/>
                </a:lnTo>
                <a:lnTo>
                  <a:pt x="50430" y="85403"/>
                </a:lnTo>
                <a:cubicBezTo>
                  <a:pt x="50430" y="91804"/>
                  <a:pt x="51054" y="95707"/>
                  <a:pt x="52460" y="97269"/>
                </a:cubicBezTo>
                <a:cubicBezTo>
                  <a:pt x="54333" y="99455"/>
                  <a:pt x="57300" y="100547"/>
                  <a:pt x="61359" y="100547"/>
                </a:cubicBezTo>
                <a:lnTo>
                  <a:pt x="64950" y="100547"/>
                </a:lnTo>
                <a:lnTo>
                  <a:pt x="64950" y="103358"/>
                </a:lnTo>
                <a:lnTo>
                  <a:pt x="21234" y="103358"/>
                </a:lnTo>
                <a:lnTo>
                  <a:pt x="21234" y="100547"/>
                </a:lnTo>
                <a:lnTo>
                  <a:pt x="24825" y="100547"/>
                </a:lnTo>
                <a:cubicBezTo>
                  <a:pt x="29196" y="100547"/>
                  <a:pt x="32319" y="99298"/>
                  <a:pt x="34192" y="96644"/>
                </a:cubicBezTo>
                <a:cubicBezTo>
                  <a:pt x="35129" y="95083"/>
                  <a:pt x="35754" y="91336"/>
                  <a:pt x="35754" y="85403"/>
                </a:cubicBezTo>
                <a:lnTo>
                  <a:pt x="35754" y="6401"/>
                </a:lnTo>
                <a:lnTo>
                  <a:pt x="23419" y="6401"/>
                </a:lnTo>
                <a:cubicBezTo>
                  <a:pt x="18423" y="6401"/>
                  <a:pt x="14988" y="6870"/>
                  <a:pt x="13115" y="7494"/>
                </a:cubicBezTo>
                <a:cubicBezTo>
                  <a:pt x="10305" y="8587"/>
                  <a:pt x="8119" y="10461"/>
                  <a:pt x="6245" y="13115"/>
                </a:cubicBezTo>
                <a:cubicBezTo>
                  <a:pt x="4372" y="15925"/>
                  <a:pt x="3279" y="19516"/>
                  <a:pt x="2966" y="24200"/>
                </a:cubicBezTo>
                <a:lnTo>
                  <a:pt x="0" y="24200"/>
                </a:lnTo>
                <a:lnTo>
                  <a:pt x="1249" y="0"/>
                </a:lnTo>
                <a:lnTo>
                  <a:pt x="857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D5344-6589-4DBE-940E-50F757E6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006" y="3794580"/>
            <a:ext cx="34973" cy="108354"/>
          </a:xfrm>
          <a:custGeom xmlns:a="http://schemas.openxmlformats.org/drawingml/2006/main">
            <a:pathLst>
              <a:path w="34973" h="108354">
                <a:moveTo>
                  <a:pt x="18111" y="0"/>
                </a:moveTo>
                <a:cubicBezTo>
                  <a:pt x="20297" y="0"/>
                  <a:pt x="22014" y="781"/>
                  <a:pt x="23576" y="2186"/>
                </a:cubicBezTo>
                <a:cubicBezTo>
                  <a:pt x="24981" y="3747"/>
                  <a:pt x="25761" y="5465"/>
                  <a:pt x="25761" y="7650"/>
                </a:cubicBezTo>
                <a:cubicBezTo>
                  <a:pt x="25761" y="9836"/>
                  <a:pt x="24981" y="11554"/>
                  <a:pt x="23576" y="13115"/>
                </a:cubicBezTo>
                <a:cubicBezTo>
                  <a:pt x="22014" y="14676"/>
                  <a:pt x="20297" y="15457"/>
                  <a:pt x="18111" y="15457"/>
                </a:cubicBezTo>
                <a:cubicBezTo>
                  <a:pt x="15925" y="15457"/>
                  <a:pt x="14208" y="14676"/>
                  <a:pt x="12646" y="13115"/>
                </a:cubicBezTo>
                <a:cubicBezTo>
                  <a:pt x="11085" y="11554"/>
                  <a:pt x="10305" y="9836"/>
                  <a:pt x="10305" y="7650"/>
                </a:cubicBezTo>
                <a:cubicBezTo>
                  <a:pt x="10305" y="5465"/>
                  <a:pt x="10929" y="3747"/>
                  <a:pt x="12490" y="2186"/>
                </a:cubicBezTo>
                <a:cubicBezTo>
                  <a:pt x="14052" y="781"/>
                  <a:pt x="15925" y="0"/>
                  <a:pt x="18111" y="0"/>
                </a:cubicBezTo>
                <a:close/>
                <a:moveTo>
                  <a:pt x="24512" y="36534"/>
                </a:moveTo>
                <a:lnTo>
                  <a:pt x="24512" y="92585"/>
                </a:lnTo>
                <a:cubicBezTo>
                  <a:pt x="24512" y="96956"/>
                  <a:pt x="24825" y="99923"/>
                  <a:pt x="25449" y="101328"/>
                </a:cubicBezTo>
                <a:cubicBezTo>
                  <a:pt x="26074" y="102889"/>
                  <a:pt x="27010" y="103982"/>
                  <a:pt x="28259" y="104607"/>
                </a:cubicBezTo>
                <a:cubicBezTo>
                  <a:pt x="29508" y="105231"/>
                  <a:pt x="31694" y="105544"/>
                  <a:pt x="34973" y="105544"/>
                </a:cubicBezTo>
                <a:lnTo>
                  <a:pt x="34973" y="108354"/>
                </a:lnTo>
                <a:lnTo>
                  <a:pt x="1093" y="108354"/>
                </a:lnTo>
                <a:lnTo>
                  <a:pt x="1093" y="105544"/>
                </a:lnTo>
                <a:cubicBezTo>
                  <a:pt x="4528" y="105544"/>
                  <a:pt x="6714" y="105231"/>
                  <a:pt x="7963" y="104607"/>
                </a:cubicBezTo>
                <a:cubicBezTo>
                  <a:pt x="9056" y="103982"/>
                  <a:pt x="9992" y="102889"/>
                  <a:pt x="10617" y="101328"/>
                </a:cubicBezTo>
                <a:cubicBezTo>
                  <a:pt x="11241" y="99767"/>
                  <a:pt x="11710" y="96956"/>
                  <a:pt x="11710" y="92585"/>
                </a:cubicBezTo>
                <a:lnTo>
                  <a:pt x="11710" y="65731"/>
                </a:lnTo>
                <a:cubicBezTo>
                  <a:pt x="11710" y="58236"/>
                  <a:pt x="11397" y="53240"/>
                  <a:pt x="11085" y="50898"/>
                </a:cubicBezTo>
                <a:cubicBezTo>
                  <a:pt x="10773" y="49337"/>
                  <a:pt x="10148" y="48244"/>
                  <a:pt x="9368" y="47620"/>
                </a:cubicBezTo>
                <a:cubicBezTo>
                  <a:pt x="8587" y="46995"/>
                  <a:pt x="7494" y="46527"/>
                  <a:pt x="6245" y="46527"/>
                </a:cubicBezTo>
                <a:cubicBezTo>
                  <a:pt x="4840" y="46527"/>
                  <a:pt x="3123" y="46995"/>
                  <a:pt x="1093" y="47776"/>
                </a:cubicBezTo>
                <a:lnTo>
                  <a:pt x="0" y="44965"/>
                </a:lnTo>
                <a:lnTo>
                  <a:pt x="21077" y="36534"/>
                </a:lnTo>
                <a:lnTo>
                  <a:pt x="24512" y="3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6C590-E0EB-4B06-A9D3-7849D885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2" y="3831115"/>
            <a:ext cx="119439" cy="71820"/>
          </a:xfrm>
          <a:custGeom xmlns:a="http://schemas.openxmlformats.org/drawingml/2006/main">
            <a:pathLst>
              <a:path w="119439" h="71820">
                <a:moveTo>
                  <a:pt x="24356" y="14832"/>
                </a:moveTo>
                <a:cubicBezTo>
                  <a:pt x="29352" y="9836"/>
                  <a:pt x="32475" y="6870"/>
                  <a:pt x="33412" y="6089"/>
                </a:cubicBezTo>
                <a:cubicBezTo>
                  <a:pt x="35598" y="4215"/>
                  <a:pt x="38096" y="2654"/>
                  <a:pt x="40750" y="1561"/>
                </a:cubicBezTo>
                <a:cubicBezTo>
                  <a:pt x="43248" y="625"/>
                  <a:pt x="45902" y="0"/>
                  <a:pt x="48556" y="0"/>
                </a:cubicBezTo>
                <a:cubicBezTo>
                  <a:pt x="52928" y="0"/>
                  <a:pt x="56675" y="1249"/>
                  <a:pt x="59798" y="3747"/>
                </a:cubicBezTo>
                <a:cubicBezTo>
                  <a:pt x="62920" y="6245"/>
                  <a:pt x="65106" y="9992"/>
                  <a:pt x="66199" y="14832"/>
                </a:cubicBezTo>
                <a:cubicBezTo>
                  <a:pt x="71351" y="8743"/>
                  <a:pt x="75723" y="4684"/>
                  <a:pt x="79470" y="2810"/>
                </a:cubicBezTo>
                <a:cubicBezTo>
                  <a:pt x="83061" y="937"/>
                  <a:pt x="86808" y="0"/>
                  <a:pt x="90555" y="0"/>
                </a:cubicBezTo>
                <a:cubicBezTo>
                  <a:pt x="94302" y="0"/>
                  <a:pt x="97581" y="937"/>
                  <a:pt x="100391" y="2810"/>
                </a:cubicBezTo>
                <a:cubicBezTo>
                  <a:pt x="103202" y="4684"/>
                  <a:pt x="105544" y="7806"/>
                  <a:pt x="107261" y="12178"/>
                </a:cubicBezTo>
                <a:cubicBezTo>
                  <a:pt x="108354" y="15145"/>
                  <a:pt x="108978" y="19828"/>
                  <a:pt x="108978" y="26074"/>
                </a:cubicBezTo>
                <a:lnTo>
                  <a:pt x="108978" y="56050"/>
                </a:lnTo>
                <a:cubicBezTo>
                  <a:pt x="108978" y="60422"/>
                  <a:pt x="109291" y="63545"/>
                  <a:pt x="109915" y="65106"/>
                </a:cubicBezTo>
                <a:cubicBezTo>
                  <a:pt x="110384" y="66199"/>
                  <a:pt x="111320" y="67136"/>
                  <a:pt x="112726" y="67916"/>
                </a:cubicBezTo>
                <a:cubicBezTo>
                  <a:pt x="114131" y="68697"/>
                  <a:pt x="116316" y="69009"/>
                  <a:pt x="119439" y="69009"/>
                </a:cubicBezTo>
                <a:lnTo>
                  <a:pt x="119439" y="71820"/>
                </a:lnTo>
                <a:lnTo>
                  <a:pt x="85091" y="71820"/>
                </a:lnTo>
                <a:lnTo>
                  <a:pt x="85091" y="69009"/>
                </a:lnTo>
                <a:lnTo>
                  <a:pt x="86496" y="69009"/>
                </a:lnTo>
                <a:cubicBezTo>
                  <a:pt x="89462" y="69009"/>
                  <a:pt x="91804" y="68541"/>
                  <a:pt x="93522" y="67292"/>
                </a:cubicBezTo>
                <a:cubicBezTo>
                  <a:pt x="94614" y="66511"/>
                  <a:pt x="95395" y="65262"/>
                  <a:pt x="96020" y="63389"/>
                </a:cubicBezTo>
                <a:cubicBezTo>
                  <a:pt x="96176" y="62608"/>
                  <a:pt x="96332" y="60110"/>
                  <a:pt x="96332" y="56050"/>
                </a:cubicBezTo>
                <a:lnTo>
                  <a:pt x="96332" y="26074"/>
                </a:lnTo>
                <a:cubicBezTo>
                  <a:pt x="96332" y="20453"/>
                  <a:pt x="95551" y="16394"/>
                  <a:pt x="94302" y="13896"/>
                </a:cubicBezTo>
                <a:cubicBezTo>
                  <a:pt x="92273" y="10773"/>
                  <a:pt x="89150" y="9056"/>
                  <a:pt x="84778" y="9056"/>
                </a:cubicBezTo>
                <a:cubicBezTo>
                  <a:pt x="81968" y="9056"/>
                  <a:pt x="79314" y="9836"/>
                  <a:pt x="76660" y="11085"/>
                </a:cubicBezTo>
                <a:cubicBezTo>
                  <a:pt x="73849" y="12490"/>
                  <a:pt x="70571" y="14988"/>
                  <a:pt x="66823" y="18579"/>
                </a:cubicBezTo>
                <a:lnTo>
                  <a:pt x="66667" y="19516"/>
                </a:lnTo>
                <a:lnTo>
                  <a:pt x="66823" y="22795"/>
                </a:lnTo>
                <a:lnTo>
                  <a:pt x="66823" y="56050"/>
                </a:lnTo>
                <a:cubicBezTo>
                  <a:pt x="66823" y="60891"/>
                  <a:pt x="66980" y="63857"/>
                  <a:pt x="67604" y="64950"/>
                </a:cubicBezTo>
                <a:cubicBezTo>
                  <a:pt x="68072" y="66199"/>
                  <a:pt x="69009" y="67136"/>
                  <a:pt x="70571" y="67916"/>
                </a:cubicBezTo>
                <a:cubicBezTo>
                  <a:pt x="71976" y="68697"/>
                  <a:pt x="74474" y="69009"/>
                  <a:pt x="78065" y="69009"/>
                </a:cubicBezTo>
                <a:lnTo>
                  <a:pt x="78065" y="71820"/>
                </a:lnTo>
                <a:lnTo>
                  <a:pt x="42779" y="71820"/>
                </a:lnTo>
                <a:lnTo>
                  <a:pt x="42779" y="69009"/>
                </a:lnTo>
                <a:cubicBezTo>
                  <a:pt x="46527" y="69009"/>
                  <a:pt x="49181" y="68697"/>
                  <a:pt x="50742" y="67760"/>
                </a:cubicBezTo>
                <a:cubicBezTo>
                  <a:pt x="52147" y="66823"/>
                  <a:pt x="53240" y="65418"/>
                  <a:pt x="53865" y="63545"/>
                </a:cubicBezTo>
                <a:cubicBezTo>
                  <a:pt x="54021" y="62764"/>
                  <a:pt x="54177" y="60266"/>
                  <a:pt x="54177" y="56050"/>
                </a:cubicBezTo>
                <a:lnTo>
                  <a:pt x="54177" y="26074"/>
                </a:lnTo>
                <a:cubicBezTo>
                  <a:pt x="54177" y="20453"/>
                  <a:pt x="53240" y="16237"/>
                  <a:pt x="51679" y="13739"/>
                </a:cubicBezTo>
                <a:cubicBezTo>
                  <a:pt x="49337" y="10617"/>
                  <a:pt x="46214" y="8899"/>
                  <a:pt x="42311" y="8899"/>
                </a:cubicBezTo>
                <a:cubicBezTo>
                  <a:pt x="39501" y="8899"/>
                  <a:pt x="36690" y="9680"/>
                  <a:pt x="34192" y="11085"/>
                </a:cubicBezTo>
                <a:cubicBezTo>
                  <a:pt x="29821" y="13271"/>
                  <a:pt x="26542" y="15769"/>
                  <a:pt x="24356" y="18579"/>
                </a:cubicBezTo>
                <a:lnTo>
                  <a:pt x="24356" y="56050"/>
                </a:lnTo>
                <a:cubicBezTo>
                  <a:pt x="24356" y="60734"/>
                  <a:pt x="24668" y="63701"/>
                  <a:pt x="25293" y="64950"/>
                </a:cubicBezTo>
                <a:cubicBezTo>
                  <a:pt x="25917" y="66355"/>
                  <a:pt x="26854" y="67448"/>
                  <a:pt x="28103" y="68072"/>
                </a:cubicBezTo>
                <a:cubicBezTo>
                  <a:pt x="29352" y="68697"/>
                  <a:pt x="31850" y="69009"/>
                  <a:pt x="35754" y="69009"/>
                </a:cubicBezTo>
                <a:lnTo>
                  <a:pt x="35754" y="71820"/>
                </a:lnTo>
                <a:lnTo>
                  <a:pt x="1249" y="71820"/>
                </a:lnTo>
                <a:lnTo>
                  <a:pt x="1249" y="69009"/>
                </a:lnTo>
                <a:cubicBezTo>
                  <a:pt x="4372" y="69009"/>
                  <a:pt x="6557" y="68697"/>
                  <a:pt x="7806" y="68072"/>
                </a:cubicBezTo>
                <a:cubicBezTo>
                  <a:pt x="9056" y="67448"/>
                  <a:pt x="10148" y="66355"/>
                  <a:pt x="10773" y="64794"/>
                </a:cubicBezTo>
                <a:cubicBezTo>
                  <a:pt x="11397" y="63232"/>
                  <a:pt x="11710" y="60422"/>
                  <a:pt x="11710" y="56050"/>
                </a:cubicBezTo>
                <a:lnTo>
                  <a:pt x="11710" y="29352"/>
                </a:lnTo>
                <a:cubicBezTo>
                  <a:pt x="11710" y="21702"/>
                  <a:pt x="11397" y="16706"/>
                  <a:pt x="11085" y="14520"/>
                </a:cubicBezTo>
                <a:cubicBezTo>
                  <a:pt x="10773" y="12959"/>
                  <a:pt x="10148" y="11710"/>
                  <a:pt x="9368" y="11085"/>
                </a:cubicBezTo>
                <a:cubicBezTo>
                  <a:pt x="8587" y="10461"/>
                  <a:pt x="7494" y="9992"/>
                  <a:pt x="6245" y="9992"/>
                </a:cubicBezTo>
                <a:cubicBezTo>
                  <a:pt x="4840" y="9992"/>
                  <a:pt x="3123" y="10461"/>
                  <a:pt x="1249" y="11241"/>
                </a:cubicBezTo>
                <a:lnTo>
                  <a:pt x="0" y="8431"/>
                </a:lnTo>
                <a:lnTo>
                  <a:pt x="21077" y="0"/>
                </a:lnTo>
                <a:lnTo>
                  <a:pt x="24356" y="0"/>
                </a:lnTo>
                <a:lnTo>
                  <a:pt x="24356" y="14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22358-6FE0-44D5-8D5E-577FC41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129" y="3830958"/>
            <a:ext cx="59173" cy="74005"/>
          </a:xfrm>
          <a:custGeom xmlns:a="http://schemas.openxmlformats.org/drawingml/2006/main">
            <a:pathLst>
              <a:path w="59173" h="74005">
                <a:moveTo>
                  <a:pt x="10773" y="28416"/>
                </a:moveTo>
                <a:cubicBezTo>
                  <a:pt x="10773" y="38876"/>
                  <a:pt x="13271" y="46995"/>
                  <a:pt x="18423" y="52928"/>
                </a:cubicBezTo>
                <a:cubicBezTo>
                  <a:pt x="23419" y="58861"/>
                  <a:pt x="29508" y="61671"/>
                  <a:pt x="36378" y="61671"/>
                </a:cubicBezTo>
                <a:cubicBezTo>
                  <a:pt x="40750" y="61671"/>
                  <a:pt x="44653" y="60422"/>
                  <a:pt x="48088" y="57924"/>
                </a:cubicBezTo>
                <a:cubicBezTo>
                  <a:pt x="51523" y="55426"/>
                  <a:pt x="54333" y="51210"/>
                  <a:pt x="56675" y="44965"/>
                </a:cubicBezTo>
                <a:lnTo>
                  <a:pt x="59173" y="46527"/>
                </a:lnTo>
                <a:cubicBezTo>
                  <a:pt x="57924" y="53552"/>
                  <a:pt x="54801" y="59954"/>
                  <a:pt x="49805" y="65574"/>
                </a:cubicBezTo>
                <a:cubicBezTo>
                  <a:pt x="44653" y="71195"/>
                  <a:pt x="38252" y="74005"/>
                  <a:pt x="30445" y="74005"/>
                </a:cubicBezTo>
                <a:cubicBezTo>
                  <a:pt x="22014" y="74005"/>
                  <a:pt x="14832" y="70883"/>
                  <a:pt x="8899" y="64325"/>
                </a:cubicBezTo>
                <a:cubicBezTo>
                  <a:pt x="2966" y="57768"/>
                  <a:pt x="0" y="49025"/>
                  <a:pt x="0" y="37939"/>
                </a:cubicBezTo>
                <a:cubicBezTo>
                  <a:pt x="0" y="26074"/>
                  <a:pt x="2966" y="16706"/>
                  <a:pt x="9212" y="9992"/>
                </a:cubicBezTo>
                <a:cubicBezTo>
                  <a:pt x="15301" y="3435"/>
                  <a:pt x="22951" y="0"/>
                  <a:pt x="32319" y="0"/>
                </a:cubicBezTo>
                <a:cubicBezTo>
                  <a:pt x="40125" y="0"/>
                  <a:pt x="46527" y="2654"/>
                  <a:pt x="51523" y="7806"/>
                </a:cubicBezTo>
                <a:cubicBezTo>
                  <a:pt x="56519" y="12959"/>
                  <a:pt x="59173" y="19828"/>
                  <a:pt x="59173" y="28416"/>
                </a:cubicBezTo>
                <a:lnTo>
                  <a:pt x="10773" y="28416"/>
                </a:lnTo>
                <a:close/>
                <a:moveTo>
                  <a:pt x="10773" y="24044"/>
                </a:moveTo>
                <a:lnTo>
                  <a:pt x="43092" y="24044"/>
                </a:lnTo>
                <a:cubicBezTo>
                  <a:pt x="42779" y="19672"/>
                  <a:pt x="42311" y="16394"/>
                  <a:pt x="41530" y="14520"/>
                </a:cubicBezTo>
                <a:cubicBezTo>
                  <a:pt x="40281" y="11710"/>
                  <a:pt x="38408" y="9524"/>
                  <a:pt x="35910" y="7963"/>
                </a:cubicBezTo>
                <a:cubicBezTo>
                  <a:pt x="33412" y="6401"/>
                  <a:pt x="30758" y="5465"/>
                  <a:pt x="27947" y="5465"/>
                </a:cubicBezTo>
                <a:cubicBezTo>
                  <a:pt x="23732" y="5465"/>
                  <a:pt x="19985" y="7182"/>
                  <a:pt x="16706" y="10461"/>
                </a:cubicBezTo>
                <a:cubicBezTo>
                  <a:pt x="13271" y="13739"/>
                  <a:pt x="11397" y="18267"/>
                  <a:pt x="10773" y="24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DA418-A275-4377-B8A9-A6694AC9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107" y="3794580"/>
            <a:ext cx="42155" cy="141609"/>
          </a:xfrm>
          <a:custGeom xmlns:a="http://schemas.openxmlformats.org/drawingml/2006/main">
            <a:pathLst>
              <a:path w="42155" h="141609">
                <a:moveTo>
                  <a:pt x="42155" y="138799"/>
                </a:moveTo>
                <a:lnTo>
                  <a:pt x="42155" y="141609"/>
                </a:lnTo>
                <a:cubicBezTo>
                  <a:pt x="34348" y="137706"/>
                  <a:pt x="27947" y="133178"/>
                  <a:pt x="22951" y="128026"/>
                </a:cubicBezTo>
                <a:cubicBezTo>
                  <a:pt x="15457" y="120532"/>
                  <a:pt x="9836" y="111945"/>
                  <a:pt x="5933" y="102109"/>
                </a:cubicBezTo>
                <a:cubicBezTo>
                  <a:pt x="1874" y="92116"/>
                  <a:pt x="0" y="81812"/>
                  <a:pt x="0" y="70883"/>
                </a:cubicBezTo>
                <a:cubicBezTo>
                  <a:pt x="0" y="55270"/>
                  <a:pt x="3747" y="40906"/>
                  <a:pt x="11554" y="27791"/>
                </a:cubicBezTo>
                <a:cubicBezTo>
                  <a:pt x="19360" y="14832"/>
                  <a:pt x="29508" y="5621"/>
                  <a:pt x="42155" y="0"/>
                </a:cubicBezTo>
                <a:lnTo>
                  <a:pt x="42155" y="3123"/>
                </a:lnTo>
                <a:cubicBezTo>
                  <a:pt x="35754" y="6557"/>
                  <a:pt x="30601" y="11397"/>
                  <a:pt x="26542" y="17330"/>
                </a:cubicBezTo>
                <a:cubicBezTo>
                  <a:pt x="22483" y="23419"/>
                  <a:pt x="19516" y="31070"/>
                  <a:pt x="17643" y="40125"/>
                </a:cubicBezTo>
                <a:cubicBezTo>
                  <a:pt x="15613" y="49337"/>
                  <a:pt x="14676" y="59017"/>
                  <a:pt x="14676" y="69009"/>
                </a:cubicBezTo>
                <a:cubicBezTo>
                  <a:pt x="14676" y="79938"/>
                  <a:pt x="15457" y="89774"/>
                  <a:pt x="17174" y="98518"/>
                </a:cubicBezTo>
                <a:cubicBezTo>
                  <a:pt x="18423" y="105544"/>
                  <a:pt x="20141" y="111008"/>
                  <a:pt x="22014" y="115224"/>
                </a:cubicBezTo>
                <a:cubicBezTo>
                  <a:pt x="23888" y="119439"/>
                  <a:pt x="26386" y="123498"/>
                  <a:pt x="29508" y="127558"/>
                </a:cubicBezTo>
                <a:cubicBezTo>
                  <a:pt x="32631" y="131461"/>
                  <a:pt x="36847" y="135208"/>
                  <a:pt x="42155" y="1387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707E7-0DAF-46CC-A4C5-CBDFE0C4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51" y="3799576"/>
            <a:ext cx="132866" cy="103358"/>
          </a:xfrm>
          <a:custGeom xmlns:a="http://schemas.openxmlformats.org/drawingml/2006/main">
            <a:pathLst>
              <a:path w="132866" h="103358">
                <a:moveTo>
                  <a:pt x="61203" y="103358"/>
                </a:moveTo>
                <a:lnTo>
                  <a:pt x="21234" y="16394"/>
                </a:lnTo>
                <a:lnTo>
                  <a:pt x="21234" y="85403"/>
                </a:lnTo>
                <a:cubicBezTo>
                  <a:pt x="21234" y="91804"/>
                  <a:pt x="21858" y="95707"/>
                  <a:pt x="23419" y="97269"/>
                </a:cubicBezTo>
                <a:cubicBezTo>
                  <a:pt x="25293" y="99455"/>
                  <a:pt x="28259" y="100547"/>
                  <a:pt x="32319" y="100547"/>
                </a:cubicBezTo>
                <a:lnTo>
                  <a:pt x="35910" y="100547"/>
                </a:lnTo>
                <a:lnTo>
                  <a:pt x="35910" y="103358"/>
                </a:lnTo>
                <a:lnTo>
                  <a:pt x="0" y="103358"/>
                </a:lnTo>
                <a:lnTo>
                  <a:pt x="0" y="100547"/>
                </a:lnTo>
                <a:lnTo>
                  <a:pt x="3591" y="100547"/>
                </a:lnTo>
                <a:cubicBezTo>
                  <a:pt x="7963" y="100547"/>
                  <a:pt x="11085" y="99298"/>
                  <a:pt x="12959" y="96644"/>
                </a:cubicBezTo>
                <a:cubicBezTo>
                  <a:pt x="13896" y="95083"/>
                  <a:pt x="14520" y="91336"/>
                  <a:pt x="14520" y="85403"/>
                </a:cubicBezTo>
                <a:lnTo>
                  <a:pt x="14520" y="17955"/>
                </a:lnTo>
                <a:cubicBezTo>
                  <a:pt x="14520" y="13427"/>
                  <a:pt x="14052" y="10148"/>
                  <a:pt x="13115" y="7963"/>
                </a:cubicBezTo>
                <a:cubicBezTo>
                  <a:pt x="12334" y="6557"/>
                  <a:pt x="10929" y="5308"/>
                  <a:pt x="9056" y="4372"/>
                </a:cubicBezTo>
                <a:cubicBezTo>
                  <a:pt x="7182" y="3435"/>
                  <a:pt x="4059" y="2810"/>
                  <a:pt x="0" y="2810"/>
                </a:cubicBezTo>
                <a:lnTo>
                  <a:pt x="0" y="0"/>
                </a:lnTo>
                <a:lnTo>
                  <a:pt x="29196" y="0"/>
                </a:lnTo>
                <a:lnTo>
                  <a:pt x="66667" y="80875"/>
                </a:lnTo>
                <a:lnTo>
                  <a:pt x="103670" y="0"/>
                </a:lnTo>
                <a:lnTo>
                  <a:pt x="132866" y="0"/>
                </a:lnTo>
                <a:lnTo>
                  <a:pt x="132866" y="2810"/>
                </a:lnTo>
                <a:lnTo>
                  <a:pt x="129275" y="2810"/>
                </a:lnTo>
                <a:cubicBezTo>
                  <a:pt x="124904" y="2810"/>
                  <a:pt x="121781" y="4215"/>
                  <a:pt x="119907" y="6714"/>
                </a:cubicBezTo>
                <a:cubicBezTo>
                  <a:pt x="118658" y="8431"/>
                  <a:pt x="118190" y="12178"/>
                  <a:pt x="118190" y="17955"/>
                </a:cubicBezTo>
                <a:lnTo>
                  <a:pt x="118190" y="85403"/>
                </a:lnTo>
                <a:cubicBezTo>
                  <a:pt x="118190" y="91804"/>
                  <a:pt x="118815" y="95707"/>
                  <a:pt x="120376" y="97269"/>
                </a:cubicBezTo>
                <a:cubicBezTo>
                  <a:pt x="122249" y="99455"/>
                  <a:pt x="125216" y="100547"/>
                  <a:pt x="129275" y="100547"/>
                </a:cubicBezTo>
                <a:lnTo>
                  <a:pt x="132866" y="100547"/>
                </a:lnTo>
                <a:lnTo>
                  <a:pt x="132866" y="103358"/>
                </a:lnTo>
                <a:lnTo>
                  <a:pt x="88994" y="103358"/>
                </a:lnTo>
                <a:lnTo>
                  <a:pt x="88994" y="100547"/>
                </a:lnTo>
                <a:lnTo>
                  <a:pt x="92585" y="100547"/>
                </a:lnTo>
                <a:cubicBezTo>
                  <a:pt x="96956" y="100547"/>
                  <a:pt x="100079" y="99298"/>
                  <a:pt x="101953" y="96644"/>
                </a:cubicBezTo>
                <a:cubicBezTo>
                  <a:pt x="103045" y="95083"/>
                  <a:pt x="103670" y="91336"/>
                  <a:pt x="103670" y="85403"/>
                </a:cubicBezTo>
                <a:lnTo>
                  <a:pt x="103670" y="16394"/>
                </a:lnTo>
                <a:lnTo>
                  <a:pt x="63701" y="103358"/>
                </a:lnTo>
                <a:lnTo>
                  <a:pt x="61203" y="103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1DD9E-1C7E-469C-B99A-F26D08C5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024" y="3794580"/>
            <a:ext cx="34973" cy="108354"/>
          </a:xfrm>
          <a:custGeom xmlns:a="http://schemas.openxmlformats.org/drawingml/2006/main">
            <a:pathLst>
              <a:path w="34973" h="108354">
                <a:moveTo>
                  <a:pt x="18111" y="0"/>
                </a:moveTo>
                <a:cubicBezTo>
                  <a:pt x="20297" y="0"/>
                  <a:pt x="22014" y="781"/>
                  <a:pt x="23576" y="2186"/>
                </a:cubicBezTo>
                <a:cubicBezTo>
                  <a:pt x="24981" y="3747"/>
                  <a:pt x="25761" y="5465"/>
                  <a:pt x="25761" y="7650"/>
                </a:cubicBezTo>
                <a:cubicBezTo>
                  <a:pt x="25761" y="9836"/>
                  <a:pt x="24981" y="11554"/>
                  <a:pt x="23576" y="13115"/>
                </a:cubicBezTo>
                <a:cubicBezTo>
                  <a:pt x="22014" y="14676"/>
                  <a:pt x="20297" y="15457"/>
                  <a:pt x="18111" y="15457"/>
                </a:cubicBezTo>
                <a:cubicBezTo>
                  <a:pt x="15925" y="15457"/>
                  <a:pt x="14208" y="14676"/>
                  <a:pt x="12646" y="13115"/>
                </a:cubicBezTo>
                <a:cubicBezTo>
                  <a:pt x="11085" y="11554"/>
                  <a:pt x="10305" y="9836"/>
                  <a:pt x="10305" y="7650"/>
                </a:cubicBezTo>
                <a:cubicBezTo>
                  <a:pt x="10305" y="5465"/>
                  <a:pt x="10929" y="3747"/>
                  <a:pt x="12490" y="2186"/>
                </a:cubicBezTo>
                <a:cubicBezTo>
                  <a:pt x="14052" y="781"/>
                  <a:pt x="15925" y="0"/>
                  <a:pt x="18111" y="0"/>
                </a:cubicBezTo>
                <a:close/>
                <a:moveTo>
                  <a:pt x="24512" y="36534"/>
                </a:moveTo>
                <a:lnTo>
                  <a:pt x="24512" y="92585"/>
                </a:lnTo>
                <a:cubicBezTo>
                  <a:pt x="24512" y="96956"/>
                  <a:pt x="24825" y="99923"/>
                  <a:pt x="25449" y="101328"/>
                </a:cubicBezTo>
                <a:cubicBezTo>
                  <a:pt x="26074" y="102889"/>
                  <a:pt x="27010" y="103982"/>
                  <a:pt x="28259" y="104607"/>
                </a:cubicBezTo>
                <a:cubicBezTo>
                  <a:pt x="29508" y="105231"/>
                  <a:pt x="31694" y="105544"/>
                  <a:pt x="34973" y="105544"/>
                </a:cubicBezTo>
                <a:lnTo>
                  <a:pt x="34973" y="108354"/>
                </a:lnTo>
                <a:lnTo>
                  <a:pt x="1093" y="108354"/>
                </a:lnTo>
                <a:lnTo>
                  <a:pt x="1093" y="105544"/>
                </a:lnTo>
                <a:cubicBezTo>
                  <a:pt x="4528" y="105544"/>
                  <a:pt x="6714" y="105231"/>
                  <a:pt x="7963" y="104607"/>
                </a:cubicBezTo>
                <a:cubicBezTo>
                  <a:pt x="9056" y="103982"/>
                  <a:pt x="9992" y="102889"/>
                  <a:pt x="10617" y="101328"/>
                </a:cubicBezTo>
                <a:cubicBezTo>
                  <a:pt x="11241" y="99767"/>
                  <a:pt x="11710" y="96956"/>
                  <a:pt x="11710" y="92585"/>
                </a:cubicBezTo>
                <a:lnTo>
                  <a:pt x="11710" y="65731"/>
                </a:lnTo>
                <a:cubicBezTo>
                  <a:pt x="11710" y="58236"/>
                  <a:pt x="11397" y="53240"/>
                  <a:pt x="11085" y="50898"/>
                </a:cubicBezTo>
                <a:cubicBezTo>
                  <a:pt x="10773" y="49337"/>
                  <a:pt x="10148" y="48244"/>
                  <a:pt x="9368" y="47620"/>
                </a:cubicBezTo>
                <a:cubicBezTo>
                  <a:pt x="8587" y="46995"/>
                  <a:pt x="7494" y="46527"/>
                  <a:pt x="6245" y="46527"/>
                </a:cubicBezTo>
                <a:cubicBezTo>
                  <a:pt x="4840" y="46527"/>
                  <a:pt x="3123" y="46995"/>
                  <a:pt x="1093" y="47776"/>
                </a:cubicBezTo>
                <a:lnTo>
                  <a:pt x="0" y="44965"/>
                </a:lnTo>
                <a:lnTo>
                  <a:pt x="21077" y="36534"/>
                </a:lnTo>
                <a:lnTo>
                  <a:pt x="24512" y="3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B32B4-B9A3-4220-9DBD-E0252B95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837" y="3831115"/>
            <a:ext cx="76503" cy="71820"/>
          </a:xfrm>
          <a:custGeom xmlns:a="http://schemas.openxmlformats.org/drawingml/2006/main">
            <a:pathLst>
              <a:path w="76503" h="71820">
                <a:moveTo>
                  <a:pt x="24356" y="14676"/>
                </a:moveTo>
                <a:cubicBezTo>
                  <a:pt x="32475" y="4996"/>
                  <a:pt x="40281" y="0"/>
                  <a:pt x="47776" y="0"/>
                </a:cubicBezTo>
                <a:cubicBezTo>
                  <a:pt x="51523" y="0"/>
                  <a:pt x="54645" y="937"/>
                  <a:pt x="57456" y="2810"/>
                </a:cubicBezTo>
                <a:cubicBezTo>
                  <a:pt x="60266" y="4684"/>
                  <a:pt x="62452" y="7806"/>
                  <a:pt x="64169" y="12178"/>
                </a:cubicBezTo>
                <a:cubicBezTo>
                  <a:pt x="65106" y="15301"/>
                  <a:pt x="65731" y="19985"/>
                  <a:pt x="65731" y="26230"/>
                </a:cubicBezTo>
                <a:lnTo>
                  <a:pt x="65731" y="56050"/>
                </a:lnTo>
                <a:cubicBezTo>
                  <a:pt x="65731" y="60422"/>
                  <a:pt x="66043" y="63545"/>
                  <a:pt x="66823" y="65106"/>
                </a:cubicBezTo>
                <a:cubicBezTo>
                  <a:pt x="67292" y="66355"/>
                  <a:pt x="68229" y="67448"/>
                  <a:pt x="69478" y="68072"/>
                </a:cubicBezTo>
                <a:cubicBezTo>
                  <a:pt x="70727" y="68697"/>
                  <a:pt x="73069" y="69009"/>
                  <a:pt x="76503" y="69009"/>
                </a:cubicBezTo>
                <a:lnTo>
                  <a:pt x="76503" y="71820"/>
                </a:lnTo>
                <a:lnTo>
                  <a:pt x="41843" y="71820"/>
                </a:lnTo>
                <a:lnTo>
                  <a:pt x="41843" y="69009"/>
                </a:lnTo>
                <a:lnTo>
                  <a:pt x="43404" y="69009"/>
                </a:lnTo>
                <a:cubicBezTo>
                  <a:pt x="46527" y="69009"/>
                  <a:pt x="48869" y="68541"/>
                  <a:pt x="50118" y="67604"/>
                </a:cubicBezTo>
                <a:cubicBezTo>
                  <a:pt x="51367" y="66667"/>
                  <a:pt x="52303" y="65106"/>
                  <a:pt x="52928" y="63232"/>
                </a:cubicBezTo>
                <a:cubicBezTo>
                  <a:pt x="53084" y="62452"/>
                  <a:pt x="53240" y="60110"/>
                  <a:pt x="53240" y="56050"/>
                </a:cubicBezTo>
                <a:lnTo>
                  <a:pt x="53240" y="27479"/>
                </a:lnTo>
                <a:cubicBezTo>
                  <a:pt x="53240" y="21234"/>
                  <a:pt x="52303" y="16550"/>
                  <a:pt x="50742" y="13739"/>
                </a:cubicBezTo>
                <a:cubicBezTo>
                  <a:pt x="49025" y="10929"/>
                  <a:pt x="46214" y="9368"/>
                  <a:pt x="42311" y="9368"/>
                </a:cubicBezTo>
                <a:cubicBezTo>
                  <a:pt x="36222" y="9368"/>
                  <a:pt x="30289" y="12646"/>
                  <a:pt x="24356" y="19204"/>
                </a:cubicBezTo>
                <a:lnTo>
                  <a:pt x="24356" y="56050"/>
                </a:lnTo>
                <a:cubicBezTo>
                  <a:pt x="24356" y="60734"/>
                  <a:pt x="24512" y="63701"/>
                  <a:pt x="25137" y="64794"/>
                </a:cubicBezTo>
                <a:cubicBezTo>
                  <a:pt x="25761" y="66355"/>
                  <a:pt x="26854" y="67448"/>
                  <a:pt x="28103" y="68072"/>
                </a:cubicBezTo>
                <a:cubicBezTo>
                  <a:pt x="29352" y="68697"/>
                  <a:pt x="31850" y="69009"/>
                  <a:pt x="35598" y="69009"/>
                </a:cubicBezTo>
                <a:lnTo>
                  <a:pt x="35598" y="71820"/>
                </a:lnTo>
                <a:lnTo>
                  <a:pt x="1093" y="71820"/>
                </a:lnTo>
                <a:lnTo>
                  <a:pt x="1093" y="69009"/>
                </a:lnTo>
                <a:lnTo>
                  <a:pt x="2654" y="69009"/>
                </a:lnTo>
                <a:cubicBezTo>
                  <a:pt x="6089" y="69009"/>
                  <a:pt x="8587" y="68229"/>
                  <a:pt x="9836" y="66355"/>
                </a:cubicBezTo>
                <a:cubicBezTo>
                  <a:pt x="11085" y="64638"/>
                  <a:pt x="11710" y="61203"/>
                  <a:pt x="11710" y="56050"/>
                </a:cubicBezTo>
                <a:lnTo>
                  <a:pt x="11710" y="30133"/>
                </a:lnTo>
                <a:cubicBezTo>
                  <a:pt x="11710" y="21702"/>
                  <a:pt x="11397" y="16706"/>
                  <a:pt x="11085" y="14832"/>
                </a:cubicBezTo>
                <a:cubicBezTo>
                  <a:pt x="10773" y="12959"/>
                  <a:pt x="10148" y="11710"/>
                  <a:pt x="9368" y="11085"/>
                </a:cubicBezTo>
                <a:cubicBezTo>
                  <a:pt x="8587" y="10461"/>
                  <a:pt x="7494" y="9992"/>
                  <a:pt x="6245" y="9992"/>
                </a:cubicBezTo>
                <a:cubicBezTo>
                  <a:pt x="4684" y="9992"/>
                  <a:pt x="2966" y="10461"/>
                  <a:pt x="1093" y="11241"/>
                </a:cubicBezTo>
                <a:lnTo>
                  <a:pt x="0" y="8431"/>
                </a:lnTo>
                <a:lnTo>
                  <a:pt x="21077" y="0"/>
                </a:lnTo>
                <a:lnTo>
                  <a:pt x="24356" y="0"/>
                </a:lnTo>
                <a:lnTo>
                  <a:pt x="24356" y="146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E6AC7-F466-4C59-AFF9-6EBA0497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21" y="3833144"/>
            <a:ext cx="77752" cy="71820"/>
          </a:xfrm>
          <a:custGeom xmlns:a="http://schemas.openxmlformats.org/drawingml/2006/main">
            <a:pathLst>
              <a:path w="77752" h="71820">
                <a:moveTo>
                  <a:pt x="65887" y="0"/>
                </a:moveTo>
                <a:lnTo>
                  <a:pt x="65887" y="42311"/>
                </a:lnTo>
                <a:cubicBezTo>
                  <a:pt x="65887" y="50430"/>
                  <a:pt x="66043" y="55270"/>
                  <a:pt x="66511" y="57143"/>
                </a:cubicBezTo>
                <a:cubicBezTo>
                  <a:pt x="66823" y="59017"/>
                  <a:pt x="67448" y="60266"/>
                  <a:pt x="68385" y="60891"/>
                </a:cubicBezTo>
                <a:cubicBezTo>
                  <a:pt x="69165" y="61671"/>
                  <a:pt x="70102" y="61983"/>
                  <a:pt x="71351" y="61983"/>
                </a:cubicBezTo>
                <a:cubicBezTo>
                  <a:pt x="72912" y="61983"/>
                  <a:pt x="74630" y="61515"/>
                  <a:pt x="76660" y="60578"/>
                </a:cubicBezTo>
                <a:lnTo>
                  <a:pt x="77752" y="63232"/>
                </a:lnTo>
                <a:lnTo>
                  <a:pt x="56831" y="71820"/>
                </a:lnTo>
                <a:lnTo>
                  <a:pt x="53396" y="71820"/>
                </a:lnTo>
                <a:lnTo>
                  <a:pt x="53396" y="57143"/>
                </a:lnTo>
                <a:cubicBezTo>
                  <a:pt x="47307" y="63701"/>
                  <a:pt x="42779" y="67760"/>
                  <a:pt x="39657" y="69322"/>
                </a:cubicBezTo>
                <a:cubicBezTo>
                  <a:pt x="36534" y="70883"/>
                  <a:pt x="33099" y="71820"/>
                  <a:pt x="29665" y="71820"/>
                </a:cubicBezTo>
                <a:cubicBezTo>
                  <a:pt x="25605" y="71820"/>
                  <a:pt x="22170" y="70727"/>
                  <a:pt x="19360" y="68541"/>
                </a:cubicBezTo>
                <a:cubicBezTo>
                  <a:pt x="16550" y="66355"/>
                  <a:pt x="14520" y="63389"/>
                  <a:pt x="13427" y="59798"/>
                </a:cubicBezTo>
                <a:cubicBezTo>
                  <a:pt x="12334" y="56363"/>
                  <a:pt x="11866" y="51210"/>
                  <a:pt x="11866" y="44653"/>
                </a:cubicBezTo>
                <a:lnTo>
                  <a:pt x="11866" y="13583"/>
                </a:lnTo>
                <a:cubicBezTo>
                  <a:pt x="11866" y="10305"/>
                  <a:pt x="11397" y="7963"/>
                  <a:pt x="10773" y="6714"/>
                </a:cubicBezTo>
                <a:cubicBezTo>
                  <a:pt x="9992" y="5465"/>
                  <a:pt x="8899" y="4372"/>
                  <a:pt x="7494" y="3747"/>
                </a:cubicBezTo>
                <a:cubicBezTo>
                  <a:pt x="6089" y="3123"/>
                  <a:pt x="3591" y="2810"/>
                  <a:pt x="0" y="2810"/>
                </a:cubicBezTo>
                <a:lnTo>
                  <a:pt x="0" y="0"/>
                </a:lnTo>
                <a:lnTo>
                  <a:pt x="24512" y="0"/>
                </a:lnTo>
                <a:lnTo>
                  <a:pt x="24512" y="46683"/>
                </a:lnTo>
                <a:cubicBezTo>
                  <a:pt x="24512" y="53240"/>
                  <a:pt x="25605" y="57612"/>
                  <a:pt x="27791" y="59641"/>
                </a:cubicBezTo>
                <a:cubicBezTo>
                  <a:pt x="29977" y="61671"/>
                  <a:pt x="32787" y="62608"/>
                  <a:pt x="36066" y="62608"/>
                </a:cubicBezTo>
                <a:cubicBezTo>
                  <a:pt x="38252" y="62608"/>
                  <a:pt x="40594" y="61983"/>
                  <a:pt x="43404" y="60578"/>
                </a:cubicBezTo>
                <a:cubicBezTo>
                  <a:pt x="46214" y="59173"/>
                  <a:pt x="49493" y="56519"/>
                  <a:pt x="53396" y="52616"/>
                </a:cubicBezTo>
                <a:lnTo>
                  <a:pt x="53396" y="13115"/>
                </a:lnTo>
                <a:cubicBezTo>
                  <a:pt x="53396" y="9212"/>
                  <a:pt x="52616" y="6557"/>
                  <a:pt x="51210" y="5152"/>
                </a:cubicBezTo>
                <a:cubicBezTo>
                  <a:pt x="49649" y="3747"/>
                  <a:pt x="46683" y="2966"/>
                  <a:pt x="42155" y="2810"/>
                </a:cubicBezTo>
                <a:lnTo>
                  <a:pt x="42155" y="0"/>
                </a:lnTo>
                <a:lnTo>
                  <a:pt x="658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CB211-EB38-4D49-A50E-9C1E9C98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91" y="3810193"/>
            <a:ext cx="41999" cy="93678"/>
          </a:xfrm>
          <a:custGeom xmlns:a="http://schemas.openxmlformats.org/drawingml/2006/main">
            <a:pathLst>
              <a:path w="41999" h="93678">
                <a:moveTo>
                  <a:pt x="23576" y="0"/>
                </a:moveTo>
                <a:lnTo>
                  <a:pt x="23576" y="22951"/>
                </a:lnTo>
                <a:lnTo>
                  <a:pt x="39969" y="22951"/>
                </a:lnTo>
                <a:lnTo>
                  <a:pt x="39969" y="28259"/>
                </a:lnTo>
                <a:lnTo>
                  <a:pt x="23576" y="28259"/>
                </a:lnTo>
                <a:lnTo>
                  <a:pt x="23576" y="73537"/>
                </a:lnTo>
                <a:cubicBezTo>
                  <a:pt x="23576" y="78065"/>
                  <a:pt x="24200" y="81187"/>
                  <a:pt x="25449" y="82749"/>
                </a:cubicBezTo>
                <a:cubicBezTo>
                  <a:pt x="26698" y="84310"/>
                  <a:pt x="28416" y="85091"/>
                  <a:pt x="30601" y="85091"/>
                </a:cubicBezTo>
                <a:cubicBezTo>
                  <a:pt x="32163" y="85091"/>
                  <a:pt x="33880" y="84622"/>
                  <a:pt x="35441" y="83529"/>
                </a:cubicBezTo>
                <a:cubicBezTo>
                  <a:pt x="37003" y="82593"/>
                  <a:pt x="38096" y="81031"/>
                  <a:pt x="39032" y="78845"/>
                </a:cubicBezTo>
                <a:lnTo>
                  <a:pt x="41999" y="78845"/>
                </a:lnTo>
                <a:cubicBezTo>
                  <a:pt x="40125" y="83842"/>
                  <a:pt x="37627" y="87589"/>
                  <a:pt x="34505" y="90087"/>
                </a:cubicBezTo>
                <a:cubicBezTo>
                  <a:pt x="31226" y="92585"/>
                  <a:pt x="27947" y="93678"/>
                  <a:pt x="24512" y="93678"/>
                </a:cubicBezTo>
                <a:cubicBezTo>
                  <a:pt x="22014" y="93678"/>
                  <a:pt x="19672" y="93053"/>
                  <a:pt x="17487" y="91804"/>
                </a:cubicBezTo>
                <a:cubicBezTo>
                  <a:pt x="15301" y="90555"/>
                  <a:pt x="13583" y="88838"/>
                  <a:pt x="12646" y="86340"/>
                </a:cubicBezTo>
                <a:cubicBezTo>
                  <a:pt x="11554" y="83998"/>
                  <a:pt x="11085" y="80251"/>
                  <a:pt x="11085" y="75254"/>
                </a:cubicBezTo>
                <a:lnTo>
                  <a:pt x="11085" y="28259"/>
                </a:lnTo>
                <a:lnTo>
                  <a:pt x="0" y="28259"/>
                </a:lnTo>
                <a:lnTo>
                  <a:pt x="0" y="25761"/>
                </a:lnTo>
                <a:cubicBezTo>
                  <a:pt x="2810" y="24668"/>
                  <a:pt x="5621" y="22795"/>
                  <a:pt x="8587" y="20141"/>
                </a:cubicBezTo>
                <a:cubicBezTo>
                  <a:pt x="11397" y="17487"/>
                  <a:pt x="14052" y="14364"/>
                  <a:pt x="16394" y="10617"/>
                </a:cubicBezTo>
                <a:cubicBezTo>
                  <a:pt x="17487" y="8743"/>
                  <a:pt x="19048" y="5152"/>
                  <a:pt x="21234" y="0"/>
                </a:cubicBezTo>
                <a:lnTo>
                  <a:pt x="235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027AD-6442-43F8-8F66-95D94A0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210" y="3830958"/>
            <a:ext cx="59173" cy="74005"/>
          </a:xfrm>
          <a:custGeom xmlns:a="http://schemas.openxmlformats.org/drawingml/2006/main">
            <a:pathLst>
              <a:path w="59173" h="74005">
                <a:moveTo>
                  <a:pt x="10773" y="28416"/>
                </a:moveTo>
                <a:cubicBezTo>
                  <a:pt x="10773" y="38876"/>
                  <a:pt x="13271" y="46995"/>
                  <a:pt x="18423" y="52928"/>
                </a:cubicBezTo>
                <a:cubicBezTo>
                  <a:pt x="23419" y="58861"/>
                  <a:pt x="29508" y="61671"/>
                  <a:pt x="36378" y="61671"/>
                </a:cubicBezTo>
                <a:cubicBezTo>
                  <a:pt x="40750" y="61671"/>
                  <a:pt x="44653" y="60422"/>
                  <a:pt x="48088" y="57924"/>
                </a:cubicBezTo>
                <a:cubicBezTo>
                  <a:pt x="51523" y="55426"/>
                  <a:pt x="54333" y="51210"/>
                  <a:pt x="56675" y="44965"/>
                </a:cubicBezTo>
                <a:lnTo>
                  <a:pt x="59173" y="46527"/>
                </a:lnTo>
                <a:cubicBezTo>
                  <a:pt x="57924" y="53552"/>
                  <a:pt x="54801" y="59954"/>
                  <a:pt x="49805" y="65574"/>
                </a:cubicBezTo>
                <a:cubicBezTo>
                  <a:pt x="44653" y="71195"/>
                  <a:pt x="38252" y="74005"/>
                  <a:pt x="30445" y="74005"/>
                </a:cubicBezTo>
                <a:cubicBezTo>
                  <a:pt x="22014" y="74005"/>
                  <a:pt x="14832" y="70883"/>
                  <a:pt x="8899" y="64325"/>
                </a:cubicBezTo>
                <a:cubicBezTo>
                  <a:pt x="2966" y="57768"/>
                  <a:pt x="0" y="49025"/>
                  <a:pt x="0" y="37939"/>
                </a:cubicBezTo>
                <a:cubicBezTo>
                  <a:pt x="0" y="26074"/>
                  <a:pt x="2966" y="16706"/>
                  <a:pt x="9212" y="9992"/>
                </a:cubicBezTo>
                <a:cubicBezTo>
                  <a:pt x="15301" y="3435"/>
                  <a:pt x="22951" y="0"/>
                  <a:pt x="32319" y="0"/>
                </a:cubicBezTo>
                <a:cubicBezTo>
                  <a:pt x="40125" y="0"/>
                  <a:pt x="46527" y="2654"/>
                  <a:pt x="51523" y="7806"/>
                </a:cubicBezTo>
                <a:cubicBezTo>
                  <a:pt x="56519" y="12959"/>
                  <a:pt x="59173" y="19828"/>
                  <a:pt x="59173" y="28416"/>
                </a:cubicBezTo>
                <a:lnTo>
                  <a:pt x="10773" y="28416"/>
                </a:lnTo>
                <a:close/>
                <a:moveTo>
                  <a:pt x="10773" y="24044"/>
                </a:moveTo>
                <a:lnTo>
                  <a:pt x="43092" y="24044"/>
                </a:lnTo>
                <a:cubicBezTo>
                  <a:pt x="42779" y="19672"/>
                  <a:pt x="42311" y="16394"/>
                  <a:pt x="41530" y="14520"/>
                </a:cubicBezTo>
                <a:cubicBezTo>
                  <a:pt x="40281" y="11710"/>
                  <a:pt x="38408" y="9524"/>
                  <a:pt x="35910" y="7963"/>
                </a:cubicBezTo>
                <a:cubicBezTo>
                  <a:pt x="33412" y="6401"/>
                  <a:pt x="30758" y="5465"/>
                  <a:pt x="27947" y="5465"/>
                </a:cubicBezTo>
                <a:cubicBezTo>
                  <a:pt x="23732" y="5465"/>
                  <a:pt x="19985" y="7182"/>
                  <a:pt x="16706" y="10461"/>
                </a:cubicBezTo>
                <a:cubicBezTo>
                  <a:pt x="13271" y="13739"/>
                  <a:pt x="11397" y="18267"/>
                  <a:pt x="10773" y="24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68934-FDC4-4257-97DC-F1549E8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190" y="3794580"/>
            <a:ext cx="42155" cy="141609"/>
          </a:xfrm>
          <a:custGeom xmlns:a="http://schemas.openxmlformats.org/drawingml/2006/main">
            <a:pathLst>
              <a:path w="42155" h="141609">
                <a:moveTo>
                  <a:pt x="0" y="3123"/>
                </a:moveTo>
                <a:lnTo>
                  <a:pt x="0" y="0"/>
                </a:lnTo>
                <a:cubicBezTo>
                  <a:pt x="7806" y="3747"/>
                  <a:pt x="14208" y="8275"/>
                  <a:pt x="19360" y="13427"/>
                </a:cubicBezTo>
                <a:cubicBezTo>
                  <a:pt x="26542" y="20921"/>
                  <a:pt x="32163" y="29508"/>
                  <a:pt x="36222" y="39501"/>
                </a:cubicBezTo>
                <a:cubicBezTo>
                  <a:pt x="40125" y="49493"/>
                  <a:pt x="42155" y="59954"/>
                  <a:pt x="42155" y="70727"/>
                </a:cubicBezTo>
                <a:cubicBezTo>
                  <a:pt x="42155" y="86652"/>
                  <a:pt x="38252" y="101016"/>
                  <a:pt x="30445" y="113818"/>
                </a:cubicBezTo>
                <a:cubicBezTo>
                  <a:pt x="22639" y="126621"/>
                  <a:pt x="12490" y="135989"/>
                  <a:pt x="0" y="141609"/>
                </a:cubicBezTo>
                <a:lnTo>
                  <a:pt x="0" y="138799"/>
                </a:lnTo>
                <a:cubicBezTo>
                  <a:pt x="6245" y="135208"/>
                  <a:pt x="11397" y="130368"/>
                  <a:pt x="15457" y="124435"/>
                </a:cubicBezTo>
                <a:cubicBezTo>
                  <a:pt x="19516" y="118502"/>
                  <a:pt x="22483" y="110852"/>
                  <a:pt x="24512" y="101796"/>
                </a:cubicBezTo>
                <a:cubicBezTo>
                  <a:pt x="26386" y="92741"/>
                  <a:pt x="27479" y="83061"/>
                  <a:pt x="27479" y="73069"/>
                </a:cubicBezTo>
                <a:cubicBezTo>
                  <a:pt x="27479" y="62296"/>
                  <a:pt x="26542" y="52460"/>
                  <a:pt x="24981" y="43404"/>
                </a:cubicBezTo>
                <a:cubicBezTo>
                  <a:pt x="23576" y="36534"/>
                  <a:pt x="22014" y="30914"/>
                  <a:pt x="20141" y="26698"/>
                </a:cubicBezTo>
                <a:cubicBezTo>
                  <a:pt x="18267" y="22483"/>
                  <a:pt x="15613" y="18423"/>
                  <a:pt x="12490" y="14364"/>
                </a:cubicBezTo>
                <a:cubicBezTo>
                  <a:pt x="9368" y="10461"/>
                  <a:pt x="5152" y="6714"/>
                  <a:pt x="0" y="31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576A7-252D-47F4-946A-9BF31BA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725866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84CFD-1768-4F2F-96CB-9F795448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725866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67F43-0D33-4A16-B478-F58BD423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994024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7BB50-AA71-45AF-AC56-6549B623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2994024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2B8E0-7338-4BB2-B866-F5210BF0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3262182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199D7-46C5-4856-AE7F-33D48A3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326218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747FA-1C95-4BCD-9092-43EF9D4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3530339"/>
            <a:ext cx="15613" cy="10"/>
          </a:xfrm>
          <a:custGeom xmlns:a="http://schemas.openxmlformats.org/drawingml/2006/main">
            <a:pathLst>
              <a:path w="15613" h="1">
                <a:moveTo>
                  <a:pt x="15613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3FB1A-78A5-442B-829C-74AC9D8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87" y="3530339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156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1A4A2-1097-408E-91EC-F02FF01E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040" y="313243"/>
            <a:ext cx="53632" cy="1072630"/>
          </a:xfrm>
          <a:custGeom xmlns:a="http://schemas.openxmlformats.org/drawingml/2006/main">
            <a:pathLst>
              <a:path w="53632" h="1072630">
                <a:moveTo>
                  <a:pt x="0" y="1072630"/>
                </a:moveTo>
                <a:lnTo>
                  <a:pt x="53632" y="1072630"/>
                </a:lnTo>
                <a:lnTo>
                  <a:pt x="53632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402bb13a84a04"/>
          <a:stretch xmlns:a="http://schemas.openxmlformats.org/drawingml/2006/main"/>
        </p:blipFill>
        <p:spPr>
          <a:xfrm xmlns:a="http://schemas.openxmlformats.org/drawingml/2006/main">
            <a:off x="3274427" y="318409"/>
            <a:ext cx="52995" cy="1061663"/>
          </a:xfrm>
          <a:prstGeom xmlns:a="http://schemas.openxmlformats.org/drawingml/2006/main" prst="rect">
            <a:avLst/>
          </a:prstGeom>
        </p:spPr>
      </p:pic>
      <p:sp>
        <p:nvSpPr>
          <p:cNvPr id="1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4E2D7-BAFC-45C9-A9DE-56113CD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385874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749DA-6999-4BD9-84A2-A8735DBC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385874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CEA86-AFDF-4700-A5F7-7A85424D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1356545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DFD7A-A3F8-4ACE-93BA-E4FF0CC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115761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23A0B-F4C2-4EF3-B683-E16C87EA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115761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8414B-6571-4D3B-916A-9485512F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771" y="1086432"/>
            <a:ext cx="38988" cy="60311"/>
          </a:xfrm>
          <a:custGeom xmlns:a="http://schemas.openxmlformats.org/drawingml/2006/main">
            <a:pathLst>
              <a:path w="38988" h="60311">
                <a:moveTo>
                  <a:pt x="38988" y="48980"/>
                </a:moveTo>
                <a:lnTo>
                  <a:pt x="34884" y="60311"/>
                </a:lnTo>
                <a:lnTo>
                  <a:pt x="0" y="60311"/>
                </a:lnTo>
                <a:lnTo>
                  <a:pt x="0" y="58705"/>
                </a:lnTo>
                <a:cubicBezTo>
                  <a:pt x="10260" y="49426"/>
                  <a:pt x="17487" y="41753"/>
                  <a:pt x="21680" y="35776"/>
                </a:cubicBezTo>
                <a:cubicBezTo>
                  <a:pt x="25784" y="29888"/>
                  <a:pt x="27925" y="24445"/>
                  <a:pt x="27925" y="19538"/>
                </a:cubicBezTo>
                <a:cubicBezTo>
                  <a:pt x="27925" y="15791"/>
                  <a:pt x="26765" y="12758"/>
                  <a:pt x="24445" y="10349"/>
                </a:cubicBezTo>
                <a:cubicBezTo>
                  <a:pt x="22126" y="7940"/>
                  <a:pt x="19449" y="6691"/>
                  <a:pt x="16327" y="6691"/>
                </a:cubicBezTo>
                <a:cubicBezTo>
                  <a:pt x="13383" y="6691"/>
                  <a:pt x="10795" y="7583"/>
                  <a:pt x="8476" y="9279"/>
                </a:cubicBezTo>
                <a:cubicBezTo>
                  <a:pt x="6156" y="10974"/>
                  <a:pt x="4461" y="13472"/>
                  <a:pt x="3390" y="16684"/>
                </a:cubicBezTo>
                <a:lnTo>
                  <a:pt x="1784" y="16684"/>
                </a:lnTo>
                <a:cubicBezTo>
                  <a:pt x="2498" y="11331"/>
                  <a:pt x="4282" y="7227"/>
                  <a:pt x="7316" y="4372"/>
                </a:cubicBezTo>
                <a:cubicBezTo>
                  <a:pt x="10349" y="1517"/>
                  <a:pt x="14096" y="0"/>
                  <a:pt x="18557" y="0"/>
                </a:cubicBezTo>
                <a:cubicBezTo>
                  <a:pt x="23375" y="0"/>
                  <a:pt x="27390" y="1606"/>
                  <a:pt x="30601" y="4639"/>
                </a:cubicBezTo>
                <a:cubicBezTo>
                  <a:pt x="33813" y="7762"/>
                  <a:pt x="35419" y="11420"/>
                  <a:pt x="35419" y="15524"/>
                </a:cubicBezTo>
                <a:cubicBezTo>
                  <a:pt x="35419" y="18557"/>
                  <a:pt x="34705" y="21501"/>
                  <a:pt x="33367" y="24535"/>
                </a:cubicBezTo>
                <a:cubicBezTo>
                  <a:pt x="31137" y="29263"/>
                  <a:pt x="27657" y="34259"/>
                  <a:pt x="22840" y="39434"/>
                </a:cubicBezTo>
                <a:cubicBezTo>
                  <a:pt x="15613" y="47374"/>
                  <a:pt x="11063" y="52103"/>
                  <a:pt x="9279" y="53709"/>
                </a:cubicBezTo>
                <a:lnTo>
                  <a:pt x="24713" y="53709"/>
                </a:lnTo>
                <a:cubicBezTo>
                  <a:pt x="27836" y="53709"/>
                  <a:pt x="30066" y="53619"/>
                  <a:pt x="31315" y="53352"/>
                </a:cubicBezTo>
                <a:cubicBezTo>
                  <a:pt x="32564" y="53173"/>
                  <a:pt x="33724" y="52727"/>
                  <a:pt x="34795" y="52013"/>
                </a:cubicBezTo>
                <a:cubicBezTo>
                  <a:pt x="35776" y="51300"/>
                  <a:pt x="36668" y="50318"/>
                  <a:pt x="37382" y="48980"/>
                </a:cubicBezTo>
                <a:lnTo>
                  <a:pt x="38988" y="48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8C359-B2BC-4D0E-98EB-E21AD7C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717" y="1086432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D95ED-8555-439B-BF91-98510A42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326" y="1086432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A4EAB-C739-4C0E-BBE3-919FECEE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34" y="1086432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13871-5052-4304-A630-7ECAA3BE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845649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DC374-8DF9-4404-8743-DD0A805E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845649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3DEC0-36FE-472E-8872-A522AB37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325" y="816320"/>
            <a:ext cx="40058" cy="60311"/>
          </a:xfrm>
          <a:custGeom xmlns:a="http://schemas.openxmlformats.org/drawingml/2006/main">
            <a:pathLst>
              <a:path w="40058" h="60311">
                <a:moveTo>
                  <a:pt x="40058" y="38542"/>
                </a:moveTo>
                <a:lnTo>
                  <a:pt x="40058" y="44698"/>
                </a:lnTo>
                <a:lnTo>
                  <a:pt x="32118" y="44698"/>
                </a:lnTo>
                <a:lnTo>
                  <a:pt x="32118" y="60311"/>
                </a:lnTo>
                <a:lnTo>
                  <a:pt x="24981" y="60311"/>
                </a:lnTo>
                <a:lnTo>
                  <a:pt x="24981" y="44698"/>
                </a:lnTo>
                <a:lnTo>
                  <a:pt x="0" y="44698"/>
                </a:lnTo>
                <a:lnTo>
                  <a:pt x="0" y="39166"/>
                </a:lnTo>
                <a:lnTo>
                  <a:pt x="27390" y="0"/>
                </a:lnTo>
                <a:lnTo>
                  <a:pt x="32118" y="0"/>
                </a:lnTo>
                <a:lnTo>
                  <a:pt x="32118" y="38542"/>
                </a:lnTo>
                <a:lnTo>
                  <a:pt x="40058" y="38542"/>
                </a:lnTo>
                <a:close/>
                <a:moveTo>
                  <a:pt x="24981" y="38542"/>
                </a:moveTo>
                <a:lnTo>
                  <a:pt x="24981" y="9189"/>
                </a:lnTo>
                <a:lnTo>
                  <a:pt x="4193" y="38542"/>
                </a:lnTo>
                <a:lnTo>
                  <a:pt x="24981" y="385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09406-C827-4E6E-8543-57C1C49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717" y="816320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52D32-FD62-4209-B034-06BE406F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326" y="816320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D248F-B844-48B9-8B45-93644F40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34" y="816320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C02D4-FFD7-457E-972D-E0DD1B3B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575536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A1983-D05A-4C82-8C6F-FDFDA0CD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575536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A64AE-93B1-4B47-BBAC-53924CBF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734" y="546207"/>
            <a:ext cx="37293" cy="61292"/>
          </a:xfrm>
          <a:custGeom xmlns:a="http://schemas.openxmlformats.org/drawingml/2006/main">
            <a:pathLst>
              <a:path w="37293" h="61292">
                <a:moveTo>
                  <a:pt x="36133" y="0"/>
                </a:moveTo>
                <a:lnTo>
                  <a:pt x="36133" y="1606"/>
                </a:lnTo>
                <a:cubicBezTo>
                  <a:pt x="32297" y="2052"/>
                  <a:pt x="29174" y="2855"/>
                  <a:pt x="26765" y="3926"/>
                </a:cubicBezTo>
                <a:cubicBezTo>
                  <a:pt x="24267" y="5085"/>
                  <a:pt x="21858" y="6870"/>
                  <a:pt x="19538" y="9189"/>
                </a:cubicBezTo>
                <a:cubicBezTo>
                  <a:pt x="17219" y="11509"/>
                  <a:pt x="15256" y="14185"/>
                  <a:pt x="13650" y="17040"/>
                </a:cubicBezTo>
                <a:cubicBezTo>
                  <a:pt x="12044" y="19895"/>
                  <a:pt x="10795" y="23375"/>
                  <a:pt x="9814" y="27300"/>
                </a:cubicBezTo>
                <a:cubicBezTo>
                  <a:pt x="13918" y="24445"/>
                  <a:pt x="18111" y="23018"/>
                  <a:pt x="22393" y="23018"/>
                </a:cubicBezTo>
                <a:cubicBezTo>
                  <a:pt x="26408" y="23018"/>
                  <a:pt x="29888" y="24713"/>
                  <a:pt x="32832" y="27925"/>
                </a:cubicBezTo>
                <a:cubicBezTo>
                  <a:pt x="35776" y="31137"/>
                  <a:pt x="37293" y="35330"/>
                  <a:pt x="37293" y="40415"/>
                </a:cubicBezTo>
                <a:cubicBezTo>
                  <a:pt x="37293" y="45411"/>
                  <a:pt x="35776" y="49872"/>
                  <a:pt x="32832" y="53976"/>
                </a:cubicBezTo>
                <a:cubicBezTo>
                  <a:pt x="29263" y="58883"/>
                  <a:pt x="24445" y="61292"/>
                  <a:pt x="18557" y="61292"/>
                </a:cubicBezTo>
                <a:cubicBezTo>
                  <a:pt x="14453" y="61292"/>
                  <a:pt x="11063" y="60043"/>
                  <a:pt x="8297" y="57366"/>
                </a:cubicBezTo>
                <a:cubicBezTo>
                  <a:pt x="2766" y="52192"/>
                  <a:pt x="0" y="45411"/>
                  <a:pt x="0" y="37114"/>
                </a:cubicBezTo>
                <a:cubicBezTo>
                  <a:pt x="0" y="31850"/>
                  <a:pt x="981" y="26854"/>
                  <a:pt x="3123" y="22037"/>
                </a:cubicBezTo>
                <a:cubicBezTo>
                  <a:pt x="5264" y="17308"/>
                  <a:pt x="8297" y="13115"/>
                  <a:pt x="12223" y="9368"/>
                </a:cubicBezTo>
                <a:cubicBezTo>
                  <a:pt x="16148" y="5710"/>
                  <a:pt x="19985" y="3212"/>
                  <a:pt x="23553" y="1963"/>
                </a:cubicBezTo>
                <a:cubicBezTo>
                  <a:pt x="27122" y="714"/>
                  <a:pt x="30512" y="0"/>
                  <a:pt x="33635" y="0"/>
                </a:cubicBezTo>
                <a:lnTo>
                  <a:pt x="36133" y="0"/>
                </a:lnTo>
                <a:close/>
                <a:moveTo>
                  <a:pt x="9100" y="30512"/>
                </a:moveTo>
                <a:cubicBezTo>
                  <a:pt x="8565" y="34438"/>
                  <a:pt x="8297" y="37650"/>
                  <a:pt x="8297" y="39969"/>
                </a:cubicBezTo>
                <a:cubicBezTo>
                  <a:pt x="8297" y="42824"/>
                  <a:pt x="8743" y="45857"/>
                  <a:pt x="9814" y="49069"/>
                </a:cubicBezTo>
                <a:cubicBezTo>
                  <a:pt x="10795" y="52370"/>
                  <a:pt x="12312" y="54958"/>
                  <a:pt x="14453" y="56831"/>
                </a:cubicBezTo>
                <a:cubicBezTo>
                  <a:pt x="15881" y="58259"/>
                  <a:pt x="17665" y="58883"/>
                  <a:pt x="19806" y="58883"/>
                </a:cubicBezTo>
                <a:cubicBezTo>
                  <a:pt x="22304" y="58883"/>
                  <a:pt x="24624" y="57723"/>
                  <a:pt x="26587" y="55314"/>
                </a:cubicBezTo>
                <a:cubicBezTo>
                  <a:pt x="28549" y="52995"/>
                  <a:pt x="29620" y="49605"/>
                  <a:pt x="29620" y="45144"/>
                </a:cubicBezTo>
                <a:cubicBezTo>
                  <a:pt x="29620" y="40237"/>
                  <a:pt x="28549" y="35954"/>
                  <a:pt x="26587" y="32297"/>
                </a:cubicBezTo>
                <a:cubicBezTo>
                  <a:pt x="24624" y="28728"/>
                  <a:pt x="21769" y="26854"/>
                  <a:pt x="18200" y="26854"/>
                </a:cubicBezTo>
                <a:cubicBezTo>
                  <a:pt x="17130" y="26854"/>
                  <a:pt x="15881" y="27122"/>
                  <a:pt x="14632" y="27568"/>
                </a:cubicBezTo>
                <a:cubicBezTo>
                  <a:pt x="13383" y="28014"/>
                  <a:pt x="11509" y="28995"/>
                  <a:pt x="9100" y="30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A275F-729A-4386-844E-F0AC73A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717" y="546207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B09E3-F620-408A-97CC-B332FF5A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326" y="546207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05343-380A-4D2A-ABC1-F22E39E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34" y="546207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E3AB6-DC54-4E86-A6F3-E8937903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040" y="1462721"/>
            <a:ext cx="53632" cy="1072630"/>
          </a:xfrm>
          <a:custGeom xmlns:a="http://schemas.openxmlformats.org/drawingml/2006/main">
            <a:pathLst>
              <a:path w="53632" h="1072630">
                <a:moveTo>
                  <a:pt x="0" y="1072630"/>
                </a:moveTo>
                <a:lnTo>
                  <a:pt x="53632" y="1072630"/>
                </a:lnTo>
                <a:lnTo>
                  <a:pt x="53632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dc74f6c8246c3"/>
          <a:stretch xmlns:a="http://schemas.openxmlformats.org/drawingml/2006/main"/>
        </p:blipFill>
        <p:spPr>
          <a:xfrm xmlns:a="http://schemas.openxmlformats.org/drawingml/2006/main">
            <a:off x="3274427" y="1468236"/>
            <a:ext cx="52995" cy="1061663"/>
          </a:xfrm>
          <a:prstGeom xmlns:a="http://schemas.openxmlformats.org/drawingml/2006/main" prst="rect">
            <a:avLst/>
          </a:prstGeom>
        </p:spPr>
      </p:pic>
      <p:sp>
        <p:nvSpPr>
          <p:cNvPr id="1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93C15-CEBC-4326-A118-9F5BE3DB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514941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F0E37-77B5-48A1-BA29-C68DAC04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514941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DAC26-4C65-44C6-AD8D-DB882D9E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2485612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25972-E9A8-45F1-9FF2-93EC94D1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2537447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1EA6E-529C-4B19-8565-842D74D8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237" y="2485612"/>
            <a:ext cx="40058" cy="60311"/>
          </a:xfrm>
          <a:custGeom xmlns:a="http://schemas.openxmlformats.org/drawingml/2006/main">
            <a:pathLst>
              <a:path w="40058" h="60311">
                <a:moveTo>
                  <a:pt x="40058" y="38542"/>
                </a:moveTo>
                <a:lnTo>
                  <a:pt x="40058" y="44698"/>
                </a:lnTo>
                <a:lnTo>
                  <a:pt x="32118" y="44698"/>
                </a:lnTo>
                <a:lnTo>
                  <a:pt x="32118" y="60311"/>
                </a:lnTo>
                <a:lnTo>
                  <a:pt x="24981" y="60311"/>
                </a:lnTo>
                <a:lnTo>
                  <a:pt x="24981" y="44698"/>
                </a:lnTo>
                <a:lnTo>
                  <a:pt x="0" y="44698"/>
                </a:lnTo>
                <a:lnTo>
                  <a:pt x="0" y="39166"/>
                </a:lnTo>
                <a:lnTo>
                  <a:pt x="27390" y="0"/>
                </a:lnTo>
                <a:lnTo>
                  <a:pt x="32118" y="0"/>
                </a:lnTo>
                <a:lnTo>
                  <a:pt x="32118" y="38542"/>
                </a:lnTo>
                <a:lnTo>
                  <a:pt x="40058" y="38542"/>
                </a:lnTo>
                <a:close/>
                <a:moveTo>
                  <a:pt x="24981" y="38542"/>
                </a:moveTo>
                <a:lnTo>
                  <a:pt x="24981" y="9189"/>
                </a:lnTo>
                <a:lnTo>
                  <a:pt x="4193" y="38542"/>
                </a:lnTo>
                <a:lnTo>
                  <a:pt x="24981" y="385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1F4EB-F7C8-4DCB-ADA9-D2436A27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335837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4FEEC-D9C1-4C16-9240-9880F38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335837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DD800-18CB-408B-AD6D-33DCC40E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2306508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F6ACB-E7F7-4EDB-B1D7-21FCC69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2358343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D8592-C121-43D5-AFAA-8DBC49BA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092" y="2307757"/>
            <a:ext cx="34438" cy="60043"/>
          </a:xfrm>
          <a:custGeom xmlns:a="http://schemas.openxmlformats.org/drawingml/2006/main">
            <a:pathLst>
              <a:path w="34438" h="60043">
                <a:moveTo>
                  <a:pt x="34438" y="0"/>
                </a:moveTo>
                <a:lnTo>
                  <a:pt x="31047" y="7405"/>
                </a:lnTo>
                <a:lnTo>
                  <a:pt x="13293" y="7405"/>
                </a:lnTo>
                <a:lnTo>
                  <a:pt x="9368" y="15345"/>
                </a:lnTo>
                <a:cubicBezTo>
                  <a:pt x="17040" y="16505"/>
                  <a:pt x="23196" y="19360"/>
                  <a:pt x="27657" y="23910"/>
                </a:cubicBezTo>
                <a:cubicBezTo>
                  <a:pt x="31494" y="27836"/>
                  <a:pt x="33456" y="32475"/>
                  <a:pt x="33456" y="37828"/>
                </a:cubicBezTo>
                <a:cubicBezTo>
                  <a:pt x="33456" y="40951"/>
                  <a:pt x="32832" y="43805"/>
                  <a:pt x="31583" y="46482"/>
                </a:cubicBezTo>
                <a:cubicBezTo>
                  <a:pt x="30334" y="49158"/>
                  <a:pt x="28728" y="51389"/>
                  <a:pt x="26765" y="53262"/>
                </a:cubicBezTo>
                <a:cubicBezTo>
                  <a:pt x="24802" y="55136"/>
                  <a:pt x="22750" y="56653"/>
                  <a:pt x="20431" y="57723"/>
                </a:cubicBezTo>
                <a:cubicBezTo>
                  <a:pt x="17040" y="59240"/>
                  <a:pt x="13650" y="60043"/>
                  <a:pt x="10171" y="60043"/>
                </a:cubicBezTo>
                <a:cubicBezTo>
                  <a:pt x="6602" y="60043"/>
                  <a:pt x="4015" y="59418"/>
                  <a:pt x="2409" y="58259"/>
                </a:cubicBezTo>
                <a:cubicBezTo>
                  <a:pt x="803" y="57099"/>
                  <a:pt x="0" y="55761"/>
                  <a:pt x="0" y="54333"/>
                </a:cubicBezTo>
                <a:cubicBezTo>
                  <a:pt x="0" y="53530"/>
                  <a:pt x="268" y="52816"/>
                  <a:pt x="981" y="52192"/>
                </a:cubicBezTo>
                <a:cubicBezTo>
                  <a:pt x="1606" y="51567"/>
                  <a:pt x="2409" y="51210"/>
                  <a:pt x="3479" y="51210"/>
                </a:cubicBezTo>
                <a:cubicBezTo>
                  <a:pt x="4193" y="51210"/>
                  <a:pt x="4907" y="51389"/>
                  <a:pt x="5442" y="51567"/>
                </a:cubicBezTo>
                <a:cubicBezTo>
                  <a:pt x="5978" y="51835"/>
                  <a:pt x="6959" y="52460"/>
                  <a:pt x="8386" y="53352"/>
                </a:cubicBezTo>
                <a:cubicBezTo>
                  <a:pt x="10528" y="54868"/>
                  <a:pt x="12758" y="55582"/>
                  <a:pt x="14988" y="55582"/>
                </a:cubicBezTo>
                <a:cubicBezTo>
                  <a:pt x="18379" y="55582"/>
                  <a:pt x="21323" y="54333"/>
                  <a:pt x="23910" y="51746"/>
                </a:cubicBezTo>
                <a:cubicBezTo>
                  <a:pt x="26497" y="49248"/>
                  <a:pt x="27836" y="46125"/>
                  <a:pt x="27836" y="42378"/>
                </a:cubicBezTo>
                <a:cubicBezTo>
                  <a:pt x="27836" y="38809"/>
                  <a:pt x="26676" y="35508"/>
                  <a:pt x="24356" y="32386"/>
                </a:cubicBezTo>
                <a:cubicBezTo>
                  <a:pt x="22037" y="29352"/>
                  <a:pt x="18914" y="26943"/>
                  <a:pt x="14899" y="25248"/>
                </a:cubicBezTo>
                <a:cubicBezTo>
                  <a:pt x="11687" y="23999"/>
                  <a:pt x="7405" y="23196"/>
                  <a:pt x="1963" y="22929"/>
                </a:cubicBezTo>
                <a:lnTo>
                  <a:pt x="13293" y="0"/>
                </a:lnTo>
                <a:lnTo>
                  <a:pt x="34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4B82E-418A-409B-BA03-FBD4623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156733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99F3D-B80A-4C28-AC5D-8780B8C2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156733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47875-962F-4D5B-9756-761F52D2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212740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C825D-8622-4045-9D64-08F5579A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2179239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76B88-60CF-4957-9A06-9DFBE3C9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646" y="2127404"/>
            <a:ext cx="37293" cy="61292"/>
          </a:xfrm>
          <a:custGeom xmlns:a="http://schemas.openxmlformats.org/drawingml/2006/main">
            <a:pathLst>
              <a:path w="37293" h="61292">
                <a:moveTo>
                  <a:pt x="36133" y="0"/>
                </a:moveTo>
                <a:lnTo>
                  <a:pt x="36133" y="1606"/>
                </a:lnTo>
                <a:cubicBezTo>
                  <a:pt x="32297" y="2052"/>
                  <a:pt x="29174" y="2855"/>
                  <a:pt x="26765" y="3926"/>
                </a:cubicBezTo>
                <a:cubicBezTo>
                  <a:pt x="24267" y="5085"/>
                  <a:pt x="21858" y="6870"/>
                  <a:pt x="19538" y="9189"/>
                </a:cubicBezTo>
                <a:cubicBezTo>
                  <a:pt x="17219" y="11509"/>
                  <a:pt x="15256" y="14185"/>
                  <a:pt x="13650" y="17040"/>
                </a:cubicBezTo>
                <a:cubicBezTo>
                  <a:pt x="12044" y="19895"/>
                  <a:pt x="10795" y="23375"/>
                  <a:pt x="9814" y="27300"/>
                </a:cubicBezTo>
                <a:cubicBezTo>
                  <a:pt x="13918" y="24445"/>
                  <a:pt x="18111" y="23018"/>
                  <a:pt x="22393" y="23018"/>
                </a:cubicBezTo>
                <a:cubicBezTo>
                  <a:pt x="26408" y="23018"/>
                  <a:pt x="29888" y="24713"/>
                  <a:pt x="32832" y="27925"/>
                </a:cubicBezTo>
                <a:cubicBezTo>
                  <a:pt x="35776" y="31137"/>
                  <a:pt x="37293" y="35330"/>
                  <a:pt x="37293" y="40415"/>
                </a:cubicBezTo>
                <a:cubicBezTo>
                  <a:pt x="37293" y="45411"/>
                  <a:pt x="35776" y="49872"/>
                  <a:pt x="32832" y="53976"/>
                </a:cubicBezTo>
                <a:cubicBezTo>
                  <a:pt x="29263" y="58883"/>
                  <a:pt x="24445" y="61292"/>
                  <a:pt x="18557" y="61292"/>
                </a:cubicBezTo>
                <a:cubicBezTo>
                  <a:pt x="14453" y="61292"/>
                  <a:pt x="11063" y="60043"/>
                  <a:pt x="8297" y="57366"/>
                </a:cubicBezTo>
                <a:cubicBezTo>
                  <a:pt x="2766" y="52192"/>
                  <a:pt x="0" y="45411"/>
                  <a:pt x="0" y="37114"/>
                </a:cubicBezTo>
                <a:cubicBezTo>
                  <a:pt x="0" y="31850"/>
                  <a:pt x="981" y="26854"/>
                  <a:pt x="3123" y="22037"/>
                </a:cubicBezTo>
                <a:cubicBezTo>
                  <a:pt x="5264" y="17308"/>
                  <a:pt x="8297" y="13115"/>
                  <a:pt x="12223" y="9368"/>
                </a:cubicBezTo>
                <a:cubicBezTo>
                  <a:pt x="16148" y="5710"/>
                  <a:pt x="19985" y="3212"/>
                  <a:pt x="23553" y="1963"/>
                </a:cubicBezTo>
                <a:cubicBezTo>
                  <a:pt x="27122" y="714"/>
                  <a:pt x="30512" y="0"/>
                  <a:pt x="33635" y="0"/>
                </a:cubicBezTo>
                <a:lnTo>
                  <a:pt x="36133" y="0"/>
                </a:lnTo>
                <a:close/>
                <a:moveTo>
                  <a:pt x="9100" y="30512"/>
                </a:moveTo>
                <a:cubicBezTo>
                  <a:pt x="8565" y="34438"/>
                  <a:pt x="8297" y="37650"/>
                  <a:pt x="8297" y="39969"/>
                </a:cubicBezTo>
                <a:cubicBezTo>
                  <a:pt x="8297" y="42824"/>
                  <a:pt x="8743" y="45857"/>
                  <a:pt x="9814" y="49069"/>
                </a:cubicBezTo>
                <a:cubicBezTo>
                  <a:pt x="10795" y="52370"/>
                  <a:pt x="12312" y="54958"/>
                  <a:pt x="14453" y="56831"/>
                </a:cubicBezTo>
                <a:cubicBezTo>
                  <a:pt x="15881" y="58259"/>
                  <a:pt x="17665" y="58883"/>
                  <a:pt x="19806" y="58883"/>
                </a:cubicBezTo>
                <a:cubicBezTo>
                  <a:pt x="22304" y="58883"/>
                  <a:pt x="24624" y="57723"/>
                  <a:pt x="26587" y="55314"/>
                </a:cubicBezTo>
                <a:cubicBezTo>
                  <a:pt x="28549" y="52995"/>
                  <a:pt x="29620" y="49605"/>
                  <a:pt x="29620" y="45144"/>
                </a:cubicBezTo>
                <a:cubicBezTo>
                  <a:pt x="29620" y="40237"/>
                  <a:pt x="28549" y="35954"/>
                  <a:pt x="26587" y="32297"/>
                </a:cubicBezTo>
                <a:cubicBezTo>
                  <a:pt x="24624" y="28728"/>
                  <a:pt x="21769" y="26854"/>
                  <a:pt x="18200" y="26854"/>
                </a:cubicBezTo>
                <a:cubicBezTo>
                  <a:pt x="17130" y="26854"/>
                  <a:pt x="15881" y="27122"/>
                  <a:pt x="14632" y="27568"/>
                </a:cubicBezTo>
                <a:cubicBezTo>
                  <a:pt x="13383" y="28014"/>
                  <a:pt x="11509" y="28995"/>
                  <a:pt x="9100" y="30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CA9B8-C1AC-4E25-895A-204B17EC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977629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68A2B-9988-4208-AD09-2CD0EDDB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977629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905B9-379A-4359-A477-FB24CA5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1948300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88145-1097-43FB-B6BC-6FAE7F61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2000135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F4D63-99BE-425E-9DA2-4D8AF3D3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1" y="1949549"/>
            <a:ext cx="37382" cy="60221"/>
          </a:xfrm>
          <a:custGeom xmlns:a="http://schemas.openxmlformats.org/drawingml/2006/main">
            <a:pathLst>
              <a:path w="37382" h="60221">
                <a:moveTo>
                  <a:pt x="5710" y="0"/>
                </a:moveTo>
                <a:lnTo>
                  <a:pt x="37382" y="0"/>
                </a:lnTo>
                <a:lnTo>
                  <a:pt x="37382" y="1606"/>
                </a:lnTo>
                <a:lnTo>
                  <a:pt x="17665" y="60221"/>
                </a:lnTo>
                <a:lnTo>
                  <a:pt x="12758" y="60221"/>
                </a:lnTo>
                <a:lnTo>
                  <a:pt x="30423" y="7048"/>
                </a:lnTo>
                <a:lnTo>
                  <a:pt x="14185" y="7048"/>
                </a:lnTo>
                <a:cubicBezTo>
                  <a:pt x="10884" y="7048"/>
                  <a:pt x="8565" y="7494"/>
                  <a:pt x="7137" y="8297"/>
                </a:cubicBezTo>
                <a:cubicBezTo>
                  <a:pt x="4639" y="9635"/>
                  <a:pt x="2677" y="11687"/>
                  <a:pt x="1249" y="14453"/>
                </a:cubicBezTo>
                <a:lnTo>
                  <a:pt x="0" y="14007"/>
                </a:lnTo>
                <a:lnTo>
                  <a:pt x="57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B8B94-3CB4-40BA-9686-7BA6B5B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798525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84202-9285-4E11-B3CD-39C07950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798525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AAE9C-5631-4026-BE4D-A4373E3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1769196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CED66-C1DB-48EC-B3DB-608E68B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1821031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8D769-DFE0-4E52-A8EC-270C63EF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252" y="1769196"/>
            <a:ext cx="33992" cy="61292"/>
          </a:xfrm>
          <a:custGeom xmlns:a="http://schemas.openxmlformats.org/drawingml/2006/main">
            <a:pathLst>
              <a:path w="33992" h="61292">
                <a:moveTo>
                  <a:pt x="11687" y="30601"/>
                </a:moveTo>
                <a:cubicBezTo>
                  <a:pt x="6959" y="26765"/>
                  <a:pt x="3926" y="23642"/>
                  <a:pt x="2587" y="21323"/>
                </a:cubicBezTo>
                <a:cubicBezTo>
                  <a:pt x="1249" y="19003"/>
                  <a:pt x="625" y="16594"/>
                  <a:pt x="625" y="14096"/>
                </a:cubicBezTo>
                <a:cubicBezTo>
                  <a:pt x="625" y="10260"/>
                  <a:pt x="2052" y="6959"/>
                  <a:pt x="4996" y="4193"/>
                </a:cubicBezTo>
                <a:cubicBezTo>
                  <a:pt x="7940" y="1427"/>
                  <a:pt x="11866" y="0"/>
                  <a:pt x="16862" y="0"/>
                </a:cubicBezTo>
                <a:cubicBezTo>
                  <a:pt x="21590" y="0"/>
                  <a:pt x="25427" y="1338"/>
                  <a:pt x="28371" y="3926"/>
                </a:cubicBezTo>
                <a:cubicBezTo>
                  <a:pt x="31226" y="6513"/>
                  <a:pt x="32743" y="9457"/>
                  <a:pt x="32743" y="12758"/>
                </a:cubicBezTo>
                <a:cubicBezTo>
                  <a:pt x="32743" y="14988"/>
                  <a:pt x="31940" y="17219"/>
                  <a:pt x="30334" y="19538"/>
                </a:cubicBezTo>
                <a:cubicBezTo>
                  <a:pt x="28728" y="21858"/>
                  <a:pt x="25516" y="24535"/>
                  <a:pt x="20609" y="27568"/>
                </a:cubicBezTo>
                <a:cubicBezTo>
                  <a:pt x="25605" y="31583"/>
                  <a:pt x="28995" y="34705"/>
                  <a:pt x="30691" y="36936"/>
                </a:cubicBezTo>
                <a:cubicBezTo>
                  <a:pt x="32832" y="39969"/>
                  <a:pt x="33992" y="43092"/>
                  <a:pt x="33992" y="46304"/>
                </a:cubicBezTo>
                <a:cubicBezTo>
                  <a:pt x="33992" y="50497"/>
                  <a:pt x="32386" y="54065"/>
                  <a:pt x="29263" y="56920"/>
                </a:cubicBezTo>
                <a:cubicBezTo>
                  <a:pt x="26051" y="59865"/>
                  <a:pt x="21947" y="61292"/>
                  <a:pt x="16862" y="61292"/>
                </a:cubicBezTo>
                <a:cubicBezTo>
                  <a:pt x="11152" y="61292"/>
                  <a:pt x="6780" y="59597"/>
                  <a:pt x="3747" y="56117"/>
                </a:cubicBezTo>
                <a:cubicBezTo>
                  <a:pt x="1249" y="53262"/>
                  <a:pt x="0" y="50229"/>
                  <a:pt x="0" y="46839"/>
                </a:cubicBezTo>
                <a:cubicBezTo>
                  <a:pt x="0" y="44252"/>
                  <a:pt x="803" y="41664"/>
                  <a:pt x="2587" y="39077"/>
                </a:cubicBezTo>
                <a:cubicBezTo>
                  <a:pt x="4372" y="36579"/>
                  <a:pt x="7405" y="33724"/>
                  <a:pt x="11687" y="30601"/>
                </a:cubicBezTo>
                <a:close/>
                <a:moveTo>
                  <a:pt x="18557" y="25873"/>
                </a:moveTo>
                <a:cubicBezTo>
                  <a:pt x="21947" y="22840"/>
                  <a:pt x="24178" y="20341"/>
                  <a:pt x="25070" y="18468"/>
                </a:cubicBezTo>
                <a:cubicBezTo>
                  <a:pt x="25962" y="16684"/>
                  <a:pt x="26497" y="14632"/>
                  <a:pt x="26497" y="12312"/>
                </a:cubicBezTo>
                <a:cubicBezTo>
                  <a:pt x="26497" y="9279"/>
                  <a:pt x="25605" y="6959"/>
                  <a:pt x="23910" y="5175"/>
                </a:cubicBezTo>
                <a:cubicBezTo>
                  <a:pt x="22215" y="3479"/>
                  <a:pt x="19895" y="2587"/>
                  <a:pt x="16951" y="2587"/>
                </a:cubicBezTo>
                <a:cubicBezTo>
                  <a:pt x="13918" y="2587"/>
                  <a:pt x="11509" y="3479"/>
                  <a:pt x="9725" y="5175"/>
                </a:cubicBezTo>
                <a:cubicBezTo>
                  <a:pt x="7851" y="6870"/>
                  <a:pt x="6959" y="8832"/>
                  <a:pt x="6959" y="11152"/>
                </a:cubicBezTo>
                <a:cubicBezTo>
                  <a:pt x="6959" y="12669"/>
                  <a:pt x="7316" y="14185"/>
                  <a:pt x="8119" y="15702"/>
                </a:cubicBezTo>
                <a:cubicBezTo>
                  <a:pt x="8832" y="17219"/>
                  <a:pt x="9903" y="18646"/>
                  <a:pt x="11331" y="19985"/>
                </a:cubicBezTo>
                <a:lnTo>
                  <a:pt x="18557" y="25873"/>
                </a:lnTo>
                <a:close/>
                <a:moveTo>
                  <a:pt x="13739" y="32207"/>
                </a:moveTo>
                <a:cubicBezTo>
                  <a:pt x="11241" y="34259"/>
                  <a:pt x="9457" y="36490"/>
                  <a:pt x="8297" y="38899"/>
                </a:cubicBezTo>
                <a:cubicBezTo>
                  <a:pt x="7137" y="41307"/>
                  <a:pt x="6602" y="43895"/>
                  <a:pt x="6602" y="46660"/>
                </a:cubicBezTo>
                <a:cubicBezTo>
                  <a:pt x="6602" y="50408"/>
                  <a:pt x="7583" y="53441"/>
                  <a:pt x="9635" y="55671"/>
                </a:cubicBezTo>
                <a:cubicBezTo>
                  <a:pt x="11687" y="57902"/>
                  <a:pt x="14275" y="58972"/>
                  <a:pt x="17487" y="58972"/>
                </a:cubicBezTo>
                <a:cubicBezTo>
                  <a:pt x="20609" y="58972"/>
                  <a:pt x="23107" y="58169"/>
                  <a:pt x="25070" y="56385"/>
                </a:cubicBezTo>
                <a:cubicBezTo>
                  <a:pt x="26943" y="54601"/>
                  <a:pt x="27925" y="52460"/>
                  <a:pt x="27925" y="49872"/>
                </a:cubicBezTo>
                <a:cubicBezTo>
                  <a:pt x="27925" y="47820"/>
                  <a:pt x="27300" y="45947"/>
                  <a:pt x="26230" y="44252"/>
                </a:cubicBezTo>
                <a:cubicBezTo>
                  <a:pt x="24089" y="41218"/>
                  <a:pt x="19985" y="37203"/>
                  <a:pt x="13739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A51CD-A021-4312-BC6C-1DEF3CCF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619421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D54E0-07D9-4B6B-B7F7-C0DFDA27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1619421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22FA8-8159-429C-859F-73CC77C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1590092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B0E17-2D0E-4118-8F39-85AA7A92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1641927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14217-25C5-4092-A04E-E9F2136F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379" y="1590092"/>
            <a:ext cx="37203" cy="61470"/>
          </a:xfrm>
          <a:custGeom xmlns:a="http://schemas.openxmlformats.org/drawingml/2006/main">
            <a:pathLst>
              <a:path w="37203" h="61470">
                <a:moveTo>
                  <a:pt x="1160" y="61470"/>
                </a:moveTo>
                <a:lnTo>
                  <a:pt x="1160" y="59954"/>
                </a:lnTo>
                <a:cubicBezTo>
                  <a:pt x="4907" y="59954"/>
                  <a:pt x="8386" y="59062"/>
                  <a:pt x="11687" y="57277"/>
                </a:cubicBezTo>
                <a:cubicBezTo>
                  <a:pt x="14899" y="55582"/>
                  <a:pt x="18111" y="52638"/>
                  <a:pt x="21144" y="48356"/>
                </a:cubicBezTo>
                <a:cubicBezTo>
                  <a:pt x="24178" y="44162"/>
                  <a:pt x="26230" y="39523"/>
                  <a:pt x="27479" y="34348"/>
                </a:cubicBezTo>
                <a:cubicBezTo>
                  <a:pt x="22840" y="37382"/>
                  <a:pt x="18736" y="38809"/>
                  <a:pt x="15078" y="38809"/>
                </a:cubicBezTo>
                <a:cubicBezTo>
                  <a:pt x="10884" y="38809"/>
                  <a:pt x="7316" y="37203"/>
                  <a:pt x="4372" y="33992"/>
                </a:cubicBezTo>
                <a:cubicBezTo>
                  <a:pt x="1427" y="30780"/>
                  <a:pt x="0" y="26587"/>
                  <a:pt x="0" y="21234"/>
                </a:cubicBezTo>
                <a:cubicBezTo>
                  <a:pt x="0" y="16059"/>
                  <a:pt x="1427" y="11509"/>
                  <a:pt x="4372" y="7405"/>
                </a:cubicBezTo>
                <a:cubicBezTo>
                  <a:pt x="7940" y="2498"/>
                  <a:pt x="12580" y="0"/>
                  <a:pt x="18379" y="0"/>
                </a:cubicBezTo>
                <a:cubicBezTo>
                  <a:pt x="23196" y="0"/>
                  <a:pt x="27390" y="2052"/>
                  <a:pt x="30869" y="6067"/>
                </a:cubicBezTo>
                <a:cubicBezTo>
                  <a:pt x="35062" y="11063"/>
                  <a:pt x="37203" y="17130"/>
                  <a:pt x="37203" y="24445"/>
                </a:cubicBezTo>
                <a:cubicBezTo>
                  <a:pt x="37203" y="31047"/>
                  <a:pt x="35598" y="37114"/>
                  <a:pt x="32386" y="42824"/>
                </a:cubicBezTo>
                <a:cubicBezTo>
                  <a:pt x="29174" y="48534"/>
                  <a:pt x="24624" y="53173"/>
                  <a:pt x="18914" y="56920"/>
                </a:cubicBezTo>
                <a:cubicBezTo>
                  <a:pt x="14185" y="59954"/>
                  <a:pt x="9100" y="61470"/>
                  <a:pt x="3658" y="61470"/>
                </a:cubicBezTo>
                <a:lnTo>
                  <a:pt x="1160" y="61470"/>
                </a:lnTo>
                <a:close/>
                <a:moveTo>
                  <a:pt x="28103" y="31137"/>
                </a:moveTo>
                <a:cubicBezTo>
                  <a:pt x="28639" y="27390"/>
                  <a:pt x="28906" y="24445"/>
                  <a:pt x="28906" y="22126"/>
                </a:cubicBezTo>
                <a:cubicBezTo>
                  <a:pt x="28906" y="19271"/>
                  <a:pt x="28371" y="16237"/>
                  <a:pt x="27479" y="13026"/>
                </a:cubicBezTo>
                <a:cubicBezTo>
                  <a:pt x="26497" y="9814"/>
                  <a:pt x="25159" y="7316"/>
                  <a:pt x="23375" y="5531"/>
                </a:cubicBezTo>
                <a:cubicBezTo>
                  <a:pt x="21590" y="3747"/>
                  <a:pt x="19628" y="2855"/>
                  <a:pt x="17397" y="2855"/>
                </a:cubicBezTo>
                <a:cubicBezTo>
                  <a:pt x="14810" y="2855"/>
                  <a:pt x="12580" y="4015"/>
                  <a:pt x="10617" y="6334"/>
                </a:cubicBezTo>
                <a:cubicBezTo>
                  <a:pt x="8654" y="8654"/>
                  <a:pt x="7673" y="12133"/>
                  <a:pt x="7673" y="16684"/>
                </a:cubicBezTo>
                <a:cubicBezTo>
                  <a:pt x="7673" y="22840"/>
                  <a:pt x="8922" y="27657"/>
                  <a:pt x="11598" y="31047"/>
                </a:cubicBezTo>
                <a:cubicBezTo>
                  <a:pt x="13472" y="33546"/>
                  <a:pt x="15791" y="34795"/>
                  <a:pt x="18557" y="34795"/>
                </a:cubicBezTo>
                <a:cubicBezTo>
                  <a:pt x="19895" y="34795"/>
                  <a:pt x="21501" y="34527"/>
                  <a:pt x="23286" y="33902"/>
                </a:cubicBezTo>
                <a:cubicBezTo>
                  <a:pt x="25070" y="33278"/>
                  <a:pt x="26676" y="32386"/>
                  <a:pt x="28103" y="311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6AFDB-A57B-41D1-9A22-4364F868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040" y="2591788"/>
            <a:ext cx="53632" cy="1072631"/>
          </a:xfrm>
          <a:custGeom xmlns:a="http://schemas.openxmlformats.org/drawingml/2006/main">
            <a:pathLst>
              <a:path w="53632" h="1072631">
                <a:moveTo>
                  <a:pt x="0" y="1072631"/>
                </a:moveTo>
                <a:lnTo>
                  <a:pt x="53632" y="1072631"/>
                </a:lnTo>
                <a:lnTo>
                  <a:pt x="53632" y="0"/>
                </a:lnTo>
                <a:lnTo>
                  <a:pt x="0" y="0"/>
                </a:lnTo>
                <a:lnTo>
                  <a:pt x="0" y="1072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4bca9d3c44ef7"/>
          <a:stretch xmlns:a="http://schemas.openxmlformats.org/drawingml/2006/main"/>
        </p:blipFill>
        <p:spPr>
          <a:xfrm xmlns:a="http://schemas.openxmlformats.org/drawingml/2006/main">
            <a:off x="3274427" y="2597186"/>
            <a:ext cx="52995" cy="1061663"/>
          </a:xfrm>
          <a:prstGeom xmlns:a="http://schemas.openxmlformats.org/drawingml/2006/main" prst="rect">
            <a:avLst/>
          </a:prstGeom>
        </p:spPr>
      </p:pic>
      <p:sp>
        <p:nvSpPr>
          <p:cNvPr id="1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AB2FC-BF04-4A9B-8403-1C70E90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3475379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40F43-720A-4399-B239-DC80928E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3475379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95B6A-9558-45BF-87BA-93C6BD3F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3446051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7841C-8E2C-4D4D-B59C-AB6C118C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3497886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7F421-EDF6-49E3-ADD3-6E4ED34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22" y="3446051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85485-AA0C-4A79-8D9F-B91F12E9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19" y="3447300"/>
            <a:ext cx="37382" cy="60221"/>
          </a:xfrm>
          <a:custGeom xmlns:a="http://schemas.openxmlformats.org/drawingml/2006/main">
            <a:pathLst>
              <a:path w="37382" h="60221">
                <a:moveTo>
                  <a:pt x="5710" y="0"/>
                </a:moveTo>
                <a:lnTo>
                  <a:pt x="37382" y="0"/>
                </a:lnTo>
                <a:lnTo>
                  <a:pt x="37382" y="1606"/>
                </a:lnTo>
                <a:lnTo>
                  <a:pt x="17665" y="60221"/>
                </a:lnTo>
                <a:lnTo>
                  <a:pt x="12758" y="60221"/>
                </a:lnTo>
                <a:lnTo>
                  <a:pt x="30423" y="7048"/>
                </a:lnTo>
                <a:lnTo>
                  <a:pt x="14185" y="7048"/>
                </a:lnTo>
                <a:cubicBezTo>
                  <a:pt x="10884" y="7048"/>
                  <a:pt x="8565" y="7494"/>
                  <a:pt x="7137" y="8297"/>
                </a:cubicBezTo>
                <a:cubicBezTo>
                  <a:pt x="4639" y="9635"/>
                  <a:pt x="2677" y="11687"/>
                  <a:pt x="1249" y="14453"/>
                </a:cubicBezTo>
                <a:lnTo>
                  <a:pt x="0" y="14007"/>
                </a:lnTo>
                <a:lnTo>
                  <a:pt x="57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A00EE-F110-47DB-B7EC-985500C6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309" y="3447300"/>
            <a:ext cx="34438" cy="60043"/>
          </a:xfrm>
          <a:custGeom xmlns:a="http://schemas.openxmlformats.org/drawingml/2006/main">
            <a:pathLst>
              <a:path w="34438" h="60043">
                <a:moveTo>
                  <a:pt x="34438" y="0"/>
                </a:moveTo>
                <a:lnTo>
                  <a:pt x="31047" y="7405"/>
                </a:lnTo>
                <a:lnTo>
                  <a:pt x="13293" y="7405"/>
                </a:lnTo>
                <a:lnTo>
                  <a:pt x="9368" y="15345"/>
                </a:lnTo>
                <a:cubicBezTo>
                  <a:pt x="17040" y="16505"/>
                  <a:pt x="23196" y="19360"/>
                  <a:pt x="27657" y="23910"/>
                </a:cubicBezTo>
                <a:cubicBezTo>
                  <a:pt x="31494" y="27836"/>
                  <a:pt x="33456" y="32475"/>
                  <a:pt x="33456" y="37828"/>
                </a:cubicBezTo>
                <a:cubicBezTo>
                  <a:pt x="33456" y="40951"/>
                  <a:pt x="32832" y="43805"/>
                  <a:pt x="31583" y="46482"/>
                </a:cubicBezTo>
                <a:cubicBezTo>
                  <a:pt x="30334" y="49158"/>
                  <a:pt x="28728" y="51389"/>
                  <a:pt x="26765" y="53262"/>
                </a:cubicBezTo>
                <a:cubicBezTo>
                  <a:pt x="24802" y="55136"/>
                  <a:pt x="22750" y="56653"/>
                  <a:pt x="20431" y="57723"/>
                </a:cubicBezTo>
                <a:cubicBezTo>
                  <a:pt x="17040" y="59240"/>
                  <a:pt x="13650" y="60043"/>
                  <a:pt x="10171" y="60043"/>
                </a:cubicBezTo>
                <a:cubicBezTo>
                  <a:pt x="6602" y="60043"/>
                  <a:pt x="4015" y="59418"/>
                  <a:pt x="2409" y="58259"/>
                </a:cubicBezTo>
                <a:cubicBezTo>
                  <a:pt x="803" y="57099"/>
                  <a:pt x="0" y="55761"/>
                  <a:pt x="0" y="54333"/>
                </a:cubicBezTo>
                <a:cubicBezTo>
                  <a:pt x="0" y="53530"/>
                  <a:pt x="268" y="52816"/>
                  <a:pt x="981" y="52192"/>
                </a:cubicBezTo>
                <a:cubicBezTo>
                  <a:pt x="1606" y="51567"/>
                  <a:pt x="2409" y="51210"/>
                  <a:pt x="3479" y="51210"/>
                </a:cubicBezTo>
                <a:cubicBezTo>
                  <a:pt x="4193" y="51210"/>
                  <a:pt x="4907" y="51389"/>
                  <a:pt x="5442" y="51567"/>
                </a:cubicBezTo>
                <a:cubicBezTo>
                  <a:pt x="5978" y="51835"/>
                  <a:pt x="6959" y="52460"/>
                  <a:pt x="8386" y="53352"/>
                </a:cubicBezTo>
                <a:cubicBezTo>
                  <a:pt x="10528" y="54868"/>
                  <a:pt x="12758" y="55582"/>
                  <a:pt x="14988" y="55582"/>
                </a:cubicBezTo>
                <a:cubicBezTo>
                  <a:pt x="18379" y="55582"/>
                  <a:pt x="21323" y="54333"/>
                  <a:pt x="23910" y="51746"/>
                </a:cubicBezTo>
                <a:cubicBezTo>
                  <a:pt x="26497" y="49248"/>
                  <a:pt x="27836" y="46125"/>
                  <a:pt x="27836" y="42378"/>
                </a:cubicBezTo>
                <a:cubicBezTo>
                  <a:pt x="27836" y="38809"/>
                  <a:pt x="26676" y="35508"/>
                  <a:pt x="24356" y="32386"/>
                </a:cubicBezTo>
                <a:cubicBezTo>
                  <a:pt x="22037" y="29352"/>
                  <a:pt x="18914" y="26943"/>
                  <a:pt x="14899" y="25248"/>
                </a:cubicBezTo>
                <a:cubicBezTo>
                  <a:pt x="11687" y="23999"/>
                  <a:pt x="7405" y="23196"/>
                  <a:pt x="1963" y="22929"/>
                </a:cubicBezTo>
                <a:lnTo>
                  <a:pt x="13293" y="0"/>
                </a:lnTo>
                <a:lnTo>
                  <a:pt x="34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898C9-9701-4A9C-BF53-C059DDED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3284941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10D8B-4EB9-47CE-B5E1-B3168971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3284941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E41C4-55A1-4DAC-8318-E89052A4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3255613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6C0F6-0335-4F27-99E0-D5830178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3307448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D3F04-8FAE-46CA-ADFA-613728DD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248" y="3255613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03A04-E420-4895-945F-486803A8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630" y="3255613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8F86C-7272-4B3C-B775-A1A1A97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239" y="3255613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03B49-1677-4208-AD45-B61E6828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3094503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0E27F-7EA1-4DB4-9E29-78C686C3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3094503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10934-6F2C-492F-A3F4-AB0D279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306517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5A5AA-46CF-4DD4-9467-A4CE3AD3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3117009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4D5E3-6DD6-4A88-BBFF-3C63A90C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248" y="3065174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DFD82-2504-491B-A0F3-C7A050E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292" y="3065174"/>
            <a:ext cx="38988" cy="60311"/>
          </a:xfrm>
          <a:custGeom xmlns:a="http://schemas.openxmlformats.org/drawingml/2006/main">
            <a:pathLst>
              <a:path w="38988" h="60311">
                <a:moveTo>
                  <a:pt x="38988" y="48980"/>
                </a:moveTo>
                <a:lnTo>
                  <a:pt x="34884" y="60311"/>
                </a:lnTo>
                <a:lnTo>
                  <a:pt x="0" y="60311"/>
                </a:lnTo>
                <a:lnTo>
                  <a:pt x="0" y="58705"/>
                </a:lnTo>
                <a:cubicBezTo>
                  <a:pt x="10260" y="49426"/>
                  <a:pt x="17487" y="41753"/>
                  <a:pt x="21680" y="35776"/>
                </a:cubicBezTo>
                <a:cubicBezTo>
                  <a:pt x="25784" y="29888"/>
                  <a:pt x="27925" y="24445"/>
                  <a:pt x="27925" y="19538"/>
                </a:cubicBezTo>
                <a:cubicBezTo>
                  <a:pt x="27925" y="15791"/>
                  <a:pt x="26765" y="12758"/>
                  <a:pt x="24445" y="10349"/>
                </a:cubicBezTo>
                <a:cubicBezTo>
                  <a:pt x="22126" y="7940"/>
                  <a:pt x="19449" y="6691"/>
                  <a:pt x="16327" y="6691"/>
                </a:cubicBezTo>
                <a:cubicBezTo>
                  <a:pt x="13383" y="6691"/>
                  <a:pt x="10795" y="7583"/>
                  <a:pt x="8476" y="9279"/>
                </a:cubicBezTo>
                <a:cubicBezTo>
                  <a:pt x="6156" y="10974"/>
                  <a:pt x="4461" y="13472"/>
                  <a:pt x="3390" y="16684"/>
                </a:cubicBezTo>
                <a:lnTo>
                  <a:pt x="1784" y="16684"/>
                </a:lnTo>
                <a:cubicBezTo>
                  <a:pt x="2498" y="11331"/>
                  <a:pt x="4282" y="7227"/>
                  <a:pt x="7316" y="4372"/>
                </a:cubicBezTo>
                <a:cubicBezTo>
                  <a:pt x="10349" y="1517"/>
                  <a:pt x="14096" y="0"/>
                  <a:pt x="18557" y="0"/>
                </a:cubicBezTo>
                <a:cubicBezTo>
                  <a:pt x="23375" y="0"/>
                  <a:pt x="27390" y="1606"/>
                  <a:pt x="30601" y="4639"/>
                </a:cubicBezTo>
                <a:cubicBezTo>
                  <a:pt x="33813" y="7762"/>
                  <a:pt x="35419" y="11420"/>
                  <a:pt x="35419" y="15524"/>
                </a:cubicBezTo>
                <a:cubicBezTo>
                  <a:pt x="35419" y="18557"/>
                  <a:pt x="34705" y="21501"/>
                  <a:pt x="33367" y="24535"/>
                </a:cubicBezTo>
                <a:cubicBezTo>
                  <a:pt x="31137" y="29263"/>
                  <a:pt x="27657" y="34259"/>
                  <a:pt x="22840" y="39434"/>
                </a:cubicBezTo>
                <a:cubicBezTo>
                  <a:pt x="15613" y="47374"/>
                  <a:pt x="11063" y="52103"/>
                  <a:pt x="9279" y="53709"/>
                </a:cubicBezTo>
                <a:lnTo>
                  <a:pt x="24713" y="53709"/>
                </a:lnTo>
                <a:cubicBezTo>
                  <a:pt x="27836" y="53709"/>
                  <a:pt x="30066" y="53619"/>
                  <a:pt x="31315" y="53352"/>
                </a:cubicBezTo>
                <a:cubicBezTo>
                  <a:pt x="32564" y="53173"/>
                  <a:pt x="33724" y="52727"/>
                  <a:pt x="34795" y="52013"/>
                </a:cubicBezTo>
                <a:cubicBezTo>
                  <a:pt x="35776" y="51300"/>
                  <a:pt x="36668" y="50318"/>
                  <a:pt x="37382" y="48980"/>
                </a:cubicBezTo>
                <a:lnTo>
                  <a:pt x="38988" y="48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83435-00D1-4DF1-8433-BCB709D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309" y="3066423"/>
            <a:ext cx="34438" cy="60043"/>
          </a:xfrm>
          <a:custGeom xmlns:a="http://schemas.openxmlformats.org/drawingml/2006/main">
            <a:pathLst>
              <a:path w="34438" h="60043">
                <a:moveTo>
                  <a:pt x="34438" y="0"/>
                </a:moveTo>
                <a:lnTo>
                  <a:pt x="31047" y="7405"/>
                </a:lnTo>
                <a:lnTo>
                  <a:pt x="13293" y="7405"/>
                </a:lnTo>
                <a:lnTo>
                  <a:pt x="9368" y="15345"/>
                </a:lnTo>
                <a:cubicBezTo>
                  <a:pt x="17040" y="16505"/>
                  <a:pt x="23196" y="19360"/>
                  <a:pt x="27657" y="23910"/>
                </a:cubicBezTo>
                <a:cubicBezTo>
                  <a:pt x="31494" y="27836"/>
                  <a:pt x="33456" y="32475"/>
                  <a:pt x="33456" y="37828"/>
                </a:cubicBezTo>
                <a:cubicBezTo>
                  <a:pt x="33456" y="40951"/>
                  <a:pt x="32832" y="43805"/>
                  <a:pt x="31583" y="46482"/>
                </a:cubicBezTo>
                <a:cubicBezTo>
                  <a:pt x="30334" y="49158"/>
                  <a:pt x="28728" y="51389"/>
                  <a:pt x="26765" y="53262"/>
                </a:cubicBezTo>
                <a:cubicBezTo>
                  <a:pt x="24802" y="55136"/>
                  <a:pt x="22750" y="56653"/>
                  <a:pt x="20431" y="57723"/>
                </a:cubicBezTo>
                <a:cubicBezTo>
                  <a:pt x="17040" y="59240"/>
                  <a:pt x="13650" y="60043"/>
                  <a:pt x="10171" y="60043"/>
                </a:cubicBezTo>
                <a:cubicBezTo>
                  <a:pt x="6602" y="60043"/>
                  <a:pt x="4015" y="59418"/>
                  <a:pt x="2409" y="58259"/>
                </a:cubicBezTo>
                <a:cubicBezTo>
                  <a:pt x="803" y="57099"/>
                  <a:pt x="0" y="55761"/>
                  <a:pt x="0" y="54333"/>
                </a:cubicBezTo>
                <a:cubicBezTo>
                  <a:pt x="0" y="53530"/>
                  <a:pt x="268" y="52816"/>
                  <a:pt x="981" y="52192"/>
                </a:cubicBezTo>
                <a:cubicBezTo>
                  <a:pt x="1606" y="51567"/>
                  <a:pt x="2409" y="51210"/>
                  <a:pt x="3479" y="51210"/>
                </a:cubicBezTo>
                <a:cubicBezTo>
                  <a:pt x="4193" y="51210"/>
                  <a:pt x="4907" y="51389"/>
                  <a:pt x="5442" y="51567"/>
                </a:cubicBezTo>
                <a:cubicBezTo>
                  <a:pt x="5978" y="51835"/>
                  <a:pt x="6959" y="52460"/>
                  <a:pt x="8386" y="53352"/>
                </a:cubicBezTo>
                <a:cubicBezTo>
                  <a:pt x="10528" y="54868"/>
                  <a:pt x="12758" y="55582"/>
                  <a:pt x="14988" y="55582"/>
                </a:cubicBezTo>
                <a:cubicBezTo>
                  <a:pt x="18379" y="55582"/>
                  <a:pt x="21323" y="54333"/>
                  <a:pt x="23910" y="51746"/>
                </a:cubicBezTo>
                <a:cubicBezTo>
                  <a:pt x="26497" y="49248"/>
                  <a:pt x="27836" y="46125"/>
                  <a:pt x="27836" y="42378"/>
                </a:cubicBezTo>
                <a:cubicBezTo>
                  <a:pt x="27836" y="38809"/>
                  <a:pt x="26676" y="35508"/>
                  <a:pt x="24356" y="32386"/>
                </a:cubicBezTo>
                <a:cubicBezTo>
                  <a:pt x="22037" y="29352"/>
                  <a:pt x="18914" y="26943"/>
                  <a:pt x="14899" y="25248"/>
                </a:cubicBezTo>
                <a:cubicBezTo>
                  <a:pt x="11687" y="23999"/>
                  <a:pt x="7405" y="23196"/>
                  <a:pt x="1963" y="22929"/>
                </a:cubicBezTo>
                <a:lnTo>
                  <a:pt x="13293" y="0"/>
                </a:lnTo>
                <a:lnTo>
                  <a:pt x="34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73F7B-2951-4A1B-A6F6-208F462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904065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249EA-E705-4995-A459-3E47A518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904065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7EA7D-3133-4A2F-838B-03FB71C8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2874736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A400F-6872-4043-A1FB-4C70EC94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2926571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4AE8C-802E-4A6B-B0DC-7CB451B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248" y="2874736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EAB31-47C1-4DF0-A59A-DF5813B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01" y="2875985"/>
            <a:ext cx="34438" cy="60043"/>
          </a:xfrm>
          <a:custGeom xmlns:a="http://schemas.openxmlformats.org/drawingml/2006/main">
            <a:pathLst>
              <a:path w="34438" h="60043">
                <a:moveTo>
                  <a:pt x="34438" y="0"/>
                </a:moveTo>
                <a:lnTo>
                  <a:pt x="31047" y="7405"/>
                </a:lnTo>
                <a:lnTo>
                  <a:pt x="13293" y="7405"/>
                </a:lnTo>
                <a:lnTo>
                  <a:pt x="9368" y="15345"/>
                </a:lnTo>
                <a:cubicBezTo>
                  <a:pt x="17040" y="16505"/>
                  <a:pt x="23196" y="19360"/>
                  <a:pt x="27657" y="23910"/>
                </a:cubicBezTo>
                <a:cubicBezTo>
                  <a:pt x="31494" y="27836"/>
                  <a:pt x="33456" y="32475"/>
                  <a:pt x="33456" y="37828"/>
                </a:cubicBezTo>
                <a:cubicBezTo>
                  <a:pt x="33456" y="40951"/>
                  <a:pt x="32832" y="43805"/>
                  <a:pt x="31583" y="46482"/>
                </a:cubicBezTo>
                <a:cubicBezTo>
                  <a:pt x="30334" y="49158"/>
                  <a:pt x="28728" y="51389"/>
                  <a:pt x="26765" y="53262"/>
                </a:cubicBezTo>
                <a:cubicBezTo>
                  <a:pt x="24802" y="55136"/>
                  <a:pt x="22750" y="56653"/>
                  <a:pt x="20431" y="57723"/>
                </a:cubicBezTo>
                <a:cubicBezTo>
                  <a:pt x="17040" y="59240"/>
                  <a:pt x="13650" y="60043"/>
                  <a:pt x="10171" y="60043"/>
                </a:cubicBezTo>
                <a:cubicBezTo>
                  <a:pt x="6602" y="60043"/>
                  <a:pt x="4015" y="59418"/>
                  <a:pt x="2409" y="58259"/>
                </a:cubicBezTo>
                <a:cubicBezTo>
                  <a:pt x="803" y="57099"/>
                  <a:pt x="0" y="55761"/>
                  <a:pt x="0" y="54333"/>
                </a:cubicBezTo>
                <a:cubicBezTo>
                  <a:pt x="0" y="53530"/>
                  <a:pt x="268" y="52816"/>
                  <a:pt x="981" y="52192"/>
                </a:cubicBezTo>
                <a:cubicBezTo>
                  <a:pt x="1606" y="51567"/>
                  <a:pt x="2409" y="51210"/>
                  <a:pt x="3479" y="51210"/>
                </a:cubicBezTo>
                <a:cubicBezTo>
                  <a:pt x="4193" y="51210"/>
                  <a:pt x="4907" y="51389"/>
                  <a:pt x="5442" y="51567"/>
                </a:cubicBezTo>
                <a:cubicBezTo>
                  <a:pt x="5978" y="51835"/>
                  <a:pt x="6959" y="52460"/>
                  <a:pt x="8386" y="53352"/>
                </a:cubicBezTo>
                <a:cubicBezTo>
                  <a:pt x="10528" y="54868"/>
                  <a:pt x="12758" y="55582"/>
                  <a:pt x="14988" y="55582"/>
                </a:cubicBezTo>
                <a:cubicBezTo>
                  <a:pt x="18379" y="55582"/>
                  <a:pt x="21323" y="54333"/>
                  <a:pt x="23910" y="51746"/>
                </a:cubicBezTo>
                <a:cubicBezTo>
                  <a:pt x="26497" y="49248"/>
                  <a:pt x="27836" y="46125"/>
                  <a:pt x="27836" y="42378"/>
                </a:cubicBezTo>
                <a:cubicBezTo>
                  <a:pt x="27836" y="38809"/>
                  <a:pt x="26676" y="35508"/>
                  <a:pt x="24356" y="32386"/>
                </a:cubicBezTo>
                <a:cubicBezTo>
                  <a:pt x="22037" y="29352"/>
                  <a:pt x="18914" y="26943"/>
                  <a:pt x="14899" y="25248"/>
                </a:cubicBezTo>
                <a:cubicBezTo>
                  <a:pt x="11687" y="23999"/>
                  <a:pt x="7405" y="23196"/>
                  <a:pt x="1963" y="22929"/>
                </a:cubicBezTo>
                <a:lnTo>
                  <a:pt x="13293" y="0"/>
                </a:lnTo>
                <a:lnTo>
                  <a:pt x="34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A946B-6712-4626-A79C-6A84B127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239" y="2874736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83F9A-54A7-42FC-97DC-ADC5F070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713627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1A956-8994-4E1A-8BB3-1EDFABB2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671" y="2713627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044E3-8051-4657-8F39-D9DAA00B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109" y="2684298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4F1B5-3106-49ED-988F-3A8FF57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840" y="2736133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629AC-D81A-46FB-82D8-70EF82E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248" y="2684298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E9CD9-F3B5-46A4-9D4C-A4DDBCB7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19" y="2685547"/>
            <a:ext cx="37382" cy="60221"/>
          </a:xfrm>
          <a:custGeom xmlns:a="http://schemas.openxmlformats.org/drawingml/2006/main">
            <a:pathLst>
              <a:path w="37382" h="60221">
                <a:moveTo>
                  <a:pt x="5710" y="0"/>
                </a:moveTo>
                <a:lnTo>
                  <a:pt x="37382" y="0"/>
                </a:lnTo>
                <a:lnTo>
                  <a:pt x="37382" y="1606"/>
                </a:lnTo>
                <a:lnTo>
                  <a:pt x="17665" y="60221"/>
                </a:lnTo>
                <a:lnTo>
                  <a:pt x="12758" y="60221"/>
                </a:lnTo>
                <a:lnTo>
                  <a:pt x="30423" y="7048"/>
                </a:lnTo>
                <a:lnTo>
                  <a:pt x="14185" y="7048"/>
                </a:lnTo>
                <a:cubicBezTo>
                  <a:pt x="10884" y="7048"/>
                  <a:pt x="8565" y="7494"/>
                  <a:pt x="7137" y="8297"/>
                </a:cubicBezTo>
                <a:cubicBezTo>
                  <a:pt x="4639" y="9635"/>
                  <a:pt x="2677" y="11687"/>
                  <a:pt x="1249" y="14453"/>
                </a:cubicBezTo>
                <a:lnTo>
                  <a:pt x="0" y="14007"/>
                </a:lnTo>
                <a:lnTo>
                  <a:pt x="57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FFCC5-91F4-478E-8D37-3FA7D36A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309" y="2685547"/>
            <a:ext cx="34438" cy="60043"/>
          </a:xfrm>
          <a:custGeom xmlns:a="http://schemas.openxmlformats.org/drawingml/2006/main">
            <a:pathLst>
              <a:path w="34438" h="60043">
                <a:moveTo>
                  <a:pt x="34438" y="0"/>
                </a:moveTo>
                <a:lnTo>
                  <a:pt x="31047" y="7405"/>
                </a:lnTo>
                <a:lnTo>
                  <a:pt x="13293" y="7405"/>
                </a:lnTo>
                <a:lnTo>
                  <a:pt x="9368" y="15345"/>
                </a:lnTo>
                <a:cubicBezTo>
                  <a:pt x="17040" y="16505"/>
                  <a:pt x="23196" y="19360"/>
                  <a:pt x="27657" y="23910"/>
                </a:cubicBezTo>
                <a:cubicBezTo>
                  <a:pt x="31494" y="27836"/>
                  <a:pt x="33456" y="32475"/>
                  <a:pt x="33456" y="37828"/>
                </a:cubicBezTo>
                <a:cubicBezTo>
                  <a:pt x="33456" y="40951"/>
                  <a:pt x="32832" y="43805"/>
                  <a:pt x="31583" y="46482"/>
                </a:cubicBezTo>
                <a:cubicBezTo>
                  <a:pt x="30334" y="49158"/>
                  <a:pt x="28728" y="51389"/>
                  <a:pt x="26765" y="53262"/>
                </a:cubicBezTo>
                <a:cubicBezTo>
                  <a:pt x="24802" y="55136"/>
                  <a:pt x="22750" y="56653"/>
                  <a:pt x="20431" y="57723"/>
                </a:cubicBezTo>
                <a:cubicBezTo>
                  <a:pt x="17040" y="59240"/>
                  <a:pt x="13650" y="60043"/>
                  <a:pt x="10171" y="60043"/>
                </a:cubicBezTo>
                <a:cubicBezTo>
                  <a:pt x="6602" y="60043"/>
                  <a:pt x="4015" y="59418"/>
                  <a:pt x="2409" y="58259"/>
                </a:cubicBezTo>
                <a:cubicBezTo>
                  <a:pt x="803" y="57099"/>
                  <a:pt x="0" y="55761"/>
                  <a:pt x="0" y="54333"/>
                </a:cubicBezTo>
                <a:cubicBezTo>
                  <a:pt x="0" y="53530"/>
                  <a:pt x="268" y="52816"/>
                  <a:pt x="981" y="52192"/>
                </a:cubicBezTo>
                <a:cubicBezTo>
                  <a:pt x="1606" y="51567"/>
                  <a:pt x="2409" y="51210"/>
                  <a:pt x="3479" y="51210"/>
                </a:cubicBezTo>
                <a:cubicBezTo>
                  <a:pt x="4193" y="51210"/>
                  <a:pt x="4907" y="51389"/>
                  <a:pt x="5442" y="51567"/>
                </a:cubicBezTo>
                <a:cubicBezTo>
                  <a:pt x="5978" y="51835"/>
                  <a:pt x="6959" y="52460"/>
                  <a:pt x="8386" y="53352"/>
                </a:cubicBezTo>
                <a:cubicBezTo>
                  <a:pt x="10528" y="54868"/>
                  <a:pt x="12758" y="55582"/>
                  <a:pt x="14988" y="55582"/>
                </a:cubicBezTo>
                <a:cubicBezTo>
                  <a:pt x="18379" y="55582"/>
                  <a:pt x="21323" y="54333"/>
                  <a:pt x="23910" y="51746"/>
                </a:cubicBezTo>
                <a:cubicBezTo>
                  <a:pt x="26497" y="49248"/>
                  <a:pt x="27836" y="46125"/>
                  <a:pt x="27836" y="42378"/>
                </a:cubicBezTo>
                <a:cubicBezTo>
                  <a:pt x="27836" y="38809"/>
                  <a:pt x="26676" y="35508"/>
                  <a:pt x="24356" y="32386"/>
                </a:cubicBezTo>
                <a:cubicBezTo>
                  <a:pt x="22037" y="29352"/>
                  <a:pt x="18914" y="26943"/>
                  <a:pt x="14899" y="25248"/>
                </a:cubicBezTo>
                <a:cubicBezTo>
                  <a:pt x="11687" y="23999"/>
                  <a:pt x="7405" y="23196"/>
                  <a:pt x="1963" y="22929"/>
                </a:cubicBezTo>
                <a:lnTo>
                  <a:pt x="13293" y="0"/>
                </a:lnTo>
                <a:lnTo>
                  <a:pt x="34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87702-B55E-4B71-931C-FC01327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241" y="313243"/>
            <a:ext cx="53631" cy="1072630"/>
          </a:xfrm>
          <a:custGeom xmlns:a="http://schemas.openxmlformats.org/drawingml/2006/main">
            <a:pathLst>
              <a:path w="53631" h="1072630">
                <a:moveTo>
                  <a:pt x="0" y="1072630"/>
                </a:moveTo>
                <a:lnTo>
                  <a:pt x="53631" y="1072630"/>
                </a:lnTo>
                <a:lnTo>
                  <a:pt x="53631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2b7972de143f6"/>
          <a:stretch xmlns:a="http://schemas.openxmlformats.org/drawingml/2006/main"/>
        </p:blipFill>
        <p:spPr>
          <a:xfrm xmlns:a="http://schemas.openxmlformats.org/drawingml/2006/main">
            <a:off x="6576165" y="318409"/>
            <a:ext cx="52995" cy="1061663"/>
          </a:xfrm>
          <a:prstGeom xmlns:a="http://schemas.openxmlformats.org/drawingml/2006/main" prst="rect">
            <a:avLst/>
          </a:prstGeom>
        </p:spPr>
      </p:pic>
      <p:sp>
        <p:nvSpPr>
          <p:cNvPr id="1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3343F-5092-4138-93A4-46F856F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1385874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5F207-5134-4832-BC02-AB4322CA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1385874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EBDED-8A88-4F87-A662-79B68F12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1356545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A2DA0-B58E-4BEE-9CE9-AFADA6AE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1091788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0895B-C5BD-40B9-85C2-E484286F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1091788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13E02-7AF5-4CA8-B21E-834668C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381" y="1063708"/>
            <a:ext cx="34438" cy="60043"/>
          </a:xfrm>
          <a:custGeom xmlns:a="http://schemas.openxmlformats.org/drawingml/2006/main">
            <a:pathLst>
              <a:path w="34438" h="60043">
                <a:moveTo>
                  <a:pt x="34438" y="0"/>
                </a:moveTo>
                <a:lnTo>
                  <a:pt x="31047" y="7405"/>
                </a:lnTo>
                <a:lnTo>
                  <a:pt x="13293" y="7405"/>
                </a:lnTo>
                <a:lnTo>
                  <a:pt x="9368" y="15345"/>
                </a:lnTo>
                <a:cubicBezTo>
                  <a:pt x="17040" y="16505"/>
                  <a:pt x="23196" y="19360"/>
                  <a:pt x="27657" y="23910"/>
                </a:cubicBezTo>
                <a:cubicBezTo>
                  <a:pt x="31494" y="27836"/>
                  <a:pt x="33456" y="32475"/>
                  <a:pt x="33456" y="37828"/>
                </a:cubicBezTo>
                <a:cubicBezTo>
                  <a:pt x="33456" y="40951"/>
                  <a:pt x="32832" y="43805"/>
                  <a:pt x="31583" y="46482"/>
                </a:cubicBezTo>
                <a:cubicBezTo>
                  <a:pt x="30334" y="49158"/>
                  <a:pt x="28728" y="51389"/>
                  <a:pt x="26765" y="53262"/>
                </a:cubicBezTo>
                <a:cubicBezTo>
                  <a:pt x="24802" y="55136"/>
                  <a:pt x="22750" y="56653"/>
                  <a:pt x="20431" y="57723"/>
                </a:cubicBezTo>
                <a:cubicBezTo>
                  <a:pt x="17040" y="59240"/>
                  <a:pt x="13650" y="60043"/>
                  <a:pt x="10171" y="60043"/>
                </a:cubicBezTo>
                <a:cubicBezTo>
                  <a:pt x="6602" y="60043"/>
                  <a:pt x="4015" y="59418"/>
                  <a:pt x="2409" y="58259"/>
                </a:cubicBezTo>
                <a:cubicBezTo>
                  <a:pt x="803" y="57099"/>
                  <a:pt x="0" y="55761"/>
                  <a:pt x="0" y="54333"/>
                </a:cubicBezTo>
                <a:cubicBezTo>
                  <a:pt x="0" y="53530"/>
                  <a:pt x="268" y="52816"/>
                  <a:pt x="981" y="52192"/>
                </a:cubicBezTo>
                <a:cubicBezTo>
                  <a:pt x="1606" y="51567"/>
                  <a:pt x="2409" y="51210"/>
                  <a:pt x="3479" y="51210"/>
                </a:cubicBezTo>
                <a:cubicBezTo>
                  <a:pt x="4193" y="51210"/>
                  <a:pt x="4907" y="51389"/>
                  <a:pt x="5442" y="51567"/>
                </a:cubicBezTo>
                <a:cubicBezTo>
                  <a:pt x="5978" y="51835"/>
                  <a:pt x="6959" y="52460"/>
                  <a:pt x="8386" y="53352"/>
                </a:cubicBezTo>
                <a:cubicBezTo>
                  <a:pt x="10528" y="54868"/>
                  <a:pt x="12758" y="55582"/>
                  <a:pt x="14988" y="55582"/>
                </a:cubicBezTo>
                <a:cubicBezTo>
                  <a:pt x="18379" y="55582"/>
                  <a:pt x="21323" y="54333"/>
                  <a:pt x="23910" y="51746"/>
                </a:cubicBezTo>
                <a:cubicBezTo>
                  <a:pt x="26497" y="49248"/>
                  <a:pt x="27836" y="46125"/>
                  <a:pt x="27836" y="42378"/>
                </a:cubicBezTo>
                <a:cubicBezTo>
                  <a:pt x="27836" y="38809"/>
                  <a:pt x="26676" y="35508"/>
                  <a:pt x="24356" y="32386"/>
                </a:cubicBezTo>
                <a:cubicBezTo>
                  <a:pt x="22037" y="29352"/>
                  <a:pt x="18914" y="26943"/>
                  <a:pt x="14899" y="25248"/>
                </a:cubicBezTo>
                <a:cubicBezTo>
                  <a:pt x="11687" y="23999"/>
                  <a:pt x="7405" y="23196"/>
                  <a:pt x="1963" y="22929"/>
                </a:cubicBezTo>
                <a:lnTo>
                  <a:pt x="13293" y="0"/>
                </a:lnTo>
                <a:lnTo>
                  <a:pt x="34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3E383-2D98-4274-8E7A-83EEBD8B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19" y="1062459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FF6C9-B621-45F8-8F9C-1B6C697C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527" y="1062459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FA19F-D5BD-43EC-86AF-B00AB8F1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136" y="1062459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AA1F2-FF74-4C73-8C90-2A424B04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797702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C6917-1E9B-4168-A52F-91BF6AB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79770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2DCBA-D21F-4CED-A086-C83E1A8B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37" y="768374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8E922-5FDE-47DA-AE9F-AE1E27A1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19" y="76837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64A2A-0766-40D1-A64B-3DB18F20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527" y="76837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31A11-521D-4C56-899F-13E8B951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136" y="76837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7C060-385F-4C63-9D57-20B2E59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44" y="76837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ED950-6574-4509-8CEE-73EE608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503616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6D870-ECC2-4815-8074-BB54792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503616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984FD-CE4D-4F2B-8589-6DB967D9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37" y="474288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FF354-3FDD-460D-81C6-80DB22F8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989" y="475537"/>
            <a:ext cx="34438" cy="60043"/>
          </a:xfrm>
          <a:custGeom xmlns:a="http://schemas.openxmlformats.org/drawingml/2006/main">
            <a:pathLst>
              <a:path w="34438" h="60043">
                <a:moveTo>
                  <a:pt x="34438" y="0"/>
                </a:moveTo>
                <a:lnTo>
                  <a:pt x="31047" y="7405"/>
                </a:lnTo>
                <a:lnTo>
                  <a:pt x="13293" y="7405"/>
                </a:lnTo>
                <a:lnTo>
                  <a:pt x="9368" y="15345"/>
                </a:lnTo>
                <a:cubicBezTo>
                  <a:pt x="17040" y="16505"/>
                  <a:pt x="23196" y="19360"/>
                  <a:pt x="27657" y="23910"/>
                </a:cubicBezTo>
                <a:cubicBezTo>
                  <a:pt x="31494" y="27836"/>
                  <a:pt x="33456" y="32475"/>
                  <a:pt x="33456" y="37828"/>
                </a:cubicBezTo>
                <a:cubicBezTo>
                  <a:pt x="33456" y="40951"/>
                  <a:pt x="32832" y="43805"/>
                  <a:pt x="31583" y="46482"/>
                </a:cubicBezTo>
                <a:cubicBezTo>
                  <a:pt x="30334" y="49158"/>
                  <a:pt x="28728" y="51389"/>
                  <a:pt x="26765" y="53262"/>
                </a:cubicBezTo>
                <a:cubicBezTo>
                  <a:pt x="24802" y="55136"/>
                  <a:pt x="22750" y="56653"/>
                  <a:pt x="20431" y="57723"/>
                </a:cubicBezTo>
                <a:cubicBezTo>
                  <a:pt x="17040" y="59240"/>
                  <a:pt x="13650" y="60043"/>
                  <a:pt x="10171" y="60043"/>
                </a:cubicBezTo>
                <a:cubicBezTo>
                  <a:pt x="6602" y="60043"/>
                  <a:pt x="4015" y="59418"/>
                  <a:pt x="2409" y="58259"/>
                </a:cubicBezTo>
                <a:cubicBezTo>
                  <a:pt x="803" y="57099"/>
                  <a:pt x="0" y="55761"/>
                  <a:pt x="0" y="54333"/>
                </a:cubicBezTo>
                <a:cubicBezTo>
                  <a:pt x="0" y="53530"/>
                  <a:pt x="268" y="52816"/>
                  <a:pt x="981" y="52192"/>
                </a:cubicBezTo>
                <a:cubicBezTo>
                  <a:pt x="1606" y="51567"/>
                  <a:pt x="2409" y="51210"/>
                  <a:pt x="3479" y="51210"/>
                </a:cubicBezTo>
                <a:cubicBezTo>
                  <a:pt x="4193" y="51210"/>
                  <a:pt x="4907" y="51389"/>
                  <a:pt x="5442" y="51567"/>
                </a:cubicBezTo>
                <a:cubicBezTo>
                  <a:pt x="5978" y="51835"/>
                  <a:pt x="6959" y="52460"/>
                  <a:pt x="8386" y="53352"/>
                </a:cubicBezTo>
                <a:cubicBezTo>
                  <a:pt x="10528" y="54868"/>
                  <a:pt x="12758" y="55582"/>
                  <a:pt x="14988" y="55582"/>
                </a:cubicBezTo>
                <a:cubicBezTo>
                  <a:pt x="18379" y="55582"/>
                  <a:pt x="21323" y="54333"/>
                  <a:pt x="23910" y="51746"/>
                </a:cubicBezTo>
                <a:cubicBezTo>
                  <a:pt x="26497" y="49248"/>
                  <a:pt x="27836" y="46125"/>
                  <a:pt x="27836" y="42378"/>
                </a:cubicBezTo>
                <a:cubicBezTo>
                  <a:pt x="27836" y="38809"/>
                  <a:pt x="26676" y="35508"/>
                  <a:pt x="24356" y="32386"/>
                </a:cubicBezTo>
                <a:cubicBezTo>
                  <a:pt x="22037" y="29352"/>
                  <a:pt x="18914" y="26943"/>
                  <a:pt x="14899" y="25248"/>
                </a:cubicBezTo>
                <a:cubicBezTo>
                  <a:pt x="11687" y="23999"/>
                  <a:pt x="7405" y="23196"/>
                  <a:pt x="1963" y="22929"/>
                </a:cubicBezTo>
                <a:lnTo>
                  <a:pt x="13293" y="0"/>
                </a:lnTo>
                <a:lnTo>
                  <a:pt x="34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B8823-27E4-4712-955B-6C0E66A8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527" y="474288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D6572-0C44-4CB2-9C71-3E7EAC5B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136" y="474288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8B65B-A1D9-407A-9B52-4DA7DE07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44" y="474288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7D60C-D626-4CEE-B05B-64835A0F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241" y="1462721"/>
            <a:ext cx="53631" cy="1072630"/>
          </a:xfrm>
          <a:custGeom xmlns:a="http://schemas.openxmlformats.org/drawingml/2006/main">
            <a:pathLst>
              <a:path w="53631" h="1072630">
                <a:moveTo>
                  <a:pt x="0" y="1072630"/>
                </a:moveTo>
                <a:lnTo>
                  <a:pt x="53631" y="1072630"/>
                </a:lnTo>
                <a:lnTo>
                  <a:pt x="53631" y="0"/>
                </a:lnTo>
                <a:lnTo>
                  <a:pt x="0" y="0"/>
                </a:lnTo>
                <a:lnTo>
                  <a:pt x="0" y="10726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1ced0fb4c42a3"/>
          <a:stretch xmlns:a="http://schemas.openxmlformats.org/drawingml/2006/main"/>
        </p:blipFill>
        <p:spPr>
          <a:xfrm xmlns:a="http://schemas.openxmlformats.org/drawingml/2006/main">
            <a:off x="6576165" y="1468236"/>
            <a:ext cx="52995" cy="1061663"/>
          </a:xfrm>
          <a:prstGeom xmlns:a="http://schemas.openxmlformats.org/drawingml/2006/main" prst="rect">
            <a:avLst/>
          </a:prstGeom>
        </p:spPr>
      </p:pic>
      <p:sp>
        <p:nvSpPr>
          <p:cNvPr id="1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31249-8925-44DE-837C-96F8708B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2406152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33CC9-95E0-45F1-A154-4F77DAA8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2406152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0328B-EC72-400A-94BD-1B2DACE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237682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2EBC4-21A0-46FA-A338-8AB0121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41" y="2428659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7C1AC-4C75-405B-AF41-EE42CA9F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39" y="2376824"/>
            <a:ext cx="40058" cy="60311"/>
          </a:xfrm>
          <a:custGeom xmlns:a="http://schemas.openxmlformats.org/drawingml/2006/main">
            <a:pathLst>
              <a:path w="40058" h="60311">
                <a:moveTo>
                  <a:pt x="40058" y="38542"/>
                </a:moveTo>
                <a:lnTo>
                  <a:pt x="40058" y="44698"/>
                </a:lnTo>
                <a:lnTo>
                  <a:pt x="32118" y="44698"/>
                </a:lnTo>
                <a:lnTo>
                  <a:pt x="32118" y="60311"/>
                </a:lnTo>
                <a:lnTo>
                  <a:pt x="24981" y="60311"/>
                </a:lnTo>
                <a:lnTo>
                  <a:pt x="24981" y="44698"/>
                </a:lnTo>
                <a:lnTo>
                  <a:pt x="0" y="44698"/>
                </a:lnTo>
                <a:lnTo>
                  <a:pt x="0" y="39166"/>
                </a:lnTo>
                <a:lnTo>
                  <a:pt x="27390" y="0"/>
                </a:lnTo>
                <a:lnTo>
                  <a:pt x="32118" y="0"/>
                </a:lnTo>
                <a:lnTo>
                  <a:pt x="32118" y="38542"/>
                </a:lnTo>
                <a:lnTo>
                  <a:pt x="40058" y="38542"/>
                </a:lnTo>
                <a:close/>
                <a:moveTo>
                  <a:pt x="24981" y="38542"/>
                </a:moveTo>
                <a:lnTo>
                  <a:pt x="24981" y="9189"/>
                </a:lnTo>
                <a:lnTo>
                  <a:pt x="4193" y="38542"/>
                </a:lnTo>
                <a:lnTo>
                  <a:pt x="24981" y="385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071DA-487C-4F64-AF25-78B0F4B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2086063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B3C12-658D-4E77-9CED-A74BA69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2086063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B28D8-E045-4B1F-9D7A-791E2CB0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2056734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F5B86-7987-49C6-959A-5BE3741E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41" y="2108569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A6031-46D1-498C-897C-8F7A64C1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848" y="2056734"/>
            <a:ext cx="37293" cy="61292"/>
          </a:xfrm>
          <a:custGeom xmlns:a="http://schemas.openxmlformats.org/drawingml/2006/main">
            <a:pathLst>
              <a:path w="37293" h="61292">
                <a:moveTo>
                  <a:pt x="36133" y="0"/>
                </a:moveTo>
                <a:lnTo>
                  <a:pt x="36133" y="1606"/>
                </a:lnTo>
                <a:cubicBezTo>
                  <a:pt x="32297" y="2052"/>
                  <a:pt x="29174" y="2855"/>
                  <a:pt x="26765" y="3926"/>
                </a:cubicBezTo>
                <a:cubicBezTo>
                  <a:pt x="24267" y="5085"/>
                  <a:pt x="21858" y="6870"/>
                  <a:pt x="19538" y="9189"/>
                </a:cubicBezTo>
                <a:cubicBezTo>
                  <a:pt x="17219" y="11509"/>
                  <a:pt x="15256" y="14185"/>
                  <a:pt x="13650" y="17040"/>
                </a:cubicBezTo>
                <a:cubicBezTo>
                  <a:pt x="12044" y="19895"/>
                  <a:pt x="10795" y="23375"/>
                  <a:pt x="9814" y="27300"/>
                </a:cubicBezTo>
                <a:cubicBezTo>
                  <a:pt x="13918" y="24445"/>
                  <a:pt x="18111" y="23018"/>
                  <a:pt x="22393" y="23018"/>
                </a:cubicBezTo>
                <a:cubicBezTo>
                  <a:pt x="26408" y="23018"/>
                  <a:pt x="29888" y="24713"/>
                  <a:pt x="32832" y="27925"/>
                </a:cubicBezTo>
                <a:cubicBezTo>
                  <a:pt x="35776" y="31137"/>
                  <a:pt x="37293" y="35330"/>
                  <a:pt x="37293" y="40415"/>
                </a:cubicBezTo>
                <a:cubicBezTo>
                  <a:pt x="37293" y="45411"/>
                  <a:pt x="35776" y="49872"/>
                  <a:pt x="32832" y="53976"/>
                </a:cubicBezTo>
                <a:cubicBezTo>
                  <a:pt x="29263" y="58883"/>
                  <a:pt x="24445" y="61292"/>
                  <a:pt x="18557" y="61292"/>
                </a:cubicBezTo>
                <a:cubicBezTo>
                  <a:pt x="14453" y="61292"/>
                  <a:pt x="11063" y="60043"/>
                  <a:pt x="8297" y="57366"/>
                </a:cubicBezTo>
                <a:cubicBezTo>
                  <a:pt x="2766" y="52192"/>
                  <a:pt x="0" y="45411"/>
                  <a:pt x="0" y="37114"/>
                </a:cubicBezTo>
                <a:cubicBezTo>
                  <a:pt x="0" y="31850"/>
                  <a:pt x="981" y="26854"/>
                  <a:pt x="3123" y="22037"/>
                </a:cubicBezTo>
                <a:cubicBezTo>
                  <a:pt x="5264" y="17308"/>
                  <a:pt x="8297" y="13115"/>
                  <a:pt x="12223" y="9368"/>
                </a:cubicBezTo>
                <a:cubicBezTo>
                  <a:pt x="16148" y="5710"/>
                  <a:pt x="19985" y="3212"/>
                  <a:pt x="23553" y="1963"/>
                </a:cubicBezTo>
                <a:cubicBezTo>
                  <a:pt x="27122" y="714"/>
                  <a:pt x="30512" y="0"/>
                  <a:pt x="33635" y="0"/>
                </a:cubicBezTo>
                <a:lnTo>
                  <a:pt x="36133" y="0"/>
                </a:lnTo>
                <a:close/>
                <a:moveTo>
                  <a:pt x="9100" y="30512"/>
                </a:moveTo>
                <a:cubicBezTo>
                  <a:pt x="8565" y="34438"/>
                  <a:pt x="8297" y="37650"/>
                  <a:pt x="8297" y="39969"/>
                </a:cubicBezTo>
                <a:cubicBezTo>
                  <a:pt x="8297" y="42824"/>
                  <a:pt x="8743" y="45857"/>
                  <a:pt x="9814" y="49069"/>
                </a:cubicBezTo>
                <a:cubicBezTo>
                  <a:pt x="10795" y="52370"/>
                  <a:pt x="12312" y="54958"/>
                  <a:pt x="14453" y="56831"/>
                </a:cubicBezTo>
                <a:cubicBezTo>
                  <a:pt x="15881" y="58259"/>
                  <a:pt x="17665" y="58883"/>
                  <a:pt x="19806" y="58883"/>
                </a:cubicBezTo>
                <a:cubicBezTo>
                  <a:pt x="22304" y="58883"/>
                  <a:pt x="24624" y="57723"/>
                  <a:pt x="26587" y="55314"/>
                </a:cubicBezTo>
                <a:cubicBezTo>
                  <a:pt x="28549" y="52995"/>
                  <a:pt x="29620" y="49605"/>
                  <a:pt x="29620" y="45144"/>
                </a:cubicBezTo>
                <a:cubicBezTo>
                  <a:pt x="29620" y="40237"/>
                  <a:pt x="28549" y="35954"/>
                  <a:pt x="26587" y="32297"/>
                </a:cubicBezTo>
                <a:cubicBezTo>
                  <a:pt x="24624" y="28728"/>
                  <a:pt x="21769" y="26854"/>
                  <a:pt x="18200" y="26854"/>
                </a:cubicBezTo>
                <a:cubicBezTo>
                  <a:pt x="17130" y="26854"/>
                  <a:pt x="15881" y="27122"/>
                  <a:pt x="14632" y="27568"/>
                </a:cubicBezTo>
                <a:cubicBezTo>
                  <a:pt x="13383" y="28014"/>
                  <a:pt x="11509" y="28995"/>
                  <a:pt x="9100" y="30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5C688-B130-4134-9944-C32ED4E3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1765974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5F55F-85FD-4203-B1B9-7B686773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1765974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25DA5-6B16-4834-BF83-5187A5F8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1736645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F87ED-E48A-4D42-8603-E6331CAF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41" y="1788480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D2DC0-80E5-4A4A-9749-9C794903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453" y="1736645"/>
            <a:ext cx="33992" cy="61292"/>
          </a:xfrm>
          <a:custGeom xmlns:a="http://schemas.openxmlformats.org/drawingml/2006/main">
            <a:pathLst>
              <a:path w="33992" h="61292">
                <a:moveTo>
                  <a:pt x="11687" y="30601"/>
                </a:moveTo>
                <a:cubicBezTo>
                  <a:pt x="6959" y="26765"/>
                  <a:pt x="3926" y="23642"/>
                  <a:pt x="2587" y="21323"/>
                </a:cubicBezTo>
                <a:cubicBezTo>
                  <a:pt x="1249" y="19003"/>
                  <a:pt x="625" y="16594"/>
                  <a:pt x="625" y="14096"/>
                </a:cubicBezTo>
                <a:cubicBezTo>
                  <a:pt x="625" y="10260"/>
                  <a:pt x="2052" y="6959"/>
                  <a:pt x="4996" y="4193"/>
                </a:cubicBezTo>
                <a:cubicBezTo>
                  <a:pt x="7940" y="1427"/>
                  <a:pt x="11866" y="0"/>
                  <a:pt x="16862" y="0"/>
                </a:cubicBezTo>
                <a:cubicBezTo>
                  <a:pt x="21590" y="0"/>
                  <a:pt x="25427" y="1338"/>
                  <a:pt x="28371" y="3926"/>
                </a:cubicBezTo>
                <a:cubicBezTo>
                  <a:pt x="31226" y="6513"/>
                  <a:pt x="32743" y="9457"/>
                  <a:pt x="32743" y="12758"/>
                </a:cubicBezTo>
                <a:cubicBezTo>
                  <a:pt x="32743" y="14988"/>
                  <a:pt x="31940" y="17219"/>
                  <a:pt x="30334" y="19538"/>
                </a:cubicBezTo>
                <a:cubicBezTo>
                  <a:pt x="28728" y="21858"/>
                  <a:pt x="25516" y="24535"/>
                  <a:pt x="20609" y="27568"/>
                </a:cubicBezTo>
                <a:cubicBezTo>
                  <a:pt x="25605" y="31583"/>
                  <a:pt x="28995" y="34705"/>
                  <a:pt x="30691" y="36936"/>
                </a:cubicBezTo>
                <a:cubicBezTo>
                  <a:pt x="32832" y="39969"/>
                  <a:pt x="33992" y="43092"/>
                  <a:pt x="33992" y="46304"/>
                </a:cubicBezTo>
                <a:cubicBezTo>
                  <a:pt x="33992" y="50497"/>
                  <a:pt x="32386" y="54065"/>
                  <a:pt x="29263" y="56920"/>
                </a:cubicBezTo>
                <a:cubicBezTo>
                  <a:pt x="26051" y="59865"/>
                  <a:pt x="21947" y="61292"/>
                  <a:pt x="16862" y="61292"/>
                </a:cubicBezTo>
                <a:cubicBezTo>
                  <a:pt x="11152" y="61292"/>
                  <a:pt x="6780" y="59597"/>
                  <a:pt x="3747" y="56117"/>
                </a:cubicBezTo>
                <a:cubicBezTo>
                  <a:pt x="1249" y="53262"/>
                  <a:pt x="0" y="50229"/>
                  <a:pt x="0" y="46839"/>
                </a:cubicBezTo>
                <a:cubicBezTo>
                  <a:pt x="0" y="44252"/>
                  <a:pt x="803" y="41664"/>
                  <a:pt x="2587" y="39077"/>
                </a:cubicBezTo>
                <a:cubicBezTo>
                  <a:pt x="4372" y="36579"/>
                  <a:pt x="7405" y="33724"/>
                  <a:pt x="11687" y="30601"/>
                </a:cubicBezTo>
                <a:close/>
                <a:moveTo>
                  <a:pt x="18557" y="25873"/>
                </a:moveTo>
                <a:cubicBezTo>
                  <a:pt x="21947" y="22840"/>
                  <a:pt x="24178" y="20341"/>
                  <a:pt x="25070" y="18468"/>
                </a:cubicBezTo>
                <a:cubicBezTo>
                  <a:pt x="25962" y="16684"/>
                  <a:pt x="26497" y="14632"/>
                  <a:pt x="26497" y="12312"/>
                </a:cubicBezTo>
                <a:cubicBezTo>
                  <a:pt x="26497" y="9279"/>
                  <a:pt x="25605" y="6959"/>
                  <a:pt x="23910" y="5175"/>
                </a:cubicBezTo>
                <a:cubicBezTo>
                  <a:pt x="22215" y="3479"/>
                  <a:pt x="19895" y="2587"/>
                  <a:pt x="16951" y="2587"/>
                </a:cubicBezTo>
                <a:cubicBezTo>
                  <a:pt x="13918" y="2587"/>
                  <a:pt x="11509" y="3479"/>
                  <a:pt x="9725" y="5175"/>
                </a:cubicBezTo>
                <a:cubicBezTo>
                  <a:pt x="7851" y="6870"/>
                  <a:pt x="6959" y="8832"/>
                  <a:pt x="6959" y="11152"/>
                </a:cubicBezTo>
                <a:cubicBezTo>
                  <a:pt x="6959" y="12669"/>
                  <a:pt x="7316" y="14185"/>
                  <a:pt x="8119" y="15702"/>
                </a:cubicBezTo>
                <a:cubicBezTo>
                  <a:pt x="8832" y="17219"/>
                  <a:pt x="9903" y="18646"/>
                  <a:pt x="11331" y="19985"/>
                </a:cubicBezTo>
                <a:lnTo>
                  <a:pt x="18557" y="25873"/>
                </a:lnTo>
                <a:close/>
                <a:moveTo>
                  <a:pt x="13739" y="32207"/>
                </a:moveTo>
                <a:cubicBezTo>
                  <a:pt x="11241" y="34259"/>
                  <a:pt x="9457" y="36490"/>
                  <a:pt x="8297" y="38899"/>
                </a:cubicBezTo>
                <a:cubicBezTo>
                  <a:pt x="7137" y="41307"/>
                  <a:pt x="6602" y="43895"/>
                  <a:pt x="6602" y="46660"/>
                </a:cubicBezTo>
                <a:cubicBezTo>
                  <a:pt x="6602" y="50408"/>
                  <a:pt x="7583" y="53441"/>
                  <a:pt x="9635" y="55671"/>
                </a:cubicBezTo>
                <a:cubicBezTo>
                  <a:pt x="11687" y="57902"/>
                  <a:pt x="14275" y="58972"/>
                  <a:pt x="17487" y="58972"/>
                </a:cubicBezTo>
                <a:cubicBezTo>
                  <a:pt x="20609" y="58972"/>
                  <a:pt x="23107" y="58169"/>
                  <a:pt x="25070" y="56385"/>
                </a:cubicBezTo>
                <a:cubicBezTo>
                  <a:pt x="26943" y="54601"/>
                  <a:pt x="27925" y="52460"/>
                  <a:pt x="27925" y="49872"/>
                </a:cubicBezTo>
                <a:cubicBezTo>
                  <a:pt x="27925" y="47820"/>
                  <a:pt x="27300" y="45947"/>
                  <a:pt x="26230" y="44252"/>
                </a:cubicBezTo>
                <a:cubicBezTo>
                  <a:pt x="24089" y="41218"/>
                  <a:pt x="19985" y="37203"/>
                  <a:pt x="13739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54EFE-AD00-4DB1-B12C-BE1757C1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241" y="2591788"/>
            <a:ext cx="53631" cy="1072631"/>
          </a:xfrm>
          <a:custGeom xmlns:a="http://schemas.openxmlformats.org/drawingml/2006/main">
            <a:pathLst>
              <a:path w="53631" h="1072631">
                <a:moveTo>
                  <a:pt x="0" y="1072631"/>
                </a:moveTo>
                <a:lnTo>
                  <a:pt x="53631" y="1072631"/>
                </a:lnTo>
                <a:lnTo>
                  <a:pt x="53631" y="0"/>
                </a:lnTo>
                <a:lnTo>
                  <a:pt x="0" y="0"/>
                </a:lnTo>
                <a:lnTo>
                  <a:pt x="0" y="1072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4ae7826d54dbb"/>
          <a:stretch xmlns:a="http://schemas.openxmlformats.org/drawingml/2006/main"/>
        </p:blipFill>
        <p:spPr>
          <a:xfrm xmlns:a="http://schemas.openxmlformats.org/drawingml/2006/main">
            <a:off x="6576165" y="2597186"/>
            <a:ext cx="52995" cy="1061663"/>
          </a:xfrm>
          <a:prstGeom xmlns:a="http://schemas.openxmlformats.org/drawingml/2006/main" prst="rect">
            <a:avLst/>
          </a:prstGeom>
        </p:spPr>
      </p:pic>
      <p:sp>
        <p:nvSpPr>
          <p:cNvPr id="1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5DDE1-4844-41E5-BCB8-2FEF700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3533831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2188E-63C7-4020-8198-83DCFC9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3533831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22565-F4FB-41A6-87D7-3C53839A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3504503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C7AD7-6077-4682-85BE-A11BEF9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41" y="3556338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34AD7-7A37-4449-BB86-95B3EE8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450" y="3504503"/>
            <a:ext cx="23286" cy="60311"/>
          </a:xfrm>
          <a:custGeom xmlns:a="http://schemas.openxmlformats.org/drawingml/2006/main">
            <a:pathLst>
              <a:path w="23286" h="60311">
                <a:moveTo>
                  <a:pt x="0" y="7048"/>
                </a:moveTo>
                <a:lnTo>
                  <a:pt x="14364" y="0"/>
                </a:lnTo>
                <a:lnTo>
                  <a:pt x="15791" y="0"/>
                </a:lnTo>
                <a:lnTo>
                  <a:pt x="15791" y="49872"/>
                </a:lnTo>
                <a:cubicBezTo>
                  <a:pt x="15791" y="53262"/>
                  <a:pt x="15881" y="55314"/>
                  <a:pt x="16237" y="56117"/>
                </a:cubicBezTo>
                <a:cubicBezTo>
                  <a:pt x="16505" y="56920"/>
                  <a:pt x="17040" y="57545"/>
                  <a:pt x="17933" y="57991"/>
                </a:cubicBezTo>
                <a:cubicBezTo>
                  <a:pt x="18825" y="58437"/>
                  <a:pt x="20609" y="58705"/>
                  <a:pt x="23286" y="58705"/>
                </a:cubicBezTo>
                <a:lnTo>
                  <a:pt x="23286" y="60311"/>
                </a:lnTo>
                <a:lnTo>
                  <a:pt x="1071" y="60311"/>
                </a:lnTo>
                <a:lnTo>
                  <a:pt x="1071" y="58705"/>
                </a:lnTo>
                <a:cubicBezTo>
                  <a:pt x="3836" y="58705"/>
                  <a:pt x="5621" y="58437"/>
                  <a:pt x="6424" y="57991"/>
                </a:cubicBezTo>
                <a:cubicBezTo>
                  <a:pt x="7227" y="57634"/>
                  <a:pt x="7762" y="57010"/>
                  <a:pt x="8119" y="56296"/>
                </a:cubicBezTo>
                <a:cubicBezTo>
                  <a:pt x="8476" y="55582"/>
                  <a:pt x="8654" y="53441"/>
                  <a:pt x="8654" y="49872"/>
                </a:cubicBezTo>
                <a:lnTo>
                  <a:pt x="8654" y="18022"/>
                </a:lnTo>
                <a:cubicBezTo>
                  <a:pt x="8654" y="13739"/>
                  <a:pt x="8476" y="10974"/>
                  <a:pt x="8208" y="9725"/>
                </a:cubicBezTo>
                <a:cubicBezTo>
                  <a:pt x="8030" y="8832"/>
                  <a:pt x="7673" y="8119"/>
                  <a:pt x="7137" y="7673"/>
                </a:cubicBezTo>
                <a:cubicBezTo>
                  <a:pt x="6602" y="7316"/>
                  <a:pt x="5888" y="7048"/>
                  <a:pt x="5175" y="7048"/>
                </a:cubicBezTo>
                <a:cubicBezTo>
                  <a:pt x="4104" y="7048"/>
                  <a:pt x="2587" y="7494"/>
                  <a:pt x="714" y="8386"/>
                </a:cubicBezTo>
                <a:lnTo>
                  <a:pt x="0" y="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AB635-C2CE-4314-80EA-212AC181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3289726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0B76A-5156-4211-AE07-E2C0CE86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3289726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85BA9-219D-4A48-A138-DB25708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3260397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DBCB3-F91F-4D41-ABDB-503C59E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41" y="3312232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305BB-8697-4AE9-A4DD-C3E42C5A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885" y="3260397"/>
            <a:ext cx="38988" cy="60311"/>
          </a:xfrm>
          <a:custGeom xmlns:a="http://schemas.openxmlformats.org/drawingml/2006/main">
            <a:pathLst>
              <a:path w="38988" h="60311">
                <a:moveTo>
                  <a:pt x="38988" y="48980"/>
                </a:moveTo>
                <a:lnTo>
                  <a:pt x="34884" y="60311"/>
                </a:lnTo>
                <a:lnTo>
                  <a:pt x="0" y="60311"/>
                </a:lnTo>
                <a:lnTo>
                  <a:pt x="0" y="58705"/>
                </a:lnTo>
                <a:cubicBezTo>
                  <a:pt x="10260" y="49426"/>
                  <a:pt x="17487" y="41753"/>
                  <a:pt x="21680" y="35776"/>
                </a:cubicBezTo>
                <a:cubicBezTo>
                  <a:pt x="25784" y="29888"/>
                  <a:pt x="27925" y="24445"/>
                  <a:pt x="27925" y="19538"/>
                </a:cubicBezTo>
                <a:cubicBezTo>
                  <a:pt x="27925" y="15791"/>
                  <a:pt x="26765" y="12758"/>
                  <a:pt x="24445" y="10349"/>
                </a:cubicBezTo>
                <a:cubicBezTo>
                  <a:pt x="22126" y="7940"/>
                  <a:pt x="19449" y="6691"/>
                  <a:pt x="16327" y="6691"/>
                </a:cubicBezTo>
                <a:cubicBezTo>
                  <a:pt x="13383" y="6691"/>
                  <a:pt x="10795" y="7583"/>
                  <a:pt x="8476" y="9279"/>
                </a:cubicBezTo>
                <a:cubicBezTo>
                  <a:pt x="6156" y="10974"/>
                  <a:pt x="4461" y="13472"/>
                  <a:pt x="3390" y="16684"/>
                </a:cubicBezTo>
                <a:lnTo>
                  <a:pt x="1784" y="16684"/>
                </a:lnTo>
                <a:cubicBezTo>
                  <a:pt x="2498" y="11331"/>
                  <a:pt x="4282" y="7227"/>
                  <a:pt x="7316" y="4372"/>
                </a:cubicBezTo>
                <a:cubicBezTo>
                  <a:pt x="10349" y="1517"/>
                  <a:pt x="14096" y="0"/>
                  <a:pt x="18557" y="0"/>
                </a:cubicBezTo>
                <a:cubicBezTo>
                  <a:pt x="23375" y="0"/>
                  <a:pt x="27390" y="1606"/>
                  <a:pt x="30601" y="4639"/>
                </a:cubicBezTo>
                <a:cubicBezTo>
                  <a:pt x="33813" y="7762"/>
                  <a:pt x="35419" y="11420"/>
                  <a:pt x="35419" y="15524"/>
                </a:cubicBezTo>
                <a:cubicBezTo>
                  <a:pt x="35419" y="18557"/>
                  <a:pt x="34705" y="21501"/>
                  <a:pt x="33367" y="24535"/>
                </a:cubicBezTo>
                <a:cubicBezTo>
                  <a:pt x="31137" y="29263"/>
                  <a:pt x="27657" y="34259"/>
                  <a:pt x="22840" y="39434"/>
                </a:cubicBezTo>
                <a:cubicBezTo>
                  <a:pt x="15613" y="47374"/>
                  <a:pt x="11063" y="52103"/>
                  <a:pt x="9279" y="53709"/>
                </a:cubicBezTo>
                <a:lnTo>
                  <a:pt x="24713" y="53709"/>
                </a:lnTo>
                <a:cubicBezTo>
                  <a:pt x="27836" y="53709"/>
                  <a:pt x="30066" y="53619"/>
                  <a:pt x="31315" y="53352"/>
                </a:cubicBezTo>
                <a:cubicBezTo>
                  <a:pt x="32564" y="53173"/>
                  <a:pt x="33724" y="52727"/>
                  <a:pt x="34795" y="52013"/>
                </a:cubicBezTo>
                <a:cubicBezTo>
                  <a:pt x="35776" y="51300"/>
                  <a:pt x="36668" y="50318"/>
                  <a:pt x="37382" y="48980"/>
                </a:cubicBezTo>
                <a:lnTo>
                  <a:pt x="38988" y="48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80BA9-74C9-46CB-BD1B-96D2D92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3045620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36199-8F3F-4BEC-99A0-457EA0E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3045620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899E3-68BE-460E-A4B9-7069057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3016291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0CC5E-6127-43CD-BEDD-38A66A13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41" y="3068126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EAD07-FF62-4D0B-807C-F178D89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669" y="3016291"/>
            <a:ext cx="33546" cy="61292"/>
          </a:xfrm>
          <a:custGeom xmlns:a="http://schemas.openxmlformats.org/drawingml/2006/main">
            <a:pathLst>
              <a:path w="33546" h="61292">
                <a:moveTo>
                  <a:pt x="892" y="12490"/>
                </a:moveTo>
                <a:cubicBezTo>
                  <a:pt x="2498" y="8565"/>
                  <a:pt x="4639" y="5442"/>
                  <a:pt x="7227" y="3301"/>
                </a:cubicBezTo>
                <a:cubicBezTo>
                  <a:pt x="9814" y="1160"/>
                  <a:pt x="13026" y="0"/>
                  <a:pt x="16862" y="0"/>
                </a:cubicBezTo>
                <a:cubicBezTo>
                  <a:pt x="21590" y="0"/>
                  <a:pt x="25248" y="1606"/>
                  <a:pt x="27746" y="4639"/>
                </a:cubicBezTo>
                <a:cubicBezTo>
                  <a:pt x="29620" y="6959"/>
                  <a:pt x="30601" y="9457"/>
                  <a:pt x="30601" y="11955"/>
                </a:cubicBezTo>
                <a:cubicBezTo>
                  <a:pt x="30601" y="16327"/>
                  <a:pt x="27836" y="20788"/>
                  <a:pt x="22483" y="25338"/>
                </a:cubicBezTo>
                <a:cubicBezTo>
                  <a:pt x="26051" y="26765"/>
                  <a:pt x="28817" y="28817"/>
                  <a:pt x="30691" y="31494"/>
                </a:cubicBezTo>
                <a:cubicBezTo>
                  <a:pt x="32564" y="34170"/>
                  <a:pt x="33546" y="37203"/>
                  <a:pt x="33546" y="40772"/>
                </a:cubicBezTo>
                <a:cubicBezTo>
                  <a:pt x="33546" y="45947"/>
                  <a:pt x="31850" y="50318"/>
                  <a:pt x="28639" y="54065"/>
                </a:cubicBezTo>
                <a:cubicBezTo>
                  <a:pt x="24356" y="58883"/>
                  <a:pt x="18289" y="61292"/>
                  <a:pt x="10260" y="61292"/>
                </a:cubicBezTo>
                <a:cubicBezTo>
                  <a:pt x="6245" y="61292"/>
                  <a:pt x="3569" y="60757"/>
                  <a:pt x="2141" y="59865"/>
                </a:cubicBezTo>
                <a:cubicBezTo>
                  <a:pt x="714" y="58972"/>
                  <a:pt x="0" y="57902"/>
                  <a:pt x="0" y="56653"/>
                </a:cubicBezTo>
                <a:cubicBezTo>
                  <a:pt x="0" y="55850"/>
                  <a:pt x="268" y="55136"/>
                  <a:pt x="981" y="54512"/>
                </a:cubicBezTo>
                <a:cubicBezTo>
                  <a:pt x="1606" y="53887"/>
                  <a:pt x="2409" y="53530"/>
                  <a:pt x="3479" y="53530"/>
                </a:cubicBezTo>
                <a:cubicBezTo>
                  <a:pt x="4193" y="53530"/>
                  <a:pt x="4907" y="53709"/>
                  <a:pt x="5621" y="53887"/>
                </a:cubicBezTo>
                <a:cubicBezTo>
                  <a:pt x="6156" y="54065"/>
                  <a:pt x="7227" y="54601"/>
                  <a:pt x="9011" y="55493"/>
                </a:cubicBezTo>
                <a:cubicBezTo>
                  <a:pt x="10706" y="56385"/>
                  <a:pt x="11955" y="56920"/>
                  <a:pt x="12669" y="57099"/>
                </a:cubicBezTo>
                <a:cubicBezTo>
                  <a:pt x="13739" y="57456"/>
                  <a:pt x="14810" y="57545"/>
                  <a:pt x="16059" y="57545"/>
                </a:cubicBezTo>
                <a:cubicBezTo>
                  <a:pt x="19003" y="57545"/>
                  <a:pt x="21590" y="56474"/>
                  <a:pt x="23821" y="54155"/>
                </a:cubicBezTo>
                <a:cubicBezTo>
                  <a:pt x="25962" y="51835"/>
                  <a:pt x="27122" y="49158"/>
                  <a:pt x="27122" y="45947"/>
                </a:cubicBezTo>
                <a:cubicBezTo>
                  <a:pt x="27122" y="43716"/>
                  <a:pt x="26587" y="41486"/>
                  <a:pt x="25605" y="39255"/>
                </a:cubicBezTo>
                <a:cubicBezTo>
                  <a:pt x="24802" y="37650"/>
                  <a:pt x="23999" y="36490"/>
                  <a:pt x="23107" y="35598"/>
                </a:cubicBezTo>
                <a:cubicBezTo>
                  <a:pt x="21858" y="34438"/>
                  <a:pt x="20074" y="33367"/>
                  <a:pt x="17933" y="32386"/>
                </a:cubicBezTo>
                <a:cubicBezTo>
                  <a:pt x="15791" y="31494"/>
                  <a:pt x="13561" y="30958"/>
                  <a:pt x="11241" y="30958"/>
                </a:cubicBezTo>
                <a:lnTo>
                  <a:pt x="9903" y="30958"/>
                </a:lnTo>
                <a:lnTo>
                  <a:pt x="9903" y="29709"/>
                </a:lnTo>
                <a:cubicBezTo>
                  <a:pt x="12133" y="29442"/>
                  <a:pt x="14453" y="28639"/>
                  <a:pt x="16773" y="27211"/>
                </a:cubicBezTo>
                <a:cubicBezTo>
                  <a:pt x="19092" y="25873"/>
                  <a:pt x="20698" y="24267"/>
                  <a:pt x="21769" y="22304"/>
                </a:cubicBezTo>
                <a:cubicBezTo>
                  <a:pt x="22840" y="20431"/>
                  <a:pt x="23375" y="18289"/>
                  <a:pt x="23375" y="15970"/>
                </a:cubicBezTo>
                <a:cubicBezTo>
                  <a:pt x="23375" y="13026"/>
                  <a:pt x="22393" y="10617"/>
                  <a:pt x="20520" y="8743"/>
                </a:cubicBezTo>
                <a:cubicBezTo>
                  <a:pt x="18646" y="6959"/>
                  <a:pt x="16327" y="5978"/>
                  <a:pt x="13561" y="5978"/>
                </a:cubicBezTo>
                <a:cubicBezTo>
                  <a:pt x="9100" y="5978"/>
                  <a:pt x="5353" y="8386"/>
                  <a:pt x="2320" y="13204"/>
                </a:cubicBezTo>
                <a:lnTo>
                  <a:pt x="892" y="12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728B2-5A9C-4820-983D-A437EBF8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2801514"/>
            <a:ext cx="15613" cy="10"/>
          </a:xfrm>
          <a:custGeom xmlns:a="http://schemas.openxmlformats.org/drawingml/2006/main">
            <a:pathLst>
              <a:path w="15613" h="1">
                <a:moveTo>
                  <a:pt x="0" y="0"/>
                </a:moveTo>
                <a:lnTo>
                  <a:pt x="156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935E1-F20E-42A7-B2D9-CDEEBD9B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873" y="2801514"/>
            <a:ext cx="15613" cy="10"/>
          </a:xfrm>
          <a:custGeom xmlns:a="http://schemas.openxmlformats.org/drawingml/2006/main">
            <a:pathLst>
              <a:path w="15613" h="1" fill="none">
                <a:moveTo>
                  <a:pt x="0" y="0"/>
                </a:moveTo>
                <a:lnTo>
                  <a:pt x="1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9" cap="flat">
            <a:solidFill>
              <a:srgbClr val="000000"/>
            </a:solidFill>
            <a:round/>
          </a:ln>
        </p:spPr>
      </p:sp>
      <p:sp>
        <p:nvSpPr>
          <p:cNvPr id="1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12009-82C6-4399-948A-DDFC5FF1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1" y="2772185"/>
            <a:ext cx="38185" cy="61292"/>
          </a:xfrm>
          <a:custGeom xmlns:a="http://schemas.openxmlformats.org/drawingml/2006/main">
            <a:pathLst>
              <a:path w="38185" h="61292">
                <a:moveTo>
                  <a:pt x="0" y="31137"/>
                </a:moveTo>
                <a:cubicBezTo>
                  <a:pt x="0" y="24445"/>
                  <a:pt x="981" y="18646"/>
                  <a:pt x="3033" y="13739"/>
                </a:cubicBezTo>
                <a:cubicBezTo>
                  <a:pt x="4996" y="8922"/>
                  <a:pt x="7762" y="5264"/>
                  <a:pt x="11152" y="2855"/>
                </a:cubicBezTo>
                <a:cubicBezTo>
                  <a:pt x="13739" y="981"/>
                  <a:pt x="16416" y="0"/>
                  <a:pt x="19271" y="0"/>
                </a:cubicBezTo>
                <a:cubicBezTo>
                  <a:pt x="23732" y="0"/>
                  <a:pt x="27836" y="2320"/>
                  <a:pt x="31494" y="6959"/>
                </a:cubicBezTo>
                <a:cubicBezTo>
                  <a:pt x="35954" y="12669"/>
                  <a:pt x="38185" y="20431"/>
                  <a:pt x="38185" y="30245"/>
                </a:cubicBezTo>
                <a:cubicBezTo>
                  <a:pt x="38185" y="37114"/>
                  <a:pt x="37203" y="42913"/>
                  <a:pt x="35241" y="47731"/>
                </a:cubicBezTo>
                <a:cubicBezTo>
                  <a:pt x="33278" y="52549"/>
                  <a:pt x="30691" y="55939"/>
                  <a:pt x="27657" y="58080"/>
                </a:cubicBezTo>
                <a:cubicBezTo>
                  <a:pt x="24624" y="60221"/>
                  <a:pt x="21680" y="61292"/>
                  <a:pt x="18825" y="61292"/>
                </a:cubicBezTo>
                <a:cubicBezTo>
                  <a:pt x="13115" y="61292"/>
                  <a:pt x="8476" y="57991"/>
                  <a:pt x="4728" y="51389"/>
                </a:cubicBezTo>
                <a:cubicBezTo>
                  <a:pt x="1517" y="45857"/>
                  <a:pt x="0" y="39077"/>
                  <a:pt x="0" y="31137"/>
                </a:cubicBezTo>
                <a:close/>
                <a:moveTo>
                  <a:pt x="8565" y="32207"/>
                </a:moveTo>
                <a:cubicBezTo>
                  <a:pt x="8565" y="40415"/>
                  <a:pt x="9546" y="47017"/>
                  <a:pt x="11598" y="52103"/>
                </a:cubicBezTo>
                <a:cubicBezTo>
                  <a:pt x="13204" y="56474"/>
                  <a:pt x="15613" y="58615"/>
                  <a:pt x="19003" y="58615"/>
                </a:cubicBezTo>
                <a:cubicBezTo>
                  <a:pt x="20520" y="58615"/>
                  <a:pt x="22126" y="57991"/>
                  <a:pt x="23821" y="56563"/>
                </a:cubicBezTo>
                <a:cubicBezTo>
                  <a:pt x="25516" y="55136"/>
                  <a:pt x="26765" y="52816"/>
                  <a:pt x="27657" y="49426"/>
                </a:cubicBezTo>
                <a:cubicBezTo>
                  <a:pt x="28995" y="44430"/>
                  <a:pt x="29709" y="37382"/>
                  <a:pt x="29709" y="28282"/>
                </a:cubicBezTo>
                <a:cubicBezTo>
                  <a:pt x="29709" y="21590"/>
                  <a:pt x="28995" y="15970"/>
                  <a:pt x="27568" y="11420"/>
                </a:cubicBezTo>
                <a:cubicBezTo>
                  <a:pt x="26497" y="8119"/>
                  <a:pt x="25159" y="5799"/>
                  <a:pt x="23553" y="4372"/>
                </a:cubicBezTo>
                <a:cubicBezTo>
                  <a:pt x="22304" y="3390"/>
                  <a:pt x="20877" y="2855"/>
                  <a:pt x="19182" y="2855"/>
                </a:cubicBezTo>
                <a:cubicBezTo>
                  <a:pt x="17219" y="2855"/>
                  <a:pt x="15435" y="3747"/>
                  <a:pt x="13918" y="5531"/>
                </a:cubicBezTo>
                <a:cubicBezTo>
                  <a:pt x="11777" y="8030"/>
                  <a:pt x="10349" y="11777"/>
                  <a:pt x="9635" y="16951"/>
                </a:cubicBezTo>
                <a:cubicBezTo>
                  <a:pt x="8922" y="22126"/>
                  <a:pt x="8565" y="27211"/>
                  <a:pt x="8565" y="322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2DA2D-2A01-4CC9-88FF-BDDAC66B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41" y="2824020"/>
            <a:ext cx="9635" cy="9635"/>
          </a:xfrm>
          <a:custGeom xmlns:a="http://schemas.openxmlformats.org/drawingml/2006/main">
            <a:pathLst>
              <a:path w="9635" h="9635">
                <a:moveTo>
                  <a:pt x="4818" y="0"/>
                </a:moveTo>
                <a:cubicBezTo>
                  <a:pt x="6156" y="0"/>
                  <a:pt x="7316" y="535"/>
                  <a:pt x="8208" y="1427"/>
                </a:cubicBezTo>
                <a:cubicBezTo>
                  <a:pt x="9100" y="2409"/>
                  <a:pt x="9635" y="3569"/>
                  <a:pt x="9635" y="4907"/>
                </a:cubicBezTo>
                <a:cubicBezTo>
                  <a:pt x="9635" y="6245"/>
                  <a:pt x="9100" y="7405"/>
                  <a:pt x="8208" y="8297"/>
                </a:cubicBezTo>
                <a:cubicBezTo>
                  <a:pt x="7227" y="9189"/>
                  <a:pt x="6067" y="9635"/>
                  <a:pt x="4818" y="9635"/>
                </a:cubicBezTo>
                <a:cubicBezTo>
                  <a:pt x="3479" y="9635"/>
                  <a:pt x="2320" y="9189"/>
                  <a:pt x="1427" y="8297"/>
                </a:cubicBezTo>
                <a:cubicBezTo>
                  <a:pt x="446" y="7405"/>
                  <a:pt x="0" y="6245"/>
                  <a:pt x="0" y="4907"/>
                </a:cubicBezTo>
                <a:cubicBezTo>
                  <a:pt x="0" y="3569"/>
                  <a:pt x="446" y="2409"/>
                  <a:pt x="1427" y="1427"/>
                </a:cubicBezTo>
                <a:cubicBezTo>
                  <a:pt x="2320" y="535"/>
                  <a:pt x="3479" y="0"/>
                  <a:pt x="48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403E2-73FA-4C7A-9DF0-FE2286C4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39" y="2772185"/>
            <a:ext cx="40058" cy="60311"/>
          </a:xfrm>
          <a:custGeom xmlns:a="http://schemas.openxmlformats.org/drawingml/2006/main">
            <a:pathLst>
              <a:path w="40058" h="60311">
                <a:moveTo>
                  <a:pt x="40058" y="38542"/>
                </a:moveTo>
                <a:lnTo>
                  <a:pt x="40058" y="44698"/>
                </a:lnTo>
                <a:lnTo>
                  <a:pt x="32118" y="44698"/>
                </a:lnTo>
                <a:lnTo>
                  <a:pt x="32118" y="60311"/>
                </a:lnTo>
                <a:lnTo>
                  <a:pt x="24981" y="60311"/>
                </a:lnTo>
                <a:lnTo>
                  <a:pt x="24981" y="44698"/>
                </a:lnTo>
                <a:lnTo>
                  <a:pt x="0" y="44698"/>
                </a:lnTo>
                <a:lnTo>
                  <a:pt x="0" y="39166"/>
                </a:lnTo>
                <a:lnTo>
                  <a:pt x="27390" y="0"/>
                </a:lnTo>
                <a:lnTo>
                  <a:pt x="32118" y="0"/>
                </a:lnTo>
                <a:lnTo>
                  <a:pt x="32118" y="38542"/>
                </a:lnTo>
                <a:lnTo>
                  <a:pt x="40058" y="38542"/>
                </a:lnTo>
                <a:close/>
                <a:moveTo>
                  <a:pt x="24981" y="38542"/>
                </a:moveTo>
                <a:lnTo>
                  <a:pt x="24981" y="9189"/>
                </a:lnTo>
                <a:lnTo>
                  <a:pt x="4193" y="38542"/>
                </a:lnTo>
                <a:lnTo>
                  <a:pt x="24981" y="385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1468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2026-09-05T08:54:27.0820000Z</dcterms:created>
  <dcterms:modified xsi:type="dcterms:W3CDTF">2026-09-05T08:54:27.0820000Z</dcterms:modified>
</coreProperties>
</file>