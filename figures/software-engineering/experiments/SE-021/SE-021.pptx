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c40f72786fa4ae8" /><Relationship Type="http://schemas.openxmlformats.org/officeDocument/2006/relationships/extended-properties" Target="/docProps/app.xml" Id="R7845c086b988476e" /><Relationship Type="http://schemas.openxmlformats.org/officeDocument/2006/relationships/officeDocument" Target="/ppt/presentation.xml" Id="R5fec2d569513416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9118a35ae1142cc"/>
  </p:sldMasterIdLst>
  <p:notesMasterIdLst>
    <p:notesMasterId xmlns:r="http://schemas.openxmlformats.org/officeDocument/2006/relationships" r:id="Rd79d2cc7d3424b8a"/>
  </p:notesMasterIdLst>
  <p:sldIdLst>
    <p:sldId xmlns:r="http://schemas.openxmlformats.org/officeDocument/2006/relationships" id="256" r:id="Rd3c9b1fbca2f4042"/>
  </p:sldIdLst>
  <p:sldSz cx="6343650" cy="52292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ed791cfd9264664" /><Relationship Type="http://schemas.openxmlformats.org/officeDocument/2006/relationships/slideMaster" Target="/ppt/slideMasters/slideMaster1.xml" Id="R09118a35ae1142cc" /><Relationship Type="http://schemas.openxmlformats.org/officeDocument/2006/relationships/notesMaster" Target="/ppt/notesMasters/notesMaster1.xml" Id="Rd79d2cc7d3424b8a" /><Relationship Type="http://schemas.openxmlformats.org/officeDocument/2006/relationships/presProps" Target="/ppt/presProps.xml" Id="Rd6b798f87b7a46a0" /><Relationship Type="http://schemas.openxmlformats.org/officeDocument/2006/relationships/tableStyles" Target="/ppt/tableStyles.xml" Id="R7bfb8c5b43bb4dcd" /><Relationship Type="http://schemas.openxmlformats.org/officeDocument/2006/relationships/slide" Target="/ppt/slides/slide1.xml" Id="Rd3c9b1fbca2f404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659da3ba3ce4a5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e197d9347104f0e" /><Relationship Type="http://schemas.openxmlformats.org/officeDocument/2006/relationships/notesMaster" Target="/ppt/notesMasters/notesMaster1.xml" Id="R4a1d349251f64eac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素材ID：SE-021</ns1:t>
            </ns1:r>
          </ns1:p>
          <ns1:p>
            <ns1:r>
              <ns1:t>论文：UniCoR: Modality Collaboration for Robust Cross-Language Hybrid Code Retrieval</ns1:t>
            </ns1:r>
          </ns1:p>
          <ns1:p>
            <ns1:r>
              <ns1:t>会议：ICSE 2026</ns1:t>
            </ns1:r>
          </ns1:p>
          <ns1:p>
            <ns1:r>
              <ns1:t>奖项：ACM SIGSOFT Distinguished Paper Award</ns1:t>
            </ns1:r>
          </ns1:p>
          <ns1:p>
            <ns1:r>
              <ns1:t>图号：Figure 2，PDF第9页</ns1:t>
            </ns1:r>
          </ns1:p>
          <ns1:p>
            <ns1:r>
              <ns1:t>类型：实验图表</ns1:t>
            </ns1:r>
          </ns1:p>
          <ns1:p>
            <ns1:r>
              <ns1:t>借鉴点：四块同尺度跨语言迁移热图共享色条，适合展示方法在源语言×目标语言矩阵上的泛化结构。</ns1:t>
            </ns1:r>
          </ns1:p>
          <ns1:p>
            <ns1:r>
              <ns1:t>论文URL：https://arxiv.org/pdf/2512.10452</ns1:t>
            </ns1:r>
          </ns1:p>
          <ns1:p>
            <ns1:r>
              <ns1:t>官方获奖URL：https://conf.researchr.org/info/icse-2026/awards#acm-sigsoft-distinguished-paper-awards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936956681d47b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af57aac460e414f" /><Relationship Type="http://schemas.openxmlformats.org/officeDocument/2006/relationships/slideLayout" Target="/ppt/slideLayouts/slideLayout1.xml" Id="R68955cabe92d4a7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8955cabe92d4a7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07babf6ff147a3" /><Relationship Type="http://schemas.openxmlformats.org/officeDocument/2006/relationships/image" Target="/ppt/media/image.png" Id="R4936b97b385d4612" /><Relationship Type="http://schemas.openxmlformats.org/officeDocument/2006/relationships/notesSlide" Target="/ppt/notesSlides/notesSlide1.xml" Id="R6dbe182211094db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920087-70C1-43D5-9B0E-E46F0C6D3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5" y="57709"/>
            <a:ext cx="6177613" cy="5151999"/>
          </a:xfrm>
          <a:custGeom xmlns:a="http://schemas.openxmlformats.org/drawingml/2006/main">
            <a:pathLst>
              <a:path w="6177613" h="5151999">
                <a:moveTo>
                  <a:pt x="0" y="5151999"/>
                </a:moveTo>
                <a:lnTo>
                  <a:pt x="6177613" y="5151999"/>
                </a:lnTo>
                <a:lnTo>
                  <a:pt x="6177613" y="0"/>
                </a:lnTo>
                <a:lnTo>
                  <a:pt x="0" y="0"/>
                </a:lnTo>
                <a:lnTo>
                  <a:pt x="0" y="515199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D7D039-CB2C-43E7-B462-37301BC47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05" y="155944"/>
            <a:ext cx="2870463" cy="2284479"/>
          </a:xfrm>
          <a:custGeom xmlns:a="http://schemas.openxmlformats.org/drawingml/2006/main">
            <a:pathLst>
              <a:path w="2870463" h="2284479">
                <a:moveTo>
                  <a:pt x="0" y="2284479"/>
                </a:moveTo>
                <a:lnTo>
                  <a:pt x="2870463" y="2284479"/>
                </a:lnTo>
                <a:lnTo>
                  <a:pt x="2870463" y="0"/>
                </a:lnTo>
                <a:lnTo>
                  <a:pt x="0" y="0"/>
                </a:lnTo>
                <a:lnTo>
                  <a:pt x="0" y="228447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A4C0AF-A4F2-4EE1-BE5C-66A417776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05" y="155944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5CB5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EEF060-6813-4FFC-97DB-115E99A69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05" y="155944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C47FA1-3576-4F48-A0BE-114F87D79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256" y="155944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4EC3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68B679-C598-450F-8D7F-62B993649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256" y="155944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F2F78A-48F8-49D3-BEA0-EA8A8D242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208" y="155944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5AC8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FA65B8-B7E0-495E-90C0-0A09C1F2E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208" y="155944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5D9C0B-9097-4665-AE7A-8D349DF42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59" y="155944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5B7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CBCAC6-CFEB-4465-8654-B84836F1E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59" y="155944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62058A-34C4-4639-A6B1-47DC1B657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110" y="155944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3CB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A2826D-B6EA-464B-B6D4-547A72079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110" y="155944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4C71F9-99DE-4BC6-B131-DC17E74C5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061" y="155944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2B67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66E940-A608-45DA-A050-3B514406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061" y="155944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D1DB1A-3779-4792-BF13-988DDAB88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1013" y="155944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5AC8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BD2DC0-0F1F-4FE7-8C2E-C813DB0EB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1013" y="155944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6B3FB2-4C4B-4D50-B5AC-6B57A831F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963" y="155944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56C66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16256A-E026-44CE-8B64-CFB4A0F85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963" y="155944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FA3CFE-B5F9-43CC-B183-1A88DE983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2915" y="155944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46C06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BCAA89-7013-4156-A52E-5516DB043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2915" y="155944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2D0306-CD56-442B-8722-9A129CB43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3866" y="155944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0A3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817D35-6CF3-4FA8-9342-C27CE81F7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3866" y="155944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486686-AE69-480A-BEB8-1997F92A4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817" y="155944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BBB7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99F8D0-2E68-4E4E-8649-9CEE9823D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817" y="155944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835C8D-F68C-47AE-97D0-1A0728D60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05" y="363624"/>
            <a:ext cx="260951" cy="207679"/>
          </a:xfrm>
          <a:custGeom xmlns:a="http://schemas.openxmlformats.org/drawingml/2006/main">
            <a:pathLst>
              <a:path w="260951" h="207679">
                <a:moveTo>
                  <a:pt x="0" y="0"/>
                </a:moveTo>
                <a:lnTo>
                  <a:pt x="260951" y="0"/>
                </a:lnTo>
                <a:lnTo>
                  <a:pt x="260951" y="207679"/>
                </a:lnTo>
                <a:lnTo>
                  <a:pt x="0" y="20767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4EC3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226D95-1FC8-4F2C-A6AC-6DEA373C1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05" y="363624"/>
            <a:ext cx="260951" cy="207679"/>
          </a:xfrm>
          <a:custGeom xmlns:a="http://schemas.openxmlformats.org/drawingml/2006/main">
            <a:pathLst>
              <a:path w="260951" h="207679" fill="none">
                <a:moveTo>
                  <a:pt x="0" y="0"/>
                </a:moveTo>
                <a:lnTo>
                  <a:pt x="260951" y="0"/>
                </a:lnTo>
                <a:lnTo>
                  <a:pt x="260951" y="207679"/>
                </a:lnTo>
                <a:lnTo>
                  <a:pt x="0" y="20767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155F1F-C1E9-4FD5-8380-4124D72BC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256" y="363624"/>
            <a:ext cx="260951" cy="207679"/>
          </a:xfrm>
          <a:custGeom xmlns:a="http://schemas.openxmlformats.org/drawingml/2006/main">
            <a:pathLst>
              <a:path w="260951" h="207679">
                <a:moveTo>
                  <a:pt x="0" y="0"/>
                </a:moveTo>
                <a:lnTo>
                  <a:pt x="260951" y="0"/>
                </a:lnTo>
                <a:lnTo>
                  <a:pt x="260951" y="207679"/>
                </a:lnTo>
                <a:lnTo>
                  <a:pt x="0" y="20767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8BD64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0C9786-0C1C-42A6-B1C1-8484E55A8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256" y="363624"/>
            <a:ext cx="260951" cy="207679"/>
          </a:xfrm>
          <a:custGeom xmlns:a="http://schemas.openxmlformats.org/drawingml/2006/main">
            <a:pathLst>
              <a:path w="260951" h="207679" fill="none">
                <a:moveTo>
                  <a:pt x="0" y="0"/>
                </a:moveTo>
                <a:lnTo>
                  <a:pt x="260951" y="0"/>
                </a:lnTo>
                <a:lnTo>
                  <a:pt x="260951" y="207679"/>
                </a:lnTo>
                <a:lnTo>
                  <a:pt x="0" y="20767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32EAE6-9CF0-4C33-BB1A-3E5CC9722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208" y="363624"/>
            <a:ext cx="260951" cy="207679"/>
          </a:xfrm>
          <a:custGeom xmlns:a="http://schemas.openxmlformats.org/drawingml/2006/main">
            <a:pathLst>
              <a:path w="260951" h="207679">
                <a:moveTo>
                  <a:pt x="0" y="0"/>
                </a:moveTo>
                <a:lnTo>
                  <a:pt x="260951" y="0"/>
                </a:lnTo>
                <a:lnTo>
                  <a:pt x="260951" y="207679"/>
                </a:lnTo>
                <a:lnTo>
                  <a:pt x="0" y="20767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6AD8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3987E7-C9D1-4AF5-A542-B1C18A3D3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208" y="363624"/>
            <a:ext cx="260951" cy="207679"/>
          </a:xfrm>
          <a:custGeom xmlns:a="http://schemas.openxmlformats.org/drawingml/2006/main">
            <a:pathLst>
              <a:path w="260951" h="207679" fill="none">
                <a:moveTo>
                  <a:pt x="0" y="0"/>
                </a:moveTo>
                <a:lnTo>
                  <a:pt x="260951" y="0"/>
                </a:lnTo>
                <a:lnTo>
                  <a:pt x="260951" y="207679"/>
                </a:lnTo>
                <a:lnTo>
                  <a:pt x="0" y="20767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632642-3E98-4DC6-8412-0C3F35D54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59" y="363624"/>
            <a:ext cx="260951" cy="207679"/>
          </a:xfrm>
          <a:custGeom xmlns:a="http://schemas.openxmlformats.org/drawingml/2006/main">
            <a:pathLst>
              <a:path w="260951" h="207679">
                <a:moveTo>
                  <a:pt x="0" y="0"/>
                </a:moveTo>
                <a:lnTo>
                  <a:pt x="260951" y="0"/>
                </a:lnTo>
                <a:lnTo>
                  <a:pt x="260951" y="207679"/>
                </a:lnTo>
                <a:lnTo>
                  <a:pt x="0" y="20767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52C56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5EB099-20AA-4821-BE9A-5EB9725BD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59" y="363624"/>
            <a:ext cx="260951" cy="207679"/>
          </a:xfrm>
          <a:custGeom xmlns:a="http://schemas.openxmlformats.org/drawingml/2006/main">
            <a:pathLst>
              <a:path w="260951" h="207679" fill="none">
                <a:moveTo>
                  <a:pt x="0" y="0"/>
                </a:moveTo>
                <a:lnTo>
                  <a:pt x="260951" y="0"/>
                </a:lnTo>
                <a:lnTo>
                  <a:pt x="260951" y="207679"/>
                </a:lnTo>
                <a:lnTo>
                  <a:pt x="0" y="20767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089AC1-D04D-460D-8350-AA76CAF40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110" y="363624"/>
            <a:ext cx="260951" cy="207679"/>
          </a:xfrm>
          <a:custGeom xmlns:a="http://schemas.openxmlformats.org/drawingml/2006/main">
            <a:pathLst>
              <a:path w="260951" h="207679">
                <a:moveTo>
                  <a:pt x="0" y="0"/>
                </a:moveTo>
                <a:lnTo>
                  <a:pt x="260951" y="0"/>
                </a:lnTo>
                <a:lnTo>
                  <a:pt x="260951" y="207679"/>
                </a:lnTo>
                <a:lnTo>
                  <a:pt x="0" y="20767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81D3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86A64C-1ABB-4378-9899-FA9B37CA4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110" y="363624"/>
            <a:ext cx="260951" cy="207679"/>
          </a:xfrm>
          <a:custGeom xmlns:a="http://schemas.openxmlformats.org/drawingml/2006/main">
            <a:pathLst>
              <a:path w="260951" h="207679" fill="none">
                <a:moveTo>
                  <a:pt x="0" y="0"/>
                </a:moveTo>
                <a:lnTo>
                  <a:pt x="260951" y="0"/>
                </a:lnTo>
                <a:lnTo>
                  <a:pt x="260951" y="207679"/>
                </a:lnTo>
                <a:lnTo>
                  <a:pt x="0" y="20767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7D415D-FA6A-4386-B7A0-CE6B3AA86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061" y="363624"/>
            <a:ext cx="260951" cy="207679"/>
          </a:xfrm>
          <a:custGeom xmlns:a="http://schemas.openxmlformats.org/drawingml/2006/main">
            <a:pathLst>
              <a:path w="260951" h="207679">
                <a:moveTo>
                  <a:pt x="0" y="0"/>
                </a:moveTo>
                <a:lnTo>
                  <a:pt x="260951" y="0"/>
                </a:lnTo>
                <a:lnTo>
                  <a:pt x="260951" y="207679"/>
                </a:lnTo>
                <a:lnTo>
                  <a:pt x="0" y="20767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58C76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AF5DD3-B6AB-48D9-BA92-D4890F288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061" y="363624"/>
            <a:ext cx="260951" cy="207679"/>
          </a:xfrm>
          <a:custGeom xmlns:a="http://schemas.openxmlformats.org/drawingml/2006/main">
            <a:pathLst>
              <a:path w="260951" h="207679" fill="none">
                <a:moveTo>
                  <a:pt x="0" y="0"/>
                </a:moveTo>
                <a:lnTo>
                  <a:pt x="260951" y="0"/>
                </a:lnTo>
                <a:lnTo>
                  <a:pt x="260951" y="207679"/>
                </a:lnTo>
                <a:lnTo>
                  <a:pt x="0" y="20767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6540C7-E1A2-4E89-B4F5-07AEF03A9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1013" y="363624"/>
            <a:ext cx="260951" cy="207679"/>
          </a:xfrm>
          <a:custGeom xmlns:a="http://schemas.openxmlformats.org/drawingml/2006/main">
            <a:pathLst>
              <a:path w="260951" h="207679">
                <a:moveTo>
                  <a:pt x="0" y="0"/>
                </a:moveTo>
                <a:lnTo>
                  <a:pt x="260951" y="0"/>
                </a:lnTo>
                <a:lnTo>
                  <a:pt x="260951" y="207679"/>
                </a:lnTo>
                <a:lnTo>
                  <a:pt x="0" y="20767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ABA7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6191E3-D46F-4CAC-BB9A-0B3E4ECE3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1013" y="363624"/>
            <a:ext cx="260951" cy="207679"/>
          </a:xfrm>
          <a:custGeom xmlns:a="http://schemas.openxmlformats.org/drawingml/2006/main">
            <a:pathLst>
              <a:path w="260951" h="207679" fill="none">
                <a:moveTo>
                  <a:pt x="0" y="0"/>
                </a:moveTo>
                <a:lnTo>
                  <a:pt x="260951" y="0"/>
                </a:lnTo>
                <a:lnTo>
                  <a:pt x="260951" y="207679"/>
                </a:lnTo>
                <a:lnTo>
                  <a:pt x="0" y="20767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AB48A1-CCAF-433E-85E9-201F961A6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963" y="363624"/>
            <a:ext cx="260951" cy="207679"/>
          </a:xfrm>
          <a:custGeom xmlns:a="http://schemas.openxmlformats.org/drawingml/2006/main">
            <a:pathLst>
              <a:path w="260951" h="207679">
                <a:moveTo>
                  <a:pt x="0" y="0"/>
                </a:moveTo>
                <a:lnTo>
                  <a:pt x="260951" y="0"/>
                </a:lnTo>
                <a:lnTo>
                  <a:pt x="260951" y="207679"/>
                </a:lnTo>
                <a:lnTo>
                  <a:pt x="0" y="20767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7CD25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8F5FFE-01F4-4969-9956-5B1A23FA6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963" y="363624"/>
            <a:ext cx="260951" cy="207679"/>
          </a:xfrm>
          <a:custGeom xmlns:a="http://schemas.openxmlformats.org/drawingml/2006/main">
            <a:pathLst>
              <a:path w="260951" h="207679" fill="none">
                <a:moveTo>
                  <a:pt x="0" y="0"/>
                </a:moveTo>
                <a:lnTo>
                  <a:pt x="260951" y="0"/>
                </a:lnTo>
                <a:lnTo>
                  <a:pt x="260951" y="207679"/>
                </a:lnTo>
                <a:lnTo>
                  <a:pt x="0" y="20767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541793-C74B-4BB6-9A5E-332DC5799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2915" y="363624"/>
            <a:ext cx="260951" cy="207679"/>
          </a:xfrm>
          <a:custGeom xmlns:a="http://schemas.openxmlformats.org/drawingml/2006/main">
            <a:pathLst>
              <a:path w="260951" h="207679">
                <a:moveTo>
                  <a:pt x="0" y="0"/>
                </a:moveTo>
                <a:lnTo>
                  <a:pt x="260951" y="0"/>
                </a:lnTo>
                <a:lnTo>
                  <a:pt x="260951" y="207679"/>
                </a:lnTo>
                <a:lnTo>
                  <a:pt x="0" y="20767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ECE5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FDB828-F532-4615-A7C5-AAB60A945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2915" y="363624"/>
            <a:ext cx="260951" cy="207679"/>
          </a:xfrm>
          <a:custGeom xmlns:a="http://schemas.openxmlformats.org/drawingml/2006/main">
            <a:pathLst>
              <a:path w="260951" h="207679" fill="none">
                <a:moveTo>
                  <a:pt x="0" y="0"/>
                </a:moveTo>
                <a:lnTo>
                  <a:pt x="260951" y="0"/>
                </a:lnTo>
                <a:lnTo>
                  <a:pt x="260951" y="207679"/>
                </a:lnTo>
                <a:lnTo>
                  <a:pt x="0" y="20767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7B30B5-6235-47F7-BFC7-BDB608A96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3866" y="363624"/>
            <a:ext cx="260951" cy="207679"/>
          </a:xfrm>
          <a:custGeom xmlns:a="http://schemas.openxmlformats.org/drawingml/2006/main">
            <a:pathLst>
              <a:path w="260951" h="207679">
                <a:moveTo>
                  <a:pt x="0" y="0"/>
                </a:moveTo>
                <a:lnTo>
                  <a:pt x="260951" y="0"/>
                </a:lnTo>
                <a:lnTo>
                  <a:pt x="260951" y="207679"/>
                </a:lnTo>
                <a:lnTo>
                  <a:pt x="0" y="20767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CB17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72DA83-F94F-40EC-AC40-24089F373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3866" y="363624"/>
            <a:ext cx="260951" cy="207679"/>
          </a:xfrm>
          <a:custGeom xmlns:a="http://schemas.openxmlformats.org/drawingml/2006/main">
            <a:pathLst>
              <a:path w="260951" h="207679" fill="none">
                <a:moveTo>
                  <a:pt x="0" y="0"/>
                </a:moveTo>
                <a:lnTo>
                  <a:pt x="260951" y="0"/>
                </a:lnTo>
                <a:lnTo>
                  <a:pt x="260951" y="207679"/>
                </a:lnTo>
                <a:lnTo>
                  <a:pt x="0" y="20767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54D098-4724-49EB-A88F-F0D7380BB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817" y="363624"/>
            <a:ext cx="260951" cy="207679"/>
          </a:xfrm>
          <a:custGeom xmlns:a="http://schemas.openxmlformats.org/drawingml/2006/main">
            <a:pathLst>
              <a:path w="260951" h="207679">
                <a:moveTo>
                  <a:pt x="0" y="0"/>
                </a:moveTo>
                <a:lnTo>
                  <a:pt x="260951" y="0"/>
                </a:lnTo>
                <a:lnTo>
                  <a:pt x="260951" y="207679"/>
                </a:lnTo>
                <a:lnTo>
                  <a:pt x="0" y="20767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5CC86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5BBFA9-A4A7-434E-AC95-DE5A02C14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817" y="363624"/>
            <a:ext cx="260951" cy="207679"/>
          </a:xfrm>
          <a:custGeom xmlns:a="http://schemas.openxmlformats.org/drawingml/2006/main">
            <a:pathLst>
              <a:path w="260951" h="207679" fill="none">
                <a:moveTo>
                  <a:pt x="0" y="0"/>
                </a:moveTo>
                <a:lnTo>
                  <a:pt x="260951" y="0"/>
                </a:lnTo>
                <a:lnTo>
                  <a:pt x="260951" y="207679"/>
                </a:lnTo>
                <a:lnTo>
                  <a:pt x="0" y="20767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17CC45-543B-47DD-8FA8-431F77EEB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05" y="57130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F9A8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72399B-E10F-4692-841E-F30667435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05" y="57130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B15724-E958-4CC9-A3DE-A7DE497DA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256" y="57130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9A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624864-B206-4C82-B444-422BFA28C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256" y="57130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DE9ADA-B9B5-4544-95F0-0806D4E4F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208" y="57130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4AA8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B7B753-71CF-4318-A959-9A6922F35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208" y="57130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6510E1-2F21-4206-BA6B-A9A73E008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59" y="57130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F9F8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6A213F-E8D0-4EAB-86A1-81F6177AE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59" y="57130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42F1F2-B265-4AC2-BF55-4F1A7B6E9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110" y="57130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FB47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BE93ED-F87E-4F9A-AF7F-837783631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110" y="57130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0BA327-46A5-4B65-A118-D1BBA1C00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061" y="57130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FA18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5F890D-555D-4974-AB61-3C95B8DA1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061" y="57130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EC6655-3B54-48C6-B3A1-8D6184A78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1013" y="57130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F988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7C0C14-D591-4D80-A8CB-AEDD29C26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1013" y="57130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EA4179-3369-4666-B5F9-025BFF239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963" y="57130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5AC8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3E5937-7E91-4297-AAE5-B61001D46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963" y="57130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997987-A483-4867-8276-7F16DA336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2915" y="57130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8AE8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0AC59C-93C5-4EE6-A61D-33F8CC01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2915" y="57130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BD51C5-5D38-48AE-BEB4-B5C428578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3866" y="57130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F968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B998F4-5B4E-40BF-A509-B8B8B405F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3866" y="57130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E41FE2-EF27-460D-8960-83226F72C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817" y="57130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4AA8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1BA09C-CF09-45B8-80C6-ED629CA95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817" y="57130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B402C5-2831-466D-91EC-D35E17AFD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05" y="77898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40BD7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C2D8AD-3089-4861-832E-FBC47EB63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05" y="77898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E80653-D7C7-42AB-92D6-BD08BE2B7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256" y="77898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5CB5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B41678-1B9D-41E1-AB0C-F4BA8C6E1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256" y="77898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CF3D68-21AB-4F13-96B0-60145C221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208" y="77898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4AA8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FC434E-CBCF-45D7-A28F-D7C7C67CA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208" y="77898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A14278-C6FE-41F4-8F7C-02E970357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59" y="77898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70CF5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4D1514-A6FC-460E-A9FA-7E0A40D40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59" y="77898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E9CC08-55BC-48B9-8D67-00A372BA7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110" y="77898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CCD5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EDA586-CBF6-489C-8FC2-1C8F090A9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110" y="77898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D8EA68-84E7-4CFE-ABE3-6343583D8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061" y="77898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48C16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84F9BA-1B2A-499E-A9D6-EFC11162C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061" y="77898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0CE7B1-4131-4733-9D37-B33BDE8C0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1013" y="77898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ABA7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E07453-3399-4AB7-B090-0E28CD4CB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1013" y="77898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4DA866-BC53-46F2-87F8-11D52DEA4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963" y="77898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0CA6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28E567-A27F-4565-880C-C7907302D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963" y="77898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27B812-5E12-4275-A77E-F06C6C05D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2915" y="77898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3CB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7C61E1-8224-4340-AF10-D275CC48E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2915" y="77898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3DE9BD-8ADD-4F97-921B-CB73186E5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3866" y="77898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7AD8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3E8750-F0C3-4485-8730-269AB2950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3866" y="77898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57DD97-2A71-4A68-B947-B39790FB5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817" y="77898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48C16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463CEC-2A73-4741-B51F-1E184A217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817" y="77898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9EF4F8-9857-47A9-9FC7-7585C32AF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05" y="98666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50C46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7A7627-B6BA-48B3-8593-5E19BEAA9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05" y="98666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80DB9F-8C76-419F-A11B-E3E04762B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256" y="98666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ECE5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5ECD5C-E9DC-4275-B0B0-A09D753FB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256" y="98666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407824-1F01-4E4E-AFE6-3DD377C9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208" y="98666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4B6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DBE9AB-3B77-439D-A2DF-3D69B8573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208" y="98666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542917-9F62-4086-9373-8CF6D516F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59" y="98666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48C16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F6D6B6-0469-4099-9521-AA20E1048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59" y="98666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199B10-A092-42C7-ADAD-B844C758D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110" y="98666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A2DA3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74A5F0-9CE7-42A5-A40C-CA05C4386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110" y="98666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6EFE00-172F-4DF0-A2D3-EFACCF1C8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061" y="98666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44BF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50EABA-2120-4CEA-B42B-92DEFCEE5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061" y="98666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AD8DD0-72E8-4D7B-A627-B6FC0C7D9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1013" y="98666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EB37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CB8E05-C7F5-4E3F-89CC-52023A695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1013" y="98666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F3F86C-6B2A-497D-9F77-DBA63B236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963" y="98666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86D54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B040B8-D155-4380-BEE4-16EADE7A9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963" y="98666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F57011-BF28-42D4-B5A4-35787E299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2915" y="98666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7CC5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EBDCEC-9471-4CE5-80EC-62BAFB298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2915" y="98666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54A799-F44A-42F5-A5D0-DA652C22B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3866" y="98666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5AB8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B5E766-B6DC-4EAE-B5BB-B9AA231BD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3866" y="98666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3D890C-B5A3-456A-BE19-53F91C455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817" y="98666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54C56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2F1884-8899-417D-90F0-E23B3A1E3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817" y="98666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3A8D2F-01A0-481C-B6D8-30D2EFE81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05" y="119434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4B6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6E7EE6-40F5-4F80-94AA-93B116A05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05" y="119434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44F92A-1F32-46A4-A743-89083EF6F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256" y="119434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5EC96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C22770-A7B5-47C0-9044-93F5E25E4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256" y="119434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A7CF0C-C381-4FF1-BFD9-E5E2C9658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208" y="119434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F9F8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D872FB-CE9E-45D5-8297-108B0F961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208" y="119434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BA7A3A-BA29-4580-B247-8822D1BCF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59" y="119434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44BF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9C005A-1449-4CA1-8F35-D4EEA2B5C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59" y="119434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4182B3-AB3F-47F4-99F1-B663C2DDF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110" y="119434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58C76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2C07A0-ECCA-4081-ACEB-5CCDE320E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110" y="119434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029D86-6E28-427C-8269-B8A57969B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061" y="119434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5CB5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A4F456-C200-4DF2-BF5A-3CF8E4E9A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061" y="119434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F14A4B-7F57-468B-AD75-253F941D0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1013" y="119434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DBC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7B7275-A3DD-43C4-AF41-67253EDBE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1013" y="119434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702748-40A7-4576-A758-75E5C5600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963" y="119434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58C76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F9174B-0E46-44CD-9435-CE57CA450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963" y="119434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E86248-5DA1-4A7A-8E63-6C2E0FC15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2915" y="119434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52C56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301419-7788-4362-87A7-93B939F34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2915" y="119434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277A50-1290-4D6B-A670-BD46ECBCA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3866" y="119434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9A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07D3AA-87AF-415A-B636-DFC013C9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3866" y="119434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AB4968-87B2-45B2-8B72-739BE243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817" y="119434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4AC16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90EE74-EFBE-46B3-8C7E-E561FA75E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817" y="119434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AEAED4-7221-4340-9639-FEA499EFB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05" y="140202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8B97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4B0AB9-892B-4986-9C86-538877B41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05" y="140202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B595E8-736F-4AF7-9B59-063A8F48B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256" y="140202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5EC96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DD0190-A8B6-4A02-8AD6-1B7D8655B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256" y="140202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6183BF-DE10-486F-8AEF-6D52D1B06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208" y="140202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0A4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71635E-5C84-4D18-B987-7218E9276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208" y="140202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ADDFF6-2D4D-4B87-9E0A-E6CE7327C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59" y="140202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42BE7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EFAD19-F002-4547-A1AB-965F934BE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59" y="140202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E0A857-408C-43BC-8075-ED97FFBBC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110" y="140202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52C56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75B02A-1023-41E6-9193-9BB1DC988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110" y="140202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5CAF44-40E2-4507-B2E1-FC5A96EE9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061" y="140202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4EC3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3A176C-D941-49FE-901D-C16DE7D7B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061" y="140202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8B86AC-0221-40CC-A03B-5B6AC7EF6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1013" y="140202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0CA6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BF5649-5ADB-4AC8-A332-806D6991B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1013" y="140202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A61593-0239-469F-9D4C-CAAE2EBBD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963" y="140202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56C66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0E68BD-5FF2-49EF-8DCB-20255F15A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963" y="140202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C8FE54-1B07-435F-A785-8427ACA94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2915" y="140202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0CA6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EFB939-F868-4CE9-A72B-626E120F0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2915" y="140202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3F496E-DD40-4367-BA99-6711A67FB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3866" y="140202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4B6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EA0BC5-8B2A-4877-B3AD-8D24063F4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3866" y="140202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64D930-DF1F-4DA7-8401-DB54F4E87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817" y="140202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46C06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E8FADB-853D-4324-B46E-5E6A98390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817" y="140202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10F765-7C30-4FC4-80D4-57C8C9B2A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05" y="160970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CB17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337F59-D82D-4B28-AFA3-367C33576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05" y="160970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C6444F-2716-4CE8-ADE6-C610E3E46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256" y="160970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5EC96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2EC494-090A-4090-9F9A-D06577978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256" y="160970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C0EBA6-6352-48E7-83DE-6870415B4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208" y="160970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5AB8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874C2A-07CD-4391-9D93-71F75B295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208" y="160970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6203FD-99A1-42AC-BAAD-1BB50C5A2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59" y="160970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7B87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92C836-CCF4-43E7-8F88-6F010D639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59" y="160970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AD1E79-7B00-4A74-A6A9-C816F14B2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110" y="160970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CCD5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71BDF9-AC69-49CB-B054-C734FDB8B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110" y="160970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8560C5-FD22-4346-80EA-840D3F0A6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061" y="160970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44BF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47513A-95A3-4193-9F5A-D15DAAC0B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061" y="160970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0F3362-09A3-4E46-9D7F-2B8A5BAE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1013" y="160970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1B57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05D223-CA11-4040-A5ED-52A4CCDAC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1013" y="160970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BC55A2-2640-4085-8B83-35DF41914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963" y="160970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95D84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AB4F8D-2562-4D27-B027-86E246EE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963" y="160970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FDABD9-656D-426B-9F95-33D7B8FA2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2915" y="160970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CCD5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232E63-96DA-49CD-B3F3-8150A83B0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2915" y="160970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6E7A89-0E73-47EB-AA4A-5DCB23114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3866" y="160970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5AB8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B4BA7A-0B46-462C-8622-C769F8B60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3866" y="160970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EE8FA4-D9CD-4630-A712-C2CBB6B2A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817" y="160970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4CC26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511D4F-21E7-4E1F-8F50-E41EA17BB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817" y="160970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0D12D7-B28D-4F65-9EC0-2FA26F33C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05" y="181738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48C16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01953E-0F10-44A9-BCF8-4BAD009A0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05" y="181738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090DA7-19BC-4F54-8366-47E065AC0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256" y="181738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77D15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0AEA8A-FB3C-45D5-BD3A-EA3BF0E26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256" y="181738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19305E-0B5F-4FAC-874F-8EB448FA5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208" y="181738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CB17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1C79EC-4886-47D2-ACFD-9BEF406FE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208" y="181738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6B7CAA-3039-4CE7-A5A3-D087549F7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59" y="181738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58C76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031026-B521-40C0-973E-DD2F50551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59" y="181738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004116-D636-4DD8-A3A2-F8E9A0180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110" y="181738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77D15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9384F3-610C-400D-B690-173513C93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110" y="181738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92DA77-91F8-452D-A1A6-551814BAD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061" y="181738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5CC86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A1908D-E2D8-4074-AA10-596199D22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061" y="181738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7AE403-9B0E-424F-A835-7D3E9CC8F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1013" y="181738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46C06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9A6BCF-1669-4DFE-8E78-4FE088455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1013" y="181738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1AA9A2-BA91-4DCA-95EA-EAFFF0157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963" y="181738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8ED64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93DFF3-7D74-4F83-88D0-DFCE4A5AA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963" y="181738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71CC98-816F-4256-B670-50A06D70B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2915" y="181738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8ED64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6002FF-0F66-40AD-8A64-A0E3381E5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2915" y="181738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F141C8-FE86-46BC-92CC-77D881C49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3866" y="181738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1B57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AE32A1-3383-4089-9990-84BDE0778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3866" y="181738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F34C2A-BEF4-4D1E-A9B7-1B3F422D5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817" y="181738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5EC96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481B10-0BD8-4337-9F8D-91E12A471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817" y="181738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1FBA51-5770-44AF-A55F-4FFD85645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05" y="202506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18E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4EFFF5-0596-4F59-8C01-FC4EACE17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05" y="202506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BEE65C-3BF0-49E5-B5E8-8171CA928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256" y="202506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DB27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DB7009-C03B-4D9A-AE48-E8B9ADF66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256" y="202506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40D48B-3149-4620-918C-706194AEF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208" y="202506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97A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82C343-0F96-43FF-BE0C-00415905C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208" y="202506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F4F8FE-2915-4EEB-89FC-B3348E20C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59" y="202506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0A4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3929DF-DAAF-4CA9-A80D-7BC56458F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59" y="202506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AA0844-E685-414F-96FE-08C04B196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110" y="202506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1A68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AA8441-B56D-4D8A-8810-64EF02B75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110" y="202506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771B93-1085-40D9-B41A-4411494F7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061" y="202506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5AB8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C82728-B04E-47B6-B125-8B3D51970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061" y="202506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449BA0-82E6-4586-9207-10986B303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1013" y="202506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0A3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F9F0E6-C646-4FC9-95C3-D139659E3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1013" y="202506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21EC5A-B3F5-410A-927B-0F3BA5DB2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963" y="202506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F9F8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C96656-344D-4E65-A10B-6377CF999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963" y="202506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7773CF-675D-4ADF-89F9-F323F83B8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2915" y="202506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4AA8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567976-DC52-4FDA-BDF0-93FE54A1D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2915" y="202506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767A64-08D5-48C0-B118-C8860DA5C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3866" y="202506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4EC3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55B625-EBF9-4511-85FE-2278BEB8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3866" y="202506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689DB0-17CE-4704-BEA1-1F198EE29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817" y="202506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1A68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946B8E-27A4-4896-9622-202C54BAA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817" y="202506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8CE49F-490E-498D-A5D2-220F77847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05" y="223274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5B7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172034-4B37-4B24-84ED-0D0F4E937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05" y="223274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36A1B8-5939-4DC3-A21E-69086A5A5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256" y="223274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CCD5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FABE63-740F-4158-8D28-280E7C606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256" y="223274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29877A-A0E8-4022-AC77-108FF0809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208" y="223274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1A58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FE631A-6B1E-4BC5-8D9E-E85A7D73F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208" y="223274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C50D1A-4F86-4FCF-B170-31C9F60D9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59" y="223274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42BE7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8A89A9-5BF7-4501-92FB-805F483BE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59" y="223274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CB24A6-B1FB-4267-87C6-88D4CCDA7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110" y="223274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5CB5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A0AA3F-03E8-47C6-952C-A80F0970C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110" y="223274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E8DC57-63B0-4ECF-8C10-4EA07538C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061" y="223274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4CC26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9E5F90-E2FE-4452-B337-026B5E31E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061" y="223274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929D91-7956-445C-A31C-3D3A8FA6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1013" y="223274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ABA7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016A72-2EAC-44CF-8F81-E380FA751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1013" y="223274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62FF6E-4E46-49D4-B227-6A2C07011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963" y="223274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56C66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E98AB0-4D19-45F8-8060-1F8026A7F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963" y="223274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E98830-BAB9-4C1C-83B0-8C7B4F885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2915" y="223274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7CC5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D3679D-2B5E-421B-B0D9-4F190807E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2915" y="223274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FD4FCF-FB57-4841-986A-E8AD764F2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3866" y="223274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4B6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0D5F8E-E592-4C39-82FD-CCD7FFCAB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3866" y="223274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07D9D7-7997-424D-AE66-39D47673B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817" y="223274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7AD15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CF469F-8BFD-4103-9C86-5EEC4A41F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817" y="223274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98F708-1DE3-4527-8AED-9B017E735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781" y="2440423"/>
            <a:ext cx="10" cy="9971"/>
          </a:xfrm>
          <a:custGeom xmlns:a="http://schemas.openxmlformats.org/drawingml/2006/main">
            <a:pathLst>
              <a:path w="1" h="9971">
                <a:moveTo>
                  <a:pt x="0" y="0"/>
                </a:moveTo>
                <a:lnTo>
                  <a:pt x="0" y="997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96B3E5-F8FB-444C-AF21-6D62CCCDE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781" y="2440423"/>
            <a:ext cx="10" cy="9971"/>
          </a:xfrm>
          <a:custGeom xmlns:a="http://schemas.openxmlformats.org/drawingml/2006/main">
            <a:pathLst>
              <a:path w="1" h="9971" fill="none">
                <a:moveTo>
                  <a:pt x="0" y="0"/>
                </a:moveTo>
                <a:lnTo>
                  <a:pt x="0" y="9971"/>
                </a:lnTo>
              </a:path>
            </a:pathLst>
          </a:custGeom>
          <a:noFill xmlns:a="http://schemas.openxmlformats.org/drawingml/2006/main"/>
          <a:ln xmlns:a="http://schemas.openxmlformats.org/drawingml/2006/main" w="2279" cap="flat">
            <a:solidFill>
              <a:srgbClr val="000000"/>
            </a:solidFill>
            <a:round/>
          </a:ln>
        </p:spPr>
      </p:sp>
      <p:sp>
        <p:nvSpPr>
          <p:cNvPr id="2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A031E2-FEDE-41E3-B984-DC5EC8B5F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794" y="2463608"/>
            <a:ext cx="21394" cy="22542"/>
          </a:xfrm>
          <a:custGeom xmlns:a="http://schemas.openxmlformats.org/drawingml/2006/main">
            <a:pathLst>
              <a:path w="21394" h="22542">
                <a:moveTo>
                  <a:pt x="20145" y="9388"/>
                </a:moveTo>
                <a:cubicBezTo>
                  <a:pt x="21072" y="11201"/>
                  <a:pt x="21394" y="12973"/>
                  <a:pt x="21072" y="14666"/>
                </a:cubicBezTo>
                <a:cubicBezTo>
                  <a:pt x="20749" y="16398"/>
                  <a:pt x="19802" y="18030"/>
                  <a:pt x="18251" y="19581"/>
                </a:cubicBezTo>
                <a:cubicBezTo>
                  <a:pt x="17284" y="20548"/>
                  <a:pt x="16217" y="21293"/>
                  <a:pt x="15089" y="21777"/>
                </a:cubicBezTo>
                <a:cubicBezTo>
                  <a:pt x="13940" y="22280"/>
                  <a:pt x="12752" y="22542"/>
                  <a:pt x="11483" y="22522"/>
                </a:cubicBezTo>
                <a:cubicBezTo>
                  <a:pt x="10012" y="22542"/>
                  <a:pt x="8622" y="22240"/>
                  <a:pt x="7333" y="21676"/>
                </a:cubicBezTo>
                <a:cubicBezTo>
                  <a:pt x="6043" y="21112"/>
                  <a:pt x="4815" y="20205"/>
                  <a:pt x="3626" y="19017"/>
                </a:cubicBezTo>
                <a:cubicBezTo>
                  <a:pt x="1350" y="16740"/>
                  <a:pt x="161" y="14263"/>
                  <a:pt x="81" y="11523"/>
                </a:cubicBezTo>
                <a:cubicBezTo>
                  <a:pt x="0" y="8823"/>
                  <a:pt x="1027" y="6386"/>
                  <a:pt x="3203" y="4210"/>
                </a:cubicBezTo>
                <a:cubicBezTo>
                  <a:pt x="4009" y="3404"/>
                  <a:pt x="4976" y="2679"/>
                  <a:pt x="6084" y="1974"/>
                </a:cubicBezTo>
                <a:cubicBezTo>
                  <a:pt x="7172" y="1289"/>
                  <a:pt x="8481" y="624"/>
                  <a:pt x="9952" y="0"/>
                </a:cubicBezTo>
                <a:lnTo>
                  <a:pt x="13336" y="3384"/>
                </a:lnTo>
                <a:lnTo>
                  <a:pt x="12228" y="4492"/>
                </a:lnTo>
                <a:cubicBezTo>
                  <a:pt x="10757" y="3505"/>
                  <a:pt x="9347" y="3102"/>
                  <a:pt x="8038" y="3243"/>
                </a:cubicBezTo>
                <a:cubicBezTo>
                  <a:pt x="6728" y="3384"/>
                  <a:pt x="5399" y="4110"/>
                  <a:pt x="4089" y="5419"/>
                </a:cubicBezTo>
                <a:cubicBezTo>
                  <a:pt x="2518" y="6990"/>
                  <a:pt x="1894" y="8743"/>
                  <a:pt x="2196" y="10657"/>
                </a:cubicBezTo>
                <a:cubicBezTo>
                  <a:pt x="2518" y="12591"/>
                  <a:pt x="3747" y="14625"/>
                  <a:pt x="5882" y="16761"/>
                </a:cubicBezTo>
                <a:cubicBezTo>
                  <a:pt x="8038" y="18916"/>
                  <a:pt x="10072" y="20145"/>
                  <a:pt x="11986" y="20447"/>
                </a:cubicBezTo>
                <a:cubicBezTo>
                  <a:pt x="13920" y="20769"/>
                  <a:pt x="15653" y="20125"/>
                  <a:pt x="17224" y="18554"/>
                </a:cubicBezTo>
                <a:cubicBezTo>
                  <a:pt x="18312" y="17466"/>
                  <a:pt x="18936" y="16317"/>
                  <a:pt x="19138" y="15068"/>
                </a:cubicBezTo>
                <a:cubicBezTo>
                  <a:pt x="19319" y="13840"/>
                  <a:pt x="19057" y="12570"/>
                  <a:pt x="18332" y="11201"/>
                </a:cubicBezTo>
                <a:lnTo>
                  <a:pt x="20145" y="938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2DBDCC-66C1-413B-BCE4-A684E7F66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732" y="2440423"/>
            <a:ext cx="10" cy="9971"/>
          </a:xfrm>
          <a:custGeom xmlns:a="http://schemas.openxmlformats.org/drawingml/2006/main">
            <a:pathLst>
              <a:path w="1" h="9971">
                <a:moveTo>
                  <a:pt x="0" y="0"/>
                </a:moveTo>
                <a:lnTo>
                  <a:pt x="0" y="997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60FF19-4EAB-490E-BB5C-57A20E6EE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732" y="2440423"/>
            <a:ext cx="10" cy="9971"/>
          </a:xfrm>
          <a:custGeom xmlns:a="http://schemas.openxmlformats.org/drawingml/2006/main">
            <a:pathLst>
              <a:path w="1" h="9971" fill="none">
                <a:moveTo>
                  <a:pt x="0" y="0"/>
                </a:moveTo>
                <a:lnTo>
                  <a:pt x="0" y="9971"/>
                </a:lnTo>
              </a:path>
            </a:pathLst>
          </a:custGeom>
          <a:noFill xmlns:a="http://schemas.openxmlformats.org/drawingml/2006/main"/>
          <a:ln xmlns:a="http://schemas.openxmlformats.org/drawingml/2006/main" w="2279" cap="flat">
            <a:solidFill>
              <a:srgbClr val="000000"/>
            </a:solidFill>
            <a:round/>
          </a:ln>
        </p:spPr>
      </p:sp>
      <p:sp>
        <p:nvSpPr>
          <p:cNvPr id="2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1EA0DB-1C4F-43E5-9B6F-FE3D3E1B1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309" y="2480480"/>
            <a:ext cx="21394" cy="22542"/>
          </a:xfrm>
          <a:custGeom xmlns:a="http://schemas.openxmlformats.org/drawingml/2006/main">
            <a:pathLst>
              <a:path w="21394" h="22542">
                <a:moveTo>
                  <a:pt x="20145" y="9388"/>
                </a:moveTo>
                <a:cubicBezTo>
                  <a:pt x="21072" y="11201"/>
                  <a:pt x="21394" y="12973"/>
                  <a:pt x="21072" y="14666"/>
                </a:cubicBezTo>
                <a:cubicBezTo>
                  <a:pt x="20749" y="16398"/>
                  <a:pt x="19802" y="18030"/>
                  <a:pt x="18251" y="19581"/>
                </a:cubicBezTo>
                <a:cubicBezTo>
                  <a:pt x="17284" y="20548"/>
                  <a:pt x="16217" y="21293"/>
                  <a:pt x="15089" y="21777"/>
                </a:cubicBezTo>
                <a:cubicBezTo>
                  <a:pt x="13940" y="22280"/>
                  <a:pt x="12752" y="22542"/>
                  <a:pt x="11483" y="22522"/>
                </a:cubicBezTo>
                <a:cubicBezTo>
                  <a:pt x="10012" y="22542"/>
                  <a:pt x="8622" y="22240"/>
                  <a:pt x="7333" y="21676"/>
                </a:cubicBezTo>
                <a:cubicBezTo>
                  <a:pt x="6043" y="21112"/>
                  <a:pt x="4815" y="20205"/>
                  <a:pt x="3626" y="19017"/>
                </a:cubicBezTo>
                <a:cubicBezTo>
                  <a:pt x="1350" y="16740"/>
                  <a:pt x="161" y="14263"/>
                  <a:pt x="81" y="11523"/>
                </a:cubicBezTo>
                <a:cubicBezTo>
                  <a:pt x="0" y="8823"/>
                  <a:pt x="1027" y="6386"/>
                  <a:pt x="3203" y="4210"/>
                </a:cubicBezTo>
                <a:cubicBezTo>
                  <a:pt x="4009" y="3404"/>
                  <a:pt x="4976" y="2679"/>
                  <a:pt x="6084" y="1974"/>
                </a:cubicBezTo>
                <a:cubicBezTo>
                  <a:pt x="7172" y="1289"/>
                  <a:pt x="8481" y="624"/>
                  <a:pt x="9952" y="0"/>
                </a:cubicBezTo>
                <a:lnTo>
                  <a:pt x="13336" y="3384"/>
                </a:lnTo>
                <a:lnTo>
                  <a:pt x="12228" y="4492"/>
                </a:lnTo>
                <a:cubicBezTo>
                  <a:pt x="10757" y="3505"/>
                  <a:pt x="9347" y="3102"/>
                  <a:pt x="8038" y="3243"/>
                </a:cubicBezTo>
                <a:cubicBezTo>
                  <a:pt x="6728" y="3384"/>
                  <a:pt x="5399" y="4110"/>
                  <a:pt x="4089" y="5419"/>
                </a:cubicBezTo>
                <a:cubicBezTo>
                  <a:pt x="2518" y="6990"/>
                  <a:pt x="1894" y="8743"/>
                  <a:pt x="2196" y="10657"/>
                </a:cubicBezTo>
                <a:cubicBezTo>
                  <a:pt x="2518" y="12591"/>
                  <a:pt x="3747" y="14625"/>
                  <a:pt x="5882" y="16761"/>
                </a:cubicBezTo>
                <a:cubicBezTo>
                  <a:pt x="8038" y="18916"/>
                  <a:pt x="10072" y="20145"/>
                  <a:pt x="11986" y="20447"/>
                </a:cubicBezTo>
                <a:cubicBezTo>
                  <a:pt x="13920" y="20769"/>
                  <a:pt x="15653" y="20125"/>
                  <a:pt x="17224" y="18554"/>
                </a:cubicBezTo>
                <a:cubicBezTo>
                  <a:pt x="18312" y="17466"/>
                  <a:pt x="18936" y="16317"/>
                  <a:pt x="19138" y="15068"/>
                </a:cubicBezTo>
                <a:cubicBezTo>
                  <a:pt x="19319" y="13840"/>
                  <a:pt x="19057" y="12570"/>
                  <a:pt x="18332" y="11201"/>
                </a:cubicBezTo>
                <a:lnTo>
                  <a:pt x="20145" y="938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937FF0-D3EB-434A-BA65-46225C4A7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856" y="2464747"/>
            <a:ext cx="17828" cy="24214"/>
          </a:xfrm>
          <a:custGeom xmlns:a="http://schemas.openxmlformats.org/drawingml/2006/main">
            <a:pathLst>
              <a:path w="17828" h="24214">
                <a:moveTo>
                  <a:pt x="9085" y="8682"/>
                </a:moveTo>
                <a:lnTo>
                  <a:pt x="6305" y="11462"/>
                </a:lnTo>
                <a:lnTo>
                  <a:pt x="8763" y="15572"/>
                </a:lnTo>
                <a:lnTo>
                  <a:pt x="11563" y="12772"/>
                </a:lnTo>
                <a:lnTo>
                  <a:pt x="9085" y="8682"/>
                </a:lnTo>
                <a:close/>
                <a:moveTo>
                  <a:pt x="2095" y="4472"/>
                </a:moveTo>
                <a:lnTo>
                  <a:pt x="5177" y="9569"/>
                </a:lnTo>
                <a:lnTo>
                  <a:pt x="7957" y="6789"/>
                </a:lnTo>
                <a:lnTo>
                  <a:pt x="4875" y="1692"/>
                </a:lnTo>
                <a:lnTo>
                  <a:pt x="6567" y="0"/>
                </a:lnTo>
                <a:lnTo>
                  <a:pt x="9629" y="5117"/>
                </a:lnTo>
                <a:lnTo>
                  <a:pt x="12651" y="2095"/>
                </a:lnTo>
                <a:lnTo>
                  <a:pt x="14162" y="3606"/>
                </a:lnTo>
                <a:lnTo>
                  <a:pt x="10757" y="7010"/>
                </a:lnTo>
                <a:lnTo>
                  <a:pt x="13235" y="11100"/>
                </a:lnTo>
                <a:lnTo>
                  <a:pt x="16317" y="8018"/>
                </a:lnTo>
                <a:lnTo>
                  <a:pt x="17828" y="9529"/>
                </a:lnTo>
                <a:lnTo>
                  <a:pt x="14363" y="12993"/>
                </a:lnTo>
                <a:lnTo>
                  <a:pt x="17425" y="18070"/>
                </a:lnTo>
                <a:lnTo>
                  <a:pt x="15733" y="19762"/>
                </a:lnTo>
                <a:lnTo>
                  <a:pt x="12691" y="14666"/>
                </a:lnTo>
                <a:lnTo>
                  <a:pt x="9911" y="17446"/>
                </a:lnTo>
                <a:lnTo>
                  <a:pt x="12953" y="22542"/>
                </a:lnTo>
                <a:lnTo>
                  <a:pt x="11281" y="24214"/>
                </a:lnTo>
                <a:lnTo>
                  <a:pt x="8219" y="19138"/>
                </a:lnTo>
                <a:lnTo>
                  <a:pt x="5177" y="22180"/>
                </a:lnTo>
                <a:lnTo>
                  <a:pt x="3666" y="20669"/>
                </a:lnTo>
                <a:lnTo>
                  <a:pt x="7091" y="17244"/>
                </a:lnTo>
                <a:lnTo>
                  <a:pt x="4613" y="13155"/>
                </a:lnTo>
                <a:lnTo>
                  <a:pt x="1511" y="16257"/>
                </a:lnTo>
                <a:lnTo>
                  <a:pt x="0" y="14746"/>
                </a:lnTo>
                <a:lnTo>
                  <a:pt x="3485" y="11261"/>
                </a:lnTo>
                <a:lnTo>
                  <a:pt x="423" y="6144"/>
                </a:lnTo>
                <a:lnTo>
                  <a:pt x="2095" y="447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4B817A-4923-43A8-A91B-2D85225C8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683" y="2440423"/>
            <a:ext cx="10" cy="9971"/>
          </a:xfrm>
          <a:custGeom xmlns:a="http://schemas.openxmlformats.org/drawingml/2006/main">
            <a:pathLst>
              <a:path w="1" h="9971">
                <a:moveTo>
                  <a:pt x="0" y="0"/>
                </a:moveTo>
                <a:lnTo>
                  <a:pt x="0" y="997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E39CE4-9DA7-4FC2-9EB8-07A46D731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683" y="2440423"/>
            <a:ext cx="10" cy="9971"/>
          </a:xfrm>
          <a:custGeom xmlns:a="http://schemas.openxmlformats.org/drawingml/2006/main">
            <a:pathLst>
              <a:path w="1" h="9971" fill="none">
                <a:moveTo>
                  <a:pt x="0" y="0"/>
                </a:moveTo>
                <a:lnTo>
                  <a:pt x="0" y="9971"/>
                </a:lnTo>
              </a:path>
            </a:pathLst>
          </a:custGeom>
          <a:noFill xmlns:a="http://schemas.openxmlformats.org/drawingml/2006/main"/>
          <a:ln xmlns:a="http://schemas.openxmlformats.org/drawingml/2006/main" w="2279" cap="flat">
            <a:solidFill>
              <a:srgbClr val="000000"/>
            </a:solidFill>
            <a:round/>
          </a:ln>
        </p:spPr>
      </p:sp>
      <p:sp>
        <p:nvSpPr>
          <p:cNvPr id="2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33FEC6-BB11-467D-8585-F08BDD3B7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825" y="2497351"/>
            <a:ext cx="21394" cy="22542"/>
          </a:xfrm>
          <a:custGeom xmlns:a="http://schemas.openxmlformats.org/drawingml/2006/main">
            <a:pathLst>
              <a:path w="21394" h="22542">
                <a:moveTo>
                  <a:pt x="20145" y="9388"/>
                </a:moveTo>
                <a:cubicBezTo>
                  <a:pt x="21072" y="11201"/>
                  <a:pt x="21394" y="12973"/>
                  <a:pt x="21072" y="14666"/>
                </a:cubicBezTo>
                <a:cubicBezTo>
                  <a:pt x="20749" y="16398"/>
                  <a:pt x="19802" y="18030"/>
                  <a:pt x="18251" y="19581"/>
                </a:cubicBezTo>
                <a:cubicBezTo>
                  <a:pt x="17284" y="20548"/>
                  <a:pt x="16217" y="21293"/>
                  <a:pt x="15089" y="21777"/>
                </a:cubicBezTo>
                <a:cubicBezTo>
                  <a:pt x="13940" y="22280"/>
                  <a:pt x="12752" y="22542"/>
                  <a:pt x="11483" y="22522"/>
                </a:cubicBezTo>
                <a:cubicBezTo>
                  <a:pt x="10012" y="22542"/>
                  <a:pt x="8622" y="22240"/>
                  <a:pt x="7333" y="21676"/>
                </a:cubicBezTo>
                <a:cubicBezTo>
                  <a:pt x="6043" y="21112"/>
                  <a:pt x="4815" y="20205"/>
                  <a:pt x="3626" y="19017"/>
                </a:cubicBezTo>
                <a:cubicBezTo>
                  <a:pt x="1350" y="16740"/>
                  <a:pt x="161" y="14263"/>
                  <a:pt x="81" y="11523"/>
                </a:cubicBezTo>
                <a:cubicBezTo>
                  <a:pt x="0" y="8823"/>
                  <a:pt x="1027" y="6386"/>
                  <a:pt x="3203" y="4210"/>
                </a:cubicBezTo>
                <a:cubicBezTo>
                  <a:pt x="4009" y="3404"/>
                  <a:pt x="4976" y="2679"/>
                  <a:pt x="6084" y="1974"/>
                </a:cubicBezTo>
                <a:cubicBezTo>
                  <a:pt x="7172" y="1289"/>
                  <a:pt x="8481" y="624"/>
                  <a:pt x="9952" y="0"/>
                </a:cubicBezTo>
                <a:lnTo>
                  <a:pt x="13336" y="3384"/>
                </a:lnTo>
                <a:lnTo>
                  <a:pt x="12228" y="4492"/>
                </a:lnTo>
                <a:cubicBezTo>
                  <a:pt x="10757" y="3505"/>
                  <a:pt x="9347" y="3102"/>
                  <a:pt x="8038" y="3243"/>
                </a:cubicBezTo>
                <a:cubicBezTo>
                  <a:pt x="6728" y="3384"/>
                  <a:pt x="5399" y="4110"/>
                  <a:pt x="4089" y="5419"/>
                </a:cubicBezTo>
                <a:cubicBezTo>
                  <a:pt x="2518" y="6990"/>
                  <a:pt x="1894" y="8743"/>
                  <a:pt x="2196" y="10657"/>
                </a:cubicBezTo>
                <a:cubicBezTo>
                  <a:pt x="2518" y="12591"/>
                  <a:pt x="3747" y="14625"/>
                  <a:pt x="5882" y="16761"/>
                </a:cubicBezTo>
                <a:cubicBezTo>
                  <a:pt x="8038" y="18916"/>
                  <a:pt x="10072" y="20145"/>
                  <a:pt x="11986" y="20447"/>
                </a:cubicBezTo>
                <a:cubicBezTo>
                  <a:pt x="13920" y="20769"/>
                  <a:pt x="15653" y="20125"/>
                  <a:pt x="17224" y="18554"/>
                </a:cubicBezTo>
                <a:cubicBezTo>
                  <a:pt x="18312" y="17466"/>
                  <a:pt x="18936" y="16317"/>
                  <a:pt x="19138" y="15068"/>
                </a:cubicBezTo>
                <a:cubicBezTo>
                  <a:pt x="19319" y="13840"/>
                  <a:pt x="19057" y="12570"/>
                  <a:pt x="18332" y="11201"/>
                </a:cubicBezTo>
                <a:lnTo>
                  <a:pt x="20145" y="938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3132AB-3278-4779-BEFB-5845B294A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091" y="2487561"/>
            <a:ext cx="14202" cy="14202"/>
          </a:xfrm>
          <a:custGeom xmlns:a="http://schemas.openxmlformats.org/drawingml/2006/main">
            <a:pathLst>
              <a:path w="14202" h="14202">
                <a:moveTo>
                  <a:pt x="1571" y="0"/>
                </a:moveTo>
                <a:lnTo>
                  <a:pt x="7091" y="5520"/>
                </a:lnTo>
                <a:lnTo>
                  <a:pt x="12611" y="0"/>
                </a:lnTo>
                <a:lnTo>
                  <a:pt x="14202" y="1591"/>
                </a:lnTo>
                <a:lnTo>
                  <a:pt x="8682" y="7111"/>
                </a:lnTo>
                <a:lnTo>
                  <a:pt x="14202" y="12631"/>
                </a:lnTo>
                <a:lnTo>
                  <a:pt x="12631" y="14202"/>
                </a:lnTo>
                <a:lnTo>
                  <a:pt x="7111" y="8682"/>
                </a:lnTo>
                <a:lnTo>
                  <a:pt x="1591" y="14202"/>
                </a:lnTo>
                <a:lnTo>
                  <a:pt x="0" y="12611"/>
                </a:lnTo>
                <a:lnTo>
                  <a:pt x="5520" y="7091"/>
                </a:lnTo>
                <a:lnTo>
                  <a:pt x="0" y="1571"/>
                </a:lnTo>
                <a:lnTo>
                  <a:pt x="157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E256A0-9996-40E5-8DEB-AAAB5BF47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972" y="2470679"/>
            <a:ext cx="14202" cy="14202"/>
          </a:xfrm>
          <a:custGeom xmlns:a="http://schemas.openxmlformats.org/drawingml/2006/main">
            <a:pathLst>
              <a:path w="14202" h="14202">
                <a:moveTo>
                  <a:pt x="1571" y="0"/>
                </a:moveTo>
                <a:lnTo>
                  <a:pt x="7091" y="5520"/>
                </a:lnTo>
                <a:lnTo>
                  <a:pt x="12611" y="0"/>
                </a:lnTo>
                <a:lnTo>
                  <a:pt x="14202" y="1591"/>
                </a:lnTo>
                <a:lnTo>
                  <a:pt x="8682" y="7111"/>
                </a:lnTo>
                <a:lnTo>
                  <a:pt x="14202" y="12631"/>
                </a:lnTo>
                <a:lnTo>
                  <a:pt x="12631" y="14202"/>
                </a:lnTo>
                <a:lnTo>
                  <a:pt x="7111" y="8682"/>
                </a:lnTo>
                <a:lnTo>
                  <a:pt x="1591" y="14202"/>
                </a:lnTo>
                <a:lnTo>
                  <a:pt x="0" y="12611"/>
                </a:lnTo>
                <a:lnTo>
                  <a:pt x="5520" y="7091"/>
                </a:lnTo>
                <a:lnTo>
                  <a:pt x="0" y="1571"/>
                </a:lnTo>
                <a:lnTo>
                  <a:pt x="157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2B22C8-11AC-4972-AB8E-7AFBDFD20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34" y="2440423"/>
            <a:ext cx="10" cy="9971"/>
          </a:xfrm>
          <a:custGeom xmlns:a="http://schemas.openxmlformats.org/drawingml/2006/main">
            <a:pathLst>
              <a:path w="1" h="9971">
                <a:moveTo>
                  <a:pt x="0" y="0"/>
                </a:moveTo>
                <a:lnTo>
                  <a:pt x="0" y="997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B1089E-984F-460E-9F1B-C86DBEFD3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34" y="2440423"/>
            <a:ext cx="10" cy="9971"/>
          </a:xfrm>
          <a:custGeom xmlns:a="http://schemas.openxmlformats.org/drawingml/2006/main">
            <a:pathLst>
              <a:path w="1" h="9971" fill="none">
                <a:moveTo>
                  <a:pt x="0" y="0"/>
                </a:moveTo>
                <a:lnTo>
                  <a:pt x="0" y="9971"/>
                </a:lnTo>
              </a:path>
            </a:pathLst>
          </a:custGeom>
          <a:noFill xmlns:a="http://schemas.openxmlformats.org/drawingml/2006/main"/>
          <a:ln xmlns:a="http://schemas.openxmlformats.org/drawingml/2006/main" w="2279" cap="flat">
            <a:solidFill>
              <a:srgbClr val="000000"/>
            </a:solidFill>
            <a:round/>
          </a:ln>
        </p:spPr>
      </p:sp>
      <p:sp>
        <p:nvSpPr>
          <p:cNvPr id="2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1EC9D8-5314-439B-A4D4-C4221F0AC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298" y="2476086"/>
            <a:ext cx="23066" cy="22905"/>
          </a:xfrm>
          <a:custGeom xmlns:a="http://schemas.openxmlformats.org/drawingml/2006/main">
            <a:pathLst>
              <a:path w="23066" h="22905">
                <a:moveTo>
                  <a:pt x="12389" y="4593"/>
                </a:moveTo>
                <a:cubicBezTo>
                  <a:pt x="10919" y="3606"/>
                  <a:pt x="9549" y="3163"/>
                  <a:pt x="8239" y="3304"/>
                </a:cubicBezTo>
                <a:cubicBezTo>
                  <a:pt x="6930" y="3445"/>
                  <a:pt x="5600" y="4170"/>
                  <a:pt x="4311" y="5459"/>
                </a:cubicBezTo>
                <a:cubicBezTo>
                  <a:pt x="2619" y="7151"/>
                  <a:pt x="1894" y="8965"/>
                  <a:pt x="2156" y="10878"/>
                </a:cubicBezTo>
                <a:cubicBezTo>
                  <a:pt x="2397" y="12812"/>
                  <a:pt x="3646" y="14867"/>
                  <a:pt x="5842" y="17063"/>
                </a:cubicBezTo>
                <a:cubicBezTo>
                  <a:pt x="8018" y="19238"/>
                  <a:pt x="10072" y="20447"/>
                  <a:pt x="12047" y="20689"/>
                </a:cubicBezTo>
                <a:cubicBezTo>
                  <a:pt x="14001" y="20951"/>
                  <a:pt x="15814" y="20226"/>
                  <a:pt x="17486" y="18554"/>
                </a:cubicBezTo>
                <a:cubicBezTo>
                  <a:pt x="18211" y="17828"/>
                  <a:pt x="18836" y="17043"/>
                  <a:pt x="19339" y="16176"/>
                </a:cubicBezTo>
                <a:cubicBezTo>
                  <a:pt x="19843" y="15310"/>
                  <a:pt x="20205" y="14383"/>
                  <a:pt x="20427" y="13396"/>
                </a:cubicBezTo>
                <a:lnTo>
                  <a:pt x="16640" y="9609"/>
                </a:lnTo>
                <a:lnTo>
                  <a:pt x="13880" y="12369"/>
                </a:lnTo>
                <a:lnTo>
                  <a:pt x="12832" y="11321"/>
                </a:lnTo>
                <a:lnTo>
                  <a:pt x="17587" y="6567"/>
                </a:lnTo>
                <a:lnTo>
                  <a:pt x="23066" y="12047"/>
                </a:lnTo>
                <a:cubicBezTo>
                  <a:pt x="22703" y="13457"/>
                  <a:pt x="22139" y="14746"/>
                  <a:pt x="21374" y="15995"/>
                </a:cubicBezTo>
                <a:cubicBezTo>
                  <a:pt x="20608" y="17244"/>
                  <a:pt x="19641" y="18453"/>
                  <a:pt x="18513" y="19581"/>
                </a:cubicBezTo>
                <a:cubicBezTo>
                  <a:pt x="16297" y="21797"/>
                  <a:pt x="13819" y="22905"/>
                  <a:pt x="11120" y="22865"/>
                </a:cubicBezTo>
                <a:cubicBezTo>
                  <a:pt x="8421" y="22824"/>
                  <a:pt x="5902" y="21636"/>
                  <a:pt x="3586" y="19319"/>
                </a:cubicBezTo>
                <a:cubicBezTo>
                  <a:pt x="1269" y="17002"/>
                  <a:pt x="81" y="14484"/>
                  <a:pt x="40" y="11785"/>
                </a:cubicBezTo>
                <a:cubicBezTo>
                  <a:pt x="0" y="9085"/>
                  <a:pt x="1108" y="6567"/>
                  <a:pt x="3384" y="4291"/>
                </a:cubicBezTo>
                <a:cubicBezTo>
                  <a:pt x="4210" y="3465"/>
                  <a:pt x="5177" y="2699"/>
                  <a:pt x="6285" y="1994"/>
                </a:cubicBezTo>
                <a:cubicBezTo>
                  <a:pt x="7373" y="1309"/>
                  <a:pt x="8622" y="624"/>
                  <a:pt x="10012" y="0"/>
                </a:cubicBezTo>
                <a:lnTo>
                  <a:pt x="13497" y="3485"/>
                </a:lnTo>
                <a:lnTo>
                  <a:pt x="12389" y="45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01B7AF-6C3E-4CFD-9CFD-AD2E430BF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254" y="2468733"/>
            <a:ext cx="15512" cy="15491"/>
          </a:xfrm>
          <a:custGeom xmlns:a="http://schemas.openxmlformats.org/drawingml/2006/main">
            <a:pathLst>
              <a:path w="15512" h="15491">
                <a:moveTo>
                  <a:pt x="12309" y="12288"/>
                </a:moveTo>
                <a:cubicBezTo>
                  <a:pt x="13276" y="11321"/>
                  <a:pt x="13618" y="10213"/>
                  <a:pt x="13356" y="8944"/>
                </a:cubicBezTo>
                <a:cubicBezTo>
                  <a:pt x="13074" y="7695"/>
                  <a:pt x="12208" y="6305"/>
                  <a:pt x="10717" y="4815"/>
                </a:cubicBezTo>
                <a:cubicBezTo>
                  <a:pt x="9226" y="3324"/>
                  <a:pt x="7816" y="2438"/>
                  <a:pt x="6567" y="2156"/>
                </a:cubicBezTo>
                <a:cubicBezTo>
                  <a:pt x="5298" y="1894"/>
                  <a:pt x="4190" y="2236"/>
                  <a:pt x="3223" y="3203"/>
                </a:cubicBezTo>
                <a:cubicBezTo>
                  <a:pt x="2256" y="4170"/>
                  <a:pt x="1894" y="5298"/>
                  <a:pt x="2176" y="6547"/>
                </a:cubicBezTo>
                <a:cubicBezTo>
                  <a:pt x="2438" y="7816"/>
                  <a:pt x="3344" y="9206"/>
                  <a:pt x="4835" y="10697"/>
                </a:cubicBezTo>
                <a:cubicBezTo>
                  <a:pt x="6326" y="12188"/>
                  <a:pt x="7695" y="13074"/>
                  <a:pt x="8965" y="13336"/>
                </a:cubicBezTo>
                <a:cubicBezTo>
                  <a:pt x="10213" y="13618"/>
                  <a:pt x="11342" y="13255"/>
                  <a:pt x="12309" y="12288"/>
                </a:cubicBezTo>
                <a:close/>
                <a:moveTo>
                  <a:pt x="13255" y="13235"/>
                </a:moveTo>
                <a:cubicBezTo>
                  <a:pt x="11724" y="14766"/>
                  <a:pt x="10032" y="15491"/>
                  <a:pt x="8098" y="15411"/>
                </a:cubicBezTo>
                <a:cubicBezTo>
                  <a:pt x="6164" y="15330"/>
                  <a:pt x="4371" y="14464"/>
                  <a:pt x="2699" y="12792"/>
                </a:cubicBezTo>
                <a:cubicBezTo>
                  <a:pt x="1048" y="11140"/>
                  <a:pt x="161" y="9367"/>
                  <a:pt x="81" y="7433"/>
                </a:cubicBezTo>
                <a:cubicBezTo>
                  <a:pt x="0" y="5500"/>
                  <a:pt x="725" y="3767"/>
                  <a:pt x="2256" y="2236"/>
                </a:cubicBezTo>
                <a:cubicBezTo>
                  <a:pt x="3787" y="705"/>
                  <a:pt x="5500" y="0"/>
                  <a:pt x="7433" y="81"/>
                </a:cubicBezTo>
                <a:cubicBezTo>
                  <a:pt x="9367" y="161"/>
                  <a:pt x="11160" y="1027"/>
                  <a:pt x="12812" y="2679"/>
                </a:cubicBezTo>
                <a:cubicBezTo>
                  <a:pt x="14484" y="4351"/>
                  <a:pt x="15350" y="6144"/>
                  <a:pt x="15431" y="8078"/>
                </a:cubicBezTo>
                <a:cubicBezTo>
                  <a:pt x="15512" y="10012"/>
                  <a:pt x="14786" y="11704"/>
                  <a:pt x="13255" y="1323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73566C-F8FA-4413-8E94-7913CE3AD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586" y="2440423"/>
            <a:ext cx="10" cy="9971"/>
          </a:xfrm>
          <a:custGeom xmlns:a="http://schemas.openxmlformats.org/drawingml/2006/main">
            <a:pathLst>
              <a:path w="1" h="9971">
                <a:moveTo>
                  <a:pt x="0" y="0"/>
                </a:moveTo>
                <a:lnTo>
                  <a:pt x="0" y="997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6E4407-3C8A-42CE-9CB2-36526A277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586" y="2440423"/>
            <a:ext cx="10" cy="9971"/>
          </a:xfrm>
          <a:custGeom xmlns:a="http://schemas.openxmlformats.org/drawingml/2006/main">
            <a:pathLst>
              <a:path w="1" h="9971" fill="none">
                <a:moveTo>
                  <a:pt x="0" y="0"/>
                </a:moveTo>
                <a:lnTo>
                  <a:pt x="0" y="9971"/>
                </a:lnTo>
              </a:path>
            </a:pathLst>
          </a:custGeom>
          <a:noFill xmlns:a="http://schemas.openxmlformats.org/drawingml/2006/main"/>
          <a:ln xmlns:a="http://schemas.openxmlformats.org/drawingml/2006/main" w="2279" cap="flat">
            <a:solidFill>
              <a:srgbClr val="000000"/>
            </a:solidFill>
            <a:round/>
          </a:ln>
        </p:spPr>
      </p:sp>
      <p:sp>
        <p:nvSpPr>
          <p:cNvPr id="2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732E43-5D09-4842-8816-853C16753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697" y="2497357"/>
            <a:ext cx="21152" cy="27014"/>
          </a:xfrm>
          <a:custGeom xmlns:a="http://schemas.openxmlformats.org/drawingml/2006/main">
            <a:pathLst>
              <a:path w="21152" h="27014">
                <a:moveTo>
                  <a:pt x="15512" y="27014"/>
                </a:moveTo>
                <a:lnTo>
                  <a:pt x="13195" y="24698"/>
                </a:lnTo>
                <a:lnTo>
                  <a:pt x="14323" y="23570"/>
                </a:lnTo>
                <a:cubicBezTo>
                  <a:pt x="14988" y="24194"/>
                  <a:pt x="15612" y="24537"/>
                  <a:pt x="16217" y="24577"/>
                </a:cubicBezTo>
                <a:cubicBezTo>
                  <a:pt x="16821" y="24617"/>
                  <a:pt x="17405" y="24355"/>
                  <a:pt x="17989" y="23771"/>
                </a:cubicBezTo>
                <a:cubicBezTo>
                  <a:pt x="18755" y="23006"/>
                  <a:pt x="19037" y="22200"/>
                  <a:pt x="18876" y="21394"/>
                </a:cubicBezTo>
                <a:cubicBezTo>
                  <a:pt x="18695" y="20608"/>
                  <a:pt x="17889" y="19480"/>
                  <a:pt x="16479" y="18070"/>
                </a:cubicBezTo>
                <a:lnTo>
                  <a:pt x="3324" y="4915"/>
                </a:lnTo>
                <a:lnTo>
                  <a:pt x="1048" y="7192"/>
                </a:lnTo>
                <a:lnTo>
                  <a:pt x="0" y="6144"/>
                </a:lnTo>
                <a:lnTo>
                  <a:pt x="6144" y="0"/>
                </a:lnTo>
                <a:lnTo>
                  <a:pt x="7192" y="1048"/>
                </a:lnTo>
                <a:lnTo>
                  <a:pt x="5318" y="2921"/>
                </a:lnTo>
                <a:lnTo>
                  <a:pt x="18554" y="16156"/>
                </a:lnTo>
                <a:cubicBezTo>
                  <a:pt x="20165" y="17768"/>
                  <a:pt x="20991" y="19238"/>
                  <a:pt x="21072" y="20608"/>
                </a:cubicBezTo>
                <a:cubicBezTo>
                  <a:pt x="21152" y="21978"/>
                  <a:pt x="20467" y="23388"/>
                  <a:pt x="19017" y="24839"/>
                </a:cubicBezTo>
                <a:cubicBezTo>
                  <a:pt x="18533" y="25322"/>
                  <a:pt x="18010" y="25725"/>
                  <a:pt x="17425" y="26068"/>
                </a:cubicBezTo>
                <a:cubicBezTo>
                  <a:pt x="16841" y="26410"/>
                  <a:pt x="16197" y="26732"/>
                  <a:pt x="15512" y="2701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F7BE2E-080C-4B93-8DFD-12BCF18D5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335" y="2492744"/>
            <a:ext cx="19561" cy="15794"/>
          </a:xfrm>
          <a:custGeom xmlns:a="http://schemas.openxmlformats.org/drawingml/2006/main">
            <a:pathLst>
              <a:path w="19561" h="15794">
                <a:moveTo>
                  <a:pt x="12852" y="7071"/>
                </a:moveTo>
                <a:lnTo>
                  <a:pt x="10637" y="4855"/>
                </a:lnTo>
                <a:lnTo>
                  <a:pt x="8300" y="7192"/>
                </a:lnTo>
                <a:cubicBezTo>
                  <a:pt x="7393" y="8098"/>
                  <a:pt x="6930" y="8965"/>
                  <a:pt x="6869" y="9790"/>
                </a:cubicBezTo>
                <a:cubicBezTo>
                  <a:pt x="6829" y="10637"/>
                  <a:pt x="7212" y="11422"/>
                  <a:pt x="7998" y="12208"/>
                </a:cubicBezTo>
                <a:cubicBezTo>
                  <a:pt x="8723" y="12933"/>
                  <a:pt x="9529" y="13296"/>
                  <a:pt x="10395" y="13276"/>
                </a:cubicBezTo>
                <a:cubicBezTo>
                  <a:pt x="11281" y="13276"/>
                  <a:pt x="12087" y="12873"/>
                  <a:pt x="12852" y="12107"/>
                </a:cubicBezTo>
                <a:cubicBezTo>
                  <a:pt x="13598" y="11362"/>
                  <a:pt x="13981" y="10536"/>
                  <a:pt x="13981" y="9609"/>
                </a:cubicBezTo>
                <a:cubicBezTo>
                  <a:pt x="13981" y="8682"/>
                  <a:pt x="13618" y="7836"/>
                  <a:pt x="12852" y="7071"/>
                </a:cubicBezTo>
                <a:close/>
                <a:moveTo>
                  <a:pt x="11422" y="2014"/>
                </a:moveTo>
                <a:lnTo>
                  <a:pt x="16902" y="7494"/>
                </a:lnTo>
                <a:lnTo>
                  <a:pt x="18513" y="5882"/>
                </a:lnTo>
                <a:lnTo>
                  <a:pt x="19561" y="6930"/>
                </a:lnTo>
                <a:lnTo>
                  <a:pt x="16136" y="10355"/>
                </a:lnTo>
                <a:lnTo>
                  <a:pt x="15008" y="9226"/>
                </a:lnTo>
                <a:cubicBezTo>
                  <a:pt x="15089" y="10113"/>
                  <a:pt x="14988" y="10939"/>
                  <a:pt x="14686" y="11684"/>
                </a:cubicBezTo>
                <a:cubicBezTo>
                  <a:pt x="14363" y="12409"/>
                  <a:pt x="13860" y="13155"/>
                  <a:pt x="13175" y="13840"/>
                </a:cubicBezTo>
                <a:cubicBezTo>
                  <a:pt x="12006" y="15008"/>
                  <a:pt x="10778" y="15632"/>
                  <a:pt x="9488" y="15713"/>
                </a:cubicBezTo>
                <a:cubicBezTo>
                  <a:pt x="8199" y="15794"/>
                  <a:pt x="7031" y="15270"/>
                  <a:pt x="5983" y="14222"/>
                </a:cubicBezTo>
                <a:cubicBezTo>
                  <a:pt x="4915" y="13155"/>
                  <a:pt x="4472" y="11946"/>
                  <a:pt x="4653" y="10556"/>
                </a:cubicBezTo>
                <a:cubicBezTo>
                  <a:pt x="4815" y="9186"/>
                  <a:pt x="5620" y="7776"/>
                  <a:pt x="7051" y="6346"/>
                </a:cubicBezTo>
                <a:lnTo>
                  <a:pt x="9589" y="3807"/>
                </a:lnTo>
                <a:lnTo>
                  <a:pt x="8864" y="3082"/>
                </a:lnTo>
                <a:cubicBezTo>
                  <a:pt x="8078" y="2297"/>
                  <a:pt x="7232" y="1934"/>
                  <a:pt x="6305" y="1974"/>
                </a:cubicBezTo>
                <a:cubicBezTo>
                  <a:pt x="5379" y="2014"/>
                  <a:pt x="4472" y="2478"/>
                  <a:pt x="3606" y="3344"/>
                </a:cubicBezTo>
                <a:cubicBezTo>
                  <a:pt x="2881" y="4069"/>
                  <a:pt x="2498" y="4815"/>
                  <a:pt x="2397" y="5560"/>
                </a:cubicBezTo>
                <a:cubicBezTo>
                  <a:pt x="2276" y="6326"/>
                  <a:pt x="2498" y="7071"/>
                  <a:pt x="3042" y="7816"/>
                </a:cubicBezTo>
                <a:lnTo>
                  <a:pt x="2115" y="8743"/>
                </a:lnTo>
                <a:lnTo>
                  <a:pt x="0" y="6628"/>
                </a:lnTo>
                <a:cubicBezTo>
                  <a:pt x="363" y="5741"/>
                  <a:pt x="766" y="4936"/>
                  <a:pt x="1229" y="4190"/>
                </a:cubicBezTo>
                <a:cubicBezTo>
                  <a:pt x="1692" y="3485"/>
                  <a:pt x="2196" y="2820"/>
                  <a:pt x="2760" y="2256"/>
                </a:cubicBezTo>
                <a:cubicBezTo>
                  <a:pt x="4210" y="806"/>
                  <a:pt x="5661" y="81"/>
                  <a:pt x="7151" y="40"/>
                </a:cubicBezTo>
                <a:cubicBezTo>
                  <a:pt x="8642" y="0"/>
                  <a:pt x="10052" y="645"/>
                  <a:pt x="11422" y="201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6FBC39-A87E-4C32-BEA3-985227587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964" y="2477333"/>
            <a:ext cx="16801" cy="16801"/>
          </a:xfrm>
          <a:custGeom xmlns:a="http://schemas.openxmlformats.org/drawingml/2006/main">
            <a:pathLst>
              <a:path w="16801" h="16801">
                <a:moveTo>
                  <a:pt x="15471" y="16801"/>
                </a:moveTo>
                <a:lnTo>
                  <a:pt x="2216" y="11241"/>
                </a:lnTo>
                <a:lnTo>
                  <a:pt x="1048" y="12409"/>
                </a:lnTo>
                <a:lnTo>
                  <a:pt x="0" y="11362"/>
                </a:lnTo>
                <a:lnTo>
                  <a:pt x="4794" y="6567"/>
                </a:lnTo>
                <a:lnTo>
                  <a:pt x="5842" y="7615"/>
                </a:lnTo>
                <a:lnTo>
                  <a:pt x="4170" y="9287"/>
                </a:lnTo>
                <a:lnTo>
                  <a:pt x="14303" y="13537"/>
                </a:lnTo>
                <a:lnTo>
                  <a:pt x="10052" y="3404"/>
                </a:lnTo>
                <a:lnTo>
                  <a:pt x="8481" y="4976"/>
                </a:lnTo>
                <a:lnTo>
                  <a:pt x="7433" y="3928"/>
                </a:lnTo>
                <a:lnTo>
                  <a:pt x="11362" y="0"/>
                </a:lnTo>
                <a:lnTo>
                  <a:pt x="12409" y="1048"/>
                </a:lnTo>
                <a:lnTo>
                  <a:pt x="11241" y="2216"/>
                </a:lnTo>
                <a:lnTo>
                  <a:pt x="16801" y="15471"/>
                </a:lnTo>
                <a:lnTo>
                  <a:pt x="15471" y="168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BBDE41-FCA0-435D-BF43-6EB6193D5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723" y="2469356"/>
            <a:ext cx="19561" cy="15794"/>
          </a:xfrm>
          <a:custGeom xmlns:a="http://schemas.openxmlformats.org/drawingml/2006/main">
            <a:pathLst>
              <a:path w="19561" h="15794">
                <a:moveTo>
                  <a:pt x="12852" y="7071"/>
                </a:moveTo>
                <a:lnTo>
                  <a:pt x="10637" y="4855"/>
                </a:lnTo>
                <a:lnTo>
                  <a:pt x="8300" y="7192"/>
                </a:lnTo>
                <a:cubicBezTo>
                  <a:pt x="7393" y="8098"/>
                  <a:pt x="6930" y="8965"/>
                  <a:pt x="6869" y="9790"/>
                </a:cubicBezTo>
                <a:cubicBezTo>
                  <a:pt x="6829" y="10637"/>
                  <a:pt x="7212" y="11422"/>
                  <a:pt x="7998" y="12208"/>
                </a:cubicBezTo>
                <a:cubicBezTo>
                  <a:pt x="8723" y="12933"/>
                  <a:pt x="9529" y="13296"/>
                  <a:pt x="10395" y="13276"/>
                </a:cubicBezTo>
                <a:cubicBezTo>
                  <a:pt x="11281" y="13276"/>
                  <a:pt x="12087" y="12873"/>
                  <a:pt x="12852" y="12107"/>
                </a:cubicBezTo>
                <a:cubicBezTo>
                  <a:pt x="13598" y="11362"/>
                  <a:pt x="13981" y="10536"/>
                  <a:pt x="13981" y="9609"/>
                </a:cubicBezTo>
                <a:cubicBezTo>
                  <a:pt x="13981" y="8682"/>
                  <a:pt x="13618" y="7836"/>
                  <a:pt x="12852" y="7071"/>
                </a:cubicBezTo>
                <a:close/>
                <a:moveTo>
                  <a:pt x="11422" y="2014"/>
                </a:moveTo>
                <a:lnTo>
                  <a:pt x="16902" y="7494"/>
                </a:lnTo>
                <a:lnTo>
                  <a:pt x="18513" y="5882"/>
                </a:lnTo>
                <a:lnTo>
                  <a:pt x="19561" y="6930"/>
                </a:lnTo>
                <a:lnTo>
                  <a:pt x="16136" y="10355"/>
                </a:lnTo>
                <a:lnTo>
                  <a:pt x="15008" y="9226"/>
                </a:lnTo>
                <a:cubicBezTo>
                  <a:pt x="15089" y="10113"/>
                  <a:pt x="14988" y="10939"/>
                  <a:pt x="14686" y="11684"/>
                </a:cubicBezTo>
                <a:cubicBezTo>
                  <a:pt x="14363" y="12409"/>
                  <a:pt x="13860" y="13155"/>
                  <a:pt x="13175" y="13840"/>
                </a:cubicBezTo>
                <a:cubicBezTo>
                  <a:pt x="12006" y="15008"/>
                  <a:pt x="10778" y="15632"/>
                  <a:pt x="9488" y="15713"/>
                </a:cubicBezTo>
                <a:cubicBezTo>
                  <a:pt x="8199" y="15794"/>
                  <a:pt x="7031" y="15270"/>
                  <a:pt x="5983" y="14222"/>
                </a:cubicBezTo>
                <a:cubicBezTo>
                  <a:pt x="4915" y="13155"/>
                  <a:pt x="4472" y="11946"/>
                  <a:pt x="4653" y="10556"/>
                </a:cubicBezTo>
                <a:cubicBezTo>
                  <a:pt x="4815" y="9186"/>
                  <a:pt x="5620" y="7776"/>
                  <a:pt x="7051" y="6346"/>
                </a:cubicBezTo>
                <a:lnTo>
                  <a:pt x="9589" y="3807"/>
                </a:lnTo>
                <a:lnTo>
                  <a:pt x="8864" y="3082"/>
                </a:lnTo>
                <a:cubicBezTo>
                  <a:pt x="8078" y="2297"/>
                  <a:pt x="7232" y="1934"/>
                  <a:pt x="6305" y="1974"/>
                </a:cubicBezTo>
                <a:cubicBezTo>
                  <a:pt x="5379" y="2014"/>
                  <a:pt x="4472" y="2478"/>
                  <a:pt x="3606" y="3344"/>
                </a:cubicBezTo>
                <a:cubicBezTo>
                  <a:pt x="2881" y="4069"/>
                  <a:pt x="2498" y="4815"/>
                  <a:pt x="2397" y="5560"/>
                </a:cubicBezTo>
                <a:cubicBezTo>
                  <a:pt x="2276" y="6326"/>
                  <a:pt x="2498" y="7071"/>
                  <a:pt x="3042" y="7816"/>
                </a:cubicBezTo>
                <a:lnTo>
                  <a:pt x="2115" y="8743"/>
                </a:lnTo>
                <a:lnTo>
                  <a:pt x="0" y="6628"/>
                </a:lnTo>
                <a:cubicBezTo>
                  <a:pt x="363" y="5741"/>
                  <a:pt x="766" y="4936"/>
                  <a:pt x="1229" y="4190"/>
                </a:cubicBezTo>
                <a:cubicBezTo>
                  <a:pt x="1692" y="3485"/>
                  <a:pt x="2196" y="2820"/>
                  <a:pt x="2760" y="2256"/>
                </a:cubicBezTo>
                <a:cubicBezTo>
                  <a:pt x="4210" y="806"/>
                  <a:pt x="5661" y="81"/>
                  <a:pt x="7151" y="40"/>
                </a:cubicBezTo>
                <a:cubicBezTo>
                  <a:pt x="8642" y="0"/>
                  <a:pt x="10052" y="645"/>
                  <a:pt x="11422" y="201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F285EA-7096-41B9-B480-F1811640E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0537" y="2440423"/>
            <a:ext cx="10" cy="9971"/>
          </a:xfrm>
          <a:custGeom xmlns:a="http://schemas.openxmlformats.org/drawingml/2006/main">
            <a:pathLst>
              <a:path w="1" h="9971">
                <a:moveTo>
                  <a:pt x="0" y="0"/>
                </a:moveTo>
                <a:lnTo>
                  <a:pt x="0" y="997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2C1759-EEAB-437A-9BE0-36C18A73B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0537" y="2440423"/>
            <a:ext cx="10" cy="9971"/>
          </a:xfrm>
          <a:custGeom xmlns:a="http://schemas.openxmlformats.org/drawingml/2006/main">
            <a:pathLst>
              <a:path w="1" h="9971" fill="none">
                <a:moveTo>
                  <a:pt x="0" y="0"/>
                </a:moveTo>
                <a:lnTo>
                  <a:pt x="0" y="9971"/>
                </a:lnTo>
              </a:path>
            </a:pathLst>
          </a:custGeom>
          <a:noFill xmlns:a="http://schemas.openxmlformats.org/drawingml/2006/main"/>
          <a:ln xmlns:a="http://schemas.openxmlformats.org/drawingml/2006/main" w="2279" cap="flat">
            <a:solidFill>
              <a:srgbClr val="000000"/>
            </a:solidFill>
            <a:round/>
          </a:ln>
        </p:spPr>
      </p:sp>
      <p:sp>
        <p:nvSpPr>
          <p:cNvPr id="2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79A4B9-6CAD-49FF-A368-94C1E346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1280" y="2556092"/>
            <a:ext cx="21152" cy="27014"/>
          </a:xfrm>
          <a:custGeom xmlns:a="http://schemas.openxmlformats.org/drawingml/2006/main">
            <a:pathLst>
              <a:path w="21152" h="27014">
                <a:moveTo>
                  <a:pt x="15512" y="27014"/>
                </a:moveTo>
                <a:lnTo>
                  <a:pt x="13195" y="24698"/>
                </a:lnTo>
                <a:lnTo>
                  <a:pt x="14323" y="23570"/>
                </a:lnTo>
                <a:cubicBezTo>
                  <a:pt x="14988" y="24194"/>
                  <a:pt x="15612" y="24537"/>
                  <a:pt x="16217" y="24577"/>
                </a:cubicBezTo>
                <a:cubicBezTo>
                  <a:pt x="16821" y="24617"/>
                  <a:pt x="17405" y="24355"/>
                  <a:pt x="17989" y="23771"/>
                </a:cubicBezTo>
                <a:cubicBezTo>
                  <a:pt x="18755" y="23006"/>
                  <a:pt x="19037" y="22200"/>
                  <a:pt x="18876" y="21394"/>
                </a:cubicBezTo>
                <a:cubicBezTo>
                  <a:pt x="18695" y="20608"/>
                  <a:pt x="17889" y="19480"/>
                  <a:pt x="16479" y="18070"/>
                </a:cubicBezTo>
                <a:lnTo>
                  <a:pt x="3324" y="4915"/>
                </a:lnTo>
                <a:lnTo>
                  <a:pt x="1048" y="7192"/>
                </a:lnTo>
                <a:lnTo>
                  <a:pt x="0" y="6144"/>
                </a:lnTo>
                <a:lnTo>
                  <a:pt x="6144" y="0"/>
                </a:lnTo>
                <a:lnTo>
                  <a:pt x="7192" y="1048"/>
                </a:lnTo>
                <a:lnTo>
                  <a:pt x="5318" y="2921"/>
                </a:lnTo>
                <a:lnTo>
                  <a:pt x="18554" y="16156"/>
                </a:lnTo>
                <a:cubicBezTo>
                  <a:pt x="20165" y="17768"/>
                  <a:pt x="20991" y="19238"/>
                  <a:pt x="21072" y="20608"/>
                </a:cubicBezTo>
                <a:cubicBezTo>
                  <a:pt x="21152" y="21978"/>
                  <a:pt x="20467" y="23388"/>
                  <a:pt x="19017" y="24839"/>
                </a:cubicBezTo>
                <a:cubicBezTo>
                  <a:pt x="18533" y="25322"/>
                  <a:pt x="18010" y="25725"/>
                  <a:pt x="17425" y="26068"/>
                </a:cubicBezTo>
                <a:cubicBezTo>
                  <a:pt x="16841" y="26410"/>
                  <a:pt x="16197" y="26732"/>
                  <a:pt x="15512" y="2701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9B83AF-1F16-4F82-905A-D496A80F6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4919" y="2551479"/>
            <a:ext cx="19561" cy="15794"/>
          </a:xfrm>
          <a:custGeom xmlns:a="http://schemas.openxmlformats.org/drawingml/2006/main">
            <a:pathLst>
              <a:path w="19561" h="15794">
                <a:moveTo>
                  <a:pt x="12852" y="7071"/>
                </a:moveTo>
                <a:lnTo>
                  <a:pt x="10637" y="4855"/>
                </a:lnTo>
                <a:lnTo>
                  <a:pt x="8300" y="7192"/>
                </a:lnTo>
                <a:cubicBezTo>
                  <a:pt x="7393" y="8098"/>
                  <a:pt x="6930" y="8965"/>
                  <a:pt x="6869" y="9790"/>
                </a:cubicBezTo>
                <a:cubicBezTo>
                  <a:pt x="6829" y="10637"/>
                  <a:pt x="7212" y="11422"/>
                  <a:pt x="7998" y="12208"/>
                </a:cubicBezTo>
                <a:cubicBezTo>
                  <a:pt x="8723" y="12933"/>
                  <a:pt x="9529" y="13296"/>
                  <a:pt x="10395" y="13276"/>
                </a:cubicBezTo>
                <a:cubicBezTo>
                  <a:pt x="11281" y="13276"/>
                  <a:pt x="12087" y="12873"/>
                  <a:pt x="12852" y="12107"/>
                </a:cubicBezTo>
                <a:cubicBezTo>
                  <a:pt x="13598" y="11362"/>
                  <a:pt x="13981" y="10536"/>
                  <a:pt x="13981" y="9609"/>
                </a:cubicBezTo>
                <a:cubicBezTo>
                  <a:pt x="13981" y="8682"/>
                  <a:pt x="13618" y="7836"/>
                  <a:pt x="12852" y="7071"/>
                </a:cubicBezTo>
                <a:close/>
                <a:moveTo>
                  <a:pt x="11422" y="2014"/>
                </a:moveTo>
                <a:lnTo>
                  <a:pt x="16902" y="7494"/>
                </a:lnTo>
                <a:lnTo>
                  <a:pt x="18513" y="5882"/>
                </a:lnTo>
                <a:lnTo>
                  <a:pt x="19561" y="6930"/>
                </a:lnTo>
                <a:lnTo>
                  <a:pt x="16136" y="10355"/>
                </a:lnTo>
                <a:lnTo>
                  <a:pt x="15008" y="9226"/>
                </a:lnTo>
                <a:cubicBezTo>
                  <a:pt x="15089" y="10113"/>
                  <a:pt x="14988" y="10939"/>
                  <a:pt x="14686" y="11684"/>
                </a:cubicBezTo>
                <a:cubicBezTo>
                  <a:pt x="14363" y="12409"/>
                  <a:pt x="13860" y="13155"/>
                  <a:pt x="13175" y="13840"/>
                </a:cubicBezTo>
                <a:cubicBezTo>
                  <a:pt x="12006" y="15008"/>
                  <a:pt x="10778" y="15632"/>
                  <a:pt x="9488" y="15713"/>
                </a:cubicBezTo>
                <a:cubicBezTo>
                  <a:pt x="8199" y="15794"/>
                  <a:pt x="7031" y="15270"/>
                  <a:pt x="5983" y="14222"/>
                </a:cubicBezTo>
                <a:cubicBezTo>
                  <a:pt x="4915" y="13155"/>
                  <a:pt x="4472" y="11946"/>
                  <a:pt x="4653" y="10556"/>
                </a:cubicBezTo>
                <a:cubicBezTo>
                  <a:pt x="4815" y="9186"/>
                  <a:pt x="5620" y="7776"/>
                  <a:pt x="7051" y="6346"/>
                </a:cubicBezTo>
                <a:lnTo>
                  <a:pt x="9589" y="3807"/>
                </a:lnTo>
                <a:lnTo>
                  <a:pt x="8864" y="3082"/>
                </a:lnTo>
                <a:cubicBezTo>
                  <a:pt x="8078" y="2297"/>
                  <a:pt x="7232" y="1934"/>
                  <a:pt x="6305" y="1974"/>
                </a:cubicBezTo>
                <a:cubicBezTo>
                  <a:pt x="5379" y="2014"/>
                  <a:pt x="4472" y="2478"/>
                  <a:pt x="3606" y="3344"/>
                </a:cubicBezTo>
                <a:cubicBezTo>
                  <a:pt x="2881" y="4069"/>
                  <a:pt x="2498" y="4815"/>
                  <a:pt x="2397" y="5560"/>
                </a:cubicBezTo>
                <a:cubicBezTo>
                  <a:pt x="2276" y="6326"/>
                  <a:pt x="2498" y="7071"/>
                  <a:pt x="3042" y="7816"/>
                </a:cubicBezTo>
                <a:lnTo>
                  <a:pt x="2115" y="8743"/>
                </a:lnTo>
                <a:lnTo>
                  <a:pt x="0" y="6628"/>
                </a:lnTo>
                <a:cubicBezTo>
                  <a:pt x="363" y="5741"/>
                  <a:pt x="766" y="4936"/>
                  <a:pt x="1229" y="4190"/>
                </a:cubicBezTo>
                <a:cubicBezTo>
                  <a:pt x="1692" y="3485"/>
                  <a:pt x="2196" y="2820"/>
                  <a:pt x="2760" y="2256"/>
                </a:cubicBezTo>
                <a:cubicBezTo>
                  <a:pt x="4210" y="806"/>
                  <a:pt x="5661" y="81"/>
                  <a:pt x="7151" y="40"/>
                </a:cubicBezTo>
                <a:cubicBezTo>
                  <a:pt x="8642" y="0"/>
                  <a:pt x="10052" y="645"/>
                  <a:pt x="11422" y="201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F90385-90A6-475E-98CA-92583FA1F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548" y="2536068"/>
            <a:ext cx="16801" cy="16801"/>
          </a:xfrm>
          <a:custGeom xmlns:a="http://schemas.openxmlformats.org/drawingml/2006/main">
            <a:pathLst>
              <a:path w="16801" h="16801">
                <a:moveTo>
                  <a:pt x="15471" y="16801"/>
                </a:moveTo>
                <a:lnTo>
                  <a:pt x="2216" y="11241"/>
                </a:lnTo>
                <a:lnTo>
                  <a:pt x="1048" y="12409"/>
                </a:lnTo>
                <a:lnTo>
                  <a:pt x="0" y="11362"/>
                </a:lnTo>
                <a:lnTo>
                  <a:pt x="4794" y="6567"/>
                </a:lnTo>
                <a:lnTo>
                  <a:pt x="5842" y="7615"/>
                </a:lnTo>
                <a:lnTo>
                  <a:pt x="4170" y="9287"/>
                </a:lnTo>
                <a:lnTo>
                  <a:pt x="14303" y="13537"/>
                </a:lnTo>
                <a:lnTo>
                  <a:pt x="10052" y="3404"/>
                </a:lnTo>
                <a:lnTo>
                  <a:pt x="8481" y="4976"/>
                </a:lnTo>
                <a:lnTo>
                  <a:pt x="7433" y="3928"/>
                </a:lnTo>
                <a:lnTo>
                  <a:pt x="11362" y="0"/>
                </a:lnTo>
                <a:lnTo>
                  <a:pt x="12409" y="1048"/>
                </a:lnTo>
                <a:lnTo>
                  <a:pt x="11241" y="2216"/>
                </a:lnTo>
                <a:lnTo>
                  <a:pt x="16801" y="15471"/>
                </a:lnTo>
                <a:lnTo>
                  <a:pt x="15471" y="168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B11624-6BB0-45E6-B660-C83B297F4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8307" y="2528091"/>
            <a:ext cx="19561" cy="15794"/>
          </a:xfrm>
          <a:custGeom xmlns:a="http://schemas.openxmlformats.org/drawingml/2006/main">
            <a:pathLst>
              <a:path w="19561" h="15794">
                <a:moveTo>
                  <a:pt x="12852" y="7071"/>
                </a:moveTo>
                <a:lnTo>
                  <a:pt x="10637" y="4855"/>
                </a:lnTo>
                <a:lnTo>
                  <a:pt x="8300" y="7192"/>
                </a:lnTo>
                <a:cubicBezTo>
                  <a:pt x="7393" y="8098"/>
                  <a:pt x="6930" y="8965"/>
                  <a:pt x="6869" y="9790"/>
                </a:cubicBezTo>
                <a:cubicBezTo>
                  <a:pt x="6829" y="10637"/>
                  <a:pt x="7212" y="11422"/>
                  <a:pt x="7998" y="12208"/>
                </a:cubicBezTo>
                <a:cubicBezTo>
                  <a:pt x="8723" y="12933"/>
                  <a:pt x="9529" y="13296"/>
                  <a:pt x="10395" y="13276"/>
                </a:cubicBezTo>
                <a:cubicBezTo>
                  <a:pt x="11281" y="13276"/>
                  <a:pt x="12087" y="12873"/>
                  <a:pt x="12852" y="12107"/>
                </a:cubicBezTo>
                <a:cubicBezTo>
                  <a:pt x="13598" y="11362"/>
                  <a:pt x="13981" y="10536"/>
                  <a:pt x="13981" y="9609"/>
                </a:cubicBezTo>
                <a:cubicBezTo>
                  <a:pt x="13981" y="8682"/>
                  <a:pt x="13618" y="7836"/>
                  <a:pt x="12852" y="7071"/>
                </a:cubicBezTo>
                <a:close/>
                <a:moveTo>
                  <a:pt x="11422" y="2014"/>
                </a:moveTo>
                <a:lnTo>
                  <a:pt x="16902" y="7494"/>
                </a:lnTo>
                <a:lnTo>
                  <a:pt x="18513" y="5882"/>
                </a:lnTo>
                <a:lnTo>
                  <a:pt x="19561" y="6930"/>
                </a:lnTo>
                <a:lnTo>
                  <a:pt x="16136" y="10355"/>
                </a:lnTo>
                <a:lnTo>
                  <a:pt x="15008" y="9226"/>
                </a:lnTo>
                <a:cubicBezTo>
                  <a:pt x="15089" y="10113"/>
                  <a:pt x="14988" y="10939"/>
                  <a:pt x="14686" y="11684"/>
                </a:cubicBezTo>
                <a:cubicBezTo>
                  <a:pt x="14363" y="12409"/>
                  <a:pt x="13860" y="13155"/>
                  <a:pt x="13175" y="13840"/>
                </a:cubicBezTo>
                <a:cubicBezTo>
                  <a:pt x="12006" y="15008"/>
                  <a:pt x="10778" y="15632"/>
                  <a:pt x="9488" y="15713"/>
                </a:cubicBezTo>
                <a:cubicBezTo>
                  <a:pt x="8199" y="15794"/>
                  <a:pt x="7031" y="15270"/>
                  <a:pt x="5983" y="14222"/>
                </a:cubicBezTo>
                <a:cubicBezTo>
                  <a:pt x="4915" y="13155"/>
                  <a:pt x="4472" y="11946"/>
                  <a:pt x="4653" y="10556"/>
                </a:cubicBezTo>
                <a:cubicBezTo>
                  <a:pt x="4815" y="9186"/>
                  <a:pt x="5620" y="7776"/>
                  <a:pt x="7051" y="6346"/>
                </a:cubicBezTo>
                <a:lnTo>
                  <a:pt x="9589" y="3807"/>
                </a:lnTo>
                <a:lnTo>
                  <a:pt x="8864" y="3082"/>
                </a:lnTo>
                <a:cubicBezTo>
                  <a:pt x="8078" y="2297"/>
                  <a:pt x="7232" y="1934"/>
                  <a:pt x="6305" y="1974"/>
                </a:cubicBezTo>
                <a:cubicBezTo>
                  <a:pt x="5379" y="2014"/>
                  <a:pt x="4472" y="2478"/>
                  <a:pt x="3606" y="3344"/>
                </a:cubicBezTo>
                <a:cubicBezTo>
                  <a:pt x="2881" y="4069"/>
                  <a:pt x="2498" y="4815"/>
                  <a:pt x="2397" y="5560"/>
                </a:cubicBezTo>
                <a:cubicBezTo>
                  <a:pt x="2276" y="6326"/>
                  <a:pt x="2498" y="7071"/>
                  <a:pt x="3042" y="7816"/>
                </a:cubicBezTo>
                <a:lnTo>
                  <a:pt x="2115" y="8743"/>
                </a:lnTo>
                <a:lnTo>
                  <a:pt x="0" y="6628"/>
                </a:lnTo>
                <a:cubicBezTo>
                  <a:pt x="363" y="5741"/>
                  <a:pt x="766" y="4936"/>
                  <a:pt x="1229" y="4190"/>
                </a:cubicBezTo>
                <a:cubicBezTo>
                  <a:pt x="1692" y="3485"/>
                  <a:pt x="2196" y="2820"/>
                  <a:pt x="2760" y="2256"/>
                </a:cubicBezTo>
                <a:cubicBezTo>
                  <a:pt x="4210" y="806"/>
                  <a:pt x="5661" y="81"/>
                  <a:pt x="7151" y="40"/>
                </a:cubicBezTo>
                <a:cubicBezTo>
                  <a:pt x="8642" y="0"/>
                  <a:pt x="10052" y="645"/>
                  <a:pt x="11422" y="201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EBFCCB-C312-4AEB-A664-34FAC112C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555" y="2515823"/>
            <a:ext cx="15673" cy="16922"/>
          </a:xfrm>
          <a:custGeom xmlns:a="http://schemas.openxmlformats.org/drawingml/2006/main">
            <a:pathLst>
              <a:path w="15673" h="16922">
                <a:moveTo>
                  <a:pt x="8421" y="16922"/>
                </a:moveTo>
                <a:lnTo>
                  <a:pt x="5983" y="14484"/>
                </a:lnTo>
                <a:lnTo>
                  <a:pt x="7031" y="13437"/>
                </a:lnTo>
                <a:cubicBezTo>
                  <a:pt x="7836" y="14202"/>
                  <a:pt x="8662" y="14545"/>
                  <a:pt x="9508" y="14464"/>
                </a:cubicBezTo>
                <a:cubicBezTo>
                  <a:pt x="10375" y="14404"/>
                  <a:pt x="11241" y="13900"/>
                  <a:pt x="12147" y="12993"/>
                </a:cubicBezTo>
                <a:cubicBezTo>
                  <a:pt x="12953" y="12188"/>
                  <a:pt x="13437" y="11422"/>
                  <a:pt x="13537" y="10677"/>
                </a:cubicBezTo>
                <a:cubicBezTo>
                  <a:pt x="13658" y="9952"/>
                  <a:pt x="13437" y="9287"/>
                  <a:pt x="12852" y="8703"/>
                </a:cubicBezTo>
                <a:cubicBezTo>
                  <a:pt x="12409" y="8259"/>
                  <a:pt x="11865" y="8038"/>
                  <a:pt x="11281" y="8058"/>
                </a:cubicBezTo>
                <a:cubicBezTo>
                  <a:pt x="10677" y="8098"/>
                  <a:pt x="9730" y="8441"/>
                  <a:pt x="8400" y="9126"/>
                </a:cubicBezTo>
                <a:lnTo>
                  <a:pt x="6648" y="9992"/>
                </a:lnTo>
                <a:cubicBezTo>
                  <a:pt x="5459" y="10616"/>
                  <a:pt x="4452" y="10898"/>
                  <a:pt x="3606" y="10858"/>
                </a:cubicBezTo>
                <a:cubicBezTo>
                  <a:pt x="2780" y="10838"/>
                  <a:pt x="2035" y="10496"/>
                  <a:pt x="1350" y="9811"/>
                </a:cubicBezTo>
                <a:cubicBezTo>
                  <a:pt x="403" y="8864"/>
                  <a:pt x="0" y="7776"/>
                  <a:pt x="161" y="6527"/>
                </a:cubicBezTo>
                <a:cubicBezTo>
                  <a:pt x="322" y="5278"/>
                  <a:pt x="1007" y="4029"/>
                  <a:pt x="2256" y="2780"/>
                </a:cubicBezTo>
                <a:cubicBezTo>
                  <a:pt x="2800" y="2236"/>
                  <a:pt x="3465" y="1732"/>
                  <a:pt x="4210" y="1269"/>
                </a:cubicBezTo>
                <a:cubicBezTo>
                  <a:pt x="4956" y="806"/>
                  <a:pt x="5802" y="363"/>
                  <a:pt x="6728" y="0"/>
                </a:cubicBezTo>
                <a:lnTo>
                  <a:pt x="9005" y="2276"/>
                </a:lnTo>
                <a:lnTo>
                  <a:pt x="7957" y="3324"/>
                </a:lnTo>
                <a:cubicBezTo>
                  <a:pt x="7252" y="2699"/>
                  <a:pt x="6507" y="2397"/>
                  <a:pt x="5681" y="2458"/>
                </a:cubicBezTo>
                <a:cubicBezTo>
                  <a:pt x="4855" y="2518"/>
                  <a:pt x="4049" y="2921"/>
                  <a:pt x="3284" y="3687"/>
                </a:cubicBezTo>
                <a:cubicBezTo>
                  <a:pt x="2518" y="4452"/>
                  <a:pt x="2075" y="5177"/>
                  <a:pt x="1954" y="5822"/>
                </a:cubicBezTo>
                <a:cubicBezTo>
                  <a:pt x="1833" y="6507"/>
                  <a:pt x="2055" y="7091"/>
                  <a:pt x="2579" y="7615"/>
                </a:cubicBezTo>
                <a:cubicBezTo>
                  <a:pt x="3022" y="8058"/>
                  <a:pt x="3525" y="8280"/>
                  <a:pt x="4089" y="8239"/>
                </a:cubicBezTo>
                <a:cubicBezTo>
                  <a:pt x="4633" y="8219"/>
                  <a:pt x="5500" y="7877"/>
                  <a:pt x="6668" y="7272"/>
                </a:cubicBezTo>
                <a:lnTo>
                  <a:pt x="8541" y="6285"/>
                </a:lnTo>
                <a:cubicBezTo>
                  <a:pt x="9851" y="5620"/>
                  <a:pt x="10939" y="5298"/>
                  <a:pt x="11845" y="5318"/>
                </a:cubicBezTo>
                <a:cubicBezTo>
                  <a:pt x="12752" y="5338"/>
                  <a:pt x="13558" y="5701"/>
                  <a:pt x="14283" y="6426"/>
                </a:cubicBezTo>
                <a:cubicBezTo>
                  <a:pt x="15290" y="7433"/>
                  <a:pt x="15673" y="8582"/>
                  <a:pt x="15471" y="9911"/>
                </a:cubicBezTo>
                <a:cubicBezTo>
                  <a:pt x="15270" y="11241"/>
                  <a:pt x="14504" y="12530"/>
                  <a:pt x="13175" y="13860"/>
                </a:cubicBezTo>
                <a:cubicBezTo>
                  <a:pt x="12490" y="14545"/>
                  <a:pt x="11765" y="15109"/>
                  <a:pt x="10999" y="15632"/>
                </a:cubicBezTo>
                <a:cubicBezTo>
                  <a:pt x="10234" y="16156"/>
                  <a:pt x="9367" y="16579"/>
                  <a:pt x="8421" y="1692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AD5B69-7755-4981-816C-18EE40D2D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856" y="2504300"/>
            <a:ext cx="15350" cy="16277"/>
          </a:xfrm>
          <a:custGeom xmlns:a="http://schemas.openxmlformats.org/drawingml/2006/main">
            <a:pathLst>
              <a:path w="15350" h="16277">
                <a:moveTo>
                  <a:pt x="14122" y="6326"/>
                </a:moveTo>
                <a:cubicBezTo>
                  <a:pt x="14988" y="7716"/>
                  <a:pt x="15350" y="9045"/>
                  <a:pt x="15189" y="10334"/>
                </a:cubicBezTo>
                <a:cubicBezTo>
                  <a:pt x="15048" y="11644"/>
                  <a:pt x="14383" y="12873"/>
                  <a:pt x="13235" y="14021"/>
                </a:cubicBezTo>
                <a:cubicBezTo>
                  <a:pt x="11704" y="15552"/>
                  <a:pt x="10012" y="16277"/>
                  <a:pt x="8078" y="16197"/>
                </a:cubicBezTo>
                <a:cubicBezTo>
                  <a:pt x="6144" y="16116"/>
                  <a:pt x="4351" y="15250"/>
                  <a:pt x="2679" y="13578"/>
                </a:cubicBezTo>
                <a:cubicBezTo>
                  <a:pt x="1027" y="11926"/>
                  <a:pt x="161" y="10133"/>
                  <a:pt x="81" y="8199"/>
                </a:cubicBezTo>
                <a:cubicBezTo>
                  <a:pt x="0" y="6265"/>
                  <a:pt x="705" y="4553"/>
                  <a:pt x="2236" y="3022"/>
                </a:cubicBezTo>
                <a:cubicBezTo>
                  <a:pt x="2881" y="2377"/>
                  <a:pt x="3626" y="1793"/>
                  <a:pt x="4452" y="1289"/>
                </a:cubicBezTo>
                <a:cubicBezTo>
                  <a:pt x="5258" y="806"/>
                  <a:pt x="6144" y="363"/>
                  <a:pt x="7111" y="0"/>
                </a:cubicBezTo>
                <a:lnTo>
                  <a:pt x="9790" y="2679"/>
                </a:lnTo>
                <a:lnTo>
                  <a:pt x="8743" y="3727"/>
                </a:lnTo>
                <a:cubicBezTo>
                  <a:pt x="7695" y="2961"/>
                  <a:pt x="6728" y="2599"/>
                  <a:pt x="5842" y="2639"/>
                </a:cubicBezTo>
                <a:cubicBezTo>
                  <a:pt x="4956" y="2679"/>
                  <a:pt x="4069" y="3122"/>
                  <a:pt x="3223" y="3969"/>
                </a:cubicBezTo>
                <a:cubicBezTo>
                  <a:pt x="2236" y="4956"/>
                  <a:pt x="1873" y="6084"/>
                  <a:pt x="2156" y="7333"/>
                </a:cubicBezTo>
                <a:cubicBezTo>
                  <a:pt x="2417" y="8602"/>
                  <a:pt x="3304" y="9972"/>
                  <a:pt x="4815" y="11483"/>
                </a:cubicBezTo>
                <a:cubicBezTo>
                  <a:pt x="6326" y="12993"/>
                  <a:pt x="7695" y="13880"/>
                  <a:pt x="8965" y="14142"/>
                </a:cubicBezTo>
                <a:cubicBezTo>
                  <a:pt x="10213" y="14424"/>
                  <a:pt x="11321" y="14041"/>
                  <a:pt x="12309" y="13054"/>
                </a:cubicBezTo>
                <a:cubicBezTo>
                  <a:pt x="13074" y="12288"/>
                  <a:pt x="13497" y="11462"/>
                  <a:pt x="13558" y="10596"/>
                </a:cubicBezTo>
                <a:cubicBezTo>
                  <a:pt x="13618" y="9730"/>
                  <a:pt x="13316" y="8783"/>
                  <a:pt x="12671" y="7776"/>
                </a:cubicBezTo>
                <a:lnTo>
                  <a:pt x="14122" y="632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C361B9-05CD-4734-9A99-5821BA63B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317" y="2492737"/>
            <a:ext cx="16096" cy="19279"/>
          </a:xfrm>
          <a:custGeom xmlns:a="http://schemas.openxmlformats.org/drawingml/2006/main">
            <a:pathLst>
              <a:path w="16096" h="19279">
                <a:moveTo>
                  <a:pt x="8884" y="0"/>
                </a:moveTo>
                <a:lnTo>
                  <a:pt x="11503" y="2619"/>
                </a:lnTo>
                <a:lnTo>
                  <a:pt x="10455" y="3666"/>
                </a:lnTo>
                <a:cubicBezTo>
                  <a:pt x="9891" y="3183"/>
                  <a:pt x="9367" y="2941"/>
                  <a:pt x="8864" y="2921"/>
                </a:cubicBezTo>
                <a:cubicBezTo>
                  <a:pt x="8360" y="2941"/>
                  <a:pt x="7836" y="3183"/>
                  <a:pt x="7353" y="3666"/>
                </a:cubicBezTo>
                <a:cubicBezTo>
                  <a:pt x="6467" y="4553"/>
                  <a:pt x="6104" y="5560"/>
                  <a:pt x="6225" y="6648"/>
                </a:cubicBezTo>
                <a:cubicBezTo>
                  <a:pt x="6366" y="7756"/>
                  <a:pt x="7031" y="8864"/>
                  <a:pt x="8179" y="10012"/>
                </a:cubicBezTo>
                <a:lnTo>
                  <a:pt x="12953" y="14786"/>
                </a:lnTo>
                <a:lnTo>
                  <a:pt x="15048" y="12691"/>
                </a:lnTo>
                <a:lnTo>
                  <a:pt x="16096" y="13739"/>
                </a:lnTo>
                <a:lnTo>
                  <a:pt x="10556" y="19279"/>
                </a:lnTo>
                <a:lnTo>
                  <a:pt x="9508" y="18231"/>
                </a:lnTo>
                <a:lnTo>
                  <a:pt x="11140" y="16599"/>
                </a:lnTo>
                <a:lnTo>
                  <a:pt x="2760" y="8219"/>
                </a:lnTo>
                <a:lnTo>
                  <a:pt x="1027" y="9952"/>
                </a:lnTo>
                <a:lnTo>
                  <a:pt x="0" y="8924"/>
                </a:lnTo>
                <a:lnTo>
                  <a:pt x="3546" y="5379"/>
                </a:lnTo>
                <a:lnTo>
                  <a:pt x="5399" y="7232"/>
                </a:lnTo>
                <a:cubicBezTo>
                  <a:pt x="5016" y="6164"/>
                  <a:pt x="4936" y="5197"/>
                  <a:pt x="5137" y="4271"/>
                </a:cubicBezTo>
                <a:cubicBezTo>
                  <a:pt x="5359" y="3364"/>
                  <a:pt x="5862" y="2498"/>
                  <a:pt x="6668" y="1692"/>
                </a:cubicBezTo>
                <a:cubicBezTo>
                  <a:pt x="6950" y="1410"/>
                  <a:pt x="7313" y="1128"/>
                  <a:pt x="7675" y="846"/>
                </a:cubicBezTo>
                <a:cubicBezTo>
                  <a:pt x="8038" y="564"/>
                  <a:pt x="8441" y="282"/>
                  <a:pt x="8884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A8B2D4-CC53-46B8-8243-9E7F9202E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7469" y="2484880"/>
            <a:ext cx="18191" cy="17607"/>
          </a:xfrm>
          <a:custGeom xmlns:a="http://schemas.openxmlformats.org/drawingml/2006/main">
            <a:pathLst>
              <a:path w="18191" h="17607">
                <a:moveTo>
                  <a:pt x="463" y="2679"/>
                </a:moveTo>
                <a:cubicBezTo>
                  <a:pt x="161" y="2377"/>
                  <a:pt x="0" y="2014"/>
                  <a:pt x="0" y="1571"/>
                </a:cubicBezTo>
                <a:cubicBezTo>
                  <a:pt x="0" y="1128"/>
                  <a:pt x="141" y="745"/>
                  <a:pt x="463" y="423"/>
                </a:cubicBezTo>
                <a:cubicBezTo>
                  <a:pt x="745" y="141"/>
                  <a:pt x="1128" y="0"/>
                  <a:pt x="1571" y="0"/>
                </a:cubicBezTo>
                <a:cubicBezTo>
                  <a:pt x="2014" y="0"/>
                  <a:pt x="2397" y="141"/>
                  <a:pt x="2699" y="443"/>
                </a:cubicBezTo>
                <a:cubicBezTo>
                  <a:pt x="3022" y="766"/>
                  <a:pt x="3163" y="1148"/>
                  <a:pt x="3163" y="1551"/>
                </a:cubicBezTo>
                <a:cubicBezTo>
                  <a:pt x="3163" y="1994"/>
                  <a:pt x="3002" y="2357"/>
                  <a:pt x="2699" y="2659"/>
                </a:cubicBezTo>
                <a:cubicBezTo>
                  <a:pt x="2377" y="2981"/>
                  <a:pt x="2014" y="3143"/>
                  <a:pt x="1571" y="3143"/>
                </a:cubicBezTo>
                <a:cubicBezTo>
                  <a:pt x="1148" y="3163"/>
                  <a:pt x="786" y="3002"/>
                  <a:pt x="463" y="2679"/>
                </a:cubicBezTo>
                <a:close/>
                <a:moveTo>
                  <a:pt x="15431" y="13014"/>
                </a:moveTo>
                <a:lnTo>
                  <a:pt x="17143" y="11301"/>
                </a:lnTo>
                <a:lnTo>
                  <a:pt x="18191" y="12349"/>
                </a:lnTo>
                <a:lnTo>
                  <a:pt x="12933" y="17607"/>
                </a:lnTo>
                <a:lnTo>
                  <a:pt x="11886" y="16559"/>
                </a:lnTo>
                <a:lnTo>
                  <a:pt x="13618" y="14827"/>
                </a:lnTo>
                <a:lnTo>
                  <a:pt x="5258" y="6467"/>
                </a:lnTo>
                <a:lnTo>
                  <a:pt x="3525" y="8199"/>
                </a:lnTo>
                <a:lnTo>
                  <a:pt x="2478" y="7151"/>
                </a:lnTo>
                <a:lnTo>
                  <a:pt x="6023" y="3606"/>
                </a:lnTo>
                <a:lnTo>
                  <a:pt x="15431" y="1301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1D740D-132F-4A97-ACFE-A6354366F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6252" y="2476701"/>
            <a:ext cx="19883" cy="23650"/>
          </a:xfrm>
          <a:custGeom xmlns:a="http://schemas.openxmlformats.org/drawingml/2006/main">
            <a:pathLst>
              <a:path w="19883" h="23650">
                <a:moveTo>
                  <a:pt x="8259" y="10193"/>
                </a:moveTo>
                <a:lnTo>
                  <a:pt x="9287" y="11221"/>
                </a:lnTo>
                <a:cubicBezTo>
                  <a:pt x="10556" y="12490"/>
                  <a:pt x="11765" y="13215"/>
                  <a:pt x="12893" y="13376"/>
                </a:cubicBezTo>
                <a:cubicBezTo>
                  <a:pt x="14041" y="13558"/>
                  <a:pt x="15048" y="13195"/>
                  <a:pt x="15975" y="12268"/>
                </a:cubicBezTo>
                <a:cubicBezTo>
                  <a:pt x="16902" y="11342"/>
                  <a:pt x="17224" y="10294"/>
                  <a:pt x="16962" y="9065"/>
                </a:cubicBezTo>
                <a:cubicBezTo>
                  <a:pt x="16720" y="7857"/>
                  <a:pt x="15854" y="6507"/>
                  <a:pt x="14404" y="5056"/>
                </a:cubicBezTo>
                <a:cubicBezTo>
                  <a:pt x="12953" y="3606"/>
                  <a:pt x="11624" y="2760"/>
                  <a:pt x="10415" y="2518"/>
                </a:cubicBezTo>
                <a:cubicBezTo>
                  <a:pt x="9206" y="2276"/>
                  <a:pt x="8139" y="2579"/>
                  <a:pt x="7212" y="3505"/>
                </a:cubicBezTo>
                <a:cubicBezTo>
                  <a:pt x="6285" y="4432"/>
                  <a:pt x="5943" y="5459"/>
                  <a:pt x="6124" y="6608"/>
                </a:cubicBezTo>
                <a:cubicBezTo>
                  <a:pt x="6305" y="7756"/>
                  <a:pt x="7010" y="8944"/>
                  <a:pt x="8259" y="10193"/>
                </a:cubicBezTo>
                <a:close/>
                <a:moveTo>
                  <a:pt x="2780" y="8340"/>
                </a:moveTo>
                <a:lnTo>
                  <a:pt x="1048" y="10072"/>
                </a:lnTo>
                <a:lnTo>
                  <a:pt x="0" y="9025"/>
                </a:lnTo>
                <a:lnTo>
                  <a:pt x="3546" y="5479"/>
                </a:lnTo>
                <a:lnTo>
                  <a:pt x="5177" y="7111"/>
                </a:lnTo>
                <a:cubicBezTo>
                  <a:pt x="4875" y="6124"/>
                  <a:pt x="4835" y="5197"/>
                  <a:pt x="5077" y="4311"/>
                </a:cubicBezTo>
                <a:cubicBezTo>
                  <a:pt x="5318" y="3465"/>
                  <a:pt x="5842" y="2619"/>
                  <a:pt x="6648" y="1813"/>
                </a:cubicBezTo>
                <a:cubicBezTo>
                  <a:pt x="7937" y="524"/>
                  <a:pt x="9508" y="0"/>
                  <a:pt x="11321" y="201"/>
                </a:cubicBezTo>
                <a:cubicBezTo>
                  <a:pt x="13135" y="403"/>
                  <a:pt x="14887" y="1309"/>
                  <a:pt x="16519" y="2941"/>
                </a:cubicBezTo>
                <a:cubicBezTo>
                  <a:pt x="18171" y="4593"/>
                  <a:pt x="19077" y="6346"/>
                  <a:pt x="19279" y="8159"/>
                </a:cubicBezTo>
                <a:cubicBezTo>
                  <a:pt x="19480" y="9972"/>
                  <a:pt x="18936" y="11523"/>
                  <a:pt x="17647" y="12812"/>
                </a:cubicBezTo>
                <a:cubicBezTo>
                  <a:pt x="16841" y="13618"/>
                  <a:pt x="15995" y="14142"/>
                  <a:pt x="15169" y="14404"/>
                </a:cubicBezTo>
                <a:cubicBezTo>
                  <a:pt x="14303" y="14666"/>
                  <a:pt x="13376" y="14625"/>
                  <a:pt x="12369" y="14303"/>
                </a:cubicBezTo>
                <a:lnTo>
                  <a:pt x="17123" y="19057"/>
                </a:lnTo>
                <a:lnTo>
                  <a:pt x="18836" y="17345"/>
                </a:lnTo>
                <a:lnTo>
                  <a:pt x="19883" y="18392"/>
                </a:lnTo>
                <a:lnTo>
                  <a:pt x="14625" y="23650"/>
                </a:lnTo>
                <a:lnTo>
                  <a:pt x="13578" y="22603"/>
                </a:lnTo>
                <a:lnTo>
                  <a:pt x="15310" y="20870"/>
                </a:lnTo>
                <a:lnTo>
                  <a:pt x="2780" y="834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6EDE2A-6CD0-4BE7-A766-00DD69587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493" y="2466024"/>
            <a:ext cx="18332" cy="14625"/>
          </a:xfrm>
          <a:custGeom xmlns:a="http://schemas.openxmlformats.org/drawingml/2006/main">
            <a:pathLst>
              <a:path w="18332" h="14625">
                <a:moveTo>
                  <a:pt x="4291" y="6265"/>
                </a:moveTo>
                <a:lnTo>
                  <a:pt x="2699" y="7857"/>
                </a:lnTo>
                <a:lnTo>
                  <a:pt x="1652" y="6809"/>
                </a:lnTo>
                <a:lnTo>
                  <a:pt x="3243" y="5218"/>
                </a:lnTo>
                <a:lnTo>
                  <a:pt x="0" y="1974"/>
                </a:lnTo>
                <a:lnTo>
                  <a:pt x="1813" y="161"/>
                </a:lnTo>
                <a:lnTo>
                  <a:pt x="5056" y="3404"/>
                </a:lnTo>
                <a:lnTo>
                  <a:pt x="8461" y="0"/>
                </a:lnTo>
                <a:lnTo>
                  <a:pt x="9508" y="1048"/>
                </a:lnTo>
                <a:lnTo>
                  <a:pt x="6104" y="4452"/>
                </a:lnTo>
                <a:lnTo>
                  <a:pt x="12752" y="11100"/>
                </a:lnTo>
                <a:cubicBezTo>
                  <a:pt x="13638" y="11986"/>
                  <a:pt x="14303" y="12490"/>
                  <a:pt x="14726" y="12550"/>
                </a:cubicBezTo>
                <a:cubicBezTo>
                  <a:pt x="15129" y="12631"/>
                  <a:pt x="15572" y="12429"/>
                  <a:pt x="16035" y="11966"/>
                </a:cubicBezTo>
                <a:cubicBezTo>
                  <a:pt x="16499" y="11503"/>
                  <a:pt x="16700" y="11019"/>
                  <a:pt x="16640" y="10516"/>
                </a:cubicBezTo>
                <a:cubicBezTo>
                  <a:pt x="16559" y="10032"/>
                  <a:pt x="16237" y="9468"/>
                  <a:pt x="15632" y="8823"/>
                </a:cubicBezTo>
                <a:lnTo>
                  <a:pt x="17002" y="7454"/>
                </a:lnTo>
                <a:cubicBezTo>
                  <a:pt x="17909" y="8481"/>
                  <a:pt x="18332" y="9428"/>
                  <a:pt x="18292" y="10314"/>
                </a:cubicBezTo>
                <a:cubicBezTo>
                  <a:pt x="18251" y="11201"/>
                  <a:pt x="17768" y="12127"/>
                  <a:pt x="16821" y="13074"/>
                </a:cubicBezTo>
                <a:cubicBezTo>
                  <a:pt x="15774" y="14122"/>
                  <a:pt x="14786" y="14625"/>
                  <a:pt x="13920" y="14605"/>
                </a:cubicBezTo>
                <a:cubicBezTo>
                  <a:pt x="13034" y="14605"/>
                  <a:pt x="12047" y="14021"/>
                  <a:pt x="10939" y="12913"/>
                </a:cubicBezTo>
                <a:lnTo>
                  <a:pt x="4291" y="626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2556F8-F720-4039-8837-D52059E95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488" y="2440423"/>
            <a:ext cx="10" cy="9971"/>
          </a:xfrm>
          <a:custGeom xmlns:a="http://schemas.openxmlformats.org/drawingml/2006/main">
            <a:pathLst>
              <a:path w="1" h="9971">
                <a:moveTo>
                  <a:pt x="0" y="0"/>
                </a:moveTo>
                <a:lnTo>
                  <a:pt x="0" y="997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902A3D-7356-4556-A3E3-C68806099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488" y="2440423"/>
            <a:ext cx="10" cy="9971"/>
          </a:xfrm>
          <a:custGeom xmlns:a="http://schemas.openxmlformats.org/drawingml/2006/main">
            <a:pathLst>
              <a:path w="1" h="9971" fill="none">
                <a:moveTo>
                  <a:pt x="0" y="0"/>
                </a:moveTo>
                <a:lnTo>
                  <a:pt x="0" y="9971"/>
                </a:lnTo>
              </a:path>
            </a:pathLst>
          </a:custGeom>
          <a:noFill xmlns:a="http://schemas.openxmlformats.org/drawingml/2006/main"/>
          <a:ln xmlns:a="http://schemas.openxmlformats.org/drawingml/2006/main" w="2279" cap="flat">
            <a:solidFill>
              <a:srgbClr val="000000"/>
            </a:solidFill>
            <a:round/>
          </a:ln>
        </p:spPr>
      </p:sp>
      <p:sp>
        <p:nvSpPr>
          <p:cNvPr id="2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F756AF-7469-4ECD-9FC9-E91540513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1118" y="2495158"/>
            <a:ext cx="20830" cy="24093"/>
          </a:xfrm>
          <a:custGeom xmlns:a="http://schemas.openxmlformats.org/drawingml/2006/main">
            <a:pathLst>
              <a:path w="20830" h="24093">
                <a:moveTo>
                  <a:pt x="11080" y="12752"/>
                </a:moveTo>
                <a:lnTo>
                  <a:pt x="13678" y="10153"/>
                </a:lnTo>
                <a:cubicBezTo>
                  <a:pt x="14645" y="9186"/>
                  <a:pt x="15129" y="8179"/>
                  <a:pt x="15129" y="7131"/>
                </a:cubicBezTo>
                <a:cubicBezTo>
                  <a:pt x="15109" y="6104"/>
                  <a:pt x="14605" y="5077"/>
                  <a:pt x="13598" y="4069"/>
                </a:cubicBezTo>
                <a:cubicBezTo>
                  <a:pt x="12591" y="3062"/>
                  <a:pt x="11563" y="2558"/>
                  <a:pt x="10536" y="2538"/>
                </a:cubicBezTo>
                <a:cubicBezTo>
                  <a:pt x="9488" y="2538"/>
                  <a:pt x="8481" y="3022"/>
                  <a:pt x="7514" y="3989"/>
                </a:cubicBezTo>
                <a:lnTo>
                  <a:pt x="4915" y="6587"/>
                </a:lnTo>
                <a:lnTo>
                  <a:pt x="11080" y="12752"/>
                </a:lnTo>
                <a:close/>
                <a:moveTo>
                  <a:pt x="14686" y="24093"/>
                </a:moveTo>
                <a:lnTo>
                  <a:pt x="13638" y="23046"/>
                </a:lnTo>
                <a:lnTo>
                  <a:pt x="15512" y="21172"/>
                </a:lnTo>
                <a:lnTo>
                  <a:pt x="2921" y="8582"/>
                </a:lnTo>
                <a:lnTo>
                  <a:pt x="1048" y="10455"/>
                </a:lnTo>
                <a:lnTo>
                  <a:pt x="0" y="9408"/>
                </a:lnTo>
                <a:lnTo>
                  <a:pt x="6950" y="2458"/>
                </a:lnTo>
                <a:cubicBezTo>
                  <a:pt x="8400" y="1007"/>
                  <a:pt x="9952" y="222"/>
                  <a:pt x="11563" y="101"/>
                </a:cubicBezTo>
                <a:cubicBezTo>
                  <a:pt x="13155" y="0"/>
                  <a:pt x="14605" y="564"/>
                  <a:pt x="15854" y="1813"/>
                </a:cubicBezTo>
                <a:cubicBezTo>
                  <a:pt x="17123" y="3082"/>
                  <a:pt x="17687" y="4533"/>
                  <a:pt x="17587" y="6124"/>
                </a:cubicBezTo>
                <a:cubicBezTo>
                  <a:pt x="17466" y="7736"/>
                  <a:pt x="16660" y="9267"/>
                  <a:pt x="15209" y="10717"/>
                </a:cubicBezTo>
                <a:lnTo>
                  <a:pt x="12127" y="13799"/>
                </a:lnTo>
                <a:lnTo>
                  <a:pt x="17506" y="19178"/>
                </a:lnTo>
                <a:lnTo>
                  <a:pt x="19782" y="16902"/>
                </a:lnTo>
                <a:lnTo>
                  <a:pt x="20830" y="17949"/>
                </a:lnTo>
                <a:lnTo>
                  <a:pt x="14686" y="240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0C82C5-5ED1-498E-9555-7EA5FB897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4675" y="2475657"/>
            <a:ext cx="30036" cy="30036"/>
          </a:xfrm>
          <a:custGeom xmlns:a="http://schemas.openxmlformats.org/drawingml/2006/main">
            <a:pathLst>
              <a:path w="30036" h="30036">
                <a:moveTo>
                  <a:pt x="14686" y="30036"/>
                </a:moveTo>
                <a:lnTo>
                  <a:pt x="13638" y="28989"/>
                </a:lnTo>
                <a:lnTo>
                  <a:pt x="15512" y="27115"/>
                </a:lnTo>
                <a:lnTo>
                  <a:pt x="2921" y="14525"/>
                </a:lnTo>
                <a:lnTo>
                  <a:pt x="1048" y="16398"/>
                </a:lnTo>
                <a:lnTo>
                  <a:pt x="0" y="15350"/>
                </a:lnTo>
                <a:lnTo>
                  <a:pt x="5741" y="9609"/>
                </a:lnTo>
                <a:lnTo>
                  <a:pt x="6789" y="10657"/>
                </a:lnTo>
                <a:lnTo>
                  <a:pt x="4915" y="12530"/>
                </a:lnTo>
                <a:lnTo>
                  <a:pt x="9992" y="17607"/>
                </a:lnTo>
                <a:lnTo>
                  <a:pt x="17607" y="9992"/>
                </a:lnTo>
                <a:lnTo>
                  <a:pt x="12530" y="4915"/>
                </a:lnTo>
                <a:lnTo>
                  <a:pt x="10657" y="6789"/>
                </a:lnTo>
                <a:lnTo>
                  <a:pt x="9609" y="5741"/>
                </a:lnTo>
                <a:lnTo>
                  <a:pt x="15350" y="0"/>
                </a:lnTo>
                <a:lnTo>
                  <a:pt x="16398" y="1048"/>
                </a:lnTo>
                <a:lnTo>
                  <a:pt x="14525" y="2921"/>
                </a:lnTo>
                <a:lnTo>
                  <a:pt x="27115" y="15512"/>
                </a:lnTo>
                <a:lnTo>
                  <a:pt x="28989" y="13638"/>
                </a:lnTo>
                <a:lnTo>
                  <a:pt x="30036" y="14686"/>
                </a:lnTo>
                <a:lnTo>
                  <a:pt x="24295" y="20427"/>
                </a:lnTo>
                <a:lnTo>
                  <a:pt x="23247" y="19379"/>
                </a:lnTo>
                <a:lnTo>
                  <a:pt x="25121" y="17506"/>
                </a:lnTo>
                <a:lnTo>
                  <a:pt x="18815" y="11201"/>
                </a:lnTo>
                <a:lnTo>
                  <a:pt x="11201" y="18815"/>
                </a:lnTo>
                <a:lnTo>
                  <a:pt x="17506" y="25121"/>
                </a:lnTo>
                <a:lnTo>
                  <a:pt x="19379" y="23247"/>
                </a:lnTo>
                <a:lnTo>
                  <a:pt x="20427" y="24295"/>
                </a:lnTo>
                <a:lnTo>
                  <a:pt x="14686" y="300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ED8148-6255-4F75-844F-16820F7B2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2242" y="2464034"/>
            <a:ext cx="20830" cy="24093"/>
          </a:xfrm>
          <a:custGeom xmlns:a="http://schemas.openxmlformats.org/drawingml/2006/main">
            <a:pathLst>
              <a:path w="20830" h="24093">
                <a:moveTo>
                  <a:pt x="11080" y="12752"/>
                </a:moveTo>
                <a:lnTo>
                  <a:pt x="13678" y="10153"/>
                </a:lnTo>
                <a:cubicBezTo>
                  <a:pt x="14645" y="9186"/>
                  <a:pt x="15129" y="8179"/>
                  <a:pt x="15129" y="7131"/>
                </a:cubicBezTo>
                <a:cubicBezTo>
                  <a:pt x="15109" y="6104"/>
                  <a:pt x="14605" y="5077"/>
                  <a:pt x="13598" y="4069"/>
                </a:cubicBezTo>
                <a:cubicBezTo>
                  <a:pt x="12591" y="3062"/>
                  <a:pt x="11563" y="2558"/>
                  <a:pt x="10536" y="2538"/>
                </a:cubicBezTo>
                <a:cubicBezTo>
                  <a:pt x="9488" y="2538"/>
                  <a:pt x="8481" y="3022"/>
                  <a:pt x="7514" y="3989"/>
                </a:cubicBezTo>
                <a:lnTo>
                  <a:pt x="4915" y="6587"/>
                </a:lnTo>
                <a:lnTo>
                  <a:pt x="11080" y="12752"/>
                </a:lnTo>
                <a:close/>
                <a:moveTo>
                  <a:pt x="14686" y="24093"/>
                </a:moveTo>
                <a:lnTo>
                  <a:pt x="13638" y="23046"/>
                </a:lnTo>
                <a:lnTo>
                  <a:pt x="15512" y="21172"/>
                </a:lnTo>
                <a:lnTo>
                  <a:pt x="2921" y="8582"/>
                </a:lnTo>
                <a:lnTo>
                  <a:pt x="1048" y="10455"/>
                </a:lnTo>
                <a:lnTo>
                  <a:pt x="0" y="9408"/>
                </a:lnTo>
                <a:lnTo>
                  <a:pt x="6950" y="2458"/>
                </a:lnTo>
                <a:cubicBezTo>
                  <a:pt x="8400" y="1007"/>
                  <a:pt x="9952" y="222"/>
                  <a:pt x="11563" y="101"/>
                </a:cubicBezTo>
                <a:cubicBezTo>
                  <a:pt x="13155" y="0"/>
                  <a:pt x="14605" y="564"/>
                  <a:pt x="15854" y="1813"/>
                </a:cubicBezTo>
                <a:cubicBezTo>
                  <a:pt x="17123" y="3082"/>
                  <a:pt x="17687" y="4533"/>
                  <a:pt x="17587" y="6124"/>
                </a:cubicBezTo>
                <a:cubicBezTo>
                  <a:pt x="17466" y="7736"/>
                  <a:pt x="16660" y="9267"/>
                  <a:pt x="15209" y="10717"/>
                </a:cubicBezTo>
                <a:lnTo>
                  <a:pt x="12127" y="13799"/>
                </a:lnTo>
                <a:lnTo>
                  <a:pt x="17506" y="19178"/>
                </a:lnTo>
                <a:lnTo>
                  <a:pt x="19782" y="16902"/>
                </a:lnTo>
                <a:lnTo>
                  <a:pt x="20830" y="17949"/>
                </a:lnTo>
                <a:lnTo>
                  <a:pt x="14686" y="240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D262A1-514B-4DFF-9E94-130E86C0B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2439" y="2440423"/>
            <a:ext cx="10" cy="9971"/>
          </a:xfrm>
          <a:custGeom xmlns:a="http://schemas.openxmlformats.org/drawingml/2006/main">
            <a:pathLst>
              <a:path w="1" h="9971">
                <a:moveTo>
                  <a:pt x="0" y="0"/>
                </a:moveTo>
                <a:lnTo>
                  <a:pt x="0" y="997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A7F32D-08F0-49B6-AED9-E4B59B13E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2439" y="2440423"/>
            <a:ext cx="10" cy="9971"/>
          </a:xfrm>
          <a:custGeom xmlns:a="http://schemas.openxmlformats.org/drawingml/2006/main">
            <a:pathLst>
              <a:path w="1" h="9971" fill="none">
                <a:moveTo>
                  <a:pt x="0" y="0"/>
                </a:moveTo>
                <a:lnTo>
                  <a:pt x="0" y="9971"/>
                </a:lnTo>
              </a:path>
            </a:pathLst>
          </a:custGeom>
          <a:noFill xmlns:a="http://schemas.openxmlformats.org/drawingml/2006/main"/>
          <a:ln xmlns:a="http://schemas.openxmlformats.org/drawingml/2006/main" w="2279" cap="flat">
            <a:solidFill>
              <a:srgbClr val="000000"/>
            </a:solidFill>
            <a:round/>
          </a:ln>
        </p:spPr>
      </p:sp>
      <p:sp>
        <p:nvSpPr>
          <p:cNvPr id="2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6F1744-795E-40FC-9559-A175A4A12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8723" y="2521567"/>
            <a:ext cx="20830" cy="24093"/>
          </a:xfrm>
          <a:custGeom xmlns:a="http://schemas.openxmlformats.org/drawingml/2006/main">
            <a:pathLst>
              <a:path w="20830" h="24093">
                <a:moveTo>
                  <a:pt x="11080" y="12752"/>
                </a:moveTo>
                <a:lnTo>
                  <a:pt x="13678" y="10153"/>
                </a:lnTo>
                <a:cubicBezTo>
                  <a:pt x="14645" y="9186"/>
                  <a:pt x="15129" y="8179"/>
                  <a:pt x="15129" y="7131"/>
                </a:cubicBezTo>
                <a:cubicBezTo>
                  <a:pt x="15109" y="6104"/>
                  <a:pt x="14605" y="5077"/>
                  <a:pt x="13598" y="4069"/>
                </a:cubicBezTo>
                <a:cubicBezTo>
                  <a:pt x="12591" y="3062"/>
                  <a:pt x="11563" y="2558"/>
                  <a:pt x="10536" y="2538"/>
                </a:cubicBezTo>
                <a:cubicBezTo>
                  <a:pt x="9488" y="2538"/>
                  <a:pt x="8481" y="3022"/>
                  <a:pt x="7514" y="3989"/>
                </a:cubicBezTo>
                <a:lnTo>
                  <a:pt x="4915" y="6587"/>
                </a:lnTo>
                <a:lnTo>
                  <a:pt x="11080" y="12752"/>
                </a:lnTo>
                <a:close/>
                <a:moveTo>
                  <a:pt x="14686" y="24093"/>
                </a:moveTo>
                <a:lnTo>
                  <a:pt x="13638" y="23046"/>
                </a:lnTo>
                <a:lnTo>
                  <a:pt x="15512" y="21172"/>
                </a:lnTo>
                <a:lnTo>
                  <a:pt x="2921" y="8582"/>
                </a:lnTo>
                <a:lnTo>
                  <a:pt x="1048" y="10455"/>
                </a:lnTo>
                <a:lnTo>
                  <a:pt x="0" y="9408"/>
                </a:lnTo>
                <a:lnTo>
                  <a:pt x="6950" y="2458"/>
                </a:lnTo>
                <a:cubicBezTo>
                  <a:pt x="8400" y="1007"/>
                  <a:pt x="9952" y="222"/>
                  <a:pt x="11563" y="101"/>
                </a:cubicBezTo>
                <a:cubicBezTo>
                  <a:pt x="13155" y="0"/>
                  <a:pt x="14605" y="564"/>
                  <a:pt x="15854" y="1813"/>
                </a:cubicBezTo>
                <a:cubicBezTo>
                  <a:pt x="17123" y="3082"/>
                  <a:pt x="17687" y="4533"/>
                  <a:pt x="17587" y="6124"/>
                </a:cubicBezTo>
                <a:cubicBezTo>
                  <a:pt x="17466" y="7736"/>
                  <a:pt x="16660" y="9267"/>
                  <a:pt x="15209" y="10717"/>
                </a:cubicBezTo>
                <a:lnTo>
                  <a:pt x="12127" y="13799"/>
                </a:lnTo>
                <a:lnTo>
                  <a:pt x="17506" y="19178"/>
                </a:lnTo>
                <a:lnTo>
                  <a:pt x="19782" y="16902"/>
                </a:lnTo>
                <a:lnTo>
                  <a:pt x="20830" y="17949"/>
                </a:lnTo>
                <a:lnTo>
                  <a:pt x="14686" y="240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BCDB10-4123-4B1A-A218-489BE020E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5362" y="2511434"/>
            <a:ext cx="18876" cy="25282"/>
          </a:xfrm>
          <a:custGeom xmlns:a="http://schemas.openxmlformats.org/drawingml/2006/main">
            <a:pathLst>
              <a:path w="18876" h="25282">
                <a:moveTo>
                  <a:pt x="16740" y="19319"/>
                </a:moveTo>
                <a:lnTo>
                  <a:pt x="15693" y="16902"/>
                </a:lnTo>
                <a:lnTo>
                  <a:pt x="2216" y="11241"/>
                </a:lnTo>
                <a:lnTo>
                  <a:pt x="1048" y="12409"/>
                </a:lnTo>
                <a:lnTo>
                  <a:pt x="0" y="11362"/>
                </a:lnTo>
                <a:lnTo>
                  <a:pt x="4794" y="6567"/>
                </a:lnTo>
                <a:lnTo>
                  <a:pt x="5842" y="7615"/>
                </a:lnTo>
                <a:lnTo>
                  <a:pt x="4170" y="9287"/>
                </a:lnTo>
                <a:lnTo>
                  <a:pt x="14303" y="13537"/>
                </a:lnTo>
                <a:lnTo>
                  <a:pt x="10052" y="3404"/>
                </a:lnTo>
                <a:lnTo>
                  <a:pt x="8481" y="4976"/>
                </a:lnTo>
                <a:lnTo>
                  <a:pt x="7433" y="3928"/>
                </a:lnTo>
                <a:lnTo>
                  <a:pt x="11362" y="0"/>
                </a:lnTo>
                <a:lnTo>
                  <a:pt x="12409" y="1048"/>
                </a:lnTo>
                <a:lnTo>
                  <a:pt x="11241" y="2216"/>
                </a:lnTo>
                <a:lnTo>
                  <a:pt x="18191" y="18755"/>
                </a:lnTo>
                <a:cubicBezTo>
                  <a:pt x="18674" y="19883"/>
                  <a:pt x="18876" y="20810"/>
                  <a:pt x="18775" y="21515"/>
                </a:cubicBezTo>
                <a:cubicBezTo>
                  <a:pt x="18654" y="22200"/>
                  <a:pt x="18251" y="22925"/>
                  <a:pt x="17526" y="23650"/>
                </a:cubicBezTo>
                <a:cubicBezTo>
                  <a:pt x="17204" y="23972"/>
                  <a:pt x="16861" y="24234"/>
                  <a:pt x="16499" y="24516"/>
                </a:cubicBezTo>
                <a:cubicBezTo>
                  <a:pt x="16116" y="24778"/>
                  <a:pt x="15693" y="25040"/>
                  <a:pt x="15290" y="25282"/>
                </a:cubicBezTo>
                <a:lnTo>
                  <a:pt x="13296" y="23288"/>
                </a:lnTo>
                <a:lnTo>
                  <a:pt x="14222" y="22361"/>
                </a:lnTo>
                <a:cubicBezTo>
                  <a:pt x="14706" y="22764"/>
                  <a:pt x="15109" y="22965"/>
                  <a:pt x="15512" y="22965"/>
                </a:cubicBezTo>
                <a:cubicBezTo>
                  <a:pt x="15894" y="22985"/>
                  <a:pt x="16277" y="22804"/>
                  <a:pt x="16680" y="22401"/>
                </a:cubicBezTo>
                <a:cubicBezTo>
                  <a:pt x="17043" y="22039"/>
                  <a:pt x="17224" y="21656"/>
                  <a:pt x="17244" y="21233"/>
                </a:cubicBezTo>
                <a:cubicBezTo>
                  <a:pt x="17264" y="20810"/>
                  <a:pt x="17103" y="20165"/>
                  <a:pt x="16740" y="1931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DC98B6-4603-4F9A-955D-F137CCEAC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717" y="2503980"/>
            <a:ext cx="18332" cy="14625"/>
          </a:xfrm>
          <a:custGeom xmlns:a="http://schemas.openxmlformats.org/drawingml/2006/main">
            <a:pathLst>
              <a:path w="18332" h="14625">
                <a:moveTo>
                  <a:pt x="4291" y="6265"/>
                </a:moveTo>
                <a:lnTo>
                  <a:pt x="2699" y="7857"/>
                </a:lnTo>
                <a:lnTo>
                  <a:pt x="1652" y="6809"/>
                </a:lnTo>
                <a:lnTo>
                  <a:pt x="3243" y="5218"/>
                </a:lnTo>
                <a:lnTo>
                  <a:pt x="0" y="1974"/>
                </a:lnTo>
                <a:lnTo>
                  <a:pt x="1813" y="161"/>
                </a:lnTo>
                <a:lnTo>
                  <a:pt x="5056" y="3404"/>
                </a:lnTo>
                <a:lnTo>
                  <a:pt x="8461" y="0"/>
                </a:lnTo>
                <a:lnTo>
                  <a:pt x="9508" y="1048"/>
                </a:lnTo>
                <a:lnTo>
                  <a:pt x="6104" y="4452"/>
                </a:lnTo>
                <a:lnTo>
                  <a:pt x="12752" y="11100"/>
                </a:lnTo>
                <a:cubicBezTo>
                  <a:pt x="13638" y="11986"/>
                  <a:pt x="14303" y="12490"/>
                  <a:pt x="14726" y="12550"/>
                </a:cubicBezTo>
                <a:cubicBezTo>
                  <a:pt x="15129" y="12631"/>
                  <a:pt x="15572" y="12429"/>
                  <a:pt x="16035" y="11966"/>
                </a:cubicBezTo>
                <a:cubicBezTo>
                  <a:pt x="16499" y="11503"/>
                  <a:pt x="16700" y="11019"/>
                  <a:pt x="16640" y="10516"/>
                </a:cubicBezTo>
                <a:cubicBezTo>
                  <a:pt x="16559" y="10032"/>
                  <a:pt x="16237" y="9468"/>
                  <a:pt x="15632" y="8823"/>
                </a:cubicBezTo>
                <a:lnTo>
                  <a:pt x="17002" y="7454"/>
                </a:lnTo>
                <a:cubicBezTo>
                  <a:pt x="17909" y="8481"/>
                  <a:pt x="18332" y="9428"/>
                  <a:pt x="18292" y="10314"/>
                </a:cubicBezTo>
                <a:cubicBezTo>
                  <a:pt x="18251" y="11201"/>
                  <a:pt x="17768" y="12127"/>
                  <a:pt x="16821" y="13074"/>
                </a:cubicBezTo>
                <a:cubicBezTo>
                  <a:pt x="15774" y="14122"/>
                  <a:pt x="14786" y="14625"/>
                  <a:pt x="13920" y="14605"/>
                </a:cubicBezTo>
                <a:cubicBezTo>
                  <a:pt x="13034" y="14605"/>
                  <a:pt x="12047" y="14021"/>
                  <a:pt x="10939" y="12913"/>
                </a:cubicBezTo>
                <a:lnTo>
                  <a:pt x="4291" y="626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BB3868-34FD-41F6-A893-76C353AC3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0753" y="2493908"/>
            <a:ext cx="26994" cy="18997"/>
          </a:xfrm>
          <a:custGeom xmlns:a="http://schemas.openxmlformats.org/drawingml/2006/main">
            <a:pathLst>
              <a:path w="26994" h="18997">
                <a:moveTo>
                  <a:pt x="15411" y="18997"/>
                </a:moveTo>
                <a:lnTo>
                  <a:pt x="14363" y="17949"/>
                </a:lnTo>
                <a:lnTo>
                  <a:pt x="15995" y="16317"/>
                </a:lnTo>
                <a:lnTo>
                  <a:pt x="2780" y="3102"/>
                </a:lnTo>
                <a:lnTo>
                  <a:pt x="1048" y="4835"/>
                </a:lnTo>
                <a:lnTo>
                  <a:pt x="0" y="3787"/>
                </a:lnTo>
                <a:lnTo>
                  <a:pt x="3546" y="242"/>
                </a:lnTo>
                <a:lnTo>
                  <a:pt x="10254" y="6950"/>
                </a:lnTo>
                <a:cubicBezTo>
                  <a:pt x="9891" y="5943"/>
                  <a:pt x="9790" y="4956"/>
                  <a:pt x="9952" y="4069"/>
                </a:cubicBezTo>
                <a:cubicBezTo>
                  <a:pt x="10113" y="3183"/>
                  <a:pt x="10556" y="2377"/>
                  <a:pt x="11281" y="1652"/>
                </a:cubicBezTo>
                <a:cubicBezTo>
                  <a:pt x="12429" y="504"/>
                  <a:pt x="13618" y="0"/>
                  <a:pt x="14807" y="101"/>
                </a:cubicBezTo>
                <a:cubicBezTo>
                  <a:pt x="16015" y="222"/>
                  <a:pt x="17325" y="967"/>
                  <a:pt x="18735" y="2377"/>
                </a:cubicBezTo>
                <a:lnTo>
                  <a:pt x="24335" y="7977"/>
                </a:lnTo>
                <a:lnTo>
                  <a:pt x="25947" y="6366"/>
                </a:lnTo>
                <a:lnTo>
                  <a:pt x="26994" y="7413"/>
                </a:lnTo>
                <a:lnTo>
                  <a:pt x="21998" y="12409"/>
                </a:lnTo>
                <a:lnTo>
                  <a:pt x="20951" y="11362"/>
                </a:lnTo>
                <a:lnTo>
                  <a:pt x="22522" y="9790"/>
                </a:lnTo>
                <a:lnTo>
                  <a:pt x="17486" y="4754"/>
                </a:lnTo>
                <a:cubicBezTo>
                  <a:pt x="16217" y="3485"/>
                  <a:pt x="15189" y="2780"/>
                  <a:pt x="14383" y="2619"/>
                </a:cubicBezTo>
                <a:cubicBezTo>
                  <a:pt x="13598" y="2478"/>
                  <a:pt x="12812" y="2780"/>
                  <a:pt x="12027" y="3566"/>
                </a:cubicBezTo>
                <a:cubicBezTo>
                  <a:pt x="11180" y="4412"/>
                  <a:pt x="10858" y="5379"/>
                  <a:pt x="11019" y="6426"/>
                </a:cubicBezTo>
                <a:cubicBezTo>
                  <a:pt x="11180" y="7474"/>
                  <a:pt x="11865" y="8562"/>
                  <a:pt x="13034" y="9730"/>
                </a:cubicBezTo>
                <a:lnTo>
                  <a:pt x="17808" y="14504"/>
                </a:lnTo>
                <a:lnTo>
                  <a:pt x="19379" y="12933"/>
                </a:lnTo>
                <a:lnTo>
                  <a:pt x="20427" y="13981"/>
                </a:lnTo>
                <a:lnTo>
                  <a:pt x="15411" y="1899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1255CD-30F2-4014-970F-B7EE6707D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1381" y="2481720"/>
            <a:ext cx="15512" cy="15491"/>
          </a:xfrm>
          <a:custGeom xmlns:a="http://schemas.openxmlformats.org/drawingml/2006/main">
            <a:pathLst>
              <a:path w="15512" h="15491">
                <a:moveTo>
                  <a:pt x="12309" y="12288"/>
                </a:moveTo>
                <a:cubicBezTo>
                  <a:pt x="13276" y="11321"/>
                  <a:pt x="13618" y="10213"/>
                  <a:pt x="13356" y="8944"/>
                </a:cubicBezTo>
                <a:cubicBezTo>
                  <a:pt x="13074" y="7695"/>
                  <a:pt x="12208" y="6305"/>
                  <a:pt x="10717" y="4815"/>
                </a:cubicBezTo>
                <a:cubicBezTo>
                  <a:pt x="9226" y="3324"/>
                  <a:pt x="7816" y="2438"/>
                  <a:pt x="6567" y="2156"/>
                </a:cubicBezTo>
                <a:cubicBezTo>
                  <a:pt x="5298" y="1894"/>
                  <a:pt x="4190" y="2236"/>
                  <a:pt x="3223" y="3203"/>
                </a:cubicBezTo>
                <a:cubicBezTo>
                  <a:pt x="2256" y="4170"/>
                  <a:pt x="1894" y="5298"/>
                  <a:pt x="2176" y="6547"/>
                </a:cubicBezTo>
                <a:cubicBezTo>
                  <a:pt x="2438" y="7816"/>
                  <a:pt x="3344" y="9206"/>
                  <a:pt x="4835" y="10697"/>
                </a:cubicBezTo>
                <a:cubicBezTo>
                  <a:pt x="6326" y="12188"/>
                  <a:pt x="7695" y="13074"/>
                  <a:pt x="8965" y="13336"/>
                </a:cubicBezTo>
                <a:cubicBezTo>
                  <a:pt x="10213" y="13618"/>
                  <a:pt x="11342" y="13255"/>
                  <a:pt x="12309" y="12288"/>
                </a:cubicBezTo>
                <a:close/>
                <a:moveTo>
                  <a:pt x="13255" y="13235"/>
                </a:moveTo>
                <a:cubicBezTo>
                  <a:pt x="11724" y="14766"/>
                  <a:pt x="10032" y="15491"/>
                  <a:pt x="8098" y="15411"/>
                </a:cubicBezTo>
                <a:cubicBezTo>
                  <a:pt x="6164" y="15330"/>
                  <a:pt x="4371" y="14464"/>
                  <a:pt x="2699" y="12792"/>
                </a:cubicBezTo>
                <a:cubicBezTo>
                  <a:pt x="1048" y="11140"/>
                  <a:pt x="161" y="9367"/>
                  <a:pt x="81" y="7433"/>
                </a:cubicBezTo>
                <a:cubicBezTo>
                  <a:pt x="0" y="5500"/>
                  <a:pt x="725" y="3767"/>
                  <a:pt x="2256" y="2236"/>
                </a:cubicBezTo>
                <a:cubicBezTo>
                  <a:pt x="3787" y="705"/>
                  <a:pt x="5500" y="0"/>
                  <a:pt x="7433" y="81"/>
                </a:cubicBezTo>
                <a:cubicBezTo>
                  <a:pt x="9367" y="161"/>
                  <a:pt x="11160" y="1027"/>
                  <a:pt x="12812" y="2679"/>
                </a:cubicBezTo>
                <a:cubicBezTo>
                  <a:pt x="14484" y="4351"/>
                  <a:pt x="15350" y="6144"/>
                  <a:pt x="15431" y="8078"/>
                </a:cubicBezTo>
                <a:cubicBezTo>
                  <a:pt x="15512" y="10012"/>
                  <a:pt x="14786" y="11704"/>
                  <a:pt x="13255" y="1323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705854-6ECD-4E8D-AAA9-119B89F26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0709" y="2468807"/>
            <a:ext cx="22139" cy="18997"/>
          </a:xfrm>
          <a:custGeom xmlns:a="http://schemas.openxmlformats.org/drawingml/2006/main">
            <a:pathLst>
              <a:path w="22139" h="18997">
                <a:moveTo>
                  <a:pt x="10556" y="18997"/>
                </a:moveTo>
                <a:lnTo>
                  <a:pt x="9508" y="17949"/>
                </a:lnTo>
                <a:lnTo>
                  <a:pt x="11140" y="16317"/>
                </a:lnTo>
                <a:lnTo>
                  <a:pt x="2780" y="7957"/>
                </a:lnTo>
                <a:lnTo>
                  <a:pt x="1048" y="9690"/>
                </a:lnTo>
                <a:lnTo>
                  <a:pt x="0" y="8642"/>
                </a:lnTo>
                <a:lnTo>
                  <a:pt x="3546" y="5097"/>
                </a:lnTo>
                <a:lnTo>
                  <a:pt x="5399" y="6950"/>
                </a:lnTo>
                <a:cubicBezTo>
                  <a:pt x="5036" y="5943"/>
                  <a:pt x="4936" y="4956"/>
                  <a:pt x="5097" y="4069"/>
                </a:cubicBezTo>
                <a:cubicBezTo>
                  <a:pt x="5258" y="3183"/>
                  <a:pt x="5701" y="2377"/>
                  <a:pt x="6426" y="1652"/>
                </a:cubicBezTo>
                <a:cubicBezTo>
                  <a:pt x="7575" y="504"/>
                  <a:pt x="8763" y="0"/>
                  <a:pt x="9952" y="101"/>
                </a:cubicBezTo>
                <a:cubicBezTo>
                  <a:pt x="11160" y="222"/>
                  <a:pt x="12470" y="967"/>
                  <a:pt x="13880" y="2377"/>
                </a:cubicBezTo>
                <a:lnTo>
                  <a:pt x="19480" y="7977"/>
                </a:lnTo>
                <a:lnTo>
                  <a:pt x="21092" y="6366"/>
                </a:lnTo>
                <a:lnTo>
                  <a:pt x="22139" y="7413"/>
                </a:lnTo>
                <a:lnTo>
                  <a:pt x="17143" y="12409"/>
                </a:lnTo>
                <a:lnTo>
                  <a:pt x="16096" y="11362"/>
                </a:lnTo>
                <a:lnTo>
                  <a:pt x="17667" y="9790"/>
                </a:lnTo>
                <a:lnTo>
                  <a:pt x="12631" y="4754"/>
                </a:lnTo>
                <a:cubicBezTo>
                  <a:pt x="11362" y="3485"/>
                  <a:pt x="10334" y="2780"/>
                  <a:pt x="9529" y="2619"/>
                </a:cubicBezTo>
                <a:cubicBezTo>
                  <a:pt x="8723" y="2458"/>
                  <a:pt x="7937" y="2760"/>
                  <a:pt x="7151" y="3546"/>
                </a:cubicBezTo>
                <a:cubicBezTo>
                  <a:pt x="6305" y="4392"/>
                  <a:pt x="5983" y="5359"/>
                  <a:pt x="6144" y="6406"/>
                </a:cubicBezTo>
                <a:cubicBezTo>
                  <a:pt x="6326" y="7474"/>
                  <a:pt x="7010" y="8562"/>
                  <a:pt x="8179" y="9730"/>
                </a:cubicBezTo>
                <a:lnTo>
                  <a:pt x="12953" y="14504"/>
                </a:lnTo>
                <a:lnTo>
                  <a:pt x="14525" y="12933"/>
                </a:lnTo>
                <a:lnTo>
                  <a:pt x="15572" y="13981"/>
                </a:lnTo>
                <a:lnTo>
                  <a:pt x="10556" y="1899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652170-2EA3-4085-9FC0-43B087596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3390" y="2440423"/>
            <a:ext cx="10" cy="9971"/>
          </a:xfrm>
          <a:custGeom xmlns:a="http://schemas.openxmlformats.org/drawingml/2006/main">
            <a:pathLst>
              <a:path w="1" h="9971">
                <a:moveTo>
                  <a:pt x="0" y="0"/>
                </a:moveTo>
                <a:lnTo>
                  <a:pt x="0" y="997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D07A50-B379-4C03-8F38-05D5FC68E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3390" y="2440423"/>
            <a:ext cx="10" cy="9971"/>
          </a:xfrm>
          <a:custGeom xmlns:a="http://schemas.openxmlformats.org/drawingml/2006/main">
            <a:pathLst>
              <a:path w="1" h="9971" fill="none">
                <a:moveTo>
                  <a:pt x="0" y="0"/>
                </a:moveTo>
                <a:lnTo>
                  <a:pt x="0" y="9971"/>
                </a:lnTo>
              </a:path>
            </a:pathLst>
          </a:custGeom>
          <a:noFill xmlns:a="http://schemas.openxmlformats.org/drawingml/2006/main"/>
          <a:ln xmlns:a="http://schemas.openxmlformats.org/drawingml/2006/main" w="2279" cap="flat">
            <a:solidFill>
              <a:srgbClr val="000000"/>
            </a:solidFill>
            <a:round/>
          </a:ln>
        </p:spPr>
      </p:sp>
      <p:sp>
        <p:nvSpPr>
          <p:cNvPr id="2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8B7F4E-554E-49B1-8EA5-1081382CA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9007" y="2502498"/>
            <a:ext cx="29230" cy="24496"/>
          </a:xfrm>
          <a:custGeom xmlns:a="http://schemas.openxmlformats.org/drawingml/2006/main">
            <a:pathLst>
              <a:path w="29230" h="24496">
                <a:moveTo>
                  <a:pt x="15935" y="8662"/>
                </a:moveTo>
                <a:cubicBezTo>
                  <a:pt x="16499" y="8340"/>
                  <a:pt x="17123" y="8159"/>
                  <a:pt x="17768" y="8118"/>
                </a:cubicBezTo>
                <a:cubicBezTo>
                  <a:pt x="18392" y="8098"/>
                  <a:pt x="19118" y="8219"/>
                  <a:pt x="19903" y="8481"/>
                </a:cubicBezTo>
                <a:lnTo>
                  <a:pt x="26390" y="10697"/>
                </a:lnTo>
                <a:lnTo>
                  <a:pt x="28183" y="8904"/>
                </a:lnTo>
                <a:lnTo>
                  <a:pt x="29230" y="9952"/>
                </a:lnTo>
                <a:lnTo>
                  <a:pt x="25765" y="13417"/>
                </a:lnTo>
                <a:lnTo>
                  <a:pt x="18795" y="11039"/>
                </a:lnTo>
                <a:cubicBezTo>
                  <a:pt x="17466" y="10596"/>
                  <a:pt x="16479" y="10415"/>
                  <a:pt x="15834" y="10496"/>
                </a:cubicBezTo>
                <a:cubicBezTo>
                  <a:pt x="15209" y="10596"/>
                  <a:pt x="14565" y="10959"/>
                  <a:pt x="13920" y="11603"/>
                </a:cubicBezTo>
                <a:lnTo>
                  <a:pt x="11724" y="13799"/>
                </a:lnTo>
                <a:lnTo>
                  <a:pt x="17506" y="19581"/>
                </a:lnTo>
                <a:lnTo>
                  <a:pt x="19581" y="17506"/>
                </a:lnTo>
                <a:lnTo>
                  <a:pt x="20628" y="18554"/>
                </a:lnTo>
                <a:lnTo>
                  <a:pt x="14686" y="24496"/>
                </a:lnTo>
                <a:lnTo>
                  <a:pt x="13638" y="23449"/>
                </a:lnTo>
                <a:lnTo>
                  <a:pt x="15512" y="21575"/>
                </a:lnTo>
                <a:lnTo>
                  <a:pt x="2921" y="8985"/>
                </a:lnTo>
                <a:lnTo>
                  <a:pt x="1048" y="10858"/>
                </a:lnTo>
                <a:lnTo>
                  <a:pt x="0" y="9811"/>
                </a:lnTo>
                <a:lnTo>
                  <a:pt x="7454" y="2357"/>
                </a:lnTo>
                <a:cubicBezTo>
                  <a:pt x="8864" y="947"/>
                  <a:pt x="10314" y="181"/>
                  <a:pt x="11785" y="81"/>
                </a:cubicBezTo>
                <a:cubicBezTo>
                  <a:pt x="13235" y="0"/>
                  <a:pt x="14605" y="564"/>
                  <a:pt x="15854" y="1813"/>
                </a:cubicBezTo>
                <a:cubicBezTo>
                  <a:pt x="16861" y="2820"/>
                  <a:pt x="17385" y="3908"/>
                  <a:pt x="17385" y="5036"/>
                </a:cubicBezTo>
                <a:cubicBezTo>
                  <a:pt x="17405" y="6185"/>
                  <a:pt x="16922" y="7393"/>
                  <a:pt x="15935" y="8662"/>
                </a:cubicBezTo>
                <a:close/>
                <a:moveTo>
                  <a:pt x="10677" y="12752"/>
                </a:moveTo>
                <a:lnTo>
                  <a:pt x="13578" y="9851"/>
                </a:lnTo>
                <a:cubicBezTo>
                  <a:pt x="14565" y="8864"/>
                  <a:pt x="15068" y="7917"/>
                  <a:pt x="15068" y="6950"/>
                </a:cubicBezTo>
                <a:cubicBezTo>
                  <a:pt x="15068" y="6023"/>
                  <a:pt x="14585" y="5056"/>
                  <a:pt x="13598" y="4069"/>
                </a:cubicBezTo>
                <a:cubicBezTo>
                  <a:pt x="12631" y="3102"/>
                  <a:pt x="11664" y="2619"/>
                  <a:pt x="10717" y="2599"/>
                </a:cubicBezTo>
                <a:cubicBezTo>
                  <a:pt x="9770" y="2619"/>
                  <a:pt x="8803" y="3102"/>
                  <a:pt x="7816" y="4089"/>
                </a:cubicBezTo>
                <a:lnTo>
                  <a:pt x="4915" y="6990"/>
                </a:lnTo>
                <a:lnTo>
                  <a:pt x="10677" y="1275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327E9A-5C4C-4543-B2AC-9C56EEE4F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842" y="2491962"/>
            <a:ext cx="22139" cy="17385"/>
          </a:xfrm>
          <a:custGeom xmlns:a="http://schemas.openxmlformats.org/drawingml/2006/main">
            <a:pathLst>
              <a:path w="22139" h="17385">
                <a:moveTo>
                  <a:pt x="6587" y="3384"/>
                </a:moveTo>
                <a:lnTo>
                  <a:pt x="9972" y="0"/>
                </a:lnTo>
                <a:lnTo>
                  <a:pt x="19379" y="9408"/>
                </a:lnTo>
                <a:lnTo>
                  <a:pt x="21092" y="7695"/>
                </a:lnTo>
                <a:lnTo>
                  <a:pt x="22139" y="8743"/>
                </a:lnTo>
                <a:lnTo>
                  <a:pt x="18614" y="12268"/>
                </a:lnTo>
                <a:lnTo>
                  <a:pt x="16761" y="10415"/>
                </a:lnTo>
                <a:cubicBezTo>
                  <a:pt x="17123" y="11462"/>
                  <a:pt x="17204" y="12429"/>
                  <a:pt x="17043" y="13316"/>
                </a:cubicBezTo>
                <a:cubicBezTo>
                  <a:pt x="16861" y="14182"/>
                  <a:pt x="16418" y="14988"/>
                  <a:pt x="15733" y="15673"/>
                </a:cubicBezTo>
                <a:cubicBezTo>
                  <a:pt x="14565" y="16841"/>
                  <a:pt x="13376" y="17385"/>
                  <a:pt x="12188" y="17284"/>
                </a:cubicBezTo>
                <a:cubicBezTo>
                  <a:pt x="10999" y="17184"/>
                  <a:pt x="9690" y="16398"/>
                  <a:pt x="8280" y="14988"/>
                </a:cubicBezTo>
                <a:lnTo>
                  <a:pt x="2679" y="9388"/>
                </a:lnTo>
                <a:lnTo>
                  <a:pt x="1048" y="11019"/>
                </a:lnTo>
                <a:lnTo>
                  <a:pt x="0" y="9972"/>
                </a:lnTo>
                <a:lnTo>
                  <a:pt x="3445" y="6527"/>
                </a:lnTo>
                <a:lnTo>
                  <a:pt x="9529" y="12611"/>
                </a:lnTo>
                <a:cubicBezTo>
                  <a:pt x="10818" y="13900"/>
                  <a:pt x="11825" y="14625"/>
                  <a:pt x="12611" y="14766"/>
                </a:cubicBezTo>
                <a:cubicBezTo>
                  <a:pt x="13417" y="14927"/>
                  <a:pt x="14182" y="14605"/>
                  <a:pt x="14988" y="13799"/>
                </a:cubicBezTo>
                <a:cubicBezTo>
                  <a:pt x="15834" y="12953"/>
                  <a:pt x="16156" y="12027"/>
                  <a:pt x="15975" y="10959"/>
                </a:cubicBezTo>
                <a:cubicBezTo>
                  <a:pt x="15814" y="9911"/>
                  <a:pt x="15129" y="8783"/>
                  <a:pt x="13960" y="7615"/>
                </a:cubicBezTo>
                <a:lnTo>
                  <a:pt x="9206" y="2861"/>
                </a:lnTo>
                <a:lnTo>
                  <a:pt x="7635" y="4432"/>
                </a:lnTo>
                <a:lnTo>
                  <a:pt x="6587" y="338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DDE425-A396-4C98-9C6F-E1F0C74D2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6001" y="2479896"/>
            <a:ext cx="24335" cy="19480"/>
          </a:xfrm>
          <a:custGeom xmlns:a="http://schemas.openxmlformats.org/drawingml/2006/main">
            <a:pathLst>
              <a:path w="24335" h="19480">
                <a:moveTo>
                  <a:pt x="15995" y="16700"/>
                </a:moveTo>
                <a:lnTo>
                  <a:pt x="2780" y="3485"/>
                </a:lnTo>
                <a:lnTo>
                  <a:pt x="1048" y="5218"/>
                </a:lnTo>
                <a:lnTo>
                  <a:pt x="0" y="4170"/>
                </a:lnTo>
                <a:lnTo>
                  <a:pt x="3546" y="624"/>
                </a:lnTo>
                <a:lnTo>
                  <a:pt x="10032" y="7111"/>
                </a:lnTo>
                <a:cubicBezTo>
                  <a:pt x="9730" y="6124"/>
                  <a:pt x="9690" y="5197"/>
                  <a:pt x="9931" y="4311"/>
                </a:cubicBezTo>
                <a:cubicBezTo>
                  <a:pt x="10173" y="3465"/>
                  <a:pt x="10697" y="2619"/>
                  <a:pt x="11503" y="1813"/>
                </a:cubicBezTo>
                <a:cubicBezTo>
                  <a:pt x="12792" y="524"/>
                  <a:pt x="14363" y="0"/>
                  <a:pt x="16176" y="201"/>
                </a:cubicBezTo>
                <a:cubicBezTo>
                  <a:pt x="17989" y="403"/>
                  <a:pt x="19742" y="1309"/>
                  <a:pt x="21374" y="2941"/>
                </a:cubicBezTo>
                <a:cubicBezTo>
                  <a:pt x="23026" y="4593"/>
                  <a:pt x="23932" y="6346"/>
                  <a:pt x="24134" y="8159"/>
                </a:cubicBezTo>
                <a:cubicBezTo>
                  <a:pt x="24335" y="9972"/>
                  <a:pt x="23791" y="11523"/>
                  <a:pt x="22502" y="12812"/>
                </a:cubicBezTo>
                <a:cubicBezTo>
                  <a:pt x="21696" y="13618"/>
                  <a:pt x="20850" y="14142"/>
                  <a:pt x="20024" y="14404"/>
                </a:cubicBezTo>
                <a:cubicBezTo>
                  <a:pt x="19158" y="14666"/>
                  <a:pt x="18231" y="14625"/>
                  <a:pt x="17224" y="14303"/>
                </a:cubicBezTo>
                <a:lnTo>
                  <a:pt x="18856" y="15935"/>
                </a:lnTo>
                <a:lnTo>
                  <a:pt x="15310" y="19480"/>
                </a:lnTo>
                <a:lnTo>
                  <a:pt x="14263" y="18433"/>
                </a:lnTo>
                <a:lnTo>
                  <a:pt x="15995" y="16700"/>
                </a:lnTo>
                <a:close/>
                <a:moveTo>
                  <a:pt x="14142" y="11221"/>
                </a:moveTo>
                <a:cubicBezTo>
                  <a:pt x="15411" y="12490"/>
                  <a:pt x="16620" y="13215"/>
                  <a:pt x="17748" y="13376"/>
                </a:cubicBezTo>
                <a:cubicBezTo>
                  <a:pt x="18896" y="13558"/>
                  <a:pt x="19903" y="13195"/>
                  <a:pt x="20830" y="12268"/>
                </a:cubicBezTo>
                <a:cubicBezTo>
                  <a:pt x="21757" y="11342"/>
                  <a:pt x="22079" y="10294"/>
                  <a:pt x="21817" y="9065"/>
                </a:cubicBezTo>
                <a:cubicBezTo>
                  <a:pt x="21575" y="7857"/>
                  <a:pt x="20709" y="6507"/>
                  <a:pt x="19259" y="5056"/>
                </a:cubicBezTo>
                <a:cubicBezTo>
                  <a:pt x="17808" y="3606"/>
                  <a:pt x="16479" y="2760"/>
                  <a:pt x="15270" y="2518"/>
                </a:cubicBezTo>
                <a:cubicBezTo>
                  <a:pt x="14061" y="2276"/>
                  <a:pt x="12993" y="2579"/>
                  <a:pt x="12067" y="3505"/>
                </a:cubicBezTo>
                <a:cubicBezTo>
                  <a:pt x="11140" y="4432"/>
                  <a:pt x="10798" y="5459"/>
                  <a:pt x="10979" y="6608"/>
                </a:cubicBezTo>
                <a:cubicBezTo>
                  <a:pt x="11160" y="7756"/>
                  <a:pt x="11865" y="8944"/>
                  <a:pt x="13114" y="10193"/>
                </a:cubicBezTo>
                <a:lnTo>
                  <a:pt x="14142" y="1122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6EA41F-AFBE-4C8B-A9E4-7967DC197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3124" y="2465290"/>
            <a:ext cx="18876" cy="25282"/>
          </a:xfrm>
          <a:custGeom xmlns:a="http://schemas.openxmlformats.org/drawingml/2006/main">
            <a:pathLst>
              <a:path w="18876" h="25282">
                <a:moveTo>
                  <a:pt x="16740" y="19319"/>
                </a:moveTo>
                <a:lnTo>
                  <a:pt x="15693" y="16902"/>
                </a:lnTo>
                <a:lnTo>
                  <a:pt x="2216" y="11241"/>
                </a:lnTo>
                <a:lnTo>
                  <a:pt x="1048" y="12409"/>
                </a:lnTo>
                <a:lnTo>
                  <a:pt x="0" y="11362"/>
                </a:lnTo>
                <a:lnTo>
                  <a:pt x="4794" y="6567"/>
                </a:lnTo>
                <a:lnTo>
                  <a:pt x="5842" y="7615"/>
                </a:lnTo>
                <a:lnTo>
                  <a:pt x="4170" y="9287"/>
                </a:lnTo>
                <a:lnTo>
                  <a:pt x="14303" y="13537"/>
                </a:lnTo>
                <a:lnTo>
                  <a:pt x="10052" y="3404"/>
                </a:lnTo>
                <a:lnTo>
                  <a:pt x="8481" y="4976"/>
                </a:lnTo>
                <a:lnTo>
                  <a:pt x="7433" y="3928"/>
                </a:lnTo>
                <a:lnTo>
                  <a:pt x="11362" y="0"/>
                </a:lnTo>
                <a:lnTo>
                  <a:pt x="12409" y="1048"/>
                </a:lnTo>
                <a:lnTo>
                  <a:pt x="11241" y="2216"/>
                </a:lnTo>
                <a:lnTo>
                  <a:pt x="18191" y="18755"/>
                </a:lnTo>
                <a:cubicBezTo>
                  <a:pt x="18674" y="19883"/>
                  <a:pt x="18876" y="20810"/>
                  <a:pt x="18775" y="21515"/>
                </a:cubicBezTo>
                <a:cubicBezTo>
                  <a:pt x="18654" y="22200"/>
                  <a:pt x="18251" y="22925"/>
                  <a:pt x="17526" y="23650"/>
                </a:cubicBezTo>
                <a:cubicBezTo>
                  <a:pt x="17204" y="23972"/>
                  <a:pt x="16861" y="24234"/>
                  <a:pt x="16499" y="24516"/>
                </a:cubicBezTo>
                <a:cubicBezTo>
                  <a:pt x="16116" y="24778"/>
                  <a:pt x="15693" y="25040"/>
                  <a:pt x="15290" y="25282"/>
                </a:cubicBezTo>
                <a:lnTo>
                  <a:pt x="13296" y="23288"/>
                </a:lnTo>
                <a:lnTo>
                  <a:pt x="14222" y="22361"/>
                </a:lnTo>
                <a:cubicBezTo>
                  <a:pt x="14706" y="22764"/>
                  <a:pt x="15109" y="22965"/>
                  <a:pt x="15512" y="22965"/>
                </a:cubicBezTo>
                <a:cubicBezTo>
                  <a:pt x="15894" y="22985"/>
                  <a:pt x="16277" y="22804"/>
                  <a:pt x="16680" y="22401"/>
                </a:cubicBezTo>
                <a:cubicBezTo>
                  <a:pt x="17043" y="22039"/>
                  <a:pt x="17224" y="21656"/>
                  <a:pt x="17244" y="21233"/>
                </a:cubicBezTo>
                <a:cubicBezTo>
                  <a:pt x="17264" y="20810"/>
                  <a:pt x="17103" y="20165"/>
                  <a:pt x="16740" y="1931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6AEEB4-3DA2-4C0D-A897-3AEE9ABE2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4342" y="2440423"/>
            <a:ext cx="10" cy="9971"/>
          </a:xfrm>
          <a:custGeom xmlns:a="http://schemas.openxmlformats.org/drawingml/2006/main">
            <a:pathLst>
              <a:path w="1" h="9971">
                <a:moveTo>
                  <a:pt x="0" y="0"/>
                </a:moveTo>
                <a:lnTo>
                  <a:pt x="0" y="997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0B6226-F7DC-4ABB-A576-75BDF022F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4342" y="2440423"/>
            <a:ext cx="10" cy="9971"/>
          </a:xfrm>
          <a:custGeom xmlns:a="http://schemas.openxmlformats.org/drawingml/2006/main">
            <a:pathLst>
              <a:path w="1" h="9971" fill="none">
                <a:moveTo>
                  <a:pt x="0" y="0"/>
                </a:moveTo>
                <a:lnTo>
                  <a:pt x="0" y="9971"/>
                </a:lnTo>
              </a:path>
            </a:pathLst>
          </a:custGeom>
          <a:noFill xmlns:a="http://schemas.openxmlformats.org/drawingml/2006/main"/>
          <a:ln xmlns:a="http://schemas.openxmlformats.org/drawingml/2006/main" w="2279" cap="flat">
            <a:solidFill>
              <a:srgbClr val="000000"/>
            </a:solidFill>
            <a:round/>
          </a:ln>
        </p:spPr>
      </p:sp>
      <p:sp>
        <p:nvSpPr>
          <p:cNvPr id="3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644A3C-3EEE-4D02-B8B2-2AAA8F28B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3027" y="2496644"/>
            <a:ext cx="29230" cy="24496"/>
          </a:xfrm>
          <a:custGeom xmlns:a="http://schemas.openxmlformats.org/drawingml/2006/main">
            <a:pathLst>
              <a:path w="29230" h="24496">
                <a:moveTo>
                  <a:pt x="15935" y="8662"/>
                </a:moveTo>
                <a:cubicBezTo>
                  <a:pt x="16499" y="8340"/>
                  <a:pt x="17123" y="8159"/>
                  <a:pt x="17768" y="8118"/>
                </a:cubicBezTo>
                <a:cubicBezTo>
                  <a:pt x="18392" y="8098"/>
                  <a:pt x="19118" y="8219"/>
                  <a:pt x="19903" y="8481"/>
                </a:cubicBezTo>
                <a:lnTo>
                  <a:pt x="26390" y="10697"/>
                </a:lnTo>
                <a:lnTo>
                  <a:pt x="28183" y="8904"/>
                </a:lnTo>
                <a:lnTo>
                  <a:pt x="29230" y="9952"/>
                </a:lnTo>
                <a:lnTo>
                  <a:pt x="25765" y="13417"/>
                </a:lnTo>
                <a:lnTo>
                  <a:pt x="18795" y="11039"/>
                </a:lnTo>
                <a:cubicBezTo>
                  <a:pt x="17466" y="10596"/>
                  <a:pt x="16479" y="10415"/>
                  <a:pt x="15834" y="10496"/>
                </a:cubicBezTo>
                <a:cubicBezTo>
                  <a:pt x="15209" y="10596"/>
                  <a:pt x="14565" y="10959"/>
                  <a:pt x="13920" y="11603"/>
                </a:cubicBezTo>
                <a:lnTo>
                  <a:pt x="11724" y="13799"/>
                </a:lnTo>
                <a:lnTo>
                  <a:pt x="17506" y="19581"/>
                </a:lnTo>
                <a:lnTo>
                  <a:pt x="19581" y="17506"/>
                </a:lnTo>
                <a:lnTo>
                  <a:pt x="20628" y="18554"/>
                </a:lnTo>
                <a:lnTo>
                  <a:pt x="14686" y="24496"/>
                </a:lnTo>
                <a:lnTo>
                  <a:pt x="13638" y="23449"/>
                </a:lnTo>
                <a:lnTo>
                  <a:pt x="15512" y="21575"/>
                </a:lnTo>
                <a:lnTo>
                  <a:pt x="2921" y="8985"/>
                </a:lnTo>
                <a:lnTo>
                  <a:pt x="1048" y="10858"/>
                </a:lnTo>
                <a:lnTo>
                  <a:pt x="0" y="9811"/>
                </a:lnTo>
                <a:lnTo>
                  <a:pt x="7454" y="2357"/>
                </a:lnTo>
                <a:cubicBezTo>
                  <a:pt x="8864" y="947"/>
                  <a:pt x="10314" y="181"/>
                  <a:pt x="11785" y="81"/>
                </a:cubicBezTo>
                <a:cubicBezTo>
                  <a:pt x="13235" y="0"/>
                  <a:pt x="14605" y="564"/>
                  <a:pt x="15854" y="1813"/>
                </a:cubicBezTo>
                <a:cubicBezTo>
                  <a:pt x="16861" y="2820"/>
                  <a:pt x="17385" y="3908"/>
                  <a:pt x="17385" y="5036"/>
                </a:cubicBezTo>
                <a:cubicBezTo>
                  <a:pt x="17405" y="6185"/>
                  <a:pt x="16922" y="7393"/>
                  <a:pt x="15935" y="8662"/>
                </a:cubicBezTo>
                <a:close/>
                <a:moveTo>
                  <a:pt x="10677" y="12752"/>
                </a:moveTo>
                <a:lnTo>
                  <a:pt x="13578" y="9851"/>
                </a:lnTo>
                <a:cubicBezTo>
                  <a:pt x="14565" y="8864"/>
                  <a:pt x="15068" y="7917"/>
                  <a:pt x="15068" y="6950"/>
                </a:cubicBezTo>
                <a:cubicBezTo>
                  <a:pt x="15068" y="6023"/>
                  <a:pt x="14585" y="5056"/>
                  <a:pt x="13598" y="4069"/>
                </a:cubicBezTo>
                <a:cubicBezTo>
                  <a:pt x="12631" y="3102"/>
                  <a:pt x="11664" y="2619"/>
                  <a:pt x="10717" y="2599"/>
                </a:cubicBezTo>
                <a:cubicBezTo>
                  <a:pt x="9770" y="2619"/>
                  <a:pt x="8803" y="3102"/>
                  <a:pt x="7816" y="4089"/>
                </a:cubicBezTo>
                <a:lnTo>
                  <a:pt x="4915" y="6990"/>
                </a:lnTo>
                <a:lnTo>
                  <a:pt x="10677" y="1275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6F665B-FC59-467F-84EA-D1D5CD5C5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1862" y="2486108"/>
            <a:ext cx="22139" cy="17385"/>
          </a:xfrm>
          <a:custGeom xmlns:a="http://schemas.openxmlformats.org/drawingml/2006/main">
            <a:pathLst>
              <a:path w="22139" h="17385">
                <a:moveTo>
                  <a:pt x="6587" y="3384"/>
                </a:moveTo>
                <a:lnTo>
                  <a:pt x="9972" y="0"/>
                </a:lnTo>
                <a:lnTo>
                  <a:pt x="19379" y="9408"/>
                </a:lnTo>
                <a:lnTo>
                  <a:pt x="21092" y="7695"/>
                </a:lnTo>
                <a:lnTo>
                  <a:pt x="22139" y="8743"/>
                </a:lnTo>
                <a:lnTo>
                  <a:pt x="18614" y="12268"/>
                </a:lnTo>
                <a:lnTo>
                  <a:pt x="16761" y="10415"/>
                </a:lnTo>
                <a:cubicBezTo>
                  <a:pt x="17123" y="11462"/>
                  <a:pt x="17204" y="12429"/>
                  <a:pt x="17043" y="13316"/>
                </a:cubicBezTo>
                <a:cubicBezTo>
                  <a:pt x="16861" y="14182"/>
                  <a:pt x="16418" y="14988"/>
                  <a:pt x="15733" y="15673"/>
                </a:cubicBezTo>
                <a:cubicBezTo>
                  <a:pt x="14565" y="16841"/>
                  <a:pt x="13376" y="17385"/>
                  <a:pt x="12188" y="17284"/>
                </a:cubicBezTo>
                <a:cubicBezTo>
                  <a:pt x="10999" y="17184"/>
                  <a:pt x="9690" y="16398"/>
                  <a:pt x="8280" y="14988"/>
                </a:cubicBezTo>
                <a:lnTo>
                  <a:pt x="2679" y="9388"/>
                </a:lnTo>
                <a:lnTo>
                  <a:pt x="1048" y="11019"/>
                </a:lnTo>
                <a:lnTo>
                  <a:pt x="0" y="9972"/>
                </a:lnTo>
                <a:lnTo>
                  <a:pt x="3445" y="6527"/>
                </a:lnTo>
                <a:lnTo>
                  <a:pt x="9529" y="12611"/>
                </a:lnTo>
                <a:cubicBezTo>
                  <a:pt x="10818" y="13900"/>
                  <a:pt x="11825" y="14625"/>
                  <a:pt x="12611" y="14766"/>
                </a:cubicBezTo>
                <a:cubicBezTo>
                  <a:pt x="13417" y="14927"/>
                  <a:pt x="14182" y="14605"/>
                  <a:pt x="14988" y="13799"/>
                </a:cubicBezTo>
                <a:cubicBezTo>
                  <a:pt x="15834" y="12953"/>
                  <a:pt x="16156" y="12027"/>
                  <a:pt x="15975" y="10959"/>
                </a:cubicBezTo>
                <a:cubicBezTo>
                  <a:pt x="15814" y="9911"/>
                  <a:pt x="15129" y="8783"/>
                  <a:pt x="13960" y="7615"/>
                </a:cubicBezTo>
                <a:lnTo>
                  <a:pt x="9206" y="2861"/>
                </a:lnTo>
                <a:lnTo>
                  <a:pt x="7635" y="4432"/>
                </a:lnTo>
                <a:lnTo>
                  <a:pt x="6587" y="338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AB6729-FD70-4281-9269-652C92570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6870" y="2475471"/>
            <a:ext cx="15673" cy="16922"/>
          </a:xfrm>
          <a:custGeom xmlns:a="http://schemas.openxmlformats.org/drawingml/2006/main">
            <a:pathLst>
              <a:path w="15673" h="16922">
                <a:moveTo>
                  <a:pt x="8421" y="16922"/>
                </a:moveTo>
                <a:lnTo>
                  <a:pt x="5983" y="14484"/>
                </a:lnTo>
                <a:lnTo>
                  <a:pt x="7031" y="13437"/>
                </a:lnTo>
                <a:cubicBezTo>
                  <a:pt x="7836" y="14202"/>
                  <a:pt x="8662" y="14545"/>
                  <a:pt x="9508" y="14464"/>
                </a:cubicBezTo>
                <a:cubicBezTo>
                  <a:pt x="10375" y="14404"/>
                  <a:pt x="11241" y="13900"/>
                  <a:pt x="12147" y="12993"/>
                </a:cubicBezTo>
                <a:cubicBezTo>
                  <a:pt x="12953" y="12188"/>
                  <a:pt x="13437" y="11422"/>
                  <a:pt x="13537" y="10677"/>
                </a:cubicBezTo>
                <a:cubicBezTo>
                  <a:pt x="13658" y="9952"/>
                  <a:pt x="13437" y="9287"/>
                  <a:pt x="12852" y="8703"/>
                </a:cubicBezTo>
                <a:cubicBezTo>
                  <a:pt x="12409" y="8259"/>
                  <a:pt x="11865" y="8038"/>
                  <a:pt x="11281" y="8058"/>
                </a:cubicBezTo>
                <a:cubicBezTo>
                  <a:pt x="10677" y="8098"/>
                  <a:pt x="9730" y="8441"/>
                  <a:pt x="8400" y="9126"/>
                </a:cubicBezTo>
                <a:lnTo>
                  <a:pt x="6648" y="9992"/>
                </a:lnTo>
                <a:cubicBezTo>
                  <a:pt x="5459" y="10616"/>
                  <a:pt x="4452" y="10898"/>
                  <a:pt x="3606" y="10858"/>
                </a:cubicBezTo>
                <a:cubicBezTo>
                  <a:pt x="2780" y="10838"/>
                  <a:pt x="2035" y="10496"/>
                  <a:pt x="1350" y="9811"/>
                </a:cubicBezTo>
                <a:cubicBezTo>
                  <a:pt x="403" y="8864"/>
                  <a:pt x="0" y="7776"/>
                  <a:pt x="161" y="6527"/>
                </a:cubicBezTo>
                <a:cubicBezTo>
                  <a:pt x="322" y="5278"/>
                  <a:pt x="1007" y="4029"/>
                  <a:pt x="2256" y="2780"/>
                </a:cubicBezTo>
                <a:cubicBezTo>
                  <a:pt x="2800" y="2236"/>
                  <a:pt x="3465" y="1732"/>
                  <a:pt x="4210" y="1269"/>
                </a:cubicBezTo>
                <a:cubicBezTo>
                  <a:pt x="4956" y="806"/>
                  <a:pt x="5802" y="363"/>
                  <a:pt x="6728" y="0"/>
                </a:cubicBezTo>
                <a:lnTo>
                  <a:pt x="9005" y="2276"/>
                </a:lnTo>
                <a:lnTo>
                  <a:pt x="7957" y="3324"/>
                </a:lnTo>
                <a:cubicBezTo>
                  <a:pt x="7252" y="2699"/>
                  <a:pt x="6507" y="2397"/>
                  <a:pt x="5681" y="2458"/>
                </a:cubicBezTo>
                <a:cubicBezTo>
                  <a:pt x="4855" y="2518"/>
                  <a:pt x="4049" y="2921"/>
                  <a:pt x="3284" y="3687"/>
                </a:cubicBezTo>
                <a:cubicBezTo>
                  <a:pt x="2518" y="4452"/>
                  <a:pt x="2075" y="5177"/>
                  <a:pt x="1954" y="5822"/>
                </a:cubicBezTo>
                <a:cubicBezTo>
                  <a:pt x="1833" y="6507"/>
                  <a:pt x="2055" y="7091"/>
                  <a:pt x="2579" y="7615"/>
                </a:cubicBezTo>
                <a:cubicBezTo>
                  <a:pt x="3022" y="8058"/>
                  <a:pt x="3525" y="8280"/>
                  <a:pt x="4089" y="8239"/>
                </a:cubicBezTo>
                <a:cubicBezTo>
                  <a:pt x="4633" y="8219"/>
                  <a:pt x="5500" y="7877"/>
                  <a:pt x="6668" y="7272"/>
                </a:cubicBezTo>
                <a:lnTo>
                  <a:pt x="8541" y="6285"/>
                </a:lnTo>
                <a:cubicBezTo>
                  <a:pt x="9851" y="5620"/>
                  <a:pt x="10939" y="5298"/>
                  <a:pt x="11845" y="5318"/>
                </a:cubicBezTo>
                <a:cubicBezTo>
                  <a:pt x="12752" y="5338"/>
                  <a:pt x="13558" y="5701"/>
                  <a:pt x="14283" y="6426"/>
                </a:cubicBezTo>
                <a:cubicBezTo>
                  <a:pt x="15290" y="7433"/>
                  <a:pt x="15673" y="8582"/>
                  <a:pt x="15471" y="9911"/>
                </a:cubicBezTo>
                <a:cubicBezTo>
                  <a:pt x="15270" y="11241"/>
                  <a:pt x="14504" y="12530"/>
                  <a:pt x="13175" y="13860"/>
                </a:cubicBezTo>
                <a:cubicBezTo>
                  <a:pt x="12490" y="14545"/>
                  <a:pt x="11765" y="15109"/>
                  <a:pt x="10999" y="15632"/>
                </a:cubicBezTo>
                <a:cubicBezTo>
                  <a:pt x="10234" y="16156"/>
                  <a:pt x="9367" y="16579"/>
                  <a:pt x="8421" y="1692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6FA39E-AC55-4939-AAE2-95EE4F750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559" y="2465923"/>
            <a:ext cx="18332" cy="14625"/>
          </a:xfrm>
          <a:custGeom xmlns:a="http://schemas.openxmlformats.org/drawingml/2006/main">
            <a:pathLst>
              <a:path w="18332" h="14625">
                <a:moveTo>
                  <a:pt x="4291" y="6265"/>
                </a:moveTo>
                <a:lnTo>
                  <a:pt x="2699" y="7857"/>
                </a:lnTo>
                <a:lnTo>
                  <a:pt x="1652" y="6809"/>
                </a:lnTo>
                <a:lnTo>
                  <a:pt x="3243" y="5218"/>
                </a:lnTo>
                <a:lnTo>
                  <a:pt x="0" y="1974"/>
                </a:lnTo>
                <a:lnTo>
                  <a:pt x="1813" y="161"/>
                </a:lnTo>
                <a:lnTo>
                  <a:pt x="5056" y="3404"/>
                </a:lnTo>
                <a:lnTo>
                  <a:pt x="8461" y="0"/>
                </a:lnTo>
                <a:lnTo>
                  <a:pt x="9508" y="1048"/>
                </a:lnTo>
                <a:lnTo>
                  <a:pt x="6104" y="4452"/>
                </a:lnTo>
                <a:lnTo>
                  <a:pt x="12752" y="11100"/>
                </a:lnTo>
                <a:cubicBezTo>
                  <a:pt x="13638" y="11986"/>
                  <a:pt x="14303" y="12490"/>
                  <a:pt x="14726" y="12550"/>
                </a:cubicBezTo>
                <a:cubicBezTo>
                  <a:pt x="15129" y="12631"/>
                  <a:pt x="15572" y="12429"/>
                  <a:pt x="16035" y="11966"/>
                </a:cubicBezTo>
                <a:cubicBezTo>
                  <a:pt x="16499" y="11503"/>
                  <a:pt x="16700" y="11019"/>
                  <a:pt x="16640" y="10516"/>
                </a:cubicBezTo>
                <a:cubicBezTo>
                  <a:pt x="16559" y="10032"/>
                  <a:pt x="16237" y="9468"/>
                  <a:pt x="15632" y="8823"/>
                </a:cubicBezTo>
                <a:lnTo>
                  <a:pt x="17002" y="7454"/>
                </a:lnTo>
                <a:cubicBezTo>
                  <a:pt x="17909" y="8481"/>
                  <a:pt x="18332" y="9428"/>
                  <a:pt x="18292" y="10314"/>
                </a:cubicBezTo>
                <a:cubicBezTo>
                  <a:pt x="18251" y="11201"/>
                  <a:pt x="17768" y="12127"/>
                  <a:pt x="16821" y="13074"/>
                </a:cubicBezTo>
                <a:cubicBezTo>
                  <a:pt x="15774" y="14122"/>
                  <a:pt x="14786" y="14625"/>
                  <a:pt x="13920" y="14605"/>
                </a:cubicBezTo>
                <a:cubicBezTo>
                  <a:pt x="13034" y="14605"/>
                  <a:pt x="12047" y="14021"/>
                  <a:pt x="10939" y="12913"/>
                </a:cubicBezTo>
                <a:lnTo>
                  <a:pt x="4291" y="626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B362A8-6216-478B-815A-B3897C5EF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5293" y="2440423"/>
            <a:ext cx="10" cy="9971"/>
          </a:xfrm>
          <a:custGeom xmlns:a="http://schemas.openxmlformats.org/drawingml/2006/main">
            <a:pathLst>
              <a:path w="1" h="9971">
                <a:moveTo>
                  <a:pt x="0" y="0"/>
                </a:moveTo>
                <a:lnTo>
                  <a:pt x="0" y="997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6D5750-0C27-4CFB-9836-1CD584A00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5293" y="2440423"/>
            <a:ext cx="10" cy="9971"/>
          </a:xfrm>
          <a:custGeom xmlns:a="http://schemas.openxmlformats.org/drawingml/2006/main">
            <a:pathLst>
              <a:path w="1" h="9971" fill="none">
                <a:moveTo>
                  <a:pt x="0" y="0"/>
                </a:moveTo>
                <a:lnTo>
                  <a:pt x="0" y="9971"/>
                </a:lnTo>
              </a:path>
            </a:pathLst>
          </a:custGeom>
          <a:noFill xmlns:a="http://schemas.openxmlformats.org/drawingml/2006/main"/>
          <a:ln xmlns:a="http://schemas.openxmlformats.org/drawingml/2006/main" w="2279" cap="flat">
            <a:solidFill>
              <a:srgbClr val="000000"/>
            </a:solidFill>
            <a:round/>
          </a:ln>
        </p:spPr>
      </p:sp>
      <p:sp>
        <p:nvSpPr>
          <p:cNvPr id="3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B3F733-90D5-4338-9E35-B75C71A96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1939" y="2505617"/>
            <a:ext cx="21454" cy="23086"/>
          </a:xfrm>
          <a:custGeom xmlns:a="http://schemas.openxmlformats.org/drawingml/2006/main">
            <a:pathLst>
              <a:path w="21454" h="23086">
                <a:moveTo>
                  <a:pt x="12268" y="23086"/>
                </a:moveTo>
                <a:lnTo>
                  <a:pt x="8924" y="19742"/>
                </a:lnTo>
                <a:lnTo>
                  <a:pt x="10052" y="18614"/>
                </a:lnTo>
                <a:cubicBezTo>
                  <a:pt x="11201" y="19722"/>
                  <a:pt x="12349" y="20226"/>
                  <a:pt x="13497" y="20125"/>
                </a:cubicBezTo>
                <a:cubicBezTo>
                  <a:pt x="14645" y="20064"/>
                  <a:pt x="15854" y="19379"/>
                  <a:pt x="17103" y="18130"/>
                </a:cubicBezTo>
                <a:cubicBezTo>
                  <a:pt x="18271" y="16962"/>
                  <a:pt x="18936" y="15854"/>
                  <a:pt x="19077" y="14786"/>
                </a:cubicBezTo>
                <a:cubicBezTo>
                  <a:pt x="19218" y="13719"/>
                  <a:pt x="18856" y="12711"/>
                  <a:pt x="17969" y="11825"/>
                </a:cubicBezTo>
                <a:cubicBezTo>
                  <a:pt x="17264" y="11120"/>
                  <a:pt x="16519" y="10778"/>
                  <a:pt x="15774" y="10757"/>
                </a:cubicBezTo>
                <a:cubicBezTo>
                  <a:pt x="15048" y="10757"/>
                  <a:pt x="13880" y="11160"/>
                  <a:pt x="12329" y="11986"/>
                </a:cubicBezTo>
                <a:lnTo>
                  <a:pt x="9811" y="13336"/>
                </a:lnTo>
                <a:cubicBezTo>
                  <a:pt x="7977" y="14323"/>
                  <a:pt x="6446" y="14807"/>
                  <a:pt x="5238" y="14726"/>
                </a:cubicBezTo>
                <a:cubicBezTo>
                  <a:pt x="4049" y="14666"/>
                  <a:pt x="2901" y="14081"/>
                  <a:pt x="1773" y="12953"/>
                </a:cubicBezTo>
                <a:cubicBezTo>
                  <a:pt x="524" y="11704"/>
                  <a:pt x="0" y="10294"/>
                  <a:pt x="201" y="8723"/>
                </a:cubicBezTo>
                <a:cubicBezTo>
                  <a:pt x="403" y="7151"/>
                  <a:pt x="1289" y="5580"/>
                  <a:pt x="2901" y="3969"/>
                </a:cubicBezTo>
                <a:cubicBezTo>
                  <a:pt x="3586" y="3284"/>
                  <a:pt x="4412" y="2619"/>
                  <a:pt x="5359" y="1954"/>
                </a:cubicBezTo>
                <a:cubicBezTo>
                  <a:pt x="6326" y="1309"/>
                  <a:pt x="7393" y="645"/>
                  <a:pt x="8602" y="0"/>
                </a:cubicBezTo>
                <a:lnTo>
                  <a:pt x="11724" y="3122"/>
                </a:lnTo>
                <a:lnTo>
                  <a:pt x="10616" y="4230"/>
                </a:lnTo>
                <a:cubicBezTo>
                  <a:pt x="9468" y="3324"/>
                  <a:pt x="8380" y="2921"/>
                  <a:pt x="7333" y="3042"/>
                </a:cubicBezTo>
                <a:cubicBezTo>
                  <a:pt x="6285" y="3163"/>
                  <a:pt x="5157" y="3807"/>
                  <a:pt x="3989" y="4976"/>
                </a:cubicBezTo>
                <a:cubicBezTo>
                  <a:pt x="2941" y="6023"/>
                  <a:pt x="2377" y="7031"/>
                  <a:pt x="2256" y="7998"/>
                </a:cubicBezTo>
                <a:cubicBezTo>
                  <a:pt x="2135" y="8965"/>
                  <a:pt x="2478" y="9831"/>
                  <a:pt x="3284" y="10637"/>
                </a:cubicBezTo>
                <a:cubicBezTo>
                  <a:pt x="3989" y="11342"/>
                  <a:pt x="4734" y="11684"/>
                  <a:pt x="5540" y="11684"/>
                </a:cubicBezTo>
                <a:cubicBezTo>
                  <a:pt x="6346" y="11684"/>
                  <a:pt x="7615" y="11221"/>
                  <a:pt x="9327" y="10274"/>
                </a:cubicBezTo>
                <a:lnTo>
                  <a:pt x="11684" y="9005"/>
                </a:lnTo>
                <a:cubicBezTo>
                  <a:pt x="13417" y="8078"/>
                  <a:pt x="14887" y="7655"/>
                  <a:pt x="16056" y="7695"/>
                </a:cubicBezTo>
                <a:cubicBezTo>
                  <a:pt x="17244" y="7756"/>
                  <a:pt x="18372" y="8280"/>
                  <a:pt x="19420" y="9327"/>
                </a:cubicBezTo>
                <a:cubicBezTo>
                  <a:pt x="20850" y="10757"/>
                  <a:pt x="21454" y="12288"/>
                  <a:pt x="21253" y="13900"/>
                </a:cubicBezTo>
                <a:cubicBezTo>
                  <a:pt x="21051" y="15552"/>
                  <a:pt x="20044" y="17244"/>
                  <a:pt x="18251" y="19037"/>
                </a:cubicBezTo>
                <a:cubicBezTo>
                  <a:pt x="17446" y="19843"/>
                  <a:pt x="16539" y="20588"/>
                  <a:pt x="15532" y="21273"/>
                </a:cubicBezTo>
                <a:cubicBezTo>
                  <a:pt x="14545" y="21978"/>
                  <a:pt x="13457" y="22582"/>
                  <a:pt x="12268" y="230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A84973-2CBE-464E-A23E-FD2E35C10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9929" y="2497660"/>
            <a:ext cx="15350" cy="16277"/>
          </a:xfrm>
          <a:custGeom xmlns:a="http://schemas.openxmlformats.org/drawingml/2006/main">
            <a:pathLst>
              <a:path w="15350" h="16277">
                <a:moveTo>
                  <a:pt x="14122" y="6326"/>
                </a:moveTo>
                <a:cubicBezTo>
                  <a:pt x="14988" y="7716"/>
                  <a:pt x="15350" y="9045"/>
                  <a:pt x="15189" y="10334"/>
                </a:cubicBezTo>
                <a:cubicBezTo>
                  <a:pt x="15048" y="11644"/>
                  <a:pt x="14383" y="12873"/>
                  <a:pt x="13235" y="14021"/>
                </a:cubicBezTo>
                <a:cubicBezTo>
                  <a:pt x="11704" y="15552"/>
                  <a:pt x="10012" y="16277"/>
                  <a:pt x="8078" y="16197"/>
                </a:cubicBezTo>
                <a:cubicBezTo>
                  <a:pt x="6144" y="16116"/>
                  <a:pt x="4351" y="15250"/>
                  <a:pt x="2679" y="13578"/>
                </a:cubicBezTo>
                <a:cubicBezTo>
                  <a:pt x="1027" y="11926"/>
                  <a:pt x="161" y="10133"/>
                  <a:pt x="81" y="8199"/>
                </a:cubicBezTo>
                <a:cubicBezTo>
                  <a:pt x="0" y="6265"/>
                  <a:pt x="705" y="4553"/>
                  <a:pt x="2236" y="3022"/>
                </a:cubicBezTo>
                <a:cubicBezTo>
                  <a:pt x="2881" y="2377"/>
                  <a:pt x="3626" y="1793"/>
                  <a:pt x="4452" y="1289"/>
                </a:cubicBezTo>
                <a:cubicBezTo>
                  <a:pt x="5258" y="806"/>
                  <a:pt x="6144" y="363"/>
                  <a:pt x="7111" y="0"/>
                </a:cubicBezTo>
                <a:lnTo>
                  <a:pt x="9790" y="2679"/>
                </a:lnTo>
                <a:lnTo>
                  <a:pt x="8743" y="3727"/>
                </a:lnTo>
                <a:cubicBezTo>
                  <a:pt x="7695" y="2961"/>
                  <a:pt x="6728" y="2599"/>
                  <a:pt x="5842" y="2639"/>
                </a:cubicBezTo>
                <a:cubicBezTo>
                  <a:pt x="4956" y="2679"/>
                  <a:pt x="4069" y="3122"/>
                  <a:pt x="3223" y="3969"/>
                </a:cubicBezTo>
                <a:cubicBezTo>
                  <a:pt x="2236" y="4956"/>
                  <a:pt x="1873" y="6084"/>
                  <a:pt x="2156" y="7333"/>
                </a:cubicBezTo>
                <a:cubicBezTo>
                  <a:pt x="2417" y="8602"/>
                  <a:pt x="3304" y="9972"/>
                  <a:pt x="4815" y="11483"/>
                </a:cubicBezTo>
                <a:cubicBezTo>
                  <a:pt x="6326" y="12993"/>
                  <a:pt x="7695" y="13880"/>
                  <a:pt x="8965" y="14142"/>
                </a:cubicBezTo>
                <a:cubicBezTo>
                  <a:pt x="10213" y="14424"/>
                  <a:pt x="11321" y="14041"/>
                  <a:pt x="12309" y="13054"/>
                </a:cubicBezTo>
                <a:cubicBezTo>
                  <a:pt x="13074" y="12288"/>
                  <a:pt x="13497" y="11462"/>
                  <a:pt x="13558" y="10596"/>
                </a:cubicBezTo>
                <a:cubicBezTo>
                  <a:pt x="13618" y="9730"/>
                  <a:pt x="13316" y="8783"/>
                  <a:pt x="12671" y="7776"/>
                </a:cubicBezTo>
                <a:lnTo>
                  <a:pt x="14122" y="632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DA1BCE-E59D-49C9-9CCE-6E87EE67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001" y="2487829"/>
            <a:ext cx="19561" cy="15794"/>
          </a:xfrm>
          <a:custGeom xmlns:a="http://schemas.openxmlformats.org/drawingml/2006/main">
            <a:pathLst>
              <a:path w="19561" h="15794">
                <a:moveTo>
                  <a:pt x="12852" y="7071"/>
                </a:moveTo>
                <a:lnTo>
                  <a:pt x="10637" y="4855"/>
                </a:lnTo>
                <a:lnTo>
                  <a:pt x="8300" y="7192"/>
                </a:lnTo>
                <a:cubicBezTo>
                  <a:pt x="7393" y="8098"/>
                  <a:pt x="6930" y="8965"/>
                  <a:pt x="6869" y="9790"/>
                </a:cubicBezTo>
                <a:cubicBezTo>
                  <a:pt x="6829" y="10637"/>
                  <a:pt x="7212" y="11422"/>
                  <a:pt x="7998" y="12208"/>
                </a:cubicBezTo>
                <a:cubicBezTo>
                  <a:pt x="8723" y="12933"/>
                  <a:pt x="9529" y="13296"/>
                  <a:pt x="10395" y="13276"/>
                </a:cubicBezTo>
                <a:cubicBezTo>
                  <a:pt x="11281" y="13276"/>
                  <a:pt x="12087" y="12873"/>
                  <a:pt x="12852" y="12107"/>
                </a:cubicBezTo>
                <a:cubicBezTo>
                  <a:pt x="13598" y="11362"/>
                  <a:pt x="13981" y="10536"/>
                  <a:pt x="13981" y="9609"/>
                </a:cubicBezTo>
                <a:cubicBezTo>
                  <a:pt x="13981" y="8682"/>
                  <a:pt x="13618" y="7836"/>
                  <a:pt x="12852" y="7071"/>
                </a:cubicBezTo>
                <a:close/>
                <a:moveTo>
                  <a:pt x="11422" y="2014"/>
                </a:moveTo>
                <a:lnTo>
                  <a:pt x="16902" y="7494"/>
                </a:lnTo>
                <a:lnTo>
                  <a:pt x="18513" y="5882"/>
                </a:lnTo>
                <a:lnTo>
                  <a:pt x="19561" y="6930"/>
                </a:lnTo>
                <a:lnTo>
                  <a:pt x="16136" y="10355"/>
                </a:lnTo>
                <a:lnTo>
                  <a:pt x="15008" y="9226"/>
                </a:lnTo>
                <a:cubicBezTo>
                  <a:pt x="15089" y="10113"/>
                  <a:pt x="14988" y="10939"/>
                  <a:pt x="14686" y="11684"/>
                </a:cubicBezTo>
                <a:cubicBezTo>
                  <a:pt x="14363" y="12409"/>
                  <a:pt x="13860" y="13155"/>
                  <a:pt x="13175" y="13840"/>
                </a:cubicBezTo>
                <a:cubicBezTo>
                  <a:pt x="12006" y="15008"/>
                  <a:pt x="10778" y="15632"/>
                  <a:pt x="9488" y="15713"/>
                </a:cubicBezTo>
                <a:cubicBezTo>
                  <a:pt x="8199" y="15794"/>
                  <a:pt x="7031" y="15270"/>
                  <a:pt x="5983" y="14222"/>
                </a:cubicBezTo>
                <a:cubicBezTo>
                  <a:pt x="4915" y="13155"/>
                  <a:pt x="4472" y="11946"/>
                  <a:pt x="4653" y="10556"/>
                </a:cubicBezTo>
                <a:cubicBezTo>
                  <a:pt x="4815" y="9186"/>
                  <a:pt x="5620" y="7776"/>
                  <a:pt x="7051" y="6346"/>
                </a:cubicBezTo>
                <a:lnTo>
                  <a:pt x="9589" y="3807"/>
                </a:lnTo>
                <a:lnTo>
                  <a:pt x="8864" y="3082"/>
                </a:lnTo>
                <a:cubicBezTo>
                  <a:pt x="8078" y="2297"/>
                  <a:pt x="7232" y="1934"/>
                  <a:pt x="6305" y="1974"/>
                </a:cubicBezTo>
                <a:cubicBezTo>
                  <a:pt x="5379" y="2014"/>
                  <a:pt x="4472" y="2478"/>
                  <a:pt x="3606" y="3344"/>
                </a:cubicBezTo>
                <a:cubicBezTo>
                  <a:pt x="2881" y="4069"/>
                  <a:pt x="2498" y="4815"/>
                  <a:pt x="2397" y="5560"/>
                </a:cubicBezTo>
                <a:cubicBezTo>
                  <a:pt x="2276" y="6326"/>
                  <a:pt x="2498" y="7071"/>
                  <a:pt x="3042" y="7816"/>
                </a:cubicBezTo>
                <a:lnTo>
                  <a:pt x="2115" y="8743"/>
                </a:lnTo>
                <a:lnTo>
                  <a:pt x="0" y="6628"/>
                </a:lnTo>
                <a:cubicBezTo>
                  <a:pt x="363" y="5741"/>
                  <a:pt x="766" y="4936"/>
                  <a:pt x="1229" y="4190"/>
                </a:cubicBezTo>
                <a:cubicBezTo>
                  <a:pt x="1692" y="3485"/>
                  <a:pt x="2196" y="2820"/>
                  <a:pt x="2760" y="2256"/>
                </a:cubicBezTo>
                <a:cubicBezTo>
                  <a:pt x="4210" y="806"/>
                  <a:pt x="5661" y="81"/>
                  <a:pt x="7151" y="40"/>
                </a:cubicBezTo>
                <a:cubicBezTo>
                  <a:pt x="8642" y="0"/>
                  <a:pt x="10052" y="645"/>
                  <a:pt x="11422" y="201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C8A030-3B45-4CA6-B0D9-43DA4E693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5400" y="2474755"/>
            <a:ext cx="20568" cy="18856"/>
          </a:xfrm>
          <a:custGeom xmlns:a="http://schemas.openxmlformats.org/drawingml/2006/main">
            <a:pathLst>
              <a:path w="20568" h="18856">
                <a:moveTo>
                  <a:pt x="17808" y="14263"/>
                </a:moveTo>
                <a:lnTo>
                  <a:pt x="19520" y="12550"/>
                </a:lnTo>
                <a:lnTo>
                  <a:pt x="20568" y="13598"/>
                </a:lnTo>
                <a:lnTo>
                  <a:pt x="15310" y="18856"/>
                </a:lnTo>
                <a:lnTo>
                  <a:pt x="14263" y="17808"/>
                </a:lnTo>
                <a:lnTo>
                  <a:pt x="15995" y="16076"/>
                </a:lnTo>
                <a:lnTo>
                  <a:pt x="2780" y="2861"/>
                </a:lnTo>
                <a:lnTo>
                  <a:pt x="1048" y="4593"/>
                </a:lnTo>
                <a:lnTo>
                  <a:pt x="0" y="3546"/>
                </a:lnTo>
                <a:lnTo>
                  <a:pt x="3546" y="0"/>
                </a:lnTo>
                <a:lnTo>
                  <a:pt x="17808" y="1426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96FC10-8BE4-435B-B891-B3E714C34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8454" y="2469376"/>
            <a:ext cx="19561" cy="15794"/>
          </a:xfrm>
          <a:custGeom xmlns:a="http://schemas.openxmlformats.org/drawingml/2006/main">
            <a:pathLst>
              <a:path w="19561" h="15794">
                <a:moveTo>
                  <a:pt x="12852" y="7071"/>
                </a:moveTo>
                <a:lnTo>
                  <a:pt x="10637" y="4855"/>
                </a:lnTo>
                <a:lnTo>
                  <a:pt x="8300" y="7192"/>
                </a:lnTo>
                <a:cubicBezTo>
                  <a:pt x="7393" y="8098"/>
                  <a:pt x="6930" y="8965"/>
                  <a:pt x="6869" y="9790"/>
                </a:cubicBezTo>
                <a:cubicBezTo>
                  <a:pt x="6829" y="10637"/>
                  <a:pt x="7212" y="11422"/>
                  <a:pt x="7998" y="12208"/>
                </a:cubicBezTo>
                <a:cubicBezTo>
                  <a:pt x="8723" y="12933"/>
                  <a:pt x="9529" y="13296"/>
                  <a:pt x="10395" y="13276"/>
                </a:cubicBezTo>
                <a:cubicBezTo>
                  <a:pt x="11281" y="13276"/>
                  <a:pt x="12087" y="12873"/>
                  <a:pt x="12852" y="12107"/>
                </a:cubicBezTo>
                <a:cubicBezTo>
                  <a:pt x="13598" y="11362"/>
                  <a:pt x="13981" y="10536"/>
                  <a:pt x="13981" y="9609"/>
                </a:cubicBezTo>
                <a:cubicBezTo>
                  <a:pt x="13981" y="8682"/>
                  <a:pt x="13618" y="7836"/>
                  <a:pt x="12852" y="7071"/>
                </a:cubicBezTo>
                <a:close/>
                <a:moveTo>
                  <a:pt x="11422" y="2014"/>
                </a:moveTo>
                <a:lnTo>
                  <a:pt x="16902" y="7494"/>
                </a:lnTo>
                <a:lnTo>
                  <a:pt x="18513" y="5882"/>
                </a:lnTo>
                <a:lnTo>
                  <a:pt x="19561" y="6930"/>
                </a:lnTo>
                <a:lnTo>
                  <a:pt x="16136" y="10355"/>
                </a:lnTo>
                <a:lnTo>
                  <a:pt x="15008" y="9226"/>
                </a:lnTo>
                <a:cubicBezTo>
                  <a:pt x="15089" y="10113"/>
                  <a:pt x="14988" y="10939"/>
                  <a:pt x="14686" y="11684"/>
                </a:cubicBezTo>
                <a:cubicBezTo>
                  <a:pt x="14363" y="12409"/>
                  <a:pt x="13860" y="13155"/>
                  <a:pt x="13175" y="13840"/>
                </a:cubicBezTo>
                <a:cubicBezTo>
                  <a:pt x="12006" y="15008"/>
                  <a:pt x="10778" y="15632"/>
                  <a:pt x="9488" y="15713"/>
                </a:cubicBezTo>
                <a:cubicBezTo>
                  <a:pt x="8199" y="15794"/>
                  <a:pt x="7031" y="15270"/>
                  <a:pt x="5983" y="14222"/>
                </a:cubicBezTo>
                <a:cubicBezTo>
                  <a:pt x="4915" y="13155"/>
                  <a:pt x="4472" y="11946"/>
                  <a:pt x="4653" y="10556"/>
                </a:cubicBezTo>
                <a:cubicBezTo>
                  <a:pt x="4815" y="9186"/>
                  <a:pt x="5620" y="7776"/>
                  <a:pt x="7051" y="6346"/>
                </a:cubicBezTo>
                <a:lnTo>
                  <a:pt x="9589" y="3807"/>
                </a:lnTo>
                <a:lnTo>
                  <a:pt x="8864" y="3082"/>
                </a:lnTo>
                <a:cubicBezTo>
                  <a:pt x="8078" y="2297"/>
                  <a:pt x="7232" y="1934"/>
                  <a:pt x="6305" y="1974"/>
                </a:cubicBezTo>
                <a:cubicBezTo>
                  <a:pt x="5379" y="2014"/>
                  <a:pt x="4472" y="2478"/>
                  <a:pt x="3606" y="3344"/>
                </a:cubicBezTo>
                <a:cubicBezTo>
                  <a:pt x="2881" y="4069"/>
                  <a:pt x="2498" y="4815"/>
                  <a:pt x="2397" y="5560"/>
                </a:cubicBezTo>
                <a:cubicBezTo>
                  <a:pt x="2276" y="6326"/>
                  <a:pt x="2498" y="7071"/>
                  <a:pt x="3042" y="7816"/>
                </a:cubicBezTo>
                <a:lnTo>
                  <a:pt x="2115" y="8743"/>
                </a:lnTo>
                <a:lnTo>
                  <a:pt x="0" y="6628"/>
                </a:lnTo>
                <a:cubicBezTo>
                  <a:pt x="363" y="5741"/>
                  <a:pt x="766" y="4936"/>
                  <a:pt x="1229" y="4190"/>
                </a:cubicBezTo>
                <a:cubicBezTo>
                  <a:pt x="1692" y="3485"/>
                  <a:pt x="2196" y="2820"/>
                  <a:pt x="2760" y="2256"/>
                </a:cubicBezTo>
                <a:cubicBezTo>
                  <a:pt x="4210" y="806"/>
                  <a:pt x="5661" y="81"/>
                  <a:pt x="7151" y="40"/>
                </a:cubicBezTo>
                <a:cubicBezTo>
                  <a:pt x="8642" y="0"/>
                  <a:pt x="10052" y="645"/>
                  <a:pt x="11422" y="201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86D043-DD18-4F54-A0F2-09EA76251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4" y="259783"/>
            <a:ext cx="9971" cy="10"/>
          </a:xfrm>
          <a:custGeom xmlns:a="http://schemas.openxmlformats.org/drawingml/2006/main">
            <a:pathLst>
              <a:path w="9971" h="1">
                <a:moveTo>
                  <a:pt x="9971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D301C5-AA1F-44EA-8903-B69E173A6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4" y="259783"/>
            <a:ext cx="9971" cy="10"/>
          </a:xfrm>
          <a:custGeom xmlns:a="http://schemas.openxmlformats.org/drawingml/2006/main">
            <a:pathLst>
              <a:path w="9971" h="1" fill="none">
                <a:moveTo>
                  <a:pt x="9971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9" cap="flat">
            <a:solidFill>
              <a:srgbClr val="000000"/>
            </a:solidFill>
            <a:round/>
          </a:ln>
        </p:spPr>
      </p:sp>
      <p:sp>
        <p:nvSpPr>
          <p:cNvPr id="3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0249D9-1EFE-4B97-B397-1BC1E8323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03" y="250604"/>
            <a:ext cx="21509" cy="18490"/>
          </a:xfrm>
          <a:custGeom xmlns:a="http://schemas.openxmlformats.org/drawingml/2006/main">
            <a:pathLst>
              <a:path w="21509" h="18490">
                <a:moveTo>
                  <a:pt x="15641" y="0"/>
                </a:moveTo>
                <a:cubicBezTo>
                  <a:pt x="17578" y="627"/>
                  <a:pt x="19059" y="1652"/>
                  <a:pt x="20028" y="3077"/>
                </a:cubicBezTo>
                <a:cubicBezTo>
                  <a:pt x="21025" y="4530"/>
                  <a:pt x="21509" y="6353"/>
                  <a:pt x="21509" y="8547"/>
                </a:cubicBezTo>
                <a:cubicBezTo>
                  <a:pt x="21509" y="9914"/>
                  <a:pt x="21281" y="11196"/>
                  <a:pt x="20826" y="12336"/>
                </a:cubicBezTo>
                <a:cubicBezTo>
                  <a:pt x="20370" y="13504"/>
                  <a:pt x="19715" y="14530"/>
                  <a:pt x="18803" y="15413"/>
                </a:cubicBezTo>
                <a:cubicBezTo>
                  <a:pt x="17777" y="16467"/>
                  <a:pt x="16581" y="17236"/>
                  <a:pt x="15270" y="17749"/>
                </a:cubicBezTo>
                <a:cubicBezTo>
                  <a:pt x="13960" y="18262"/>
                  <a:pt x="12450" y="18490"/>
                  <a:pt x="10769" y="18490"/>
                </a:cubicBezTo>
                <a:cubicBezTo>
                  <a:pt x="7550" y="18490"/>
                  <a:pt x="4957" y="17578"/>
                  <a:pt x="2963" y="15698"/>
                </a:cubicBezTo>
                <a:cubicBezTo>
                  <a:pt x="997" y="13846"/>
                  <a:pt x="0" y="11396"/>
                  <a:pt x="0" y="8319"/>
                </a:cubicBezTo>
                <a:cubicBezTo>
                  <a:pt x="0" y="7179"/>
                  <a:pt x="171" y="5983"/>
                  <a:pt x="456" y="4701"/>
                </a:cubicBezTo>
                <a:cubicBezTo>
                  <a:pt x="741" y="3447"/>
                  <a:pt x="1197" y="2051"/>
                  <a:pt x="1795" y="570"/>
                </a:cubicBezTo>
                <a:lnTo>
                  <a:pt x="6581" y="570"/>
                </a:lnTo>
                <a:lnTo>
                  <a:pt x="6581" y="2137"/>
                </a:lnTo>
                <a:cubicBezTo>
                  <a:pt x="4843" y="2479"/>
                  <a:pt x="3561" y="3191"/>
                  <a:pt x="2735" y="4216"/>
                </a:cubicBezTo>
                <a:cubicBezTo>
                  <a:pt x="1909" y="5242"/>
                  <a:pt x="1481" y="6695"/>
                  <a:pt x="1481" y="8547"/>
                </a:cubicBezTo>
                <a:cubicBezTo>
                  <a:pt x="1481" y="10769"/>
                  <a:pt x="2279" y="12450"/>
                  <a:pt x="3846" y="13589"/>
                </a:cubicBezTo>
                <a:cubicBezTo>
                  <a:pt x="5441" y="14729"/>
                  <a:pt x="7749" y="15299"/>
                  <a:pt x="10769" y="15299"/>
                </a:cubicBezTo>
                <a:cubicBezTo>
                  <a:pt x="13817" y="15299"/>
                  <a:pt x="16125" y="14729"/>
                  <a:pt x="17692" y="13589"/>
                </a:cubicBezTo>
                <a:cubicBezTo>
                  <a:pt x="19287" y="12450"/>
                  <a:pt x="20056" y="10769"/>
                  <a:pt x="20056" y="8547"/>
                </a:cubicBezTo>
                <a:cubicBezTo>
                  <a:pt x="20056" y="7008"/>
                  <a:pt x="19686" y="5755"/>
                  <a:pt x="18945" y="4729"/>
                </a:cubicBezTo>
                <a:cubicBezTo>
                  <a:pt x="18205" y="3732"/>
                  <a:pt x="17122" y="3020"/>
                  <a:pt x="15641" y="2564"/>
                </a:cubicBezTo>
                <a:lnTo>
                  <a:pt x="1564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05F0EF-2466-4A72-94C6-75DA25EA8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4" y="467463"/>
            <a:ext cx="9971" cy="10"/>
          </a:xfrm>
          <a:custGeom xmlns:a="http://schemas.openxmlformats.org/drawingml/2006/main">
            <a:pathLst>
              <a:path w="9971" h="1">
                <a:moveTo>
                  <a:pt x="9971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8D142C-80B1-483E-AF1B-06DF9BC40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4" y="467463"/>
            <a:ext cx="9971" cy="10"/>
          </a:xfrm>
          <a:custGeom xmlns:a="http://schemas.openxmlformats.org/drawingml/2006/main">
            <a:pathLst>
              <a:path w="9971" h="1" fill="none">
                <a:moveTo>
                  <a:pt x="9971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9" cap="flat">
            <a:solidFill>
              <a:srgbClr val="000000"/>
            </a:solidFill>
            <a:round/>
          </a:ln>
        </p:spPr>
      </p:sp>
      <p:sp>
        <p:nvSpPr>
          <p:cNvPr id="3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293420-8AEE-406C-B8B1-2ABC481B2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03" y="470214"/>
            <a:ext cx="21509" cy="18490"/>
          </a:xfrm>
          <a:custGeom xmlns:a="http://schemas.openxmlformats.org/drawingml/2006/main">
            <a:pathLst>
              <a:path w="21509" h="18490">
                <a:moveTo>
                  <a:pt x="15641" y="0"/>
                </a:moveTo>
                <a:cubicBezTo>
                  <a:pt x="17578" y="627"/>
                  <a:pt x="19059" y="1652"/>
                  <a:pt x="20028" y="3077"/>
                </a:cubicBezTo>
                <a:cubicBezTo>
                  <a:pt x="21025" y="4530"/>
                  <a:pt x="21509" y="6353"/>
                  <a:pt x="21509" y="8547"/>
                </a:cubicBezTo>
                <a:cubicBezTo>
                  <a:pt x="21509" y="9914"/>
                  <a:pt x="21281" y="11196"/>
                  <a:pt x="20826" y="12336"/>
                </a:cubicBezTo>
                <a:cubicBezTo>
                  <a:pt x="20370" y="13504"/>
                  <a:pt x="19715" y="14530"/>
                  <a:pt x="18803" y="15413"/>
                </a:cubicBezTo>
                <a:cubicBezTo>
                  <a:pt x="17777" y="16467"/>
                  <a:pt x="16581" y="17236"/>
                  <a:pt x="15270" y="17749"/>
                </a:cubicBezTo>
                <a:cubicBezTo>
                  <a:pt x="13960" y="18262"/>
                  <a:pt x="12450" y="18490"/>
                  <a:pt x="10769" y="18490"/>
                </a:cubicBezTo>
                <a:cubicBezTo>
                  <a:pt x="7550" y="18490"/>
                  <a:pt x="4957" y="17578"/>
                  <a:pt x="2963" y="15698"/>
                </a:cubicBezTo>
                <a:cubicBezTo>
                  <a:pt x="997" y="13846"/>
                  <a:pt x="0" y="11396"/>
                  <a:pt x="0" y="8319"/>
                </a:cubicBezTo>
                <a:cubicBezTo>
                  <a:pt x="0" y="7179"/>
                  <a:pt x="171" y="5983"/>
                  <a:pt x="456" y="4701"/>
                </a:cubicBezTo>
                <a:cubicBezTo>
                  <a:pt x="741" y="3447"/>
                  <a:pt x="1197" y="2051"/>
                  <a:pt x="1795" y="570"/>
                </a:cubicBezTo>
                <a:lnTo>
                  <a:pt x="6581" y="570"/>
                </a:lnTo>
                <a:lnTo>
                  <a:pt x="6581" y="2137"/>
                </a:lnTo>
                <a:cubicBezTo>
                  <a:pt x="4843" y="2479"/>
                  <a:pt x="3561" y="3191"/>
                  <a:pt x="2735" y="4216"/>
                </a:cubicBezTo>
                <a:cubicBezTo>
                  <a:pt x="1909" y="5242"/>
                  <a:pt x="1481" y="6695"/>
                  <a:pt x="1481" y="8547"/>
                </a:cubicBezTo>
                <a:cubicBezTo>
                  <a:pt x="1481" y="10769"/>
                  <a:pt x="2279" y="12450"/>
                  <a:pt x="3846" y="13589"/>
                </a:cubicBezTo>
                <a:cubicBezTo>
                  <a:pt x="5441" y="14729"/>
                  <a:pt x="7749" y="15299"/>
                  <a:pt x="10769" y="15299"/>
                </a:cubicBezTo>
                <a:cubicBezTo>
                  <a:pt x="13817" y="15299"/>
                  <a:pt x="16125" y="14729"/>
                  <a:pt x="17692" y="13589"/>
                </a:cubicBezTo>
                <a:cubicBezTo>
                  <a:pt x="19287" y="12450"/>
                  <a:pt x="20056" y="10769"/>
                  <a:pt x="20056" y="8547"/>
                </a:cubicBezTo>
                <a:cubicBezTo>
                  <a:pt x="20056" y="7008"/>
                  <a:pt x="19686" y="5755"/>
                  <a:pt x="18945" y="4729"/>
                </a:cubicBezTo>
                <a:cubicBezTo>
                  <a:pt x="18205" y="3732"/>
                  <a:pt x="17122" y="3020"/>
                  <a:pt x="15641" y="2564"/>
                </a:cubicBezTo>
                <a:lnTo>
                  <a:pt x="1564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3BCE93-0FB2-4A4D-9EDA-353E06D65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87" y="446825"/>
            <a:ext cx="20455" cy="19487"/>
          </a:xfrm>
          <a:custGeom xmlns:a="http://schemas.openxmlformats.org/drawingml/2006/main">
            <a:pathLst>
              <a:path w="20455" h="19487">
                <a:moveTo>
                  <a:pt x="7920" y="7179"/>
                </a:moveTo>
                <a:lnTo>
                  <a:pt x="7920" y="11111"/>
                </a:lnTo>
                <a:lnTo>
                  <a:pt x="12564" y="12279"/>
                </a:lnTo>
                <a:lnTo>
                  <a:pt x="12564" y="8319"/>
                </a:lnTo>
                <a:lnTo>
                  <a:pt x="7920" y="7179"/>
                </a:lnTo>
                <a:close/>
                <a:moveTo>
                  <a:pt x="0" y="9145"/>
                </a:moveTo>
                <a:lnTo>
                  <a:pt x="5783" y="10570"/>
                </a:lnTo>
                <a:lnTo>
                  <a:pt x="5783" y="6638"/>
                </a:lnTo>
                <a:lnTo>
                  <a:pt x="0" y="5214"/>
                </a:lnTo>
                <a:lnTo>
                  <a:pt x="0" y="2820"/>
                </a:lnTo>
                <a:lnTo>
                  <a:pt x="5783" y="4273"/>
                </a:lnTo>
                <a:lnTo>
                  <a:pt x="5783" y="0"/>
                </a:lnTo>
                <a:lnTo>
                  <a:pt x="7920" y="0"/>
                </a:lnTo>
                <a:lnTo>
                  <a:pt x="7920" y="4815"/>
                </a:lnTo>
                <a:lnTo>
                  <a:pt x="12564" y="5954"/>
                </a:lnTo>
                <a:lnTo>
                  <a:pt x="12564" y="1595"/>
                </a:lnTo>
                <a:lnTo>
                  <a:pt x="14700" y="1595"/>
                </a:lnTo>
                <a:lnTo>
                  <a:pt x="14700" y="6496"/>
                </a:lnTo>
                <a:lnTo>
                  <a:pt x="20455" y="7920"/>
                </a:lnTo>
                <a:lnTo>
                  <a:pt x="20455" y="10313"/>
                </a:lnTo>
                <a:lnTo>
                  <a:pt x="14700" y="8860"/>
                </a:lnTo>
                <a:lnTo>
                  <a:pt x="14700" y="12792"/>
                </a:lnTo>
                <a:lnTo>
                  <a:pt x="20455" y="14245"/>
                </a:lnTo>
                <a:lnTo>
                  <a:pt x="20455" y="16609"/>
                </a:lnTo>
                <a:lnTo>
                  <a:pt x="14700" y="15185"/>
                </a:lnTo>
                <a:lnTo>
                  <a:pt x="14700" y="19487"/>
                </a:lnTo>
                <a:lnTo>
                  <a:pt x="12564" y="19487"/>
                </a:lnTo>
                <a:lnTo>
                  <a:pt x="12564" y="14643"/>
                </a:lnTo>
                <a:lnTo>
                  <a:pt x="7920" y="13504"/>
                </a:lnTo>
                <a:lnTo>
                  <a:pt x="7920" y="17891"/>
                </a:lnTo>
                <a:lnTo>
                  <a:pt x="5783" y="17891"/>
                </a:lnTo>
                <a:lnTo>
                  <a:pt x="5783" y="12963"/>
                </a:lnTo>
                <a:lnTo>
                  <a:pt x="0" y="11510"/>
                </a:lnTo>
                <a:lnTo>
                  <a:pt x="0" y="914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303BA1-CFD8-4389-A869-3B5D85FA6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4" y="675143"/>
            <a:ext cx="9971" cy="10"/>
          </a:xfrm>
          <a:custGeom xmlns:a="http://schemas.openxmlformats.org/drawingml/2006/main">
            <a:pathLst>
              <a:path w="9971" h="1">
                <a:moveTo>
                  <a:pt x="9971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EEF9C0-E22E-49A7-A2ED-F46260B76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4" y="675143"/>
            <a:ext cx="9971" cy="10"/>
          </a:xfrm>
          <a:custGeom xmlns:a="http://schemas.openxmlformats.org/drawingml/2006/main">
            <a:pathLst>
              <a:path w="9971" h="1" fill="none">
                <a:moveTo>
                  <a:pt x="9971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9" cap="flat">
            <a:solidFill>
              <a:srgbClr val="000000"/>
            </a:solidFill>
            <a:round/>
          </a:ln>
        </p:spPr>
      </p:sp>
      <p:sp>
        <p:nvSpPr>
          <p:cNvPr id="3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2DA81F-EF0D-4281-A2B6-E97831516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03" y="689824"/>
            <a:ext cx="21509" cy="18490"/>
          </a:xfrm>
          <a:custGeom xmlns:a="http://schemas.openxmlformats.org/drawingml/2006/main">
            <a:pathLst>
              <a:path w="21509" h="18490">
                <a:moveTo>
                  <a:pt x="15641" y="0"/>
                </a:moveTo>
                <a:cubicBezTo>
                  <a:pt x="17578" y="627"/>
                  <a:pt x="19059" y="1652"/>
                  <a:pt x="20028" y="3077"/>
                </a:cubicBezTo>
                <a:cubicBezTo>
                  <a:pt x="21025" y="4530"/>
                  <a:pt x="21509" y="6353"/>
                  <a:pt x="21509" y="8547"/>
                </a:cubicBezTo>
                <a:cubicBezTo>
                  <a:pt x="21509" y="9914"/>
                  <a:pt x="21281" y="11196"/>
                  <a:pt x="20826" y="12336"/>
                </a:cubicBezTo>
                <a:cubicBezTo>
                  <a:pt x="20370" y="13504"/>
                  <a:pt x="19715" y="14530"/>
                  <a:pt x="18803" y="15413"/>
                </a:cubicBezTo>
                <a:cubicBezTo>
                  <a:pt x="17777" y="16467"/>
                  <a:pt x="16581" y="17236"/>
                  <a:pt x="15270" y="17749"/>
                </a:cubicBezTo>
                <a:cubicBezTo>
                  <a:pt x="13960" y="18262"/>
                  <a:pt x="12450" y="18490"/>
                  <a:pt x="10769" y="18490"/>
                </a:cubicBezTo>
                <a:cubicBezTo>
                  <a:pt x="7550" y="18490"/>
                  <a:pt x="4957" y="17578"/>
                  <a:pt x="2963" y="15698"/>
                </a:cubicBezTo>
                <a:cubicBezTo>
                  <a:pt x="997" y="13846"/>
                  <a:pt x="0" y="11396"/>
                  <a:pt x="0" y="8319"/>
                </a:cubicBezTo>
                <a:cubicBezTo>
                  <a:pt x="0" y="7179"/>
                  <a:pt x="171" y="5983"/>
                  <a:pt x="456" y="4701"/>
                </a:cubicBezTo>
                <a:cubicBezTo>
                  <a:pt x="741" y="3447"/>
                  <a:pt x="1197" y="2051"/>
                  <a:pt x="1795" y="570"/>
                </a:cubicBezTo>
                <a:lnTo>
                  <a:pt x="6581" y="570"/>
                </a:lnTo>
                <a:lnTo>
                  <a:pt x="6581" y="2137"/>
                </a:lnTo>
                <a:cubicBezTo>
                  <a:pt x="4843" y="2479"/>
                  <a:pt x="3561" y="3191"/>
                  <a:pt x="2735" y="4216"/>
                </a:cubicBezTo>
                <a:cubicBezTo>
                  <a:pt x="1909" y="5242"/>
                  <a:pt x="1481" y="6695"/>
                  <a:pt x="1481" y="8547"/>
                </a:cubicBezTo>
                <a:cubicBezTo>
                  <a:pt x="1481" y="10769"/>
                  <a:pt x="2279" y="12450"/>
                  <a:pt x="3846" y="13589"/>
                </a:cubicBezTo>
                <a:cubicBezTo>
                  <a:pt x="5441" y="14729"/>
                  <a:pt x="7749" y="15299"/>
                  <a:pt x="10769" y="15299"/>
                </a:cubicBezTo>
                <a:cubicBezTo>
                  <a:pt x="13817" y="15299"/>
                  <a:pt x="16125" y="14729"/>
                  <a:pt x="17692" y="13589"/>
                </a:cubicBezTo>
                <a:cubicBezTo>
                  <a:pt x="19287" y="12450"/>
                  <a:pt x="20056" y="10769"/>
                  <a:pt x="20056" y="8547"/>
                </a:cubicBezTo>
                <a:cubicBezTo>
                  <a:pt x="20056" y="7008"/>
                  <a:pt x="19686" y="5755"/>
                  <a:pt x="18945" y="4729"/>
                </a:cubicBezTo>
                <a:cubicBezTo>
                  <a:pt x="18205" y="3732"/>
                  <a:pt x="17122" y="3020"/>
                  <a:pt x="15641" y="2564"/>
                </a:cubicBezTo>
                <a:lnTo>
                  <a:pt x="1564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9A03A8-8291-46CA-ABD4-2336F8035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80" y="667261"/>
            <a:ext cx="17863" cy="17834"/>
          </a:xfrm>
          <a:custGeom xmlns:a="http://schemas.openxmlformats.org/drawingml/2006/main">
            <a:pathLst>
              <a:path w="17863" h="17834">
                <a:moveTo>
                  <a:pt x="0" y="7806"/>
                </a:moveTo>
                <a:lnTo>
                  <a:pt x="7806" y="7806"/>
                </a:lnTo>
                <a:lnTo>
                  <a:pt x="7806" y="0"/>
                </a:lnTo>
                <a:lnTo>
                  <a:pt x="10057" y="0"/>
                </a:lnTo>
                <a:lnTo>
                  <a:pt x="10057" y="7806"/>
                </a:lnTo>
                <a:lnTo>
                  <a:pt x="17863" y="7806"/>
                </a:lnTo>
                <a:lnTo>
                  <a:pt x="17863" y="10028"/>
                </a:lnTo>
                <a:lnTo>
                  <a:pt x="10057" y="10028"/>
                </a:lnTo>
                <a:lnTo>
                  <a:pt x="10057" y="17834"/>
                </a:lnTo>
                <a:lnTo>
                  <a:pt x="7806" y="17834"/>
                </a:lnTo>
                <a:lnTo>
                  <a:pt x="7806" y="10028"/>
                </a:lnTo>
                <a:lnTo>
                  <a:pt x="0" y="10028"/>
                </a:lnTo>
                <a:lnTo>
                  <a:pt x="0" y="780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61659E-639D-4F0E-926E-84B6149AC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80" y="643387"/>
            <a:ext cx="17863" cy="17834"/>
          </a:xfrm>
          <a:custGeom xmlns:a="http://schemas.openxmlformats.org/drawingml/2006/main">
            <a:pathLst>
              <a:path w="17863" h="17834">
                <a:moveTo>
                  <a:pt x="0" y="7806"/>
                </a:moveTo>
                <a:lnTo>
                  <a:pt x="7806" y="7806"/>
                </a:lnTo>
                <a:lnTo>
                  <a:pt x="7806" y="0"/>
                </a:lnTo>
                <a:lnTo>
                  <a:pt x="10057" y="0"/>
                </a:lnTo>
                <a:lnTo>
                  <a:pt x="10057" y="7806"/>
                </a:lnTo>
                <a:lnTo>
                  <a:pt x="17863" y="7806"/>
                </a:lnTo>
                <a:lnTo>
                  <a:pt x="17863" y="10028"/>
                </a:lnTo>
                <a:lnTo>
                  <a:pt x="10057" y="10028"/>
                </a:lnTo>
                <a:lnTo>
                  <a:pt x="10057" y="17834"/>
                </a:lnTo>
                <a:lnTo>
                  <a:pt x="7806" y="17834"/>
                </a:lnTo>
                <a:lnTo>
                  <a:pt x="7806" y="10028"/>
                </a:lnTo>
                <a:lnTo>
                  <a:pt x="0" y="10028"/>
                </a:lnTo>
                <a:lnTo>
                  <a:pt x="0" y="780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FE69E5-AD08-46D9-B5F1-952A64EA4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4" y="882823"/>
            <a:ext cx="9971" cy="10"/>
          </a:xfrm>
          <a:custGeom xmlns:a="http://schemas.openxmlformats.org/drawingml/2006/main">
            <a:pathLst>
              <a:path w="9971" h="1">
                <a:moveTo>
                  <a:pt x="9971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E83FEA-601B-49FB-924B-0F5E1BFB5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4" y="882823"/>
            <a:ext cx="9971" cy="10"/>
          </a:xfrm>
          <a:custGeom xmlns:a="http://schemas.openxmlformats.org/drawingml/2006/main">
            <a:pathLst>
              <a:path w="9971" h="1" fill="none">
                <a:moveTo>
                  <a:pt x="9971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9" cap="flat">
            <a:solidFill>
              <a:srgbClr val="000000"/>
            </a:solidFill>
            <a:round/>
          </a:ln>
        </p:spPr>
      </p:sp>
      <p:sp>
        <p:nvSpPr>
          <p:cNvPr id="3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A81EC9-A7DB-4104-9B78-EF5F54DA2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03" y="882253"/>
            <a:ext cx="21509" cy="18917"/>
          </a:xfrm>
          <a:custGeom xmlns:a="http://schemas.openxmlformats.org/drawingml/2006/main">
            <a:pathLst>
              <a:path w="21509" h="18917">
                <a:moveTo>
                  <a:pt x="6581" y="2279"/>
                </a:moveTo>
                <a:cubicBezTo>
                  <a:pt x="4843" y="2621"/>
                  <a:pt x="3561" y="3276"/>
                  <a:pt x="2735" y="4302"/>
                </a:cubicBezTo>
                <a:cubicBezTo>
                  <a:pt x="1909" y="5327"/>
                  <a:pt x="1481" y="6780"/>
                  <a:pt x="1481" y="8604"/>
                </a:cubicBezTo>
                <a:cubicBezTo>
                  <a:pt x="1481" y="10997"/>
                  <a:pt x="2251" y="12792"/>
                  <a:pt x="3789" y="13960"/>
                </a:cubicBezTo>
                <a:cubicBezTo>
                  <a:pt x="5327" y="15156"/>
                  <a:pt x="7664" y="15726"/>
                  <a:pt x="10769" y="15726"/>
                </a:cubicBezTo>
                <a:cubicBezTo>
                  <a:pt x="13846" y="15726"/>
                  <a:pt x="16153" y="15128"/>
                  <a:pt x="17720" y="13903"/>
                </a:cubicBezTo>
                <a:cubicBezTo>
                  <a:pt x="19287" y="12706"/>
                  <a:pt x="20056" y="10911"/>
                  <a:pt x="20056" y="8547"/>
                </a:cubicBezTo>
                <a:cubicBezTo>
                  <a:pt x="20056" y="7521"/>
                  <a:pt x="19942" y="6524"/>
                  <a:pt x="19686" y="5555"/>
                </a:cubicBezTo>
                <a:cubicBezTo>
                  <a:pt x="19430" y="4587"/>
                  <a:pt x="19031" y="3675"/>
                  <a:pt x="18490" y="2820"/>
                </a:cubicBezTo>
                <a:lnTo>
                  <a:pt x="13134" y="2820"/>
                </a:lnTo>
                <a:lnTo>
                  <a:pt x="13134" y="6723"/>
                </a:lnTo>
                <a:lnTo>
                  <a:pt x="11652" y="6723"/>
                </a:lnTo>
                <a:lnTo>
                  <a:pt x="11652" y="0"/>
                </a:lnTo>
                <a:lnTo>
                  <a:pt x="19401" y="0"/>
                </a:lnTo>
                <a:cubicBezTo>
                  <a:pt x="20142" y="1254"/>
                  <a:pt x="20655" y="2564"/>
                  <a:pt x="20997" y="3988"/>
                </a:cubicBezTo>
                <a:cubicBezTo>
                  <a:pt x="21338" y="5413"/>
                  <a:pt x="21509" y="6951"/>
                  <a:pt x="21509" y="8547"/>
                </a:cubicBezTo>
                <a:cubicBezTo>
                  <a:pt x="21509" y="11681"/>
                  <a:pt x="20541" y="14216"/>
                  <a:pt x="18603" y="16096"/>
                </a:cubicBezTo>
                <a:cubicBezTo>
                  <a:pt x="16666" y="17977"/>
                  <a:pt x="14045" y="18917"/>
                  <a:pt x="10769" y="18917"/>
                </a:cubicBezTo>
                <a:cubicBezTo>
                  <a:pt x="7493" y="18917"/>
                  <a:pt x="4872" y="17977"/>
                  <a:pt x="2934" y="16096"/>
                </a:cubicBezTo>
                <a:cubicBezTo>
                  <a:pt x="997" y="14216"/>
                  <a:pt x="0" y="11652"/>
                  <a:pt x="0" y="8433"/>
                </a:cubicBezTo>
                <a:cubicBezTo>
                  <a:pt x="0" y="7265"/>
                  <a:pt x="142" y="6040"/>
                  <a:pt x="427" y="4758"/>
                </a:cubicBezTo>
                <a:cubicBezTo>
                  <a:pt x="712" y="3504"/>
                  <a:pt x="1111" y="2137"/>
                  <a:pt x="1652" y="712"/>
                </a:cubicBezTo>
                <a:lnTo>
                  <a:pt x="6581" y="712"/>
                </a:lnTo>
                <a:lnTo>
                  <a:pt x="6581" y="227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24204D-1E91-4882-84DB-24DFCFB3C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58" y="864277"/>
            <a:ext cx="15555" cy="14302"/>
          </a:xfrm>
          <a:custGeom xmlns:a="http://schemas.openxmlformats.org/drawingml/2006/main">
            <a:pathLst>
              <a:path w="15555" h="14302">
                <a:moveTo>
                  <a:pt x="14216" y="7151"/>
                </a:moveTo>
                <a:cubicBezTo>
                  <a:pt x="14216" y="5783"/>
                  <a:pt x="13675" y="4758"/>
                  <a:pt x="12592" y="4045"/>
                </a:cubicBezTo>
                <a:cubicBezTo>
                  <a:pt x="11510" y="3362"/>
                  <a:pt x="9914" y="2991"/>
                  <a:pt x="7806" y="2991"/>
                </a:cubicBezTo>
                <a:cubicBezTo>
                  <a:pt x="5698" y="2991"/>
                  <a:pt x="4074" y="3362"/>
                  <a:pt x="2991" y="4045"/>
                </a:cubicBezTo>
                <a:cubicBezTo>
                  <a:pt x="1909" y="4758"/>
                  <a:pt x="1367" y="5783"/>
                  <a:pt x="1367" y="7151"/>
                </a:cubicBezTo>
                <a:cubicBezTo>
                  <a:pt x="1367" y="8518"/>
                  <a:pt x="1909" y="9572"/>
                  <a:pt x="2991" y="10256"/>
                </a:cubicBezTo>
                <a:cubicBezTo>
                  <a:pt x="4074" y="10968"/>
                  <a:pt x="5698" y="11310"/>
                  <a:pt x="7806" y="11310"/>
                </a:cubicBezTo>
                <a:cubicBezTo>
                  <a:pt x="9914" y="11310"/>
                  <a:pt x="11510" y="10968"/>
                  <a:pt x="12592" y="10256"/>
                </a:cubicBezTo>
                <a:cubicBezTo>
                  <a:pt x="13675" y="9572"/>
                  <a:pt x="14216" y="8518"/>
                  <a:pt x="14216" y="7151"/>
                </a:cubicBezTo>
                <a:close/>
                <a:moveTo>
                  <a:pt x="15555" y="7151"/>
                </a:moveTo>
                <a:cubicBezTo>
                  <a:pt x="15555" y="9316"/>
                  <a:pt x="14871" y="11025"/>
                  <a:pt x="13447" y="12336"/>
                </a:cubicBezTo>
                <a:cubicBezTo>
                  <a:pt x="12022" y="13646"/>
                  <a:pt x="10142" y="14302"/>
                  <a:pt x="7778" y="14302"/>
                </a:cubicBezTo>
                <a:cubicBezTo>
                  <a:pt x="5441" y="14302"/>
                  <a:pt x="3561" y="13675"/>
                  <a:pt x="2137" y="12364"/>
                </a:cubicBezTo>
                <a:cubicBezTo>
                  <a:pt x="712" y="11054"/>
                  <a:pt x="0" y="9316"/>
                  <a:pt x="0" y="7151"/>
                </a:cubicBezTo>
                <a:cubicBezTo>
                  <a:pt x="0" y="4986"/>
                  <a:pt x="712" y="3276"/>
                  <a:pt x="2137" y="1966"/>
                </a:cubicBezTo>
                <a:cubicBezTo>
                  <a:pt x="3561" y="655"/>
                  <a:pt x="5441" y="0"/>
                  <a:pt x="7778" y="0"/>
                </a:cubicBezTo>
                <a:cubicBezTo>
                  <a:pt x="10142" y="0"/>
                  <a:pt x="12022" y="655"/>
                  <a:pt x="13447" y="1966"/>
                </a:cubicBezTo>
                <a:cubicBezTo>
                  <a:pt x="14871" y="3276"/>
                  <a:pt x="15555" y="4986"/>
                  <a:pt x="15555" y="715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1E6E74-7898-403E-A73F-40F384229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4" y="1090503"/>
            <a:ext cx="9971" cy="10"/>
          </a:xfrm>
          <a:custGeom xmlns:a="http://schemas.openxmlformats.org/drawingml/2006/main">
            <a:pathLst>
              <a:path w="9971" h="1">
                <a:moveTo>
                  <a:pt x="9971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AF048D-7681-4822-9AA7-C49C6CCB9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4" y="1090503"/>
            <a:ext cx="9971" cy="10"/>
          </a:xfrm>
          <a:custGeom xmlns:a="http://schemas.openxmlformats.org/drawingml/2006/main">
            <a:pathLst>
              <a:path w="9971" h="1" fill="none">
                <a:moveTo>
                  <a:pt x="9971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9" cap="flat">
            <a:solidFill>
              <a:srgbClr val="000000"/>
            </a:solidFill>
            <a:round/>
          </a:ln>
        </p:spPr>
      </p:sp>
      <p:sp>
        <p:nvSpPr>
          <p:cNvPr id="3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7A2A1F-CA9E-4F62-AC20-2A37D6BA3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4" y="1111171"/>
            <a:ext cx="26666" cy="12478"/>
          </a:xfrm>
          <a:custGeom xmlns:a="http://schemas.openxmlformats.org/drawingml/2006/main">
            <a:pathLst>
              <a:path w="26666" h="12478">
                <a:moveTo>
                  <a:pt x="25726" y="12478"/>
                </a:moveTo>
                <a:lnTo>
                  <a:pt x="22450" y="12478"/>
                </a:lnTo>
                <a:lnTo>
                  <a:pt x="22450" y="10883"/>
                </a:lnTo>
                <a:cubicBezTo>
                  <a:pt x="23361" y="10854"/>
                  <a:pt x="24045" y="10655"/>
                  <a:pt x="24501" y="10256"/>
                </a:cubicBezTo>
                <a:cubicBezTo>
                  <a:pt x="24957" y="9857"/>
                  <a:pt x="25185" y="9259"/>
                  <a:pt x="25185" y="8433"/>
                </a:cubicBezTo>
                <a:cubicBezTo>
                  <a:pt x="25185" y="7350"/>
                  <a:pt x="24814" y="6581"/>
                  <a:pt x="24130" y="6125"/>
                </a:cubicBezTo>
                <a:cubicBezTo>
                  <a:pt x="23447" y="5698"/>
                  <a:pt x="22079" y="5470"/>
                  <a:pt x="20085" y="5470"/>
                </a:cubicBezTo>
                <a:lnTo>
                  <a:pt x="1481" y="5470"/>
                </a:lnTo>
                <a:lnTo>
                  <a:pt x="1481" y="8689"/>
                </a:lnTo>
                <a:lnTo>
                  <a:pt x="0" y="8689"/>
                </a:lnTo>
                <a:lnTo>
                  <a:pt x="0" y="0"/>
                </a:lnTo>
                <a:lnTo>
                  <a:pt x="1481" y="0"/>
                </a:lnTo>
                <a:lnTo>
                  <a:pt x="1481" y="2650"/>
                </a:lnTo>
                <a:lnTo>
                  <a:pt x="20199" y="2650"/>
                </a:lnTo>
                <a:cubicBezTo>
                  <a:pt x="22478" y="2650"/>
                  <a:pt x="24102" y="3105"/>
                  <a:pt x="25128" y="4017"/>
                </a:cubicBezTo>
                <a:cubicBezTo>
                  <a:pt x="26153" y="4929"/>
                  <a:pt x="26666" y="6410"/>
                  <a:pt x="26666" y="8461"/>
                </a:cubicBezTo>
                <a:cubicBezTo>
                  <a:pt x="26666" y="9145"/>
                  <a:pt x="26580" y="9800"/>
                  <a:pt x="26410" y="10456"/>
                </a:cubicBezTo>
                <a:cubicBezTo>
                  <a:pt x="26239" y="11111"/>
                  <a:pt x="26011" y="11795"/>
                  <a:pt x="25726" y="1247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CB2656-1DC3-4BBD-9650-856E6CB72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58" y="1093679"/>
            <a:ext cx="15555" cy="14757"/>
          </a:xfrm>
          <a:custGeom xmlns:a="http://schemas.openxmlformats.org/drawingml/2006/main">
            <a:pathLst>
              <a:path w="15555" h="14757">
                <a:moveTo>
                  <a:pt x="10541" y="4843"/>
                </a:moveTo>
                <a:lnTo>
                  <a:pt x="7407" y="4843"/>
                </a:lnTo>
                <a:lnTo>
                  <a:pt x="7407" y="8148"/>
                </a:lnTo>
                <a:cubicBezTo>
                  <a:pt x="7407" y="9430"/>
                  <a:pt x="7692" y="10370"/>
                  <a:pt x="8233" y="10997"/>
                </a:cubicBezTo>
                <a:cubicBezTo>
                  <a:pt x="8803" y="11624"/>
                  <a:pt x="9629" y="11909"/>
                  <a:pt x="10740" y="11909"/>
                </a:cubicBezTo>
                <a:cubicBezTo>
                  <a:pt x="11766" y="11909"/>
                  <a:pt x="12592" y="11595"/>
                  <a:pt x="13191" y="10968"/>
                </a:cubicBezTo>
                <a:cubicBezTo>
                  <a:pt x="13817" y="10342"/>
                  <a:pt x="14102" y="9487"/>
                  <a:pt x="14102" y="8404"/>
                </a:cubicBezTo>
                <a:cubicBezTo>
                  <a:pt x="14102" y="7350"/>
                  <a:pt x="13789" y="6496"/>
                  <a:pt x="13134" y="5840"/>
                </a:cubicBezTo>
                <a:cubicBezTo>
                  <a:pt x="12478" y="5185"/>
                  <a:pt x="11624" y="4843"/>
                  <a:pt x="10541" y="4843"/>
                </a:cubicBezTo>
                <a:close/>
                <a:moveTo>
                  <a:pt x="5954" y="2279"/>
                </a:moveTo>
                <a:lnTo>
                  <a:pt x="13703" y="2279"/>
                </a:lnTo>
                <a:lnTo>
                  <a:pt x="13703" y="0"/>
                </a:lnTo>
                <a:lnTo>
                  <a:pt x="15185" y="0"/>
                </a:lnTo>
                <a:lnTo>
                  <a:pt x="15185" y="4843"/>
                </a:lnTo>
                <a:lnTo>
                  <a:pt x="13589" y="4843"/>
                </a:lnTo>
                <a:cubicBezTo>
                  <a:pt x="14273" y="5413"/>
                  <a:pt x="14786" y="6068"/>
                  <a:pt x="15099" y="6809"/>
                </a:cubicBezTo>
                <a:cubicBezTo>
                  <a:pt x="15384" y="7550"/>
                  <a:pt x="15555" y="8433"/>
                  <a:pt x="15555" y="9401"/>
                </a:cubicBezTo>
                <a:cubicBezTo>
                  <a:pt x="15555" y="11054"/>
                  <a:pt x="15128" y="12364"/>
                  <a:pt x="14273" y="13333"/>
                </a:cubicBezTo>
                <a:cubicBezTo>
                  <a:pt x="13418" y="14302"/>
                  <a:pt x="12222" y="14757"/>
                  <a:pt x="10740" y="14757"/>
                </a:cubicBezTo>
                <a:cubicBezTo>
                  <a:pt x="9231" y="14757"/>
                  <a:pt x="8062" y="14216"/>
                  <a:pt x="7208" y="13105"/>
                </a:cubicBezTo>
                <a:cubicBezTo>
                  <a:pt x="6353" y="12022"/>
                  <a:pt x="5926" y="10456"/>
                  <a:pt x="5926" y="8433"/>
                </a:cubicBezTo>
                <a:lnTo>
                  <a:pt x="5926" y="4843"/>
                </a:lnTo>
                <a:lnTo>
                  <a:pt x="4900" y="4843"/>
                </a:lnTo>
                <a:cubicBezTo>
                  <a:pt x="3789" y="4843"/>
                  <a:pt x="2934" y="5185"/>
                  <a:pt x="2308" y="5869"/>
                </a:cubicBezTo>
                <a:cubicBezTo>
                  <a:pt x="1681" y="6553"/>
                  <a:pt x="1367" y="7521"/>
                  <a:pt x="1367" y="8746"/>
                </a:cubicBezTo>
                <a:cubicBezTo>
                  <a:pt x="1367" y="9772"/>
                  <a:pt x="1624" y="10570"/>
                  <a:pt x="2080" y="11168"/>
                </a:cubicBezTo>
                <a:cubicBezTo>
                  <a:pt x="2536" y="11795"/>
                  <a:pt x="3219" y="12165"/>
                  <a:pt x="4131" y="12307"/>
                </a:cubicBezTo>
                <a:lnTo>
                  <a:pt x="4131" y="13618"/>
                </a:lnTo>
                <a:lnTo>
                  <a:pt x="1140" y="13618"/>
                </a:lnTo>
                <a:cubicBezTo>
                  <a:pt x="769" y="12735"/>
                  <a:pt x="484" y="11880"/>
                  <a:pt x="285" y="11025"/>
                </a:cubicBezTo>
                <a:cubicBezTo>
                  <a:pt x="114" y="10199"/>
                  <a:pt x="0" y="9373"/>
                  <a:pt x="0" y="8575"/>
                </a:cubicBezTo>
                <a:cubicBezTo>
                  <a:pt x="0" y="6524"/>
                  <a:pt x="513" y="4986"/>
                  <a:pt x="1538" y="3903"/>
                </a:cubicBezTo>
                <a:cubicBezTo>
                  <a:pt x="2564" y="2820"/>
                  <a:pt x="4017" y="2279"/>
                  <a:pt x="5954" y="227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FE3394-3D76-44F1-8074-FB264C1A8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56" y="1076870"/>
            <a:ext cx="14786" cy="16068"/>
          </a:xfrm>
          <a:custGeom xmlns:a="http://schemas.openxmlformats.org/drawingml/2006/main">
            <a:pathLst>
              <a:path w="14786" h="16068">
                <a:moveTo>
                  <a:pt x="14786" y="8974"/>
                </a:moveTo>
                <a:lnTo>
                  <a:pt x="1481" y="14416"/>
                </a:lnTo>
                <a:lnTo>
                  <a:pt x="1481" y="16068"/>
                </a:lnTo>
                <a:lnTo>
                  <a:pt x="0" y="16068"/>
                </a:lnTo>
                <a:lnTo>
                  <a:pt x="0" y="9288"/>
                </a:lnTo>
                <a:lnTo>
                  <a:pt x="1481" y="9288"/>
                </a:lnTo>
                <a:lnTo>
                  <a:pt x="1481" y="11652"/>
                </a:lnTo>
                <a:lnTo>
                  <a:pt x="11652" y="7493"/>
                </a:lnTo>
                <a:lnTo>
                  <a:pt x="1481" y="3333"/>
                </a:lnTo>
                <a:lnTo>
                  <a:pt x="1481" y="5555"/>
                </a:lnTo>
                <a:lnTo>
                  <a:pt x="0" y="5555"/>
                </a:lnTo>
                <a:lnTo>
                  <a:pt x="0" y="0"/>
                </a:lnTo>
                <a:lnTo>
                  <a:pt x="1481" y="0"/>
                </a:lnTo>
                <a:lnTo>
                  <a:pt x="1481" y="1652"/>
                </a:lnTo>
                <a:lnTo>
                  <a:pt x="14786" y="7094"/>
                </a:lnTo>
                <a:lnTo>
                  <a:pt x="14786" y="897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0076E3-1F55-4636-B0D2-45CDCBC47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58" y="1060603"/>
            <a:ext cx="15555" cy="14757"/>
          </a:xfrm>
          <a:custGeom xmlns:a="http://schemas.openxmlformats.org/drawingml/2006/main">
            <a:pathLst>
              <a:path w="15555" h="14757">
                <a:moveTo>
                  <a:pt x="10541" y="4843"/>
                </a:moveTo>
                <a:lnTo>
                  <a:pt x="7407" y="4843"/>
                </a:lnTo>
                <a:lnTo>
                  <a:pt x="7407" y="8148"/>
                </a:lnTo>
                <a:cubicBezTo>
                  <a:pt x="7407" y="9430"/>
                  <a:pt x="7692" y="10370"/>
                  <a:pt x="8233" y="10997"/>
                </a:cubicBezTo>
                <a:cubicBezTo>
                  <a:pt x="8803" y="11624"/>
                  <a:pt x="9629" y="11909"/>
                  <a:pt x="10740" y="11909"/>
                </a:cubicBezTo>
                <a:cubicBezTo>
                  <a:pt x="11766" y="11909"/>
                  <a:pt x="12592" y="11595"/>
                  <a:pt x="13191" y="10968"/>
                </a:cubicBezTo>
                <a:cubicBezTo>
                  <a:pt x="13817" y="10342"/>
                  <a:pt x="14102" y="9487"/>
                  <a:pt x="14102" y="8404"/>
                </a:cubicBezTo>
                <a:cubicBezTo>
                  <a:pt x="14102" y="7350"/>
                  <a:pt x="13789" y="6496"/>
                  <a:pt x="13134" y="5840"/>
                </a:cubicBezTo>
                <a:cubicBezTo>
                  <a:pt x="12478" y="5185"/>
                  <a:pt x="11624" y="4843"/>
                  <a:pt x="10541" y="4843"/>
                </a:cubicBezTo>
                <a:close/>
                <a:moveTo>
                  <a:pt x="5954" y="2279"/>
                </a:moveTo>
                <a:lnTo>
                  <a:pt x="13703" y="2279"/>
                </a:lnTo>
                <a:lnTo>
                  <a:pt x="13703" y="0"/>
                </a:lnTo>
                <a:lnTo>
                  <a:pt x="15185" y="0"/>
                </a:lnTo>
                <a:lnTo>
                  <a:pt x="15185" y="4843"/>
                </a:lnTo>
                <a:lnTo>
                  <a:pt x="13589" y="4843"/>
                </a:lnTo>
                <a:cubicBezTo>
                  <a:pt x="14273" y="5413"/>
                  <a:pt x="14786" y="6068"/>
                  <a:pt x="15099" y="6809"/>
                </a:cubicBezTo>
                <a:cubicBezTo>
                  <a:pt x="15384" y="7550"/>
                  <a:pt x="15555" y="8433"/>
                  <a:pt x="15555" y="9401"/>
                </a:cubicBezTo>
                <a:cubicBezTo>
                  <a:pt x="15555" y="11054"/>
                  <a:pt x="15128" y="12364"/>
                  <a:pt x="14273" y="13333"/>
                </a:cubicBezTo>
                <a:cubicBezTo>
                  <a:pt x="13418" y="14302"/>
                  <a:pt x="12222" y="14757"/>
                  <a:pt x="10740" y="14757"/>
                </a:cubicBezTo>
                <a:cubicBezTo>
                  <a:pt x="9231" y="14757"/>
                  <a:pt x="8062" y="14216"/>
                  <a:pt x="7208" y="13105"/>
                </a:cubicBezTo>
                <a:cubicBezTo>
                  <a:pt x="6353" y="12022"/>
                  <a:pt x="5926" y="10456"/>
                  <a:pt x="5926" y="8433"/>
                </a:cubicBezTo>
                <a:lnTo>
                  <a:pt x="5926" y="4843"/>
                </a:lnTo>
                <a:lnTo>
                  <a:pt x="4900" y="4843"/>
                </a:lnTo>
                <a:cubicBezTo>
                  <a:pt x="3789" y="4843"/>
                  <a:pt x="2934" y="5185"/>
                  <a:pt x="2308" y="5869"/>
                </a:cubicBezTo>
                <a:cubicBezTo>
                  <a:pt x="1681" y="6553"/>
                  <a:pt x="1367" y="7521"/>
                  <a:pt x="1367" y="8746"/>
                </a:cubicBezTo>
                <a:cubicBezTo>
                  <a:pt x="1367" y="9772"/>
                  <a:pt x="1624" y="10570"/>
                  <a:pt x="2080" y="11168"/>
                </a:cubicBezTo>
                <a:cubicBezTo>
                  <a:pt x="2536" y="11795"/>
                  <a:pt x="3219" y="12165"/>
                  <a:pt x="4131" y="12307"/>
                </a:cubicBezTo>
                <a:lnTo>
                  <a:pt x="4131" y="13618"/>
                </a:lnTo>
                <a:lnTo>
                  <a:pt x="1140" y="13618"/>
                </a:lnTo>
                <a:cubicBezTo>
                  <a:pt x="769" y="12735"/>
                  <a:pt x="484" y="11880"/>
                  <a:pt x="285" y="11025"/>
                </a:cubicBezTo>
                <a:cubicBezTo>
                  <a:pt x="114" y="10199"/>
                  <a:pt x="0" y="9373"/>
                  <a:pt x="0" y="8575"/>
                </a:cubicBezTo>
                <a:cubicBezTo>
                  <a:pt x="0" y="6524"/>
                  <a:pt x="513" y="4986"/>
                  <a:pt x="1538" y="3903"/>
                </a:cubicBezTo>
                <a:cubicBezTo>
                  <a:pt x="2564" y="2820"/>
                  <a:pt x="4017" y="2279"/>
                  <a:pt x="5954" y="227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C134B4-2DB2-44B0-B822-DC4210104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4" y="1298183"/>
            <a:ext cx="9971" cy="10"/>
          </a:xfrm>
          <a:custGeom xmlns:a="http://schemas.openxmlformats.org/drawingml/2006/main">
            <a:pathLst>
              <a:path w="9971" h="1">
                <a:moveTo>
                  <a:pt x="9971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0F24B8-A006-42C0-A5E2-67D930184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4" y="1298183"/>
            <a:ext cx="9971" cy="10"/>
          </a:xfrm>
          <a:custGeom xmlns:a="http://schemas.openxmlformats.org/drawingml/2006/main">
            <a:pathLst>
              <a:path w="9971" h="1" fill="none">
                <a:moveTo>
                  <a:pt x="9971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9" cap="flat">
            <a:solidFill>
              <a:srgbClr val="000000"/>
            </a:solidFill>
            <a:round/>
          </a:ln>
        </p:spPr>
      </p:sp>
      <p:sp>
        <p:nvSpPr>
          <p:cNvPr id="3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67A262-1587-4EA5-828C-E3D75F0AB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4" y="1360383"/>
            <a:ext cx="26666" cy="12478"/>
          </a:xfrm>
          <a:custGeom xmlns:a="http://schemas.openxmlformats.org/drawingml/2006/main">
            <a:pathLst>
              <a:path w="26666" h="12478">
                <a:moveTo>
                  <a:pt x="25726" y="12478"/>
                </a:moveTo>
                <a:lnTo>
                  <a:pt x="22450" y="12478"/>
                </a:lnTo>
                <a:lnTo>
                  <a:pt x="22450" y="10883"/>
                </a:lnTo>
                <a:cubicBezTo>
                  <a:pt x="23361" y="10854"/>
                  <a:pt x="24045" y="10655"/>
                  <a:pt x="24501" y="10256"/>
                </a:cubicBezTo>
                <a:cubicBezTo>
                  <a:pt x="24957" y="9857"/>
                  <a:pt x="25185" y="9259"/>
                  <a:pt x="25185" y="8433"/>
                </a:cubicBezTo>
                <a:cubicBezTo>
                  <a:pt x="25185" y="7350"/>
                  <a:pt x="24814" y="6581"/>
                  <a:pt x="24130" y="6125"/>
                </a:cubicBezTo>
                <a:cubicBezTo>
                  <a:pt x="23447" y="5698"/>
                  <a:pt x="22079" y="5470"/>
                  <a:pt x="20085" y="5470"/>
                </a:cubicBezTo>
                <a:lnTo>
                  <a:pt x="1481" y="5470"/>
                </a:lnTo>
                <a:lnTo>
                  <a:pt x="1481" y="8689"/>
                </a:lnTo>
                <a:lnTo>
                  <a:pt x="0" y="8689"/>
                </a:lnTo>
                <a:lnTo>
                  <a:pt x="0" y="0"/>
                </a:lnTo>
                <a:lnTo>
                  <a:pt x="1481" y="0"/>
                </a:lnTo>
                <a:lnTo>
                  <a:pt x="1481" y="2650"/>
                </a:lnTo>
                <a:lnTo>
                  <a:pt x="20199" y="2650"/>
                </a:lnTo>
                <a:cubicBezTo>
                  <a:pt x="22478" y="2650"/>
                  <a:pt x="24102" y="3105"/>
                  <a:pt x="25128" y="4017"/>
                </a:cubicBezTo>
                <a:cubicBezTo>
                  <a:pt x="26153" y="4929"/>
                  <a:pt x="26666" y="6410"/>
                  <a:pt x="26666" y="8461"/>
                </a:cubicBezTo>
                <a:cubicBezTo>
                  <a:pt x="26666" y="9145"/>
                  <a:pt x="26580" y="9800"/>
                  <a:pt x="26410" y="10456"/>
                </a:cubicBezTo>
                <a:cubicBezTo>
                  <a:pt x="26239" y="11111"/>
                  <a:pt x="26011" y="11795"/>
                  <a:pt x="25726" y="1247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7DEAAC-33EE-4C39-B907-565A88D0A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58" y="1342891"/>
            <a:ext cx="15555" cy="14757"/>
          </a:xfrm>
          <a:custGeom xmlns:a="http://schemas.openxmlformats.org/drawingml/2006/main">
            <a:pathLst>
              <a:path w="15555" h="14757">
                <a:moveTo>
                  <a:pt x="10541" y="4843"/>
                </a:moveTo>
                <a:lnTo>
                  <a:pt x="7407" y="4843"/>
                </a:lnTo>
                <a:lnTo>
                  <a:pt x="7407" y="8148"/>
                </a:lnTo>
                <a:cubicBezTo>
                  <a:pt x="7407" y="9430"/>
                  <a:pt x="7692" y="10370"/>
                  <a:pt x="8233" y="10997"/>
                </a:cubicBezTo>
                <a:cubicBezTo>
                  <a:pt x="8803" y="11624"/>
                  <a:pt x="9629" y="11909"/>
                  <a:pt x="10740" y="11909"/>
                </a:cubicBezTo>
                <a:cubicBezTo>
                  <a:pt x="11766" y="11909"/>
                  <a:pt x="12592" y="11595"/>
                  <a:pt x="13191" y="10968"/>
                </a:cubicBezTo>
                <a:cubicBezTo>
                  <a:pt x="13817" y="10342"/>
                  <a:pt x="14102" y="9487"/>
                  <a:pt x="14102" y="8404"/>
                </a:cubicBezTo>
                <a:cubicBezTo>
                  <a:pt x="14102" y="7350"/>
                  <a:pt x="13789" y="6496"/>
                  <a:pt x="13134" y="5840"/>
                </a:cubicBezTo>
                <a:cubicBezTo>
                  <a:pt x="12478" y="5185"/>
                  <a:pt x="11624" y="4843"/>
                  <a:pt x="10541" y="4843"/>
                </a:cubicBezTo>
                <a:close/>
                <a:moveTo>
                  <a:pt x="5954" y="2279"/>
                </a:moveTo>
                <a:lnTo>
                  <a:pt x="13703" y="2279"/>
                </a:lnTo>
                <a:lnTo>
                  <a:pt x="13703" y="0"/>
                </a:lnTo>
                <a:lnTo>
                  <a:pt x="15185" y="0"/>
                </a:lnTo>
                <a:lnTo>
                  <a:pt x="15185" y="4843"/>
                </a:lnTo>
                <a:lnTo>
                  <a:pt x="13589" y="4843"/>
                </a:lnTo>
                <a:cubicBezTo>
                  <a:pt x="14273" y="5413"/>
                  <a:pt x="14786" y="6068"/>
                  <a:pt x="15099" y="6809"/>
                </a:cubicBezTo>
                <a:cubicBezTo>
                  <a:pt x="15384" y="7550"/>
                  <a:pt x="15555" y="8433"/>
                  <a:pt x="15555" y="9401"/>
                </a:cubicBezTo>
                <a:cubicBezTo>
                  <a:pt x="15555" y="11054"/>
                  <a:pt x="15128" y="12364"/>
                  <a:pt x="14273" y="13333"/>
                </a:cubicBezTo>
                <a:cubicBezTo>
                  <a:pt x="13418" y="14302"/>
                  <a:pt x="12222" y="14757"/>
                  <a:pt x="10740" y="14757"/>
                </a:cubicBezTo>
                <a:cubicBezTo>
                  <a:pt x="9231" y="14757"/>
                  <a:pt x="8062" y="14216"/>
                  <a:pt x="7208" y="13105"/>
                </a:cubicBezTo>
                <a:cubicBezTo>
                  <a:pt x="6353" y="12022"/>
                  <a:pt x="5926" y="10456"/>
                  <a:pt x="5926" y="8433"/>
                </a:cubicBezTo>
                <a:lnTo>
                  <a:pt x="5926" y="4843"/>
                </a:lnTo>
                <a:lnTo>
                  <a:pt x="4900" y="4843"/>
                </a:lnTo>
                <a:cubicBezTo>
                  <a:pt x="3789" y="4843"/>
                  <a:pt x="2934" y="5185"/>
                  <a:pt x="2308" y="5869"/>
                </a:cubicBezTo>
                <a:cubicBezTo>
                  <a:pt x="1681" y="6553"/>
                  <a:pt x="1367" y="7521"/>
                  <a:pt x="1367" y="8746"/>
                </a:cubicBezTo>
                <a:cubicBezTo>
                  <a:pt x="1367" y="9772"/>
                  <a:pt x="1624" y="10570"/>
                  <a:pt x="2080" y="11168"/>
                </a:cubicBezTo>
                <a:cubicBezTo>
                  <a:pt x="2536" y="11795"/>
                  <a:pt x="3219" y="12165"/>
                  <a:pt x="4131" y="12307"/>
                </a:cubicBezTo>
                <a:lnTo>
                  <a:pt x="4131" y="13618"/>
                </a:lnTo>
                <a:lnTo>
                  <a:pt x="1140" y="13618"/>
                </a:lnTo>
                <a:cubicBezTo>
                  <a:pt x="769" y="12735"/>
                  <a:pt x="484" y="11880"/>
                  <a:pt x="285" y="11025"/>
                </a:cubicBezTo>
                <a:cubicBezTo>
                  <a:pt x="114" y="10199"/>
                  <a:pt x="0" y="9373"/>
                  <a:pt x="0" y="8575"/>
                </a:cubicBezTo>
                <a:cubicBezTo>
                  <a:pt x="0" y="6524"/>
                  <a:pt x="513" y="4986"/>
                  <a:pt x="1538" y="3903"/>
                </a:cubicBezTo>
                <a:cubicBezTo>
                  <a:pt x="2564" y="2820"/>
                  <a:pt x="4017" y="2279"/>
                  <a:pt x="5954" y="227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2A722F-4D19-44C5-8CDD-302A190FB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56" y="1326082"/>
            <a:ext cx="14786" cy="16068"/>
          </a:xfrm>
          <a:custGeom xmlns:a="http://schemas.openxmlformats.org/drawingml/2006/main">
            <a:pathLst>
              <a:path w="14786" h="16068">
                <a:moveTo>
                  <a:pt x="14786" y="8974"/>
                </a:moveTo>
                <a:lnTo>
                  <a:pt x="1481" y="14416"/>
                </a:lnTo>
                <a:lnTo>
                  <a:pt x="1481" y="16068"/>
                </a:lnTo>
                <a:lnTo>
                  <a:pt x="0" y="16068"/>
                </a:lnTo>
                <a:lnTo>
                  <a:pt x="0" y="9288"/>
                </a:lnTo>
                <a:lnTo>
                  <a:pt x="1481" y="9288"/>
                </a:lnTo>
                <a:lnTo>
                  <a:pt x="1481" y="11652"/>
                </a:lnTo>
                <a:lnTo>
                  <a:pt x="11652" y="7493"/>
                </a:lnTo>
                <a:lnTo>
                  <a:pt x="1481" y="3333"/>
                </a:lnTo>
                <a:lnTo>
                  <a:pt x="1481" y="5555"/>
                </a:lnTo>
                <a:lnTo>
                  <a:pt x="0" y="5555"/>
                </a:lnTo>
                <a:lnTo>
                  <a:pt x="0" y="0"/>
                </a:lnTo>
                <a:lnTo>
                  <a:pt x="1481" y="0"/>
                </a:lnTo>
                <a:lnTo>
                  <a:pt x="1481" y="1652"/>
                </a:lnTo>
                <a:lnTo>
                  <a:pt x="14786" y="7094"/>
                </a:lnTo>
                <a:lnTo>
                  <a:pt x="14786" y="897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493753-FA3D-4070-A14B-C62CC5D4A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58" y="1309815"/>
            <a:ext cx="15555" cy="14757"/>
          </a:xfrm>
          <a:custGeom xmlns:a="http://schemas.openxmlformats.org/drawingml/2006/main">
            <a:pathLst>
              <a:path w="15555" h="14757">
                <a:moveTo>
                  <a:pt x="10541" y="4843"/>
                </a:moveTo>
                <a:lnTo>
                  <a:pt x="7407" y="4843"/>
                </a:lnTo>
                <a:lnTo>
                  <a:pt x="7407" y="8148"/>
                </a:lnTo>
                <a:cubicBezTo>
                  <a:pt x="7407" y="9430"/>
                  <a:pt x="7692" y="10370"/>
                  <a:pt x="8233" y="10997"/>
                </a:cubicBezTo>
                <a:cubicBezTo>
                  <a:pt x="8803" y="11624"/>
                  <a:pt x="9629" y="11909"/>
                  <a:pt x="10740" y="11909"/>
                </a:cubicBezTo>
                <a:cubicBezTo>
                  <a:pt x="11766" y="11909"/>
                  <a:pt x="12592" y="11595"/>
                  <a:pt x="13191" y="10968"/>
                </a:cubicBezTo>
                <a:cubicBezTo>
                  <a:pt x="13817" y="10342"/>
                  <a:pt x="14102" y="9487"/>
                  <a:pt x="14102" y="8404"/>
                </a:cubicBezTo>
                <a:cubicBezTo>
                  <a:pt x="14102" y="7350"/>
                  <a:pt x="13789" y="6496"/>
                  <a:pt x="13134" y="5840"/>
                </a:cubicBezTo>
                <a:cubicBezTo>
                  <a:pt x="12478" y="5185"/>
                  <a:pt x="11624" y="4843"/>
                  <a:pt x="10541" y="4843"/>
                </a:cubicBezTo>
                <a:close/>
                <a:moveTo>
                  <a:pt x="5954" y="2279"/>
                </a:moveTo>
                <a:lnTo>
                  <a:pt x="13703" y="2279"/>
                </a:lnTo>
                <a:lnTo>
                  <a:pt x="13703" y="0"/>
                </a:lnTo>
                <a:lnTo>
                  <a:pt x="15185" y="0"/>
                </a:lnTo>
                <a:lnTo>
                  <a:pt x="15185" y="4843"/>
                </a:lnTo>
                <a:lnTo>
                  <a:pt x="13589" y="4843"/>
                </a:lnTo>
                <a:cubicBezTo>
                  <a:pt x="14273" y="5413"/>
                  <a:pt x="14786" y="6068"/>
                  <a:pt x="15099" y="6809"/>
                </a:cubicBezTo>
                <a:cubicBezTo>
                  <a:pt x="15384" y="7550"/>
                  <a:pt x="15555" y="8433"/>
                  <a:pt x="15555" y="9401"/>
                </a:cubicBezTo>
                <a:cubicBezTo>
                  <a:pt x="15555" y="11054"/>
                  <a:pt x="15128" y="12364"/>
                  <a:pt x="14273" y="13333"/>
                </a:cubicBezTo>
                <a:cubicBezTo>
                  <a:pt x="13418" y="14302"/>
                  <a:pt x="12222" y="14757"/>
                  <a:pt x="10740" y="14757"/>
                </a:cubicBezTo>
                <a:cubicBezTo>
                  <a:pt x="9231" y="14757"/>
                  <a:pt x="8062" y="14216"/>
                  <a:pt x="7208" y="13105"/>
                </a:cubicBezTo>
                <a:cubicBezTo>
                  <a:pt x="6353" y="12022"/>
                  <a:pt x="5926" y="10456"/>
                  <a:pt x="5926" y="8433"/>
                </a:cubicBezTo>
                <a:lnTo>
                  <a:pt x="5926" y="4843"/>
                </a:lnTo>
                <a:lnTo>
                  <a:pt x="4900" y="4843"/>
                </a:lnTo>
                <a:cubicBezTo>
                  <a:pt x="3789" y="4843"/>
                  <a:pt x="2934" y="5185"/>
                  <a:pt x="2308" y="5869"/>
                </a:cubicBezTo>
                <a:cubicBezTo>
                  <a:pt x="1681" y="6553"/>
                  <a:pt x="1367" y="7521"/>
                  <a:pt x="1367" y="8746"/>
                </a:cubicBezTo>
                <a:cubicBezTo>
                  <a:pt x="1367" y="9772"/>
                  <a:pt x="1624" y="10570"/>
                  <a:pt x="2080" y="11168"/>
                </a:cubicBezTo>
                <a:cubicBezTo>
                  <a:pt x="2536" y="11795"/>
                  <a:pt x="3219" y="12165"/>
                  <a:pt x="4131" y="12307"/>
                </a:cubicBezTo>
                <a:lnTo>
                  <a:pt x="4131" y="13618"/>
                </a:lnTo>
                <a:lnTo>
                  <a:pt x="1140" y="13618"/>
                </a:lnTo>
                <a:cubicBezTo>
                  <a:pt x="769" y="12735"/>
                  <a:pt x="484" y="11880"/>
                  <a:pt x="285" y="11025"/>
                </a:cubicBezTo>
                <a:cubicBezTo>
                  <a:pt x="114" y="10199"/>
                  <a:pt x="0" y="9373"/>
                  <a:pt x="0" y="8575"/>
                </a:cubicBezTo>
                <a:cubicBezTo>
                  <a:pt x="0" y="6524"/>
                  <a:pt x="513" y="4986"/>
                  <a:pt x="1538" y="3903"/>
                </a:cubicBezTo>
                <a:cubicBezTo>
                  <a:pt x="2564" y="2820"/>
                  <a:pt x="4017" y="2279"/>
                  <a:pt x="5954" y="227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906DBE-E114-42D5-88AA-CA0234175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58" y="1295855"/>
            <a:ext cx="15555" cy="11567"/>
          </a:xfrm>
          <a:custGeom xmlns:a="http://schemas.openxmlformats.org/drawingml/2006/main">
            <a:pathLst>
              <a:path w="15555" h="11567">
                <a:moveTo>
                  <a:pt x="14359" y="11567"/>
                </a:moveTo>
                <a:lnTo>
                  <a:pt x="10911" y="11567"/>
                </a:lnTo>
                <a:lnTo>
                  <a:pt x="10911" y="10085"/>
                </a:lnTo>
                <a:cubicBezTo>
                  <a:pt x="12022" y="10057"/>
                  <a:pt x="12849" y="9715"/>
                  <a:pt x="13390" y="9060"/>
                </a:cubicBezTo>
                <a:cubicBezTo>
                  <a:pt x="13960" y="8404"/>
                  <a:pt x="14216" y="7436"/>
                  <a:pt x="14216" y="6154"/>
                </a:cubicBezTo>
                <a:cubicBezTo>
                  <a:pt x="14216" y="5014"/>
                  <a:pt x="14017" y="4131"/>
                  <a:pt x="13561" y="3533"/>
                </a:cubicBezTo>
                <a:cubicBezTo>
                  <a:pt x="13134" y="2934"/>
                  <a:pt x="12507" y="2621"/>
                  <a:pt x="11681" y="2621"/>
                </a:cubicBezTo>
                <a:cubicBezTo>
                  <a:pt x="11054" y="2621"/>
                  <a:pt x="10513" y="2849"/>
                  <a:pt x="10114" y="3276"/>
                </a:cubicBezTo>
                <a:cubicBezTo>
                  <a:pt x="9715" y="3732"/>
                  <a:pt x="9288" y="4644"/>
                  <a:pt x="8832" y="6068"/>
                </a:cubicBezTo>
                <a:lnTo>
                  <a:pt x="8205" y="7920"/>
                </a:lnTo>
                <a:cubicBezTo>
                  <a:pt x="7806" y="9202"/>
                  <a:pt x="7293" y="10114"/>
                  <a:pt x="6666" y="10683"/>
                </a:cubicBezTo>
                <a:cubicBezTo>
                  <a:pt x="6068" y="11253"/>
                  <a:pt x="5299" y="11538"/>
                  <a:pt x="4330" y="11538"/>
                </a:cubicBezTo>
                <a:cubicBezTo>
                  <a:pt x="2991" y="11538"/>
                  <a:pt x="1937" y="11054"/>
                  <a:pt x="1168" y="10057"/>
                </a:cubicBezTo>
                <a:cubicBezTo>
                  <a:pt x="399" y="9060"/>
                  <a:pt x="0" y="7692"/>
                  <a:pt x="0" y="5926"/>
                </a:cubicBezTo>
                <a:cubicBezTo>
                  <a:pt x="0" y="5157"/>
                  <a:pt x="114" y="4330"/>
                  <a:pt x="313" y="3476"/>
                </a:cubicBezTo>
                <a:cubicBezTo>
                  <a:pt x="513" y="2621"/>
                  <a:pt x="798" y="1709"/>
                  <a:pt x="1197" y="798"/>
                </a:cubicBezTo>
                <a:lnTo>
                  <a:pt x="4416" y="798"/>
                </a:lnTo>
                <a:lnTo>
                  <a:pt x="4416" y="2279"/>
                </a:lnTo>
                <a:cubicBezTo>
                  <a:pt x="3476" y="2336"/>
                  <a:pt x="2735" y="2650"/>
                  <a:pt x="2194" y="3276"/>
                </a:cubicBezTo>
                <a:cubicBezTo>
                  <a:pt x="1652" y="3903"/>
                  <a:pt x="1367" y="4758"/>
                  <a:pt x="1367" y="5840"/>
                </a:cubicBezTo>
                <a:cubicBezTo>
                  <a:pt x="1367" y="6923"/>
                  <a:pt x="1567" y="7749"/>
                  <a:pt x="1937" y="8290"/>
                </a:cubicBezTo>
                <a:cubicBezTo>
                  <a:pt x="2336" y="8860"/>
                  <a:pt x="2906" y="9117"/>
                  <a:pt x="3647" y="9117"/>
                </a:cubicBezTo>
                <a:cubicBezTo>
                  <a:pt x="4273" y="9117"/>
                  <a:pt x="4786" y="8917"/>
                  <a:pt x="5157" y="8490"/>
                </a:cubicBezTo>
                <a:cubicBezTo>
                  <a:pt x="5527" y="8091"/>
                  <a:pt x="5897" y="7236"/>
                  <a:pt x="6296" y="5983"/>
                </a:cubicBezTo>
                <a:lnTo>
                  <a:pt x="6923" y="3960"/>
                </a:lnTo>
                <a:cubicBezTo>
                  <a:pt x="7379" y="2564"/>
                  <a:pt x="7920" y="1567"/>
                  <a:pt x="8575" y="940"/>
                </a:cubicBezTo>
                <a:cubicBezTo>
                  <a:pt x="9231" y="313"/>
                  <a:pt x="10057" y="0"/>
                  <a:pt x="11082" y="0"/>
                </a:cubicBezTo>
                <a:cubicBezTo>
                  <a:pt x="12507" y="0"/>
                  <a:pt x="13589" y="541"/>
                  <a:pt x="14387" y="1624"/>
                </a:cubicBezTo>
                <a:cubicBezTo>
                  <a:pt x="15185" y="2706"/>
                  <a:pt x="15555" y="4159"/>
                  <a:pt x="15555" y="6040"/>
                </a:cubicBezTo>
                <a:cubicBezTo>
                  <a:pt x="15555" y="7008"/>
                  <a:pt x="15441" y="7920"/>
                  <a:pt x="15270" y="8832"/>
                </a:cubicBezTo>
                <a:cubicBezTo>
                  <a:pt x="15099" y="9743"/>
                  <a:pt x="14786" y="10655"/>
                  <a:pt x="14359" y="1156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0EE47B-09C1-4AB2-9E4C-48AE3C036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58" y="1279759"/>
            <a:ext cx="15555" cy="13219"/>
          </a:xfrm>
          <a:custGeom xmlns:a="http://schemas.openxmlformats.org/drawingml/2006/main">
            <a:pathLst>
              <a:path w="15555" h="13219">
                <a:moveTo>
                  <a:pt x="10740" y="0"/>
                </a:moveTo>
                <a:cubicBezTo>
                  <a:pt x="12336" y="370"/>
                  <a:pt x="13532" y="1054"/>
                  <a:pt x="14330" y="2080"/>
                </a:cubicBezTo>
                <a:cubicBezTo>
                  <a:pt x="15156" y="3105"/>
                  <a:pt x="15555" y="4444"/>
                  <a:pt x="15555" y="6068"/>
                </a:cubicBezTo>
                <a:cubicBezTo>
                  <a:pt x="15555" y="8233"/>
                  <a:pt x="14871" y="9943"/>
                  <a:pt x="13447" y="11253"/>
                </a:cubicBezTo>
                <a:cubicBezTo>
                  <a:pt x="12022" y="12564"/>
                  <a:pt x="10142" y="13219"/>
                  <a:pt x="7778" y="13219"/>
                </a:cubicBezTo>
                <a:cubicBezTo>
                  <a:pt x="5441" y="13219"/>
                  <a:pt x="3561" y="12564"/>
                  <a:pt x="2137" y="11253"/>
                </a:cubicBezTo>
                <a:cubicBezTo>
                  <a:pt x="712" y="9943"/>
                  <a:pt x="0" y="8233"/>
                  <a:pt x="0" y="6068"/>
                </a:cubicBezTo>
                <a:cubicBezTo>
                  <a:pt x="0" y="5157"/>
                  <a:pt x="114" y="4216"/>
                  <a:pt x="342" y="3276"/>
                </a:cubicBezTo>
                <a:cubicBezTo>
                  <a:pt x="570" y="2365"/>
                  <a:pt x="883" y="1424"/>
                  <a:pt x="1311" y="484"/>
                </a:cubicBezTo>
                <a:lnTo>
                  <a:pt x="5100" y="484"/>
                </a:lnTo>
                <a:lnTo>
                  <a:pt x="5100" y="1966"/>
                </a:lnTo>
                <a:cubicBezTo>
                  <a:pt x="3818" y="2165"/>
                  <a:pt x="2877" y="2593"/>
                  <a:pt x="2279" y="3248"/>
                </a:cubicBezTo>
                <a:cubicBezTo>
                  <a:pt x="1681" y="3903"/>
                  <a:pt x="1367" y="4843"/>
                  <a:pt x="1367" y="6040"/>
                </a:cubicBezTo>
                <a:cubicBezTo>
                  <a:pt x="1367" y="7436"/>
                  <a:pt x="1909" y="8490"/>
                  <a:pt x="2991" y="9174"/>
                </a:cubicBezTo>
                <a:cubicBezTo>
                  <a:pt x="4074" y="9886"/>
                  <a:pt x="5669" y="10228"/>
                  <a:pt x="7806" y="10228"/>
                </a:cubicBezTo>
                <a:cubicBezTo>
                  <a:pt x="9943" y="10228"/>
                  <a:pt x="11538" y="9886"/>
                  <a:pt x="12621" y="9174"/>
                </a:cubicBezTo>
                <a:cubicBezTo>
                  <a:pt x="13703" y="8490"/>
                  <a:pt x="14216" y="7436"/>
                  <a:pt x="14216" y="6040"/>
                </a:cubicBezTo>
                <a:cubicBezTo>
                  <a:pt x="14216" y="4957"/>
                  <a:pt x="13931" y="4074"/>
                  <a:pt x="13361" y="3419"/>
                </a:cubicBezTo>
                <a:cubicBezTo>
                  <a:pt x="12792" y="2763"/>
                  <a:pt x="11909" y="2308"/>
                  <a:pt x="10740" y="2051"/>
                </a:cubicBezTo>
                <a:lnTo>
                  <a:pt x="1074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C73F2B-3515-48FE-A0D7-443B226E4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58" y="1264830"/>
            <a:ext cx="15185" cy="12592"/>
          </a:xfrm>
          <a:custGeom xmlns:a="http://schemas.openxmlformats.org/drawingml/2006/main">
            <a:pathLst>
              <a:path w="15185" h="12592">
                <a:moveTo>
                  <a:pt x="370" y="0"/>
                </a:moveTo>
                <a:lnTo>
                  <a:pt x="4074" y="0"/>
                </a:lnTo>
                <a:lnTo>
                  <a:pt x="4074" y="1481"/>
                </a:lnTo>
                <a:cubicBezTo>
                  <a:pt x="3333" y="1538"/>
                  <a:pt x="2792" y="1738"/>
                  <a:pt x="2422" y="2080"/>
                </a:cubicBezTo>
                <a:cubicBezTo>
                  <a:pt x="2080" y="2450"/>
                  <a:pt x="1880" y="2991"/>
                  <a:pt x="1880" y="3675"/>
                </a:cubicBezTo>
                <a:cubicBezTo>
                  <a:pt x="1880" y="4929"/>
                  <a:pt x="2336" y="5897"/>
                  <a:pt x="3191" y="6581"/>
                </a:cubicBezTo>
                <a:cubicBezTo>
                  <a:pt x="4074" y="7265"/>
                  <a:pt x="5327" y="7578"/>
                  <a:pt x="6951" y="7578"/>
                </a:cubicBezTo>
                <a:lnTo>
                  <a:pt x="13703" y="7578"/>
                </a:lnTo>
                <a:lnTo>
                  <a:pt x="13703" y="4615"/>
                </a:lnTo>
                <a:lnTo>
                  <a:pt x="15185" y="4615"/>
                </a:lnTo>
                <a:lnTo>
                  <a:pt x="15185" y="12450"/>
                </a:lnTo>
                <a:lnTo>
                  <a:pt x="13703" y="12450"/>
                </a:lnTo>
                <a:lnTo>
                  <a:pt x="13703" y="10142"/>
                </a:lnTo>
                <a:lnTo>
                  <a:pt x="1852" y="10142"/>
                </a:lnTo>
                <a:lnTo>
                  <a:pt x="1852" y="12592"/>
                </a:lnTo>
                <a:lnTo>
                  <a:pt x="399" y="12592"/>
                </a:lnTo>
                <a:lnTo>
                  <a:pt x="399" y="7578"/>
                </a:lnTo>
                <a:lnTo>
                  <a:pt x="3020" y="7578"/>
                </a:lnTo>
                <a:cubicBezTo>
                  <a:pt x="1994" y="7094"/>
                  <a:pt x="1254" y="6467"/>
                  <a:pt x="741" y="5669"/>
                </a:cubicBezTo>
                <a:cubicBezTo>
                  <a:pt x="256" y="4872"/>
                  <a:pt x="0" y="3903"/>
                  <a:pt x="0" y="2763"/>
                </a:cubicBezTo>
                <a:cubicBezTo>
                  <a:pt x="0" y="2365"/>
                  <a:pt x="57" y="1909"/>
                  <a:pt x="114" y="1453"/>
                </a:cubicBezTo>
                <a:cubicBezTo>
                  <a:pt x="171" y="997"/>
                  <a:pt x="256" y="513"/>
                  <a:pt x="370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6842A3-2665-40C6-B283-18EF00530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74" y="1256369"/>
            <a:ext cx="20968" cy="7436"/>
          </a:xfrm>
          <a:custGeom xmlns:a="http://schemas.openxmlformats.org/drawingml/2006/main">
            <a:pathLst>
              <a:path w="20968" h="7436">
                <a:moveTo>
                  <a:pt x="1595" y="5698"/>
                </a:moveTo>
                <a:cubicBezTo>
                  <a:pt x="1168" y="5698"/>
                  <a:pt x="798" y="5555"/>
                  <a:pt x="484" y="5242"/>
                </a:cubicBezTo>
                <a:cubicBezTo>
                  <a:pt x="171" y="4929"/>
                  <a:pt x="0" y="4558"/>
                  <a:pt x="0" y="4102"/>
                </a:cubicBezTo>
                <a:cubicBezTo>
                  <a:pt x="0" y="3704"/>
                  <a:pt x="171" y="3333"/>
                  <a:pt x="484" y="3020"/>
                </a:cubicBezTo>
                <a:cubicBezTo>
                  <a:pt x="798" y="2706"/>
                  <a:pt x="1168" y="2536"/>
                  <a:pt x="1595" y="2536"/>
                </a:cubicBezTo>
                <a:cubicBezTo>
                  <a:pt x="2051" y="2536"/>
                  <a:pt x="2422" y="2706"/>
                  <a:pt x="2706" y="2991"/>
                </a:cubicBezTo>
                <a:cubicBezTo>
                  <a:pt x="3020" y="3305"/>
                  <a:pt x="3162" y="3675"/>
                  <a:pt x="3162" y="4102"/>
                </a:cubicBezTo>
                <a:cubicBezTo>
                  <a:pt x="3162" y="4558"/>
                  <a:pt x="3020" y="4929"/>
                  <a:pt x="2706" y="5242"/>
                </a:cubicBezTo>
                <a:cubicBezTo>
                  <a:pt x="2422" y="5555"/>
                  <a:pt x="2051" y="5698"/>
                  <a:pt x="1595" y="5698"/>
                </a:cubicBezTo>
                <a:close/>
                <a:moveTo>
                  <a:pt x="19487" y="2422"/>
                </a:moveTo>
                <a:lnTo>
                  <a:pt x="19487" y="0"/>
                </a:lnTo>
                <a:lnTo>
                  <a:pt x="20968" y="0"/>
                </a:lnTo>
                <a:lnTo>
                  <a:pt x="20968" y="7436"/>
                </a:lnTo>
                <a:lnTo>
                  <a:pt x="19487" y="7436"/>
                </a:lnTo>
                <a:lnTo>
                  <a:pt x="19487" y="4986"/>
                </a:lnTo>
                <a:lnTo>
                  <a:pt x="7664" y="4986"/>
                </a:lnTo>
                <a:lnTo>
                  <a:pt x="7664" y="7436"/>
                </a:lnTo>
                <a:lnTo>
                  <a:pt x="6182" y="7436"/>
                </a:lnTo>
                <a:lnTo>
                  <a:pt x="6182" y="2422"/>
                </a:lnTo>
                <a:lnTo>
                  <a:pt x="19487" y="242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4EEC7F-287A-4C0C-97CE-CFAF49C56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58" y="1238905"/>
            <a:ext cx="21082" cy="15982"/>
          </a:xfrm>
          <a:custGeom xmlns:a="http://schemas.openxmlformats.org/drawingml/2006/main">
            <a:pathLst>
              <a:path w="21082" h="15982">
                <a:moveTo>
                  <a:pt x="7065" y="10968"/>
                </a:moveTo>
                <a:lnTo>
                  <a:pt x="8518" y="10968"/>
                </a:lnTo>
                <a:cubicBezTo>
                  <a:pt x="10313" y="10968"/>
                  <a:pt x="11681" y="10626"/>
                  <a:pt x="12592" y="9943"/>
                </a:cubicBezTo>
                <a:cubicBezTo>
                  <a:pt x="13532" y="9259"/>
                  <a:pt x="13988" y="8290"/>
                  <a:pt x="13988" y="6980"/>
                </a:cubicBezTo>
                <a:cubicBezTo>
                  <a:pt x="13988" y="5669"/>
                  <a:pt x="13475" y="4701"/>
                  <a:pt x="12421" y="4017"/>
                </a:cubicBezTo>
                <a:cubicBezTo>
                  <a:pt x="11396" y="3333"/>
                  <a:pt x="9829" y="2991"/>
                  <a:pt x="7778" y="2991"/>
                </a:cubicBezTo>
                <a:cubicBezTo>
                  <a:pt x="5726" y="2991"/>
                  <a:pt x="4188" y="3333"/>
                  <a:pt x="3162" y="4017"/>
                </a:cubicBezTo>
                <a:cubicBezTo>
                  <a:pt x="2137" y="4701"/>
                  <a:pt x="1595" y="5669"/>
                  <a:pt x="1595" y="6980"/>
                </a:cubicBezTo>
                <a:cubicBezTo>
                  <a:pt x="1595" y="8290"/>
                  <a:pt x="2080" y="9259"/>
                  <a:pt x="3020" y="9943"/>
                </a:cubicBezTo>
                <a:cubicBezTo>
                  <a:pt x="3960" y="10626"/>
                  <a:pt x="5299" y="10968"/>
                  <a:pt x="7065" y="10968"/>
                </a:cubicBezTo>
                <a:close/>
                <a:moveTo>
                  <a:pt x="1880" y="13532"/>
                </a:moveTo>
                <a:lnTo>
                  <a:pt x="1880" y="15982"/>
                </a:lnTo>
                <a:lnTo>
                  <a:pt x="399" y="15982"/>
                </a:lnTo>
                <a:lnTo>
                  <a:pt x="399" y="10968"/>
                </a:lnTo>
                <a:lnTo>
                  <a:pt x="2706" y="10968"/>
                </a:lnTo>
                <a:cubicBezTo>
                  <a:pt x="1795" y="10484"/>
                  <a:pt x="1111" y="9857"/>
                  <a:pt x="655" y="9060"/>
                </a:cubicBezTo>
                <a:cubicBezTo>
                  <a:pt x="228" y="8290"/>
                  <a:pt x="0" y="7322"/>
                  <a:pt x="0" y="6182"/>
                </a:cubicBezTo>
                <a:cubicBezTo>
                  <a:pt x="0" y="4359"/>
                  <a:pt x="741" y="2877"/>
                  <a:pt x="2165" y="1738"/>
                </a:cubicBezTo>
                <a:cubicBezTo>
                  <a:pt x="3590" y="598"/>
                  <a:pt x="5470" y="0"/>
                  <a:pt x="7778" y="0"/>
                </a:cubicBezTo>
                <a:cubicBezTo>
                  <a:pt x="10114" y="0"/>
                  <a:pt x="11994" y="598"/>
                  <a:pt x="13418" y="1738"/>
                </a:cubicBezTo>
                <a:cubicBezTo>
                  <a:pt x="14843" y="2877"/>
                  <a:pt x="15555" y="4359"/>
                  <a:pt x="15555" y="6182"/>
                </a:cubicBezTo>
                <a:cubicBezTo>
                  <a:pt x="15555" y="7322"/>
                  <a:pt x="15327" y="8290"/>
                  <a:pt x="14928" y="9060"/>
                </a:cubicBezTo>
                <a:cubicBezTo>
                  <a:pt x="14501" y="9857"/>
                  <a:pt x="13817" y="10484"/>
                  <a:pt x="12877" y="10968"/>
                </a:cubicBezTo>
                <a:lnTo>
                  <a:pt x="19601" y="10968"/>
                </a:lnTo>
                <a:lnTo>
                  <a:pt x="19601" y="8547"/>
                </a:lnTo>
                <a:lnTo>
                  <a:pt x="21082" y="8547"/>
                </a:lnTo>
                <a:lnTo>
                  <a:pt x="21082" y="15982"/>
                </a:lnTo>
                <a:lnTo>
                  <a:pt x="19601" y="15982"/>
                </a:lnTo>
                <a:lnTo>
                  <a:pt x="19601" y="13532"/>
                </a:lnTo>
                <a:lnTo>
                  <a:pt x="1880" y="1353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DA6F9D-1D2F-4B12-91F0-4F11F92C1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70" y="1226256"/>
            <a:ext cx="19743" cy="10399"/>
          </a:xfrm>
          <a:custGeom xmlns:a="http://schemas.openxmlformats.org/drawingml/2006/main">
            <a:pathLst>
              <a:path w="19743" h="10399">
                <a:moveTo>
                  <a:pt x="6068" y="8148"/>
                </a:moveTo>
                <a:lnTo>
                  <a:pt x="6068" y="10399"/>
                </a:lnTo>
                <a:lnTo>
                  <a:pt x="4587" y="10399"/>
                </a:lnTo>
                <a:lnTo>
                  <a:pt x="4587" y="8148"/>
                </a:lnTo>
                <a:lnTo>
                  <a:pt x="0" y="8148"/>
                </a:lnTo>
                <a:lnTo>
                  <a:pt x="0" y="5584"/>
                </a:lnTo>
                <a:lnTo>
                  <a:pt x="4587" y="5584"/>
                </a:lnTo>
                <a:lnTo>
                  <a:pt x="4587" y="769"/>
                </a:lnTo>
                <a:lnTo>
                  <a:pt x="6068" y="769"/>
                </a:lnTo>
                <a:lnTo>
                  <a:pt x="6068" y="5584"/>
                </a:lnTo>
                <a:lnTo>
                  <a:pt x="15470" y="5584"/>
                </a:lnTo>
                <a:cubicBezTo>
                  <a:pt x="16723" y="5584"/>
                  <a:pt x="17549" y="5470"/>
                  <a:pt x="17891" y="5214"/>
                </a:cubicBezTo>
                <a:cubicBezTo>
                  <a:pt x="18233" y="4986"/>
                  <a:pt x="18404" y="4530"/>
                  <a:pt x="18404" y="3875"/>
                </a:cubicBezTo>
                <a:cubicBezTo>
                  <a:pt x="18404" y="3219"/>
                  <a:pt x="18205" y="2735"/>
                  <a:pt x="17806" y="2422"/>
                </a:cubicBezTo>
                <a:cubicBezTo>
                  <a:pt x="17407" y="2137"/>
                  <a:pt x="16780" y="1966"/>
                  <a:pt x="15897" y="1937"/>
                </a:cubicBezTo>
                <a:lnTo>
                  <a:pt x="15897" y="0"/>
                </a:lnTo>
                <a:cubicBezTo>
                  <a:pt x="17265" y="85"/>
                  <a:pt x="18233" y="456"/>
                  <a:pt x="18831" y="1111"/>
                </a:cubicBezTo>
                <a:cubicBezTo>
                  <a:pt x="19430" y="1766"/>
                  <a:pt x="19743" y="2763"/>
                  <a:pt x="19743" y="4102"/>
                </a:cubicBezTo>
                <a:cubicBezTo>
                  <a:pt x="19743" y="5584"/>
                  <a:pt x="19401" y="6638"/>
                  <a:pt x="18774" y="7236"/>
                </a:cubicBezTo>
                <a:cubicBezTo>
                  <a:pt x="18148" y="7863"/>
                  <a:pt x="17037" y="8148"/>
                  <a:pt x="15470" y="8148"/>
                </a:cubicBezTo>
                <a:lnTo>
                  <a:pt x="6068" y="814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293C6D-299B-4F9B-88D8-9DD98CFFB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4" y="1505863"/>
            <a:ext cx="9971" cy="10"/>
          </a:xfrm>
          <a:custGeom xmlns:a="http://schemas.openxmlformats.org/drawingml/2006/main">
            <a:pathLst>
              <a:path w="9971" h="1">
                <a:moveTo>
                  <a:pt x="9971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326A59-D4A9-4301-8765-BCD714103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4" y="1505863"/>
            <a:ext cx="9971" cy="10"/>
          </a:xfrm>
          <a:custGeom xmlns:a="http://schemas.openxmlformats.org/drawingml/2006/main">
            <a:pathLst>
              <a:path w="9971" h="1" fill="none">
                <a:moveTo>
                  <a:pt x="9971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9" cap="flat">
            <a:solidFill>
              <a:srgbClr val="000000"/>
            </a:solidFill>
            <a:round/>
          </a:ln>
        </p:spPr>
      </p:sp>
      <p:sp>
        <p:nvSpPr>
          <p:cNvPr id="3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198184-A86E-4A6B-9887-124333B83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4" y="1519320"/>
            <a:ext cx="20769" cy="16581"/>
          </a:xfrm>
          <a:custGeom xmlns:a="http://schemas.openxmlformats.org/drawingml/2006/main">
            <a:pathLst>
              <a:path w="20769" h="16581">
                <a:moveTo>
                  <a:pt x="10199" y="11111"/>
                </a:moveTo>
                <a:lnTo>
                  <a:pt x="10199" y="7436"/>
                </a:lnTo>
                <a:cubicBezTo>
                  <a:pt x="10199" y="6068"/>
                  <a:pt x="9829" y="5014"/>
                  <a:pt x="9088" y="4273"/>
                </a:cubicBezTo>
                <a:cubicBezTo>
                  <a:pt x="8347" y="3561"/>
                  <a:pt x="7265" y="3191"/>
                  <a:pt x="5840" y="3191"/>
                </a:cubicBezTo>
                <a:cubicBezTo>
                  <a:pt x="4416" y="3191"/>
                  <a:pt x="3333" y="3561"/>
                  <a:pt x="2593" y="4273"/>
                </a:cubicBezTo>
                <a:cubicBezTo>
                  <a:pt x="1852" y="5014"/>
                  <a:pt x="1481" y="6068"/>
                  <a:pt x="1481" y="7436"/>
                </a:cubicBezTo>
                <a:lnTo>
                  <a:pt x="1481" y="11111"/>
                </a:lnTo>
                <a:lnTo>
                  <a:pt x="10199" y="11111"/>
                </a:lnTo>
                <a:close/>
                <a:moveTo>
                  <a:pt x="20769" y="16581"/>
                </a:moveTo>
                <a:lnTo>
                  <a:pt x="19287" y="16581"/>
                </a:lnTo>
                <a:lnTo>
                  <a:pt x="19287" y="13931"/>
                </a:lnTo>
                <a:lnTo>
                  <a:pt x="1481" y="13931"/>
                </a:lnTo>
                <a:lnTo>
                  <a:pt x="1481" y="16581"/>
                </a:lnTo>
                <a:lnTo>
                  <a:pt x="0" y="16581"/>
                </a:lnTo>
                <a:lnTo>
                  <a:pt x="0" y="6752"/>
                </a:lnTo>
                <a:cubicBezTo>
                  <a:pt x="0" y="4701"/>
                  <a:pt x="541" y="3048"/>
                  <a:pt x="1595" y="1823"/>
                </a:cubicBezTo>
                <a:cubicBezTo>
                  <a:pt x="2650" y="627"/>
                  <a:pt x="4074" y="0"/>
                  <a:pt x="5840" y="0"/>
                </a:cubicBezTo>
                <a:cubicBezTo>
                  <a:pt x="7635" y="0"/>
                  <a:pt x="9060" y="627"/>
                  <a:pt x="10114" y="1823"/>
                </a:cubicBezTo>
                <a:cubicBezTo>
                  <a:pt x="11168" y="3048"/>
                  <a:pt x="11681" y="4701"/>
                  <a:pt x="11681" y="6752"/>
                </a:cubicBezTo>
                <a:lnTo>
                  <a:pt x="11681" y="11111"/>
                </a:lnTo>
                <a:lnTo>
                  <a:pt x="19287" y="11111"/>
                </a:lnTo>
                <a:lnTo>
                  <a:pt x="19287" y="7892"/>
                </a:lnTo>
                <a:lnTo>
                  <a:pt x="20769" y="7892"/>
                </a:lnTo>
                <a:lnTo>
                  <a:pt x="20769" y="1658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11E97B-96E9-4861-8580-C6A76E084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4" y="1495019"/>
            <a:ext cx="20769" cy="21709"/>
          </a:xfrm>
          <a:custGeom xmlns:a="http://schemas.openxmlformats.org/drawingml/2006/main">
            <a:pathLst>
              <a:path w="20769" h="21709">
                <a:moveTo>
                  <a:pt x="20769" y="21709"/>
                </a:moveTo>
                <a:lnTo>
                  <a:pt x="19287" y="21709"/>
                </a:lnTo>
                <a:lnTo>
                  <a:pt x="19287" y="19059"/>
                </a:lnTo>
                <a:lnTo>
                  <a:pt x="1481" y="19059"/>
                </a:lnTo>
                <a:lnTo>
                  <a:pt x="1481" y="21709"/>
                </a:lnTo>
                <a:lnTo>
                  <a:pt x="0" y="21709"/>
                </a:lnTo>
                <a:lnTo>
                  <a:pt x="0" y="13589"/>
                </a:lnTo>
                <a:lnTo>
                  <a:pt x="1481" y="13589"/>
                </a:lnTo>
                <a:lnTo>
                  <a:pt x="1481" y="16239"/>
                </a:lnTo>
                <a:lnTo>
                  <a:pt x="8661" y="16239"/>
                </a:lnTo>
                <a:lnTo>
                  <a:pt x="8661" y="5470"/>
                </a:lnTo>
                <a:lnTo>
                  <a:pt x="1481" y="5470"/>
                </a:lnTo>
                <a:lnTo>
                  <a:pt x="1481" y="8119"/>
                </a:lnTo>
                <a:lnTo>
                  <a:pt x="0" y="8119"/>
                </a:lnTo>
                <a:lnTo>
                  <a:pt x="0" y="0"/>
                </a:lnTo>
                <a:lnTo>
                  <a:pt x="1481" y="0"/>
                </a:lnTo>
                <a:lnTo>
                  <a:pt x="1481" y="2650"/>
                </a:lnTo>
                <a:lnTo>
                  <a:pt x="19287" y="2650"/>
                </a:lnTo>
                <a:lnTo>
                  <a:pt x="19287" y="0"/>
                </a:lnTo>
                <a:lnTo>
                  <a:pt x="20769" y="0"/>
                </a:lnTo>
                <a:lnTo>
                  <a:pt x="20769" y="8119"/>
                </a:lnTo>
                <a:lnTo>
                  <a:pt x="19287" y="8119"/>
                </a:lnTo>
                <a:lnTo>
                  <a:pt x="19287" y="5470"/>
                </a:lnTo>
                <a:lnTo>
                  <a:pt x="10370" y="5470"/>
                </a:lnTo>
                <a:lnTo>
                  <a:pt x="10370" y="16239"/>
                </a:lnTo>
                <a:lnTo>
                  <a:pt x="19287" y="16239"/>
                </a:lnTo>
                <a:lnTo>
                  <a:pt x="19287" y="13589"/>
                </a:lnTo>
                <a:lnTo>
                  <a:pt x="20769" y="13589"/>
                </a:lnTo>
                <a:lnTo>
                  <a:pt x="20769" y="2170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0F2013-6777-4645-92C0-9DA683FFB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4" y="1475305"/>
            <a:ext cx="20769" cy="16581"/>
          </a:xfrm>
          <a:custGeom xmlns:a="http://schemas.openxmlformats.org/drawingml/2006/main">
            <a:pathLst>
              <a:path w="20769" h="16581">
                <a:moveTo>
                  <a:pt x="10199" y="11111"/>
                </a:moveTo>
                <a:lnTo>
                  <a:pt x="10199" y="7436"/>
                </a:lnTo>
                <a:cubicBezTo>
                  <a:pt x="10199" y="6068"/>
                  <a:pt x="9829" y="5014"/>
                  <a:pt x="9088" y="4273"/>
                </a:cubicBezTo>
                <a:cubicBezTo>
                  <a:pt x="8347" y="3561"/>
                  <a:pt x="7265" y="3191"/>
                  <a:pt x="5840" y="3191"/>
                </a:cubicBezTo>
                <a:cubicBezTo>
                  <a:pt x="4416" y="3191"/>
                  <a:pt x="3333" y="3561"/>
                  <a:pt x="2593" y="4273"/>
                </a:cubicBezTo>
                <a:cubicBezTo>
                  <a:pt x="1852" y="5014"/>
                  <a:pt x="1481" y="6068"/>
                  <a:pt x="1481" y="7436"/>
                </a:cubicBezTo>
                <a:lnTo>
                  <a:pt x="1481" y="11111"/>
                </a:lnTo>
                <a:lnTo>
                  <a:pt x="10199" y="11111"/>
                </a:lnTo>
                <a:close/>
                <a:moveTo>
                  <a:pt x="20769" y="16581"/>
                </a:moveTo>
                <a:lnTo>
                  <a:pt x="19287" y="16581"/>
                </a:lnTo>
                <a:lnTo>
                  <a:pt x="19287" y="13931"/>
                </a:lnTo>
                <a:lnTo>
                  <a:pt x="1481" y="13931"/>
                </a:lnTo>
                <a:lnTo>
                  <a:pt x="1481" y="16581"/>
                </a:lnTo>
                <a:lnTo>
                  <a:pt x="0" y="16581"/>
                </a:lnTo>
                <a:lnTo>
                  <a:pt x="0" y="6752"/>
                </a:lnTo>
                <a:cubicBezTo>
                  <a:pt x="0" y="4701"/>
                  <a:pt x="541" y="3048"/>
                  <a:pt x="1595" y="1823"/>
                </a:cubicBezTo>
                <a:cubicBezTo>
                  <a:pt x="2650" y="627"/>
                  <a:pt x="4074" y="0"/>
                  <a:pt x="5840" y="0"/>
                </a:cubicBezTo>
                <a:cubicBezTo>
                  <a:pt x="7635" y="0"/>
                  <a:pt x="9060" y="627"/>
                  <a:pt x="10114" y="1823"/>
                </a:cubicBezTo>
                <a:cubicBezTo>
                  <a:pt x="11168" y="3048"/>
                  <a:pt x="11681" y="4701"/>
                  <a:pt x="11681" y="6752"/>
                </a:cubicBezTo>
                <a:lnTo>
                  <a:pt x="11681" y="11111"/>
                </a:lnTo>
                <a:lnTo>
                  <a:pt x="19287" y="11111"/>
                </a:lnTo>
                <a:lnTo>
                  <a:pt x="19287" y="7892"/>
                </a:lnTo>
                <a:lnTo>
                  <a:pt x="20769" y="7892"/>
                </a:lnTo>
                <a:lnTo>
                  <a:pt x="20769" y="1658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8B022A-B434-4E6D-B649-F5BE36505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4" y="1713543"/>
            <a:ext cx="9971" cy="10"/>
          </a:xfrm>
          <a:custGeom xmlns:a="http://schemas.openxmlformats.org/drawingml/2006/main">
            <a:pathLst>
              <a:path w="9971" h="1">
                <a:moveTo>
                  <a:pt x="9971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C312AF-54F7-4D83-92FD-992B72ADC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4" y="1713543"/>
            <a:ext cx="9971" cy="10"/>
          </a:xfrm>
          <a:custGeom xmlns:a="http://schemas.openxmlformats.org/drawingml/2006/main">
            <a:pathLst>
              <a:path w="9971" h="1" fill="none">
                <a:moveTo>
                  <a:pt x="9971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9" cap="flat">
            <a:solidFill>
              <a:srgbClr val="000000"/>
            </a:solidFill>
            <a:round/>
          </a:ln>
        </p:spPr>
      </p:sp>
      <p:sp>
        <p:nvSpPr>
          <p:cNvPr id="3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D5A42C-FB30-4A6F-ACF4-DC1E76774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73" y="1745674"/>
            <a:ext cx="20769" cy="16581"/>
          </a:xfrm>
          <a:custGeom xmlns:a="http://schemas.openxmlformats.org/drawingml/2006/main">
            <a:pathLst>
              <a:path w="20769" h="16581">
                <a:moveTo>
                  <a:pt x="10199" y="11111"/>
                </a:moveTo>
                <a:lnTo>
                  <a:pt x="10199" y="7436"/>
                </a:lnTo>
                <a:cubicBezTo>
                  <a:pt x="10199" y="6068"/>
                  <a:pt x="9829" y="5014"/>
                  <a:pt x="9088" y="4273"/>
                </a:cubicBezTo>
                <a:cubicBezTo>
                  <a:pt x="8347" y="3561"/>
                  <a:pt x="7265" y="3191"/>
                  <a:pt x="5840" y="3191"/>
                </a:cubicBezTo>
                <a:cubicBezTo>
                  <a:pt x="4416" y="3191"/>
                  <a:pt x="3333" y="3561"/>
                  <a:pt x="2593" y="4273"/>
                </a:cubicBezTo>
                <a:cubicBezTo>
                  <a:pt x="1852" y="5014"/>
                  <a:pt x="1481" y="6068"/>
                  <a:pt x="1481" y="7436"/>
                </a:cubicBezTo>
                <a:lnTo>
                  <a:pt x="1481" y="11111"/>
                </a:lnTo>
                <a:lnTo>
                  <a:pt x="10199" y="11111"/>
                </a:lnTo>
                <a:close/>
                <a:moveTo>
                  <a:pt x="20769" y="16581"/>
                </a:moveTo>
                <a:lnTo>
                  <a:pt x="19287" y="16581"/>
                </a:lnTo>
                <a:lnTo>
                  <a:pt x="19287" y="13931"/>
                </a:lnTo>
                <a:lnTo>
                  <a:pt x="1481" y="13931"/>
                </a:lnTo>
                <a:lnTo>
                  <a:pt x="1481" y="16581"/>
                </a:lnTo>
                <a:lnTo>
                  <a:pt x="0" y="16581"/>
                </a:lnTo>
                <a:lnTo>
                  <a:pt x="0" y="6752"/>
                </a:lnTo>
                <a:cubicBezTo>
                  <a:pt x="0" y="4701"/>
                  <a:pt x="541" y="3048"/>
                  <a:pt x="1595" y="1823"/>
                </a:cubicBezTo>
                <a:cubicBezTo>
                  <a:pt x="2650" y="627"/>
                  <a:pt x="4074" y="0"/>
                  <a:pt x="5840" y="0"/>
                </a:cubicBezTo>
                <a:cubicBezTo>
                  <a:pt x="7635" y="0"/>
                  <a:pt x="9060" y="627"/>
                  <a:pt x="10114" y="1823"/>
                </a:cubicBezTo>
                <a:cubicBezTo>
                  <a:pt x="11168" y="3048"/>
                  <a:pt x="11681" y="4701"/>
                  <a:pt x="11681" y="6752"/>
                </a:cubicBezTo>
                <a:lnTo>
                  <a:pt x="11681" y="11111"/>
                </a:lnTo>
                <a:lnTo>
                  <a:pt x="19287" y="11111"/>
                </a:lnTo>
                <a:lnTo>
                  <a:pt x="19287" y="7892"/>
                </a:lnTo>
                <a:lnTo>
                  <a:pt x="20769" y="7892"/>
                </a:lnTo>
                <a:lnTo>
                  <a:pt x="20769" y="1658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E60E3F-DCB9-4412-BB01-E2B0F1195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56" y="1728638"/>
            <a:ext cx="21082" cy="16068"/>
          </a:xfrm>
          <a:custGeom xmlns:a="http://schemas.openxmlformats.org/drawingml/2006/main">
            <a:pathLst>
              <a:path w="21082" h="16068">
                <a:moveTo>
                  <a:pt x="17464" y="9857"/>
                </a:moveTo>
                <a:lnTo>
                  <a:pt x="15014" y="8889"/>
                </a:lnTo>
                <a:lnTo>
                  <a:pt x="1481" y="14416"/>
                </a:lnTo>
                <a:lnTo>
                  <a:pt x="1481" y="16068"/>
                </a:lnTo>
                <a:lnTo>
                  <a:pt x="0" y="16068"/>
                </a:lnTo>
                <a:lnTo>
                  <a:pt x="0" y="9288"/>
                </a:lnTo>
                <a:lnTo>
                  <a:pt x="1481" y="9288"/>
                </a:lnTo>
                <a:lnTo>
                  <a:pt x="1481" y="11652"/>
                </a:lnTo>
                <a:lnTo>
                  <a:pt x="11652" y="7493"/>
                </a:lnTo>
                <a:lnTo>
                  <a:pt x="1481" y="3333"/>
                </a:lnTo>
                <a:lnTo>
                  <a:pt x="1481" y="5555"/>
                </a:lnTo>
                <a:lnTo>
                  <a:pt x="0" y="5555"/>
                </a:lnTo>
                <a:lnTo>
                  <a:pt x="0" y="0"/>
                </a:lnTo>
                <a:lnTo>
                  <a:pt x="1481" y="0"/>
                </a:lnTo>
                <a:lnTo>
                  <a:pt x="1481" y="1652"/>
                </a:lnTo>
                <a:lnTo>
                  <a:pt x="18091" y="8433"/>
                </a:lnTo>
                <a:cubicBezTo>
                  <a:pt x="19230" y="8889"/>
                  <a:pt x="20028" y="9401"/>
                  <a:pt x="20455" y="9971"/>
                </a:cubicBezTo>
                <a:cubicBezTo>
                  <a:pt x="20854" y="10541"/>
                  <a:pt x="21082" y="11339"/>
                  <a:pt x="21082" y="12364"/>
                </a:cubicBezTo>
                <a:cubicBezTo>
                  <a:pt x="21082" y="12820"/>
                  <a:pt x="21025" y="13248"/>
                  <a:pt x="20968" y="13703"/>
                </a:cubicBezTo>
                <a:cubicBezTo>
                  <a:pt x="20883" y="14159"/>
                  <a:pt x="20769" y="14643"/>
                  <a:pt x="20655" y="15099"/>
                </a:cubicBezTo>
                <a:lnTo>
                  <a:pt x="17834" y="15099"/>
                </a:lnTo>
                <a:lnTo>
                  <a:pt x="17834" y="13789"/>
                </a:lnTo>
                <a:cubicBezTo>
                  <a:pt x="18461" y="13732"/>
                  <a:pt x="18888" y="13589"/>
                  <a:pt x="19173" y="13304"/>
                </a:cubicBezTo>
                <a:cubicBezTo>
                  <a:pt x="19458" y="13048"/>
                  <a:pt x="19601" y="12649"/>
                  <a:pt x="19601" y="12079"/>
                </a:cubicBezTo>
                <a:cubicBezTo>
                  <a:pt x="19601" y="11567"/>
                  <a:pt x="19458" y="11168"/>
                  <a:pt x="19173" y="10854"/>
                </a:cubicBezTo>
                <a:cubicBezTo>
                  <a:pt x="18888" y="10541"/>
                  <a:pt x="18319" y="10199"/>
                  <a:pt x="17464" y="985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CBCE0E-587F-4CBD-AC3C-58C1EF1DB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" y="1717328"/>
            <a:ext cx="19743" cy="10399"/>
          </a:xfrm>
          <a:custGeom xmlns:a="http://schemas.openxmlformats.org/drawingml/2006/main">
            <a:pathLst>
              <a:path w="19743" h="10399">
                <a:moveTo>
                  <a:pt x="6068" y="8148"/>
                </a:moveTo>
                <a:lnTo>
                  <a:pt x="6068" y="10399"/>
                </a:lnTo>
                <a:lnTo>
                  <a:pt x="4587" y="10399"/>
                </a:lnTo>
                <a:lnTo>
                  <a:pt x="4587" y="8148"/>
                </a:lnTo>
                <a:lnTo>
                  <a:pt x="0" y="8148"/>
                </a:lnTo>
                <a:lnTo>
                  <a:pt x="0" y="5584"/>
                </a:lnTo>
                <a:lnTo>
                  <a:pt x="4587" y="5584"/>
                </a:lnTo>
                <a:lnTo>
                  <a:pt x="4587" y="769"/>
                </a:lnTo>
                <a:lnTo>
                  <a:pt x="6068" y="769"/>
                </a:lnTo>
                <a:lnTo>
                  <a:pt x="6068" y="5584"/>
                </a:lnTo>
                <a:lnTo>
                  <a:pt x="15470" y="5584"/>
                </a:lnTo>
                <a:cubicBezTo>
                  <a:pt x="16723" y="5584"/>
                  <a:pt x="17549" y="5470"/>
                  <a:pt x="17891" y="5214"/>
                </a:cubicBezTo>
                <a:cubicBezTo>
                  <a:pt x="18233" y="4986"/>
                  <a:pt x="18404" y="4530"/>
                  <a:pt x="18404" y="3875"/>
                </a:cubicBezTo>
                <a:cubicBezTo>
                  <a:pt x="18404" y="3219"/>
                  <a:pt x="18205" y="2735"/>
                  <a:pt x="17806" y="2422"/>
                </a:cubicBezTo>
                <a:cubicBezTo>
                  <a:pt x="17407" y="2137"/>
                  <a:pt x="16780" y="1966"/>
                  <a:pt x="15897" y="1937"/>
                </a:cubicBezTo>
                <a:lnTo>
                  <a:pt x="15897" y="0"/>
                </a:lnTo>
                <a:cubicBezTo>
                  <a:pt x="17265" y="85"/>
                  <a:pt x="18233" y="456"/>
                  <a:pt x="18831" y="1111"/>
                </a:cubicBezTo>
                <a:cubicBezTo>
                  <a:pt x="19430" y="1766"/>
                  <a:pt x="19743" y="2763"/>
                  <a:pt x="19743" y="4102"/>
                </a:cubicBezTo>
                <a:cubicBezTo>
                  <a:pt x="19743" y="5584"/>
                  <a:pt x="19401" y="6638"/>
                  <a:pt x="18774" y="7236"/>
                </a:cubicBezTo>
                <a:cubicBezTo>
                  <a:pt x="18148" y="7863"/>
                  <a:pt x="17037" y="8148"/>
                  <a:pt x="15470" y="8148"/>
                </a:cubicBezTo>
                <a:lnTo>
                  <a:pt x="6068" y="814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501F6B-E277-41EC-B0AF-1F361CC25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90" y="1699550"/>
            <a:ext cx="21652" cy="16524"/>
          </a:xfrm>
          <a:custGeom xmlns:a="http://schemas.openxmlformats.org/drawingml/2006/main">
            <a:pathLst>
              <a:path w="21652" h="16524">
                <a:moveTo>
                  <a:pt x="21652" y="16381"/>
                </a:moveTo>
                <a:lnTo>
                  <a:pt x="20170" y="16381"/>
                </a:lnTo>
                <a:lnTo>
                  <a:pt x="20170" y="14074"/>
                </a:lnTo>
                <a:lnTo>
                  <a:pt x="1481" y="14074"/>
                </a:lnTo>
                <a:lnTo>
                  <a:pt x="1481" y="16524"/>
                </a:lnTo>
                <a:lnTo>
                  <a:pt x="0" y="16524"/>
                </a:lnTo>
                <a:lnTo>
                  <a:pt x="0" y="11510"/>
                </a:lnTo>
                <a:lnTo>
                  <a:pt x="9487" y="11510"/>
                </a:lnTo>
                <a:cubicBezTo>
                  <a:pt x="8518" y="11054"/>
                  <a:pt x="7749" y="10427"/>
                  <a:pt x="7236" y="9686"/>
                </a:cubicBezTo>
                <a:cubicBezTo>
                  <a:pt x="6723" y="8946"/>
                  <a:pt x="6467" y="8062"/>
                  <a:pt x="6467" y="7037"/>
                </a:cubicBezTo>
                <a:cubicBezTo>
                  <a:pt x="6467" y="5413"/>
                  <a:pt x="6951" y="4216"/>
                  <a:pt x="7863" y="3447"/>
                </a:cubicBezTo>
                <a:cubicBezTo>
                  <a:pt x="8803" y="2678"/>
                  <a:pt x="10256" y="2279"/>
                  <a:pt x="12250" y="2279"/>
                </a:cubicBezTo>
                <a:lnTo>
                  <a:pt x="20170" y="2279"/>
                </a:lnTo>
                <a:lnTo>
                  <a:pt x="20170" y="0"/>
                </a:lnTo>
                <a:lnTo>
                  <a:pt x="21652" y="0"/>
                </a:lnTo>
                <a:lnTo>
                  <a:pt x="21652" y="7065"/>
                </a:lnTo>
                <a:lnTo>
                  <a:pt x="20170" y="7065"/>
                </a:lnTo>
                <a:lnTo>
                  <a:pt x="20170" y="4843"/>
                </a:lnTo>
                <a:lnTo>
                  <a:pt x="13048" y="4843"/>
                </a:lnTo>
                <a:cubicBezTo>
                  <a:pt x="11253" y="4843"/>
                  <a:pt x="10028" y="5071"/>
                  <a:pt x="9344" y="5527"/>
                </a:cubicBezTo>
                <a:cubicBezTo>
                  <a:pt x="8689" y="5983"/>
                  <a:pt x="8347" y="6752"/>
                  <a:pt x="8347" y="7863"/>
                </a:cubicBezTo>
                <a:cubicBezTo>
                  <a:pt x="8347" y="9060"/>
                  <a:pt x="8803" y="9971"/>
                  <a:pt x="9658" y="10598"/>
                </a:cubicBezTo>
                <a:cubicBezTo>
                  <a:pt x="10513" y="11225"/>
                  <a:pt x="11766" y="11510"/>
                  <a:pt x="13418" y="11510"/>
                </a:cubicBezTo>
                <a:lnTo>
                  <a:pt x="20170" y="11510"/>
                </a:lnTo>
                <a:lnTo>
                  <a:pt x="20170" y="9288"/>
                </a:lnTo>
                <a:lnTo>
                  <a:pt x="21652" y="9288"/>
                </a:lnTo>
                <a:lnTo>
                  <a:pt x="21652" y="1638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D23271-C7F9-45DD-8B23-DEA309867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57" y="1683027"/>
            <a:ext cx="15555" cy="14302"/>
          </a:xfrm>
          <a:custGeom xmlns:a="http://schemas.openxmlformats.org/drawingml/2006/main">
            <a:pathLst>
              <a:path w="15555" h="14302">
                <a:moveTo>
                  <a:pt x="14216" y="7151"/>
                </a:moveTo>
                <a:cubicBezTo>
                  <a:pt x="14216" y="5783"/>
                  <a:pt x="13675" y="4758"/>
                  <a:pt x="12592" y="4045"/>
                </a:cubicBezTo>
                <a:cubicBezTo>
                  <a:pt x="11510" y="3362"/>
                  <a:pt x="9914" y="2991"/>
                  <a:pt x="7806" y="2991"/>
                </a:cubicBezTo>
                <a:cubicBezTo>
                  <a:pt x="5698" y="2991"/>
                  <a:pt x="4074" y="3362"/>
                  <a:pt x="2991" y="4045"/>
                </a:cubicBezTo>
                <a:cubicBezTo>
                  <a:pt x="1909" y="4758"/>
                  <a:pt x="1367" y="5783"/>
                  <a:pt x="1367" y="7151"/>
                </a:cubicBezTo>
                <a:cubicBezTo>
                  <a:pt x="1367" y="8518"/>
                  <a:pt x="1909" y="9572"/>
                  <a:pt x="2991" y="10256"/>
                </a:cubicBezTo>
                <a:cubicBezTo>
                  <a:pt x="4074" y="10968"/>
                  <a:pt x="5698" y="11310"/>
                  <a:pt x="7806" y="11310"/>
                </a:cubicBezTo>
                <a:cubicBezTo>
                  <a:pt x="9914" y="11310"/>
                  <a:pt x="11510" y="10968"/>
                  <a:pt x="12592" y="10256"/>
                </a:cubicBezTo>
                <a:cubicBezTo>
                  <a:pt x="13675" y="9572"/>
                  <a:pt x="14216" y="8518"/>
                  <a:pt x="14216" y="7151"/>
                </a:cubicBezTo>
                <a:close/>
                <a:moveTo>
                  <a:pt x="15555" y="7151"/>
                </a:moveTo>
                <a:cubicBezTo>
                  <a:pt x="15555" y="9316"/>
                  <a:pt x="14871" y="11025"/>
                  <a:pt x="13447" y="12336"/>
                </a:cubicBezTo>
                <a:cubicBezTo>
                  <a:pt x="12022" y="13646"/>
                  <a:pt x="10142" y="14302"/>
                  <a:pt x="7778" y="14302"/>
                </a:cubicBezTo>
                <a:cubicBezTo>
                  <a:pt x="5441" y="14302"/>
                  <a:pt x="3561" y="13675"/>
                  <a:pt x="2137" y="12364"/>
                </a:cubicBezTo>
                <a:cubicBezTo>
                  <a:pt x="712" y="11054"/>
                  <a:pt x="0" y="9316"/>
                  <a:pt x="0" y="7151"/>
                </a:cubicBezTo>
                <a:cubicBezTo>
                  <a:pt x="0" y="4986"/>
                  <a:pt x="712" y="3276"/>
                  <a:pt x="2137" y="1966"/>
                </a:cubicBezTo>
                <a:cubicBezTo>
                  <a:pt x="3561" y="655"/>
                  <a:pt x="5441" y="0"/>
                  <a:pt x="7778" y="0"/>
                </a:cubicBezTo>
                <a:cubicBezTo>
                  <a:pt x="10142" y="0"/>
                  <a:pt x="12022" y="655"/>
                  <a:pt x="13447" y="1966"/>
                </a:cubicBezTo>
                <a:cubicBezTo>
                  <a:pt x="14871" y="3276"/>
                  <a:pt x="15555" y="4986"/>
                  <a:pt x="15555" y="715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A5C393-CCF0-403F-8991-CF9CC26E0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57" y="1664053"/>
            <a:ext cx="15185" cy="16524"/>
          </a:xfrm>
          <a:custGeom xmlns:a="http://schemas.openxmlformats.org/drawingml/2006/main">
            <a:pathLst>
              <a:path w="15185" h="16524">
                <a:moveTo>
                  <a:pt x="15185" y="16381"/>
                </a:moveTo>
                <a:lnTo>
                  <a:pt x="13703" y="16381"/>
                </a:lnTo>
                <a:lnTo>
                  <a:pt x="13703" y="14074"/>
                </a:lnTo>
                <a:lnTo>
                  <a:pt x="1880" y="14074"/>
                </a:lnTo>
                <a:lnTo>
                  <a:pt x="1880" y="16524"/>
                </a:lnTo>
                <a:lnTo>
                  <a:pt x="399" y="16524"/>
                </a:lnTo>
                <a:lnTo>
                  <a:pt x="399" y="11510"/>
                </a:lnTo>
                <a:lnTo>
                  <a:pt x="3020" y="11510"/>
                </a:lnTo>
                <a:cubicBezTo>
                  <a:pt x="2051" y="11054"/>
                  <a:pt x="1282" y="10427"/>
                  <a:pt x="769" y="9686"/>
                </a:cubicBezTo>
                <a:cubicBezTo>
                  <a:pt x="256" y="8946"/>
                  <a:pt x="0" y="8062"/>
                  <a:pt x="0" y="7037"/>
                </a:cubicBezTo>
                <a:cubicBezTo>
                  <a:pt x="0" y="5413"/>
                  <a:pt x="484" y="4216"/>
                  <a:pt x="1396" y="3447"/>
                </a:cubicBezTo>
                <a:cubicBezTo>
                  <a:pt x="2336" y="2678"/>
                  <a:pt x="3789" y="2279"/>
                  <a:pt x="5783" y="2279"/>
                </a:cubicBezTo>
                <a:lnTo>
                  <a:pt x="13703" y="2279"/>
                </a:lnTo>
                <a:lnTo>
                  <a:pt x="13703" y="0"/>
                </a:lnTo>
                <a:lnTo>
                  <a:pt x="15185" y="0"/>
                </a:lnTo>
                <a:lnTo>
                  <a:pt x="15185" y="7065"/>
                </a:lnTo>
                <a:lnTo>
                  <a:pt x="13703" y="7065"/>
                </a:lnTo>
                <a:lnTo>
                  <a:pt x="13703" y="4843"/>
                </a:lnTo>
                <a:lnTo>
                  <a:pt x="6581" y="4843"/>
                </a:lnTo>
                <a:cubicBezTo>
                  <a:pt x="4786" y="4843"/>
                  <a:pt x="3561" y="5071"/>
                  <a:pt x="2877" y="5527"/>
                </a:cubicBezTo>
                <a:cubicBezTo>
                  <a:pt x="2194" y="5983"/>
                  <a:pt x="1852" y="6752"/>
                  <a:pt x="1852" y="7863"/>
                </a:cubicBezTo>
                <a:cubicBezTo>
                  <a:pt x="1852" y="9060"/>
                  <a:pt x="2308" y="9971"/>
                  <a:pt x="3162" y="10598"/>
                </a:cubicBezTo>
                <a:cubicBezTo>
                  <a:pt x="4045" y="11225"/>
                  <a:pt x="5299" y="11510"/>
                  <a:pt x="6951" y="11510"/>
                </a:cubicBezTo>
                <a:lnTo>
                  <a:pt x="13703" y="11510"/>
                </a:lnTo>
                <a:lnTo>
                  <a:pt x="13703" y="9288"/>
                </a:lnTo>
                <a:lnTo>
                  <a:pt x="15185" y="9288"/>
                </a:lnTo>
                <a:lnTo>
                  <a:pt x="15185" y="1638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FC6470-203C-41BB-8D54-2F9821A7A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4" y="1921223"/>
            <a:ext cx="9971" cy="10"/>
          </a:xfrm>
          <a:custGeom xmlns:a="http://schemas.openxmlformats.org/drawingml/2006/main">
            <a:pathLst>
              <a:path w="9971" h="1">
                <a:moveTo>
                  <a:pt x="9971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CF0EA8-03E2-44ED-BB4D-04FB89BB6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4" y="1921223"/>
            <a:ext cx="9971" cy="10"/>
          </a:xfrm>
          <a:custGeom xmlns:a="http://schemas.openxmlformats.org/drawingml/2006/main">
            <a:pathLst>
              <a:path w="9971" h="1" fill="none">
                <a:moveTo>
                  <a:pt x="9971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9" cap="flat">
            <a:solidFill>
              <a:srgbClr val="000000"/>
            </a:solidFill>
            <a:round/>
          </a:ln>
        </p:spPr>
      </p:sp>
      <p:sp>
        <p:nvSpPr>
          <p:cNvPr id="3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4D1A86-3156-455C-AE03-4EAF0EA16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73" y="1936167"/>
            <a:ext cx="20769" cy="20569"/>
          </a:xfrm>
          <a:custGeom xmlns:a="http://schemas.openxmlformats.org/drawingml/2006/main">
            <a:pathLst>
              <a:path w="20769" h="20569">
                <a:moveTo>
                  <a:pt x="10456" y="8490"/>
                </a:moveTo>
                <a:cubicBezTo>
                  <a:pt x="10626" y="7863"/>
                  <a:pt x="10940" y="7293"/>
                  <a:pt x="11367" y="6809"/>
                </a:cubicBezTo>
                <a:cubicBezTo>
                  <a:pt x="11795" y="6353"/>
                  <a:pt x="12393" y="5926"/>
                  <a:pt x="13134" y="5555"/>
                </a:cubicBezTo>
                <a:lnTo>
                  <a:pt x="19287" y="2536"/>
                </a:lnTo>
                <a:lnTo>
                  <a:pt x="19287" y="0"/>
                </a:lnTo>
                <a:lnTo>
                  <a:pt x="20769" y="0"/>
                </a:lnTo>
                <a:lnTo>
                  <a:pt x="20769" y="4900"/>
                </a:lnTo>
                <a:lnTo>
                  <a:pt x="14159" y="8148"/>
                </a:lnTo>
                <a:cubicBezTo>
                  <a:pt x="12906" y="8775"/>
                  <a:pt x="12079" y="9344"/>
                  <a:pt x="11681" y="9857"/>
                </a:cubicBezTo>
                <a:cubicBezTo>
                  <a:pt x="11310" y="10370"/>
                  <a:pt x="11111" y="11082"/>
                  <a:pt x="11111" y="11994"/>
                </a:cubicBezTo>
                <a:lnTo>
                  <a:pt x="11111" y="15099"/>
                </a:lnTo>
                <a:lnTo>
                  <a:pt x="19287" y="15099"/>
                </a:lnTo>
                <a:lnTo>
                  <a:pt x="19287" y="12165"/>
                </a:lnTo>
                <a:lnTo>
                  <a:pt x="20769" y="12165"/>
                </a:lnTo>
                <a:lnTo>
                  <a:pt x="20769" y="20569"/>
                </a:lnTo>
                <a:lnTo>
                  <a:pt x="19287" y="20569"/>
                </a:lnTo>
                <a:lnTo>
                  <a:pt x="19287" y="17920"/>
                </a:lnTo>
                <a:lnTo>
                  <a:pt x="1481" y="17920"/>
                </a:lnTo>
                <a:lnTo>
                  <a:pt x="1481" y="20569"/>
                </a:lnTo>
                <a:lnTo>
                  <a:pt x="0" y="20569"/>
                </a:lnTo>
                <a:lnTo>
                  <a:pt x="0" y="10028"/>
                </a:lnTo>
                <a:cubicBezTo>
                  <a:pt x="0" y="8034"/>
                  <a:pt x="484" y="6467"/>
                  <a:pt x="1453" y="5356"/>
                </a:cubicBezTo>
                <a:cubicBezTo>
                  <a:pt x="2422" y="4273"/>
                  <a:pt x="3789" y="3704"/>
                  <a:pt x="5555" y="3704"/>
                </a:cubicBezTo>
                <a:cubicBezTo>
                  <a:pt x="6980" y="3704"/>
                  <a:pt x="8119" y="4102"/>
                  <a:pt x="8917" y="4900"/>
                </a:cubicBezTo>
                <a:cubicBezTo>
                  <a:pt x="9743" y="5698"/>
                  <a:pt x="10256" y="6894"/>
                  <a:pt x="10456" y="8490"/>
                </a:cubicBezTo>
                <a:close/>
                <a:moveTo>
                  <a:pt x="9629" y="15099"/>
                </a:moveTo>
                <a:lnTo>
                  <a:pt x="9629" y="10997"/>
                </a:lnTo>
                <a:cubicBezTo>
                  <a:pt x="9629" y="9601"/>
                  <a:pt x="9316" y="8575"/>
                  <a:pt x="8632" y="7892"/>
                </a:cubicBezTo>
                <a:cubicBezTo>
                  <a:pt x="7977" y="7236"/>
                  <a:pt x="6951" y="6894"/>
                  <a:pt x="5555" y="6894"/>
                </a:cubicBezTo>
                <a:cubicBezTo>
                  <a:pt x="4188" y="6894"/>
                  <a:pt x="3162" y="7236"/>
                  <a:pt x="2479" y="7892"/>
                </a:cubicBezTo>
                <a:cubicBezTo>
                  <a:pt x="1823" y="8575"/>
                  <a:pt x="1481" y="9601"/>
                  <a:pt x="1481" y="10997"/>
                </a:cubicBezTo>
                <a:lnTo>
                  <a:pt x="1481" y="15099"/>
                </a:lnTo>
                <a:lnTo>
                  <a:pt x="9629" y="1509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6E0EA6-C9D2-42B1-9F44-989E0144C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56" y="1919558"/>
            <a:ext cx="15156" cy="16524"/>
          </a:xfrm>
          <a:custGeom xmlns:a="http://schemas.openxmlformats.org/drawingml/2006/main">
            <a:pathLst>
              <a:path w="15156" h="16524">
                <a:moveTo>
                  <a:pt x="0" y="7208"/>
                </a:moveTo>
                <a:lnTo>
                  <a:pt x="0" y="2422"/>
                </a:lnTo>
                <a:lnTo>
                  <a:pt x="13304" y="2422"/>
                </a:lnTo>
                <a:lnTo>
                  <a:pt x="13304" y="0"/>
                </a:lnTo>
                <a:lnTo>
                  <a:pt x="14786" y="0"/>
                </a:lnTo>
                <a:lnTo>
                  <a:pt x="14786" y="4986"/>
                </a:lnTo>
                <a:lnTo>
                  <a:pt x="12165" y="4986"/>
                </a:lnTo>
                <a:cubicBezTo>
                  <a:pt x="13162" y="5470"/>
                  <a:pt x="13903" y="6097"/>
                  <a:pt x="14416" y="6837"/>
                </a:cubicBezTo>
                <a:cubicBezTo>
                  <a:pt x="14900" y="7578"/>
                  <a:pt x="15156" y="8461"/>
                  <a:pt x="15156" y="9430"/>
                </a:cubicBezTo>
                <a:cubicBezTo>
                  <a:pt x="15156" y="11082"/>
                  <a:pt x="14700" y="12307"/>
                  <a:pt x="13789" y="13077"/>
                </a:cubicBezTo>
                <a:cubicBezTo>
                  <a:pt x="12877" y="13846"/>
                  <a:pt x="11396" y="14216"/>
                  <a:pt x="9401" y="14216"/>
                </a:cubicBezTo>
                <a:lnTo>
                  <a:pt x="1481" y="14216"/>
                </a:lnTo>
                <a:lnTo>
                  <a:pt x="1481" y="16524"/>
                </a:lnTo>
                <a:lnTo>
                  <a:pt x="0" y="16524"/>
                </a:lnTo>
                <a:lnTo>
                  <a:pt x="0" y="11652"/>
                </a:lnTo>
                <a:lnTo>
                  <a:pt x="8604" y="11652"/>
                </a:lnTo>
                <a:cubicBezTo>
                  <a:pt x="10427" y="11652"/>
                  <a:pt x="11652" y="11453"/>
                  <a:pt x="12307" y="10997"/>
                </a:cubicBezTo>
                <a:cubicBezTo>
                  <a:pt x="12991" y="10541"/>
                  <a:pt x="13304" y="9772"/>
                  <a:pt x="13304" y="8632"/>
                </a:cubicBezTo>
                <a:cubicBezTo>
                  <a:pt x="13304" y="7436"/>
                  <a:pt x="12877" y="6553"/>
                  <a:pt x="11994" y="5926"/>
                </a:cubicBezTo>
                <a:cubicBezTo>
                  <a:pt x="11139" y="5299"/>
                  <a:pt x="9857" y="4986"/>
                  <a:pt x="8205" y="4986"/>
                </a:cubicBezTo>
                <a:lnTo>
                  <a:pt x="1481" y="4986"/>
                </a:lnTo>
                <a:lnTo>
                  <a:pt x="1481" y="7208"/>
                </a:lnTo>
                <a:lnTo>
                  <a:pt x="0" y="720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F24F3C-2F69-447F-871A-C9E9F772F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90" y="1901695"/>
            <a:ext cx="22022" cy="15982"/>
          </a:xfrm>
          <a:custGeom xmlns:a="http://schemas.openxmlformats.org/drawingml/2006/main">
            <a:pathLst>
              <a:path w="22022" h="15982">
                <a:moveTo>
                  <a:pt x="20170" y="13532"/>
                </a:moveTo>
                <a:lnTo>
                  <a:pt x="1481" y="13532"/>
                </a:lnTo>
                <a:lnTo>
                  <a:pt x="1481" y="15982"/>
                </a:lnTo>
                <a:lnTo>
                  <a:pt x="0" y="15982"/>
                </a:lnTo>
                <a:lnTo>
                  <a:pt x="0" y="10968"/>
                </a:lnTo>
                <a:lnTo>
                  <a:pt x="9174" y="10968"/>
                </a:lnTo>
                <a:cubicBezTo>
                  <a:pt x="8262" y="10484"/>
                  <a:pt x="7578" y="9857"/>
                  <a:pt x="7122" y="9060"/>
                </a:cubicBezTo>
                <a:cubicBezTo>
                  <a:pt x="6695" y="8290"/>
                  <a:pt x="6467" y="7322"/>
                  <a:pt x="6467" y="6182"/>
                </a:cubicBezTo>
                <a:cubicBezTo>
                  <a:pt x="6467" y="4359"/>
                  <a:pt x="7208" y="2877"/>
                  <a:pt x="8632" y="1738"/>
                </a:cubicBezTo>
                <a:cubicBezTo>
                  <a:pt x="10057" y="598"/>
                  <a:pt x="11937" y="0"/>
                  <a:pt x="14245" y="0"/>
                </a:cubicBezTo>
                <a:cubicBezTo>
                  <a:pt x="16581" y="0"/>
                  <a:pt x="18461" y="598"/>
                  <a:pt x="19886" y="1738"/>
                </a:cubicBezTo>
                <a:cubicBezTo>
                  <a:pt x="21310" y="2877"/>
                  <a:pt x="22022" y="4359"/>
                  <a:pt x="22022" y="6182"/>
                </a:cubicBezTo>
                <a:cubicBezTo>
                  <a:pt x="22022" y="7322"/>
                  <a:pt x="21794" y="8290"/>
                  <a:pt x="21395" y="9060"/>
                </a:cubicBezTo>
                <a:cubicBezTo>
                  <a:pt x="20968" y="9857"/>
                  <a:pt x="20284" y="10484"/>
                  <a:pt x="19344" y="10968"/>
                </a:cubicBezTo>
                <a:lnTo>
                  <a:pt x="21652" y="10968"/>
                </a:lnTo>
                <a:lnTo>
                  <a:pt x="21652" y="15982"/>
                </a:lnTo>
                <a:lnTo>
                  <a:pt x="20170" y="15982"/>
                </a:lnTo>
                <a:lnTo>
                  <a:pt x="20170" y="13532"/>
                </a:lnTo>
                <a:close/>
                <a:moveTo>
                  <a:pt x="14985" y="10968"/>
                </a:moveTo>
                <a:cubicBezTo>
                  <a:pt x="16780" y="10968"/>
                  <a:pt x="18148" y="10626"/>
                  <a:pt x="19059" y="9943"/>
                </a:cubicBezTo>
                <a:cubicBezTo>
                  <a:pt x="19999" y="9259"/>
                  <a:pt x="20455" y="8290"/>
                  <a:pt x="20455" y="6980"/>
                </a:cubicBezTo>
                <a:cubicBezTo>
                  <a:pt x="20455" y="5669"/>
                  <a:pt x="19942" y="4701"/>
                  <a:pt x="18888" y="4017"/>
                </a:cubicBezTo>
                <a:cubicBezTo>
                  <a:pt x="17863" y="3333"/>
                  <a:pt x="16296" y="2991"/>
                  <a:pt x="14245" y="2991"/>
                </a:cubicBezTo>
                <a:cubicBezTo>
                  <a:pt x="12193" y="2991"/>
                  <a:pt x="10655" y="3333"/>
                  <a:pt x="9629" y="4017"/>
                </a:cubicBezTo>
                <a:cubicBezTo>
                  <a:pt x="8604" y="4701"/>
                  <a:pt x="8062" y="5669"/>
                  <a:pt x="8062" y="6980"/>
                </a:cubicBezTo>
                <a:cubicBezTo>
                  <a:pt x="8062" y="8290"/>
                  <a:pt x="8547" y="9259"/>
                  <a:pt x="9487" y="9943"/>
                </a:cubicBezTo>
                <a:cubicBezTo>
                  <a:pt x="10427" y="10626"/>
                  <a:pt x="11766" y="10968"/>
                  <a:pt x="13532" y="10968"/>
                </a:cubicBezTo>
                <a:lnTo>
                  <a:pt x="14985" y="1096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FEF9EB-12F1-4C35-9C19-7A3A95777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56" y="1884260"/>
            <a:ext cx="21082" cy="16068"/>
          </a:xfrm>
          <a:custGeom xmlns:a="http://schemas.openxmlformats.org/drawingml/2006/main">
            <a:pathLst>
              <a:path w="21082" h="16068">
                <a:moveTo>
                  <a:pt x="17464" y="9857"/>
                </a:moveTo>
                <a:lnTo>
                  <a:pt x="15014" y="8889"/>
                </a:lnTo>
                <a:lnTo>
                  <a:pt x="1481" y="14416"/>
                </a:lnTo>
                <a:lnTo>
                  <a:pt x="1481" y="16068"/>
                </a:lnTo>
                <a:lnTo>
                  <a:pt x="0" y="16068"/>
                </a:lnTo>
                <a:lnTo>
                  <a:pt x="0" y="9288"/>
                </a:lnTo>
                <a:lnTo>
                  <a:pt x="1481" y="9288"/>
                </a:lnTo>
                <a:lnTo>
                  <a:pt x="1481" y="11652"/>
                </a:lnTo>
                <a:lnTo>
                  <a:pt x="11652" y="7493"/>
                </a:lnTo>
                <a:lnTo>
                  <a:pt x="1481" y="3333"/>
                </a:lnTo>
                <a:lnTo>
                  <a:pt x="1481" y="5555"/>
                </a:lnTo>
                <a:lnTo>
                  <a:pt x="0" y="5555"/>
                </a:lnTo>
                <a:lnTo>
                  <a:pt x="0" y="0"/>
                </a:lnTo>
                <a:lnTo>
                  <a:pt x="1481" y="0"/>
                </a:lnTo>
                <a:lnTo>
                  <a:pt x="1481" y="1652"/>
                </a:lnTo>
                <a:lnTo>
                  <a:pt x="18091" y="8433"/>
                </a:lnTo>
                <a:cubicBezTo>
                  <a:pt x="19230" y="8889"/>
                  <a:pt x="20028" y="9401"/>
                  <a:pt x="20455" y="9971"/>
                </a:cubicBezTo>
                <a:cubicBezTo>
                  <a:pt x="20854" y="10541"/>
                  <a:pt x="21082" y="11339"/>
                  <a:pt x="21082" y="12364"/>
                </a:cubicBezTo>
                <a:cubicBezTo>
                  <a:pt x="21082" y="12820"/>
                  <a:pt x="21025" y="13248"/>
                  <a:pt x="20968" y="13703"/>
                </a:cubicBezTo>
                <a:cubicBezTo>
                  <a:pt x="20883" y="14159"/>
                  <a:pt x="20769" y="14643"/>
                  <a:pt x="20655" y="15099"/>
                </a:cubicBezTo>
                <a:lnTo>
                  <a:pt x="17834" y="15099"/>
                </a:lnTo>
                <a:lnTo>
                  <a:pt x="17834" y="13789"/>
                </a:lnTo>
                <a:cubicBezTo>
                  <a:pt x="18461" y="13732"/>
                  <a:pt x="18888" y="13589"/>
                  <a:pt x="19173" y="13304"/>
                </a:cubicBezTo>
                <a:cubicBezTo>
                  <a:pt x="19458" y="13048"/>
                  <a:pt x="19601" y="12649"/>
                  <a:pt x="19601" y="12079"/>
                </a:cubicBezTo>
                <a:cubicBezTo>
                  <a:pt x="19601" y="11567"/>
                  <a:pt x="19458" y="11168"/>
                  <a:pt x="19173" y="10854"/>
                </a:cubicBezTo>
                <a:cubicBezTo>
                  <a:pt x="18888" y="10541"/>
                  <a:pt x="18319" y="10199"/>
                  <a:pt x="17464" y="985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8135D3-3D55-4A7E-AC4B-E7B145793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4" y="2128903"/>
            <a:ext cx="9971" cy="10"/>
          </a:xfrm>
          <a:custGeom xmlns:a="http://schemas.openxmlformats.org/drawingml/2006/main">
            <a:pathLst>
              <a:path w="9971" h="1">
                <a:moveTo>
                  <a:pt x="9971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30542F-808A-45B0-BF53-9C9F4DE08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4" y="2128903"/>
            <a:ext cx="9971" cy="10"/>
          </a:xfrm>
          <a:custGeom xmlns:a="http://schemas.openxmlformats.org/drawingml/2006/main">
            <a:pathLst>
              <a:path w="9971" h="1" fill="none">
                <a:moveTo>
                  <a:pt x="9971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9" cap="flat">
            <a:solidFill>
              <a:srgbClr val="000000"/>
            </a:solidFill>
            <a:round/>
          </a:ln>
        </p:spPr>
      </p:sp>
      <p:sp>
        <p:nvSpPr>
          <p:cNvPr id="3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CC70B3-C516-403A-9455-F08CF92F1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4" y="2139707"/>
            <a:ext cx="20769" cy="20569"/>
          </a:xfrm>
          <a:custGeom xmlns:a="http://schemas.openxmlformats.org/drawingml/2006/main">
            <a:pathLst>
              <a:path w="20769" h="20569">
                <a:moveTo>
                  <a:pt x="10456" y="8490"/>
                </a:moveTo>
                <a:cubicBezTo>
                  <a:pt x="10626" y="7863"/>
                  <a:pt x="10940" y="7293"/>
                  <a:pt x="11367" y="6809"/>
                </a:cubicBezTo>
                <a:cubicBezTo>
                  <a:pt x="11795" y="6353"/>
                  <a:pt x="12393" y="5926"/>
                  <a:pt x="13134" y="5555"/>
                </a:cubicBezTo>
                <a:lnTo>
                  <a:pt x="19287" y="2536"/>
                </a:lnTo>
                <a:lnTo>
                  <a:pt x="19287" y="0"/>
                </a:lnTo>
                <a:lnTo>
                  <a:pt x="20769" y="0"/>
                </a:lnTo>
                <a:lnTo>
                  <a:pt x="20769" y="4900"/>
                </a:lnTo>
                <a:lnTo>
                  <a:pt x="14159" y="8148"/>
                </a:lnTo>
                <a:cubicBezTo>
                  <a:pt x="12906" y="8775"/>
                  <a:pt x="12079" y="9344"/>
                  <a:pt x="11681" y="9857"/>
                </a:cubicBezTo>
                <a:cubicBezTo>
                  <a:pt x="11310" y="10370"/>
                  <a:pt x="11111" y="11082"/>
                  <a:pt x="11111" y="11994"/>
                </a:cubicBezTo>
                <a:lnTo>
                  <a:pt x="11111" y="15099"/>
                </a:lnTo>
                <a:lnTo>
                  <a:pt x="19287" y="15099"/>
                </a:lnTo>
                <a:lnTo>
                  <a:pt x="19287" y="12165"/>
                </a:lnTo>
                <a:lnTo>
                  <a:pt x="20769" y="12165"/>
                </a:lnTo>
                <a:lnTo>
                  <a:pt x="20769" y="20569"/>
                </a:lnTo>
                <a:lnTo>
                  <a:pt x="19287" y="20569"/>
                </a:lnTo>
                <a:lnTo>
                  <a:pt x="19287" y="17920"/>
                </a:lnTo>
                <a:lnTo>
                  <a:pt x="1481" y="17920"/>
                </a:lnTo>
                <a:lnTo>
                  <a:pt x="1481" y="20569"/>
                </a:lnTo>
                <a:lnTo>
                  <a:pt x="0" y="20569"/>
                </a:lnTo>
                <a:lnTo>
                  <a:pt x="0" y="10028"/>
                </a:lnTo>
                <a:cubicBezTo>
                  <a:pt x="0" y="8034"/>
                  <a:pt x="484" y="6467"/>
                  <a:pt x="1453" y="5356"/>
                </a:cubicBezTo>
                <a:cubicBezTo>
                  <a:pt x="2422" y="4273"/>
                  <a:pt x="3789" y="3704"/>
                  <a:pt x="5555" y="3704"/>
                </a:cubicBezTo>
                <a:cubicBezTo>
                  <a:pt x="6980" y="3704"/>
                  <a:pt x="8119" y="4102"/>
                  <a:pt x="8917" y="4900"/>
                </a:cubicBezTo>
                <a:cubicBezTo>
                  <a:pt x="9743" y="5698"/>
                  <a:pt x="10256" y="6894"/>
                  <a:pt x="10456" y="8490"/>
                </a:cubicBezTo>
                <a:close/>
                <a:moveTo>
                  <a:pt x="9629" y="15099"/>
                </a:moveTo>
                <a:lnTo>
                  <a:pt x="9629" y="10997"/>
                </a:lnTo>
                <a:cubicBezTo>
                  <a:pt x="9629" y="9601"/>
                  <a:pt x="9316" y="8575"/>
                  <a:pt x="8632" y="7892"/>
                </a:cubicBezTo>
                <a:cubicBezTo>
                  <a:pt x="7977" y="7236"/>
                  <a:pt x="6951" y="6894"/>
                  <a:pt x="5555" y="6894"/>
                </a:cubicBezTo>
                <a:cubicBezTo>
                  <a:pt x="4188" y="6894"/>
                  <a:pt x="3162" y="7236"/>
                  <a:pt x="2479" y="7892"/>
                </a:cubicBezTo>
                <a:cubicBezTo>
                  <a:pt x="1823" y="8575"/>
                  <a:pt x="1481" y="9601"/>
                  <a:pt x="1481" y="10997"/>
                </a:cubicBezTo>
                <a:lnTo>
                  <a:pt x="1481" y="15099"/>
                </a:lnTo>
                <a:lnTo>
                  <a:pt x="9629" y="1509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BFC055-F7EC-476C-A410-C3B977B51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56" y="2123098"/>
            <a:ext cx="15156" cy="16524"/>
          </a:xfrm>
          <a:custGeom xmlns:a="http://schemas.openxmlformats.org/drawingml/2006/main">
            <a:pathLst>
              <a:path w="15156" h="16524">
                <a:moveTo>
                  <a:pt x="0" y="7208"/>
                </a:moveTo>
                <a:lnTo>
                  <a:pt x="0" y="2422"/>
                </a:lnTo>
                <a:lnTo>
                  <a:pt x="13304" y="2422"/>
                </a:lnTo>
                <a:lnTo>
                  <a:pt x="13304" y="0"/>
                </a:lnTo>
                <a:lnTo>
                  <a:pt x="14786" y="0"/>
                </a:lnTo>
                <a:lnTo>
                  <a:pt x="14786" y="4986"/>
                </a:lnTo>
                <a:lnTo>
                  <a:pt x="12165" y="4986"/>
                </a:lnTo>
                <a:cubicBezTo>
                  <a:pt x="13162" y="5470"/>
                  <a:pt x="13903" y="6097"/>
                  <a:pt x="14416" y="6837"/>
                </a:cubicBezTo>
                <a:cubicBezTo>
                  <a:pt x="14900" y="7578"/>
                  <a:pt x="15156" y="8461"/>
                  <a:pt x="15156" y="9430"/>
                </a:cubicBezTo>
                <a:cubicBezTo>
                  <a:pt x="15156" y="11082"/>
                  <a:pt x="14700" y="12307"/>
                  <a:pt x="13789" y="13077"/>
                </a:cubicBezTo>
                <a:cubicBezTo>
                  <a:pt x="12877" y="13846"/>
                  <a:pt x="11396" y="14216"/>
                  <a:pt x="9401" y="14216"/>
                </a:cubicBezTo>
                <a:lnTo>
                  <a:pt x="1481" y="14216"/>
                </a:lnTo>
                <a:lnTo>
                  <a:pt x="1481" y="16524"/>
                </a:lnTo>
                <a:lnTo>
                  <a:pt x="0" y="16524"/>
                </a:lnTo>
                <a:lnTo>
                  <a:pt x="0" y="11652"/>
                </a:lnTo>
                <a:lnTo>
                  <a:pt x="8604" y="11652"/>
                </a:lnTo>
                <a:cubicBezTo>
                  <a:pt x="10427" y="11652"/>
                  <a:pt x="11652" y="11453"/>
                  <a:pt x="12307" y="10997"/>
                </a:cubicBezTo>
                <a:cubicBezTo>
                  <a:pt x="12991" y="10541"/>
                  <a:pt x="13304" y="9772"/>
                  <a:pt x="13304" y="8632"/>
                </a:cubicBezTo>
                <a:cubicBezTo>
                  <a:pt x="13304" y="7436"/>
                  <a:pt x="12877" y="6553"/>
                  <a:pt x="11994" y="5926"/>
                </a:cubicBezTo>
                <a:cubicBezTo>
                  <a:pt x="11139" y="5299"/>
                  <a:pt x="9857" y="4986"/>
                  <a:pt x="8205" y="4986"/>
                </a:cubicBezTo>
                <a:lnTo>
                  <a:pt x="1481" y="4986"/>
                </a:lnTo>
                <a:lnTo>
                  <a:pt x="1481" y="7208"/>
                </a:lnTo>
                <a:lnTo>
                  <a:pt x="0" y="720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7135D9-869A-465D-8E1B-4C6E5CD53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58" y="2108882"/>
            <a:ext cx="15555" cy="11567"/>
          </a:xfrm>
          <a:custGeom xmlns:a="http://schemas.openxmlformats.org/drawingml/2006/main">
            <a:pathLst>
              <a:path w="15555" h="11567">
                <a:moveTo>
                  <a:pt x="14359" y="11567"/>
                </a:moveTo>
                <a:lnTo>
                  <a:pt x="10911" y="11567"/>
                </a:lnTo>
                <a:lnTo>
                  <a:pt x="10911" y="10085"/>
                </a:lnTo>
                <a:cubicBezTo>
                  <a:pt x="12022" y="10057"/>
                  <a:pt x="12849" y="9715"/>
                  <a:pt x="13390" y="9060"/>
                </a:cubicBezTo>
                <a:cubicBezTo>
                  <a:pt x="13960" y="8404"/>
                  <a:pt x="14216" y="7436"/>
                  <a:pt x="14216" y="6154"/>
                </a:cubicBezTo>
                <a:cubicBezTo>
                  <a:pt x="14216" y="5014"/>
                  <a:pt x="14017" y="4131"/>
                  <a:pt x="13561" y="3533"/>
                </a:cubicBezTo>
                <a:cubicBezTo>
                  <a:pt x="13134" y="2934"/>
                  <a:pt x="12507" y="2621"/>
                  <a:pt x="11681" y="2621"/>
                </a:cubicBezTo>
                <a:cubicBezTo>
                  <a:pt x="11054" y="2621"/>
                  <a:pt x="10513" y="2849"/>
                  <a:pt x="10114" y="3276"/>
                </a:cubicBezTo>
                <a:cubicBezTo>
                  <a:pt x="9715" y="3732"/>
                  <a:pt x="9288" y="4644"/>
                  <a:pt x="8832" y="6068"/>
                </a:cubicBezTo>
                <a:lnTo>
                  <a:pt x="8205" y="7920"/>
                </a:lnTo>
                <a:cubicBezTo>
                  <a:pt x="7806" y="9202"/>
                  <a:pt x="7293" y="10114"/>
                  <a:pt x="6666" y="10683"/>
                </a:cubicBezTo>
                <a:cubicBezTo>
                  <a:pt x="6068" y="11253"/>
                  <a:pt x="5299" y="11538"/>
                  <a:pt x="4330" y="11538"/>
                </a:cubicBezTo>
                <a:cubicBezTo>
                  <a:pt x="2991" y="11538"/>
                  <a:pt x="1937" y="11054"/>
                  <a:pt x="1168" y="10057"/>
                </a:cubicBezTo>
                <a:cubicBezTo>
                  <a:pt x="399" y="9060"/>
                  <a:pt x="0" y="7692"/>
                  <a:pt x="0" y="5926"/>
                </a:cubicBezTo>
                <a:cubicBezTo>
                  <a:pt x="0" y="5157"/>
                  <a:pt x="114" y="4330"/>
                  <a:pt x="313" y="3476"/>
                </a:cubicBezTo>
                <a:cubicBezTo>
                  <a:pt x="513" y="2621"/>
                  <a:pt x="798" y="1709"/>
                  <a:pt x="1197" y="798"/>
                </a:cubicBezTo>
                <a:lnTo>
                  <a:pt x="4416" y="798"/>
                </a:lnTo>
                <a:lnTo>
                  <a:pt x="4416" y="2279"/>
                </a:lnTo>
                <a:cubicBezTo>
                  <a:pt x="3476" y="2336"/>
                  <a:pt x="2735" y="2650"/>
                  <a:pt x="2194" y="3276"/>
                </a:cubicBezTo>
                <a:cubicBezTo>
                  <a:pt x="1652" y="3903"/>
                  <a:pt x="1367" y="4758"/>
                  <a:pt x="1367" y="5840"/>
                </a:cubicBezTo>
                <a:cubicBezTo>
                  <a:pt x="1367" y="6923"/>
                  <a:pt x="1567" y="7749"/>
                  <a:pt x="1937" y="8290"/>
                </a:cubicBezTo>
                <a:cubicBezTo>
                  <a:pt x="2336" y="8860"/>
                  <a:pt x="2906" y="9117"/>
                  <a:pt x="3647" y="9117"/>
                </a:cubicBezTo>
                <a:cubicBezTo>
                  <a:pt x="4273" y="9117"/>
                  <a:pt x="4786" y="8917"/>
                  <a:pt x="5157" y="8490"/>
                </a:cubicBezTo>
                <a:cubicBezTo>
                  <a:pt x="5527" y="8091"/>
                  <a:pt x="5897" y="7236"/>
                  <a:pt x="6296" y="5983"/>
                </a:cubicBezTo>
                <a:lnTo>
                  <a:pt x="6923" y="3960"/>
                </a:lnTo>
                <a:cubicBezTo>
                  <a:pt x="7379" y="2564"/>
                  <a:pt x="7920" y="1567"/>
                  <a:pt x="8575" y="940"/>
                </a:cubicBezTo>
                <a:cubicBezTo>
                  <a:pt x="9231" y="313"/>
                  <a:pt x="10057" y="0"/>
                  <a:pt x="11082" y="0"/>
                </a:cubicBezTo>
                <a:cubicBezTo>
                  <a:pt x="12507" y="0"/>
                  <a:pt x="13589" y="541"/>
                  <a:pt x="14387" y="1624"/>
                </a:cubicBezTo>
                <a:cubicBezTo>
                  <a:pt x="15185" y="2706"/>
                  <a:pt x="15555" y="4159"/>
                  <a:pt x="15555" y="6040"/>
                </a:cubicBezTo>
                <a:cubicBezTo>
                  <a:pt x="15555" y="7008"/>
                  <a:pt x="15441" y="7920"/>
                  <a:pt x="15270" y="8832"/>
                </a:cubicBezTo>
                <a:cubicBezTo>
                  <a:pt x="15099" y="9743"/>
                  <a:pt x="14786" y="10655"/>
                  <a:pt x="14359" y="1156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D84B81-D581-43F9-BE1E-D5D0531F5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70" y="2096204"/>
            <a:ext cx="19743" cy="10399"/>
          </a:xfrm>
          <a:custGeom xmlns:a="http://schemas.openxmlformats.org/drawingml/2006/main">
            <a:pathLst>
              <a:path w="19743" h="10399">
                <a:moveTo>
                  <a:pt x="6068" y="8148"/>
                </a:moveTo>
                <a:lnTo>
                  <a:pt x="6068" y="10399"/>
                </a:lnTo>
                <a:lnTo>
                  <a:pt x="4587" y="10399"/>
                </a:lnTo>
                <a:lnTo>
                  <a:pt x="4587" y="8148"/>
                </a:lnTo>
                <a:lnTo>
                  <a:pt x="0" y="8148"/>
                </a:lnTo>
                <a:lnTo>
                  <a:pt x="0" y="5584"/>
                </a:lnTo>
                <a:lnTo>
                  <a:pt x="4587" y="5584"/>
                </a:lnTo>
                <a:lnTo>
                  <a:pt x="4587" y="769"/>
                </a:lnTo>
                <a:lnTo>
                  <a:pt x="6068" y="769"/>
                </a:lnTo>
                <a:lnTo>
                  <a:pt x="6068" y="5584"/>
                </a:lnTo>
                <a:lnTo>
                  <a:pt x="15470" y="5584"/>
                </a:lnTo>
                <a:cubicBezTo>
                  <a:pt x="16723" y="5584"/>
                  <a:pt x="17549" y="5470"/>
                  <a:pt x="17891" y="5214"/>
                </a:cubicBezTo>
                <a:cubicBezTo>
                  <a:pt x="18233" y="4986"/>
                  <a:pt x="18404" y="4530"/>
                  <a:pt x="18404" y="3875"/>
                </a:cubicBezTo>
                <a:cubicBezTo>
                  <a:pt x="18404" y="3219"/>
                  <a:pt x="18205" y="2735"/>
                  <a:pt x="17806" y="2422"/>
                </a:cubicBezTo>
                <a:cubicBezTo>
                  <a:pt x="17407" y="2137"/>
                  <a:pt x="16780" y="1966"/>
                  <a:pt x="15897" y="1937"/>
                </a:cubicBezTo>
                <a:lnTo>
                  <a:pt x="15897" y="0"/>
                </a:lnTo>
                <a:cubicBezTo>
                  <a:pt x="17265" y="85"/>
                  <a:pt x="18233" y="456"/>
                  <a:pt x="18831" y="1111"/>
                </a:cubicBezTo>
                <a:cubicBezTo>
                  <a:pt x="19430" y="1766"/>
                  <a:pt x="19743" y="2763"/>
                  <a:pt x="19743" y="4102"/>
                </a:cubicBezTo>
                <a:cubicBezTo>
                  <a:pt x="19743" y="5584"/>
                  <a:pt x="19401" y="6638"/>
                  <a:pt x="18774" y="7236"/>
                </a:cubicBezTo>
                <a:cubicBezTo>
                  <a:pt x="18148" y="7863"/>
                  <a:pt x="17037" y="8148"/>
                  <a:pt x="15470" y="8148"/>
                </a:cubicBezTo>
                <a:lnTo>
                  <a:pt x="6068" y="814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F0FF8D-0292-4924-BBEF-0B5DCD8B4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4" y="2336583"/>
            <a:ext cx="9971" cy="10"/>
          </a:xfrm>
          <a:custGeom xmlns:a="http://schemas.openxmlformats.org/drawingml/2006/main">
            <a:pathLst>
              <a:path w="9971" h="1">
                <a:moveTo>
                  <a:pt x="9971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47F747-E511-4EAB-A1FA-F794214B8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4" y="2336583"/>
            <a:ext cx="9971" cy="10"/>
          </a:xfrm>
          <a:custGeom xmlns:a="http://schemas.openxmlformats.org/drawingml/2006/main">
            <a:pathLst>
              <a:path w="9971" h="1" fill="none">
                <a:moveTo>
                  <a:pt x="9971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9" cap="flat">
            <a:solidFill>
              <a:srgbClr val="000000"/>
            </a:solidFill>
            <a:round/>
          </a:ln>
        </p:spPr>
      </p:sp>
      <p:sp>
        <p:nvSpPr>
          <p:cNvPr id="3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1CCEF9-8C18-4E54-98E1-DBFF976BD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03" y="2358476"/>
            <a:ext cx="21509" cy="15042"/>
          </a:xfrm>
          <a:custGeom xmlns:a="http://schemas.openxmlformats.org/drawingml/2006/main">
            <a:pathLst>
              <a:path w="21509" h="15042">
                <a:moveTo>
                  <a:pt x="20142" y="14786"/>
                </a:moveTo>
                <a:lnTo>
                  <a:pt x="15413" y="14786"/>
                </a:lnTo>
                <a:lnTo>
                  <a:pt x="15413" y="13191"/>
                </a:lnTo>
                <a:cubicBezTo>
                  <a:pt x="17008" y="13162"/>
                  <a:pt x="18176" y="12706"/>
                  <a:pt x="18917" y="11823"/>
                </a:cubicBezTo>
                <a:cubicBezTo>
                  <a:pt x="19686" y="10968"/>
                  <a:pt x="20056" y="9629"/>
                  <a:pt x="20056" y="7863"/>
                </a:cubicBezTo>
                <a:cubicBezTo>
                  <a:pt x="20056" y="6211"/>
                  <a:pt x="19743" y="4957"/>
                  <a:pt x="19088" y="4102"/>
                </a:cubicBezTo>
                <a:cubicBezTo>
                  <a:pt x="18433" y="3248"/>
                  <a:pt x="17464" y="2792"/>
                  <a:pt x="16210" y="2792"/>
                </a:cubicBezTo>
                <a:cubicBezTo>
                  <a:pt x="15213" y="2792"/>
                  <a:pt x="14444" y="3077"/>
                  <a:pt x="13903" y="3590"/>
                </a:cubicBezTo>
                <a:cubicBezTo>
                  <a:pt x="13390" y="4102"/>
                  <a:pt x="12849" y="5214"/>
                  <a:pt x="12336" y="6894"/>
                </a:cubicBezTo>
                <a:lnTo>
                  <a:pt x="11510" y="9629"/>
                </a:lnTo>
                <a:cubicBezTo>
                  <a:pt x="10911" y="11624"/>
                  <a:pt x="10171" y="13048"/>
                  <a:pt x="9259" y="13846"/>
                </a:cubicBezTo>
                <a:cubicBezTo>
                  <a:pt x="8376" y="14643"/>
                  <a:pt x="7151" y="15042"/>
                  <a:pt x="5555" y="15042"/>
                </a:cubicBezTo>
                <a:cubicBezTo>
                  <a:pt x="3789" y="15042"/>
                  <a:pt x="2422" y="14416"/>
                  <a:pt x="1453" y="13162"/>
                </a:cubicBezTo>
                <a:cubicBezTo>
                  <a:pt x="484" y="11909"/>
                  <a:pt x="0" y="10171"/>
                  <a:pt x="0" y="7892"/>
                </a:cubicBezTo>
                <a:cubicBezTo>
                  <a:pt x="0" y="6923"/>
                  <a:pt x="114" y="5869"/>
                  <a:pt x="313" y="4729"/>
                </a:cubicBezTo>
                <a:cubicBezTo>
                  <a:pt x="541" y="3590"/>
                  <a:pt x="826" y="2365"/>
                  <a:pt x="1225" y="1054"/>
                </a:cubicBezTo>
                <a:lnTo>
                  <a:pt x="5641" y="1054"/>
                </a:lnTo>
                <a:lnTo>
                  <a:pt x="5641" y="2621"/>
                </a:lnTo>
                <a:cubicBezTo>
                  <a:pt x="4188" y="2792"/>
                  <a:pt x="3134" y="3276"/>
                  <a:pt x="2479" y="4102"/>
                </a:cubicBezTo>
                <a:cubicBezTo>
                  <a:pt x="1823" y="4929"/>
                  <a:pt x="1481" y="6182"/>
                  <a:pt x="1481" y="7835"/>
                </a:cubicBezTo>
                <a:cubicBezTo>
                  <a:pt x="1481" y="9316"/>
                  <a:pt x="1795" y="10427"/>
                  <a:pt x="2393" y="11196"/>
                </a:cubicBezTo>
                <a:cubicBezTo>
                  <a:pt x="2991" y="11965"/>
                  <a:pt x="3846" y="12336"/>
                  <a:pt x="4986" y="12336"/>
                </a:cubicBezTo>
                <a:cubicBezTo>
                  <a:pt x="5983" y="12336"/>
                  <a:pt x="6752" y="12051"/>
                  <a:pt x="7322" y="11481"/>
                </a:cubicBezTo>
                <a:cubicBezTo>
                  <a:pt x="7892" y="10911"/>
                  <a:pt x="8461" y="9686"/>
                  <a:pt x="9003" y="7806"/>
                </a:cubicBezTo>
                <a:lnTo>
                  <a:pt x="9772" y="5242"/>
                </a:lnTo>
                <a:cubicBezTo>
                  <a:pt x="10342" y="3362"/>
                  <a:pt x="11082" y="2023"/>
                  <a:pt x="11937" y="1225"/>
                </a:cubicBezTo>
                <a:cubicBezTo>
                  <a:pt x="12820" y="427"/>
                  <a:pt x="13988" y="0"/>
                  <a:pt x="15470" y="0"/>
                </a:cubicBezTo>
                <a:cubicBezTo>
                  <a:pt x="17492" y="0"/>
                  <a:pt x="19002" y="655"/>
                  <a:pt x="19999" y="1937"/>
                </a:cubicBezTo>
                <a:cubicBezTo>
                  <a:pt x="21025" y="3248"/>
                  <a:pt x="21509" y="5157"/>
                  <a:pt x="21509" y="7692"/>
                </a:cubicBezTo>
                <a:cubicBezTo>
                  <a:pt x="21509" y="8832"/>
                  <a:pt x="21395" y="10000"/>
                  <a:pt x="21168" y="11196"/>
                </a:cubicBezTo>
                <a:cubicBezTo>
                  <a:pt x="20968" y="12393"/>
                  <a:pt x="20626" y="13589"/>
                  <a:pt x="20142" y="147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2BB936-CA88-4ACF-91C3-922364C6F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58" y="2341752"/>
            <a:ext cx="15555" cy="13219"/>
          </a:xfrm>
          <a:custGeom xmlns:a="http://schemas.openxmlformats.org/drawingml/2006/main">
            <a:pathLst>
              <a:path w="15555" h="13219">
                <a:moveTo>
                  <a:pt x="10740" y="0"/>
                </a:moveTo>
                <a:cubicBezTo>
                  <a:pt x="12336" y="370"/>
                  <a:pt x="13532" y="1054"/>
                  <a:pt x="14330" y="2080"/>
                </a:cubicBezTo>
                <a:cubicBezTo>
                  <a:pt x="15156" y="3105"/>
                  <a:pt x="15555" y="4444"/>
                  <a:pt x="15555" y="6068"/>
                </a:cubicBezTo>
                <a:cubicBezTo>
                  <a:pt x="15555" y="8233"/>
                  <a:pt x="14871" y="9943"/>
                  <a:pt x="13447" y="11253"/>
                </a:cubicBezTo>
                <a:cubicBezTo>
                  <a:pt x="12022" y="12564"/>
                  <a:pt x="10142" y="13219"/>
                  <a:pt x="7778" y="13219"/>
                </a:cubicBezTo>
                <a:cubicBezTo>
                  <a:pt x="5441" y="13219"/>
                  <a:pt x="3561" y="12564"/>
                  <a:pt x="2137" y="11253"/>
                </a:cubicBezTo>
                <a:cubicBezTo>
                  <a:pt x="712" y="9943"/>
                  <a:pt x="0" y="8233"/>
                  <a:pt x="0" y="6068"/>
                </a:cubicBezTo>
                <a:cubicBezTo>
                  <a:pt x="0" y="5157"/>
                  <a:pt x="114" y="4216"/>
                  <a:pt x="342" y="3276"/>
                </a:cubicBezTo>
                <a:cubicBezTo>
                  <a:pt x="570" y="2365"/>
                  <a:pt x="883" y="1424"/>
                  <a:pt x="1311" y="484"/>
                </a:cubicBezTo>
                <a:lnTo>
                  <a:pt x="5100" y="484"/>
                </a:lnTo>
                <a:lnTo>
                  <a:pt x="5100" y="1966"/>
                </a:lnTo>
                <a:cubicBezTo>
                  <a:pt x="3818" y="2165"/>
                  <a:pt x="2877" y="2593"/>
                  <a:pt x="2279" y="3248"/>
                </a:cubicBezTo>
                <a:cubicBezTo>
                  <a:pt x="1681" y="3903"/>
                  <a:pt x="1367" y="4843"/>
                  <a:pt x="1367" y="6040"/>
                </a:cubicBezTo>
                <a:cubicBezTo>
                  <a:pt x="1367" y="7436"/>
                  <a:pt x="1909" y="8490"/>
                  <a:pt x="2991" y="9174"/>
                </a:cubicBezTo>
                <a:cubicBezTo>
                  <a:pt x="4074" y="9886"/>
                  <a:pt x="5669" y="10228"/>
                  <a:pt x="7806" y="10228"/>
                </a:cubicBezTo>
                <a:cubicBezTo>
                  <a:pt x="9943" y="10228"/>
                  <a:pt x="11538" y="9886"/>
                  <a:pt x="12621" y="9174"/>
                </a:cubicBezTo>
                <a:cubicBezTo>
                  <a:pt x="13703" y="8490"/>
                  <a:pt x="14216" y="7436"/>
                  <a:pt x="14216" y="6040"/>
                </a:cubicBezTo>
                <a:cubicBezTo>
                  <a:pt x="14216" y="4957"/>
                  <a:pt x="13931" y="4074"/>
                  <a:pt x="13361" y="3419"/>
                </a:cubicBezTo>
                <a:cubicBezTo>
                  <a:pt x="12792" y="2763"/>
                  <a:pt x="11909" y="2308"/>
                  <a:pt x="10740" y="2051"/>
                </a:cubicBezTo>
                <a:lnTo>
                  <a:pt x="1074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EDB4D7-7021-48B7-B14F-B01287ED5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58" y="2324260"/>
            <a:ext cx="15555" cy="14757"/>
          </a:xfrm>
          <a:custGeom xmlns:a="http://schemas.openxmlformats.org/drawingml/2006/main">
            <a:pathLst>
              <a:path w="15555" h="14757">
                <a:moveTo>
                  <a:pt x="10541" y="4843"/>
                </a:moveTo>
                <a:lnTo>
                  <a:pt x="7407" y="4843"/>
                </a:lnTo>
                <a:lnTo>
                  <a:pt x="7407" y="8148"/>
                </a:lnTo>
                <a:cubicBezTo>
                  <a:pt x="7407" y="9430"/>
                  <a:pt x="7692" y="10370"/>
                  <a:pt x="8233" y="10997"/>
                </a:cubicBezTo>
                <a:cubicBezTo>
                  <a:pt x="8803" y="11624"/>
                  <a:pt x="9629" y="11909"/>
                  <a:pt x="10740" y="11909"/>
                </a:cubicBezTo>
                <a:cubicBezTo>
                  <a:pt x="11766" y="11909"/>
                  <a:pt x="12592" y="11595"/>
                  <a:pt x="13191" y="10968"/>
                </a:cubicBezTo>
                <a:cubicBezTo>
                  <a:pt x="13817" y="10342"/>
                  <a:pt x="14102" y="9487"/>
                  <a:pt x="14102" y="8404"/>
                </a:cubicBezTo>
                <a:cubicBezTo>
                  <a:pt x="14102" y="7350"/>
                  <a:pt x="13789" y="6496"/>
                  <a:pt x="13134" y="5840"/>
                </a:cubicBezTo>
                <a:cubicBezTo>
                  <a:pt x="12478" y="5185"/>
                  <a:pt x="11624" y="4843"/>
                  <a:pt x="10541" y="4843"/>
                </a:cubicBezTo>
                <a:close/>
                <a:moveTo>
                  <a:pt x="5954" y="2279"/>
                </a:moveTo>
                <a:lnTo>
                  <a:pt x="13703" y="2279"/>
                </a:lnTo>
                <a:lnTo>
                  <a:pt x="13703" y="0"/>
                </a:lnTo>
                <a:lnTo>
                  <a:pt x="15185" y="0"/>
                </a:lnTo>
                <a:lnTo>
                  <a:pt x="15185" y="4843"/>
                </a:lnTo>
                <a:lnTo>
                  <a:pt x="13589" y="4843"/>
                </a:lnTo>
                <a:cubicBezTo>
                  <a:pt x="14273" y="5413"/>
                  <a:pt x="14786" y="6068"/>
                  <a:pt x="15099" y="6809"/>
                </a:cubicBezTo>
                <a:cubicBezTo>
                  <a:pt x="15384" y="7550"/>
                  <a:pt x="15555" y="8433"/>
                  <a:pt x="15555" y="9401"/>
                </a:cubicBezTo>
                <a:cubicBezTo>
                  <a:pt x="15555" y="11054"/>
                  <a:pt x="15128" y="12364"/>
                  <a:pt x="14273" y="13333"/>
                </a:cubicBezTo>
                <a:cubicBezTo>
                  <a:pt x="13418" y="14302"/>
                  <a:pt x="12222" y="14757"/>
                  <a:pt x="10740" y="14757"/>
                </a:cubicBezTo>
                <a:cubicBezTo>
                  <a:pt x="9231" y="14757"/>
                  <a:pt x="8062" y="14216"/>
                  <a:pt x="7208" y="13105"/>
                </a:cubicBezTo>
                <a:cubicBezTo>
                  <a:pt x="6353" y="12022"/>
                  <a:pt x="5926" y="10456"/>
                  <a:pt x="5926" y="8433"/>
                </a:cubicBezTo>
                <a:lnTo>
                  <a:pt x="5926" y="4843"/>
                </a:lnTo>
                <a:lnTo>
                  <a:pt x="4900" y="4843"/>
                </a:lnTo>
                <a:cubicBezTo>
                  <a:pt x="3789" y="4843"/>
                  <a:pt x="2934" y="5185"/>
                  <a:pt x="2308" y="5869"/>
                </a:cubicBezTo>
                <a:cubicBezTo>
                  <a:pt x="1681" y="6553"/>
                  <a:pt x="1367" y="7521"/>
                  <a:pt x="1367" y="8746"/>
                </a:cubicBezTo>
                <a:cubicBezTo>
                  <a:pt x="1367" y="9772"/>
                  <a:pt x="1624" y="10570"/>
                  <a:pt x="2080" y="11168"/>
                </a:cubicBezTo>
                <a:cubicBezTo>
                  <a:pt x="2536" y="11795"/>
                  <a:pt x="3219" y="12165"/>
                  <a:pt x="4131" y="12307"/>
                </a:cubicBezTo>
                <a:lnTo>
                  <a:pt x="4131" y="13618"/>
                </a:lnTo>
                <a:lnTo>
                  <a:pt x="1140" y="13618"/>
                </a:lnTo>
                <a:cubicBezTo>
                  <a:pt x="769" y="12735"/>
                  <a:pt x="484" y="11880"/>
                  <a:pt x="285" y="11025"/>
                </a:cubicBezTo>
                <a:cubicBezTo>
                  <a:pt x="114" y="10199"/>
                  <a:pt x="0" y="9373"/>
                  <a:pt x="0" y="8575"/>
                </a:cubicBezTo>
                <a:cubicBezTo>
                  <a:pt x="0" y="6524"/>
                  <a:pt x="513" y="4986"/>
                  <a:pt x="1538" y="3903"/>
                </a:cubicBezTo>
                <a:cubicBezTo>
                  <a:pt x="2564" y="2820"/>
                  <a:pt x="4017" y="2279"/>
                  <a:pt x="5954" y="227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680344-AD83-4378-B041-5570F9A75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90" y="2315200"/>
            <a:ext cx="21652" cy="7436"/>
          </a:xfrm>
          <a:custGeom xmlns:a="http://schemas.openxmlformats.org/drawingml/2006/main">
            <a:pathLst>
              <a:path w="21652" h="7436">
                <a:moveTo>
                  <a:pt x="20170" y="2422"/>
                </a:moveTo>
                <a:lnTo>
                  <a:pt x="20170" y="0"/>
                </a:lnTo>
                <a:lnTo>
                  <a:pt x="21652" y="0"/>
                </a:lnTo>
                <a:lnTo>
                  <a:pt x="21652" y="7436"/>
                </a:lnTo>
                <a:lnTo>
                  <a:pt x="20170" y="7436"/>
                </a:lnTo>
                <a:lnTo>
                  <a:pt x="20170" y="4986"/>
                </a:lnTo>
                <a:lnTo>
                  <a:pt x="1481" y="4986"/>
                </a:lnTo>
                <a:lnTo>
                  <a:pt x="1481" y="7436"/>
                </a:lnTo>
                <a:lnTo>
                  <a:pt x="0" y="7436"/>
                </a:lnTo>
                <a:lnTo>
                  <a:pt x="0" y="2422"/>
                </a:lnTo>
                <a:lnTo>
                  <a:pt x="20170" y="242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EF5277-0038-48C6-B68B-F439293A6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58" y="2298164"/>
            <a:ext cx="15555" cy="14757"/>
          </a:xfrm>
          <a:custGeom xmlns:a="http://schemas.openxmlformats.org/drawingml/2006/main">
            <a:pathLst>
              <a:path w="15555" h="14757">
                <a:moveTo>
                  <a:pt x="10541" y="4843"/>
                </a:moveTo>
                <a:lnTo>
                  <a:pt x="7407" y="4843"/>
                </a:lnTo>
                <a:lnTo>
                  <a:pt x="7407" y="8148"/>
                </a:lnTo>
                <a:cubicBezTo>
                  <a:pt x="7407" y="9430"/>
                  <a:pt x="7692" y="10370"/>
                  <a:pt x="8233" y="10997"/>
                </a:cubicBezTo>
                <a:cubicBezTo>
                  <a:pt x="8803" y="11624"/>
                  <a:pt x="9629" y="11909"/>
                  <a:pt x="10740" y="11909"/>
                </a:cubicBezTo>
                <a:cubicBezTo>
                  <a:pt x="11766" y="11909"/>
                  <a:pt x="12592" y="11595"/>
                  <a:pt x="13191" y="10968"/>
                </a:cubicBezTo>
                <a:cubicBezTo>
                  <a:pt x="13817" y="10342"/>
                  <a:pt x="14102" y="9487"/>
                  <a:pt x="14102" y="8404"/>
                </a:cubicBezTo>
                <a:cubicBezTo>
                  <a:pt x="14102" y="7350"/>
                  <a:pt x="13789" y="6496"/>
                  <a:pt x="13134" y="5840"/>
                </a:cubicBezTo>
                <a:cubicBezTo>
                  <a:pt x="12478" y="5185"/>
                  <a:pt x="11624" y="4843"/>
                  <a:pt x="10541" y="4843"/>
                </a:cubicBezTo>
                <a:close/>
                <a:moveTo>
                  <a:pt x="5954" y="2279"/>
                </a:moveTo>
                <a:lnTo>
                  <a:pt x="13703" y="2279"/>
                </a:lnTo>
                <a:lnTo>
                  <a:pt x="13703" y="0"/>
                </a:lnTo>
                <a:lnTo>
                  <a:pt x="15185" y="0"/>
                </a:lnTo>
                <a:lnTo>
                  <a:pt x="15185" y="4843"/>
                </a:lnTo>
                <a:lnTo>
                  <a:pt x="13589" y="4843"/>
                </a:lnTo>
                <a:cubicBezTo>
                  <a:pt x="14273" y="5413"/>
                  <a:pt x="14786" y="6068"/>
                  <a:pt x="15099" y="6809"/>
                </a:cubicBezTo>
                <a:cubicBezTo>
                  <a:pt x="15384" y="7550"/>
                  <a:pt x="15555" y="8433"/>
                  <a:pt x="15555" y="9401"/>
                </a:cubicBezTo>
                <a:cubicBezTo>
                  <a:pt x="15555" y="11054"/>
                  <a:pt x="15128" y="12364"/>
                  <a:pt x="14273" y="13333"/>
                </a:cubicBezTo>
                <a:cubicBezTo>
                  <a:pt x="13418" y="14302"/>
                  <a:pt x="12222" y="14757"/>
                  <a:pt x="10740" y="14757"/>
                </a:cubicBezTo>
                <a:cubicBezTo>
                  <a:pt x="9231" y="14757"/>
                  <a:pt x="8062" y="14216"/>
                  <a:pt x="7208" y="13105"/>
                </a:cubicBezTo>
                <a:cubicBezTo>
                  <a:pt x="6353" y="12022"/>
                  <a:pt x="5926" y="10456"/>
                  <a:pt x="5926" y="8433"/>
                </a:cubicBezTo>
                <a:lnTo>
                  <a:pt x="5926" y="4843"/>
                </a:lnTo>
                <a:lnTo>
                  <a:pt x="4900" y="4843"/>
                </a:lnTo>
                <a:cubicBezTo>
                  <a:pt x="3789" y="4843"/>
                  <a:pt x="2934" y="5185"/>
                  <a:pt x="2308" y="5869"/>
                </a:cubicBezTo>
                <a:cubicBezTo>
                  <a:pt x="1681" y="6553"/>
                  <a:pt x="1367" y="7521"/>
                  <a:pt x="1367" y="8746"/>
                </a:cubicBezTo>
                <a:cubicBezTo>
                  <a:pt x="1367" y="9772"/>
                  <a:pt x="1624" y="10570"/>
                  <a:pt x="2080" y="11168"/>
                </a:cubicBezTo>
                <a:cubicBezTo>
                  <a:pt x="2536" y="11795"/>
                  <a:pt x="3219" y="12165"/>
                  <a:pt x="4131" y="12307"/>
                </a:cubicBezTo>
                <a:lnTo>
                  <a:pt x="4131" y="13618"/>
                </a:lnTo>
                <a:lnTo>
                  <a:pt x="1140" y="13618"/>
                </a:lnTo>
                <a:cubicBezTo>
                  <a:pt x="769" y="12735"/>
                  <a:pt x="484" y="11880"/>
                  <a:pt x="285" y="11025"/>
                </a:cubicBezTo>
                <a:cubicBezTo>
                  <a:pt x="114" y="10199"/>
                  <a:pt x="0" y="9373"/>
                  <a:pt x="0" y="8575"/>
                </a:cubicBezTo>
                <a:cubicBezTo>
                  <a:pt x="0" y="6524"/>
                  <a:pt x="513" y="4986"/>
                  <a:pt x="1538" y="3903"/>
                </a:cubicBezTo>
                <a:cubicBezTo>
                  <a:pt x="2564" y="2820"/>
                  <a:pt x="4017" y="2279"/>
                  <a:pt x="5954" y="227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017453-B8C0-4234-9D9B-D8AA9591D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399" y="246872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E2A581-3745-4721-B20F-D135E2261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034" y="24650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6B03A3-F501-4A4F-B680-038A24EEE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922" y="264336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E1CE7B-13A4-4085-9117-3C7F0CB29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241" y="24650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3B7278-8F94-4F20-9F75-90015BBC2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331" y="24650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06670A-A1CD-4B0E-B228-503E83D60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50" y="246872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3B9268-D378-4788-9C5D-F32448F61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013" y="24650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8A42FF-43C3-492D-89F6-641B342E8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873" y="264336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5D29A1-36A0-4931-8627-5EAD72F14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135" y="246501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98D326-1326-48EB-A87D-B3A49F87C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767" y="246872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3AF4AC-1237-4CEA-BBC8-910FA5797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817" y="24650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D3D938-6F18-476E-AD5F-A9CAD2E25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503" y="24650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24F1C4-B172-4490-9DBE-21CFD4898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824" y="264336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D66D19-1B4A-44E2-A126-0D512E9EF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089" y="246501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28E911-900A-424B-A6F6-F30C0B586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234" y="246501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EBC085-FB67-4842-AC1A-FC5D9FC44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768" y="24650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F85173-8D6D-4619-8713-627346BAC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87" y="24650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EC08D3-6FEA-4A12-8666-2F3B6AC25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775" y="264336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732FEF-1522-4B9B-95ED-199A58038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040" y="246501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744C2E-387E-4AD2-A472-F52C33E4E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071" y="246501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C3A83F-C707-409A-8558-6A42ED737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203" y="246872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BE18D7-3F99-4560-80F8-1258DB03A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838" y="24650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087D32-7A31-4ED3-B9AB-2644B3822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727" y="264336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A41C56-1E65-45F7-9928-0FAB91178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989" y="246501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6ED2FF-2FC6-42E3-8CD5-3F811E9D1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111" y="246501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3F7D07-8980-437E-9056-6F82BBDAE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1670" y="24650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6484FB-5766-41D3-81D1-4444A1617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0302" y="246872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AA357F-8909-4E81-B8D1-954BB34D8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8678" y="264336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00C847-B45B-4265-A4DC-E7C006E2A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7453" y="246872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ECBD89-7EA9-4F96-A1EE-83F398A3B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5600" y="246872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543AA6-220F-43B8-A0D0-958D178EC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2622" y="24650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36E5D8-0909-45D1-81D8-10BD3CA56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2308" y="24650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A3EE37-42DA-4A43-A04F-6B3CF2CCE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9629" y="264336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B501AA-DFE2-49C1-9B2D-0E2976156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6894" y="246501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7CFAFD-B27B-4F49-8906-3D9A93235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551" y="246872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B1DF58-9E3C-49A7-A15B-EA14D090B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4057" y="246872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746AAB-36F6-4D48-B54F-F21DB467F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1948" y="246501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053881-34E2-4EAD-B0CB-F1CFD2E97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0580" y="264336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BE9F1D-B6F7-4A2F-920B-37682B281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7845" y="246501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EED6A6-84FA-46DA-8765-9D45D6261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7474" y="246872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1E0E0A-FB4D-4988-9D6F-335595408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5008" y="246872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848E71-2C6A-4B36-8B68-C7FC50D61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2615" y="246501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80141B-827E-477C-8762-771933061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1531" y="264336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5C187E-951B-4A00-9EFA-A119098BC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0078" y="246501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9ADFEE-0408-442E-B434-F6A3CC12E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7827" y="246501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737D02-B42A-4D87-A0D0-1B3C3FC65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5988" y="246872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C5CA5F-E2AB-4F67-84F9-4905AB9B6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3594" y="246501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A2C9CA-6756-40AF-B509-35417B869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2483" y="264336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DEF063-9F40-4717-B1EF-253A0FDD6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0745" y="246501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5D5B21-5B6D-43C1-86A2-961CEF4E8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0459" y="24650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AC7EAF-C9B9-40D9-818B-A0E60AC33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426" y="24650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DBADFC-A65E-4A6D-80E3-0B0725066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4545" y="246501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FB229B-CAE2-47F9-A5D8-6FC536859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3434" y="264336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79363F-61C0-4765-AAEF-BC527330A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3291" y="24650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EDA45A-1B08-4BBE-9C3B-92B09E7CE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9843" y="24650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1D38DA-97E1-4FD6-8467-4537AF8AF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399" y="45455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F762B7-E40A-4BE7-BD48-DB833C5E6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062" y="45418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7CFA3F-4EAF-4D16-9AAF-91ACB8AA1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922" y="47201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79B230-CED7-40FE-B5D8-948325B0A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241" y="45418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F19415-AAE4-42FE-96D5-794F503D6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844" y="454551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2F88EB-672C-438A-B788-66E6D88A7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866" y="454181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78E7A2-1B7C-4EBB-9481-1CF2AF9C1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013" y="45418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D1E239-6CD9-42CC-8112-1A2814F85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873" y="47201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D3376A-B554-4374-BC9F-B6860510C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648" y="45455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E23194-1FE7-4AE7-A1EE-89C9340FB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69" y="454181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8C2255-5D86-4BA4-B8B9-569A37755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817" y="45418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D79C13-BC79-4B53-8D4B-FF33C2143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503" y="45418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96CF58-C3C1-4E9E-BA80-ECF0C99AA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824" y="47201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348B0B-95A2-4985-B13B-27195A0D6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99" y="45455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B979AD-B8BB-49C7-9D9B-5DB479553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718" y="45455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F2089F-5C54-41DE-B1B1-4CF9C64E9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252" y="45455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6BAB86-EA2B-47C6-A282-5E1B33478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916" y="45418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466AEB-CF64-4CDB-B6FE-93BCADF36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775" y="47201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01B57C-2ED8-4FE5-845C-24768BAD1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952" y="454181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03D949-3AE7-4B26-AA39-EB9132CA4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752" y="45418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999308-B2CB-4B6A-A43A-15AB0EEF0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719" y="454181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284627-AFE9-4BF3-9B32-328404836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0405" y="45418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7D5750-1B78-45AF-AB5F-6C0337CF8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727" y="47201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9F16EA-E334-4152-960D-5B6FBCB73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046" y="45418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586151-EF3E-45BC-86DB-E0201EA92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165" y="45418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5EF0FE-2F57-4FA1-B4F9-3640F3C2F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155" y="45455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ABAC5A-E261-4CDA-9EA2-895827CA1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0046" y="454181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90379B-A455-49F1-BB78-39DBAD697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8678" y="47201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E54DC9-30BF-4FEC-B2D8-637EEC33A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968" y="454181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EFA699-863D-4D43-85CC-B236BA2F8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73" y="454181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B00934-AC25-41DB-886D-7CFB360DF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2622" y="45418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604D50-2464-462A-B19A-70735BF23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1225" y="45455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922376-D8BB-46C5-9C45-388367548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9629" y="47201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66AEDB-69EC-483D-8840-C61874A71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06" y="454181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7D8430-75BF-460E-AFF2-BCD7BF5DA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7606" y="45418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616A04-429A-420D-B973-8D1BD0435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3573" y="454181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809827-A717-4ED1-A60A-BA8665A13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1663" y="454181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9C3155-6F4F-4653-8061-E7C5A7101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0580" y="47201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76741C-2DEC-487B-A494-AC05649A0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7845" y="454181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4D0928-CE67-45C3-9E71-1B7F3E60E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7246" y="454181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823430-6EE3-4D57-AAB1-2DE3C764B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5008" y="45455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364449-D186-499F-918E-B9C702AC9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27" y="45455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DE7583-A530-4A55-A613-991F5C2EA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1531" y="47201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F4D324-5B7D-4133-908C-08A228FAB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9822" y="454181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FEEE49-401F-4779-9FCC-6D870A9BF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8197" y="454181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3A4BDC-E683-4383-9EAC-DFD3B223C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5475" y="45418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0B7590-3135-4014-80DB-1C8558748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3851" y="454181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0C949F-5E76-4DD8-B6B8-CECA0E5F2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2483" y="47201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7E7B62-72DE-46B1-9558-9D5BE4537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0773" y="454181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309478-8E90-44D9-B630-0BD314B8A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8921" y="45418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675C10-70CC-4985-BD37-CC136D24C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911" y="45455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2F92B3-ED15-4F73-AB67-5E8676B2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3520" y="454181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737E0D-DFD0-424E-B077-5A796C3A3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3434" y="47201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085D89-17FC-43E6-8FD6-564E7B10B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2209" y="45455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C65FAD-8C97-479B-B7D2-3473E663E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9815" y="454181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85E106-8E24-48CE-8554-7E60D8F73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427" y="662232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2AAF43-45A2-482F-9F71-06F28BEF0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008" y="661861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51493D-9BA3-46C0-AC96-353FC2684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922" y="679696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78F8EE-1932-46C9-9D5F-898C59F6C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184" y="661861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1D8C75-C119-4DCC-8024-E7A55CE16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816" y="662232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66BD53-C502-4B29-B360-822C846A4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866" y="66186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8DC946-8ABE-4055-8F27-AD360BA37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41" y="661861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94EECE-51C7-4343-AE54-89D03B420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873" y="679696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DD358A-CC98-44E6-A6A0-484D06508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730" y="66186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6999F9-0577-4C02-967D-A755AA1BF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795" y="662232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490675-80CC-49BE-A939-5FA9A00B2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817" y="66186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662767-0AF1-4867-B402-46EC37BFF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907" y="661861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A0426E-4C17-4768-B19B-67ADC6D7B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824" y="679696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66D16A-46AF-48E4-896D-B30F1C9DA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99" y="662232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D3C159-6C63-46A6-8270-3C296A3B4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801" y="66186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A29A19-556E-4F39-91A7-87245F150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281" y="662232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72B922-74DB-4DBE-9A58-BBA6CB362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87" y="66186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ACCCC1-1189-42A1-AA47-6C0EB209E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775" y="679696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FEA704-971F-430B-A476-5FC96FF01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037" y="661861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16BAA7-22E4-4637-B916-B26D43C6E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157" y="661861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AEA1B1-61AD-410B-851F-F2333E2C0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719" y="66186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B1A508-3BE3-4F9B-A79B-347C69972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351" y="662232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1A991D-5AC8-4790-8A7B-A399218F8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727" y="679696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39EA3D-A5C0-42EE-9E2C-C2F4CD926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989" y="661861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532588-59CB-46B3-B397-5B8987E67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703" y="66186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FC8B39-94AA-4DF5-8A58-E8A90C212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183" y="662232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880D6A-02E7-42EE-A359-D4796342A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789" y="66186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312E04-6EC4-4EC5-A132-08C71E210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8678" y="679696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AC9E33-41B3-4C69-BDF8-59FBD7D16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854" y="661861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6887CB-91EE-4392-A5B5-572336C57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062" y="661861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D3C137-17C8-4DDF-BD81-CF10120D9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3134" y="662232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BF92AA-CF4C-4382-91F1-DC2F90840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0997" y="661861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689659-EFE2-4361-86DA-86CF9CF46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9629" y="679696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C03C45-808B-434B-B6B5-1FAA6D707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8176" y="661861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1E1DEB-08CA-4CDB-BA53-75BAC0820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039" y="66186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C06973-1103-4DA4-BD06-9DAF7D268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3573" y="66186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34AB81-2B61-496C-947C-FCB276899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3259" y="66186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C3D8F1-641D-46AC-9721-03B9AD1CF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0580" y="679696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6BB713-EA7D-4422-AE8C-3560B6B6F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9383" y="662232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092D47-8B4E-4CC3-A739-34FE08F50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7474" y="662232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37AC20-5E33-45F4-9AE0-A25DCA236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524" y="66186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1302F2-EC73-490C-92C3-CDAF9949A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2672" y="66186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FF79EF-EBD4-41EC-A2AC-3CBA13114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1531" y="679696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F83D3C-424E-4B06-B5FD-42C3414D4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0334" y="662232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50ECB6-C16D-4D41-8C50-86D40B617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7827" y="661861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2C3AE9-816A-46F1-A48A-28FC3999A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5988" y="662232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3B8FC2-0600-4596-9B2D-BC04FBBF1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3623" y="66186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9B7E5E-E384-429A-A099-1817EF395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2483" y="679696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7FCC08-967E-46A1-ABEB-DFB663A7D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1286" y="662232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57F3A5-4BA1-46FB-B97F-2D3FB1F2B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8864" y="661861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BB5639-65D7-4400-8D1F-2AB26C731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426" y="66186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8CB8B4-DC6B-4FD2-A39F-BB7B8E0E0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4517" y="661861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CA086C-B841-4C1E-9038-4A7CD2BD1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3434" y="679696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5D6F59-0336-44E7-9423-69D5ACE59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2209" y="662232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37AF52-0B4B-4024-B6D2-85E21D03E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9843" y="66186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498481-0F3A-46F9-9A81-76F97B707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914" y="86954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7214F9-D573-49C6-8BA4-FA59DE93C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920" y="869541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3491A7-7838-455F-843E-11E0009A3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922" y="88737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F3A25A-7BF9-4C78-B14B-F9C175114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241" y="86954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078108-695C-420E-A045-8DCED06DE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218" y="869541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38F9AB-A3BB-43AB-9AC7-76A2FFECC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50" y="86991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9465DC-5CB1-4705-8C69-75FAF71F9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985" y="86954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572EC0-0171-4CD6-BB3E-8F6D98278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873" y="88737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17564E-9DD8-4029-9EF3-05E4855DD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138" y="869541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4DB9B2-99E7-4BE7-8DED-C31442C69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539" y="869541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8033CB-52E0-4D9D-9983-5E864E9B3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817" y="86954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259FA7-D8E8-4993-8C5B-763BBEE72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907" y="869541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D781BA-6BAF-40F9-BECC-B5D9C0224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824" y="88737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5528C1-71DF-4582-A106-7107B1CB8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99" y="86991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E7B845-F50B-4988-8DE0-E897AC507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718" y="86991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2BAB57-2844-4CC2-99AE-78A602DCD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252" y="86991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2B353D-A1B3-4F31-AE18-2A4889976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87" y="869541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7994CD-E4E0-40DB-80FC-B237C3DC9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775" y="88737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954FB5-24C9-48D2-AAE6-A65272436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633" y="86954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E264A9-24F1-43B6-80F8-8BDBE8BC1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185" y="869541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E6F413-2F16-408E-9DE5-ABAF8860A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203" y="86991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30CE10-1DAB-43C8-9748-0555ED09C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323" y="86991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23DE7F-A75D-4493-A7F5-599724F39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727" y="88737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0FA9F0-2D53-41F4-8DDD-C8E343FA8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017" y="86954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236287-7C46-4AB7-BAC1-31805BECB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649" y="869911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9B1B9B-09F7-4E12-BF84-F5EF78BC3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155" y="86991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62BD48-E12F-4862-8E01-B7F410110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761" y="869541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949B8F-E4FC-43B2-B25D-9FEC74A79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8678" y="88737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2B68ED-3B6E-4246-9AE8-23A4333CA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854" y="869541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9B7176-6026-49B3-BFBE-EB9E513DB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062" y="869541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1715DA-F434-4733-B27A-BFE9FC642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2622" y="86954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FCC7EE-933A-4318-A627-5A7479350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1225" y="86991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0B6142-00E8-4389-A2F8-166F81AC4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9629" y="88737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8D08B7-1C3F-410F-978D-F504161AB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920" y="86954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3BD693-D212-4700-BF3C-C6962BFC0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523" y="86991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75F4F4-CE97-4901-9F61-5172858CB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4057" y="86991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6E69AF-481D-44C1-B2D4-665B2CE63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2205" y="869911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362FE6-E0D1-413B-8A7B-B21A8B08F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0580" y="88737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8A2AB4-BBD4-43CF-B6C2-FEAC4912E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8870" y="86954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1B6822-B568-4E8E-860E-5C9F44D6A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7474" y="86991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A83A7C-4F3C-490C-8FA1-8FB34857C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5008" y="86991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239624-745E-4E18-9315-FC5AB3AC4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6" y="869911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CD4711-A98B-45AE-BE92-8ED712623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1531" y="88737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078776-C11F-436E-837F-AEB65D531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9708" y="869541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7615AE-9C3E-4D30-8924-2BA91FF48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8454" y="869911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DE6636-BCDA-40B7-9534-0A23DB11C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5475" y="86954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D3D797-8459-4C9D-A3B6-928ADF6BA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3623" y="86954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2240BE-60FA-43A1-B60B-9286F2ED5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2483" y="88737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2F7713-FB6B-4C69-B61C-ABDFFC172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0802" y="86954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D87F7E-E77F-4FAF-A956-0F458394B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9149" y="869541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B08479-EA56-4E4D-92B9-B204FCB6E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911" y="86991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1ACADD-9FFE-4722-B07F-01CA4DDCB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6112" y="86954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B6ED55-529F-4B2D-838C-C72BBFD03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3434" y="88737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DEB72E-C0E1-43BA-A98A-747186DA3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1696" y="869541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21F243-9763-4DA4-9489-1FCD48C70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1410" y="86954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3579F3-8386-4B93-B2BD-70C7DE02A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399" y="107759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76A53A-85B2-4DED-AD2D-0C01F5ABC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062" y="107722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4620C1-F78C-4F29-9951-1BD63D935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922" y="109505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5B9213-B538-4756-BF04-1C319223D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725" y="1077591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F0BC4C-71FE-458E-89F6-5F3ACFCD0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331" y="107722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911DD3-33CD-4441-B1AC-7F100F971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50" y="107759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7C98CC-39C4-426C-8C7C-6F8214E18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469" y="107759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6C7715-EF7A-4558-B105-62421CE0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873" y="109505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9D044E-B4CD-46A2-A9B5-F3A55654C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163" y="1077221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04E018-3895-459B-B120-A58BC5BFD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283" y="1077221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3CE591-A1CC-4CE0-BB60-C8393529C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817" y="107722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E8FFE8-719F-4083-B62D-D391CE8B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936" y="107722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34209C-9391-47B1-97C7-1626A4B3F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824" y="109505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273C1E-4B15-4E9F-98A7-A97146CA7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143" y="107722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9E8D96-8020-4CCB-A8CC-12A89BC02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490" y="1077221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71176B-2660-4C22-B976-E041D1A92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252" y="107759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9893BB-EB54-41FA-81CF-EEEA6FF77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59" y="1077221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8EBEEB-678E-4889-B9EE-4246F4609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775" y="109505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DB146A-A3D3-4A03-9A81-96368BFB5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066" y="1077221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BA12B6-FCA8-4D27-ACC2-7DDE017EF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441" y="1077221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A4F1EC-4148-4C10-A576-BA2F1337A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719" y="1077221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39941E-230B-4129-A098-A39A98ED6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838" y="107722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A7A78B-CED1-4815-932D-3C63010BB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727" y="109505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0E4D01-EC42-4C0C-B2EB-BF7D00A9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584" y="107722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71B5CB-392F-4B26-9C04-51ECA2C08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136" y="107722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ACE968-B058-4C39-8792-EA7C2D5A3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155" y="107759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4D081D-56A6-4AFD-A953-25CD9AF04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761" y="1077221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1F4DA8-0D6C-404B-817D-66CA8FE9E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8678" y="109505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CDBF83-7DC6-45BE-98B2-5EEDA10B9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997" y="107722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C0E54A-5FDE-49F3-80E2-60413CF98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062" y="1077221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4D19BF-3620-4DC9-A413-FE9E18D96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2622" y="107722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E71FB1-DBE6-4AD2-B562-895BB8B2D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715" y="1077221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08458B-B1A6-45AF-94F2-7286E3EF4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9629" y="109505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A7FDD7-165D-4057-ABD7-8EE5E3C2E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8404" y="107759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C257B3-A12B-4451-91D3-B385B9B5B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5013" y="1077221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83AA1F-3748-48E2-9717-769637BAE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3573" y="1077221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0B6D03-087E-4563-84F5-2CCE14DC2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3259" y="107722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6E8530-8875-4983-BD0D-8BB924118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0580" y="109505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9B4392-F58F-433A-A140-AE9057B81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8870" y="1077221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C86F66-6243-4D5E-8E52-F1DD32FCA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6961" y="1077221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9CDB70-7F2B-4651-83BF-558D63416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5008" y="107759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1DC296-F4E4-4A56-8BA8-CD8396E64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2643" y="107722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95E35D-3BCC-413A-B3D2-8F495E279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1531" y="109505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AB136D-D22C-4893-B286-A281C4413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9822" y="1077221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A56A3B-C86D-4B49-89F0-5C06A835C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7913" y="1077221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85054D-9C17-4831-84CE-38042A399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5475" y="107722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6A5557-5086-4723-8759-E96C06FE4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5161" y="107722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FDBE06-31F8-41C0-84D4-EAAABF30A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2483" y="109505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0EE627-D0E7-47C1-841D-95B1E0C9B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0802" y="107722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916445-AF3C-41E0-AA2D-5A6E0260A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8778" y="1077221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244ED1-4824-4DDD-9A87-4A84C6795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911" y="107759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DD7874-8648-47AA-9A09-79CBF49D9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4802" y="1077221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DB328D-1B28-4A9D-B985-75FB3B387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3434" y="109505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F2699E-94E6-40BD-9AED-1251C6C4F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3291" y="107722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85DA3D-B548-4CD7-B776-B8CE7E2BE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9729" y="1077221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C23D61-D625-42E0-8C90-C5F56F0C9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914" y="128490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FFBD0C-1CD9-4ED6-939C-4CB8D05E4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034" y="128490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B6AD39-8B31-4DAD-8A99-0D3A86BBD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922" y="130273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DDD2DB-68BC-4CE3-88A1-7ADE3C9AA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184" y="1284901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253573-3A20-40A3-8830-14658903C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218" y="1284901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6BC7FC-EA7A-4F0C-AF29-C9197E4E5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50" y="128527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EDDB8C-8BB8-4BA4-AAD4-D4405D9EB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497" y="1285271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DBB5B6-28D1-471C-9A8B-1808C1CCD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873" y="130273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7E09B9-C510-467E-8297-F40C1C7D7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420" y="1284901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1E5226-17C9-4636-88F6-91AA63484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795" y="1285271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CA9068-BFE8-405B-9596-07E77F5F5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330" y="1285271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8ECF22-FFF7-4562-A6C5-D506A5BB9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936" y="128490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DC83D1-668C-4800-AC57-771AC745C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824" y="130273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7436BD-6FD1-4F4C-8A38-6BA75D094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682" y="128490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1C107E-5956-49FA-967C-6A1130B51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801" y="128490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4CE753-7105-4281-A209-7B47D54E8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252" y="128527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6B8270-928E-4413-86BB-56AFE8624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59" y="1284901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6700D7-E6D4-4DC5-966D-CF6E9D0E1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775" y="130273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717635-C4E5-40E7-BE99-0B942DA30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037" y="1284901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D789F5-CB40-40B2-B403-2610B45E0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071" y="1284901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585BDC-9F89-4E95-8169-24063F565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203" y="128527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27E28A-1C8A-4A4F-969F-62C4F6A37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813" y="1284901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8D6A8C-3540-4276-9E2A-9E08D64AE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727" y="130273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9F3E5E-0076-41A9-972E-DEA235C28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989" y="1284901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E84CC5-3E76-45D4-B5F8-DF16C2EA1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022" y="1284901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C5A6D7-57B4-4C77-ACF5-610278749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155" y="128527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97D7E9-E6D1-4208-9762-EB6B4F041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789" y="128490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531604-AA68-406B-8C23-FD2F48CB0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8678" y="130273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22D8A9-CC92-4E35-9BAE-3EE40F7C1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7481" y="1285271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E99767-C1A6-4312-9E5A-0620525E8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5087" y="128490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602416-0490-4620-B8DD-CD22D9A37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2622" y="128490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A9F987-7D60-4B7B-BA33-C9A23366A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0741" y="1284901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B92EA6-371B-4E6B-8300-D6D13E299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9629" y="130273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2BCADD-6419-4C09-9428-B1A93E514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8176" y="1284901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DF0AA7-C85A-4555-B722-B200A15C5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039" y="1284901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599F59-2FC8-40FC-A577-CA981D9DA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4057" y="128527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9FC6FE-CC2F-4BEE-A8B5-8DE015092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0666" y="1284901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4CBBCE-C916-45A2-9E6E-BD9256163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0580" y="130273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C3EDF8-864D-44B3-B385-8C512C1D8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0437" y="128490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01CBE2-79FC-4764-96A2-BA5AD5DF3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7018" y="128490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9921CF-9B37-455B-881C-C5EB0B3CA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5008" y="128527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A9FF90-851D-44CE-8072-42A3ED4C0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2672" y="128490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0CD797-C3B6-4F63-81A4-D5DD4155E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1531" y="130273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7BD1F9-FA2F-498B-AEF2-402147AC6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9822" y="128490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4ECDB5-7D8D-4C6D-8796-1682F317E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7827" y="1284901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998310-59D6-4159-8435-A5EB2E4A5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5475" y="128490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7CA6B9-50CF-4F3F-BCF1-60F59500B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3623" y="128490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FDD758-957A-48DB-B162-E2C8DE8B9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2483" y="130273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4C1A7A-0C9E-4423-A68B-437B355BA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0659" y="1284901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BF1B65-CA69-40F6-BD6D-46BA6633D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8921" y="128490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06820A-78C1-4BCC-9A80-50DA94D10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911" y="128527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81B41A-4C08-45DF-A541-CF72E3E48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6112" y="128490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ADAA52-A959-4345-8378-50D5A8431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3434" y="130273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5F931D-4687-43A9-BE72-EE3AD5BD0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1753" y="128490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00D827-ED55-43F4-8658-82AC8B396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9872" y="128490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ACBA1A-CB3F-4755-8849-9CF031DFB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914" y="149258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E0F1DC-237A-4DAE-9C2E-C995A3DC1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518" y="149295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23E607-AF1B-45C4-AFA5-07FC66D95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922" y="151041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5EDC2B-8DB8-46CE-8D7B-45015B1BB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469" y="1492581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8D6B2C-9885-4785-B43E-B1A6A58FE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303" y="1492581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002BAF-6ED2-4874-8E11-D664B9B94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50" y="149295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9E762C-9886-4B49-81D9-C201283BC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497" y="1492951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9C79F1-1A76-488C-A440-F8C18CEE8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873" y="151041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FB0EA7-A6C8-4F52-8CFD-9C859A1A1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192" y="149258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25CBCD-5869-4B88-B7B7-A9058D0E1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539" y="1492581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798BCA-6EF1-4345-8D53-10FDE829D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330" y="1492951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A17887-0CDB-43DB-A92E-8D934D0C5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936" y="1492581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09939E-AE08-40CC-8085-85459B99F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824" y="151041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0BC57E-79CF-4DEE-86EB-3BD64FBE3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371" y="1492581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D341EA-594E-4C1D-867D-E603BC3AA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801" y="149258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105532-D865-46CD-B846-C0EFB3BBC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768" y="149258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C423D5-555C-4616-8751-DF0F2DB7D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773" y="1492581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9A3AC2-02D8-4EA3-8163-375FA8823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775" y="151041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0EDA5B-D4DA-4084-921A-2201289D4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952" y="1492581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089C51-3A67-4159-94C4-39343E7B6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752" y="149258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AF9A17-9AFF-49CF-8C9C-B4C024248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203" y="149295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338CBB-CAF3-4AC7-B74E-01461555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867" y="149258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6E16B3-74CD-43E7-8379-626664E9B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727" y="151041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080615-E7C8-4C90-803A-D77E0D42B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903" y="1492581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9B5046-36B3-40C9-953F-5124E711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111" y="1492581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3A30B2-87CA-4C23-B6CC-80055E55B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155" y="149295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A4550C-F0D6-4C95-BE54-B0EE63464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818" y="149258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CE58AB-7866-47C2-86F7-EB24A0E05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8678" y="151041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2D6830-DFD4-4F58-B138-C9B160D41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940" y="1492581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F54EC1-5519-4564-9AB3-2F16739B6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5059" y="1492581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7D00DF-3F8E-492A-B71D-6C2197C79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3106" y="149295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DC934F-44C0-41BF-9E65-A9C96BC34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1253" y="1492951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E2CB76-A0C4-44FA-B3C2-556C86C7F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9629" y="151041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1E5623-2B1E-4AAF-9912-ED1B5A213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920" y="149258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853BAA-ED1D-4C64-AAFD-AAFBC93D0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067" y="149258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DEB88B-FFCD-4BE8-A4E7-31FEDACE3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4057" y="149295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C11B34-18F1-4C01-97D4-194D487C3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1948" y="1492581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757049-C6CF-47A7-8CDA-E605A3FF6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0580" y="151041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6FC160-F7E5-4B63-AC59-FD5BDBFA7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7845" y="1492581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91AEF4-D339-4920-92F8-1483461F0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5964" y="1492581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049757-3073-43C3-8615-F0CD9FC39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5008" y="149295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5AE293-EEA0-4B51-AC75-7C03E2FBF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6" y="1492951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03557F-2146-4D0E-B76D-564F0A8B1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1531" y="151041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9360DA-8CD1-4F41-979D-1800DF43D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0306" y="149295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42B3DD-A196-4BEC-B261-DF9CDE71E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8425" y="149295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50905C-4269-4F5C-8113-B4DB989F3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5475" y="149258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733922-3735-49BE-BCB7-D345F2770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3594" y="149258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9EFFDF-69C9-4585-AE6D-33A4BE0AE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2483" y="151041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EABA57-6244-4E30-958C-7536A7B00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0802" y="149258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F41394-97BD-4270-B02E-C3D82FB28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9149" y="1492581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A330D2-B67A-4892-8491-CCE12C7BF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911" y="149295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54F8DF-8203-49D6-9649-5FB8CA0E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4517" y="1492581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39700C-E205-42DD-A965-30C9C5C85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3434" y="151041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6122CA-8226-4BD1-816F-C73EA9DB6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0699" y="1492581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D2119B-0BD2-4B6A-B1F4-3C4B99265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100" y="1492581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542362-4633-44A5-ACB9-565F8D0DD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914" y="170026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B00BEE-675A-40E4-AC40-175EF35B8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008" y="1700261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394C54-FF25-4952-8407-C8697D0A6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922" y="171809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F47FF9-6EC0-4E45-8C5A-E793813BD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184" y="1700261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056715-AD34-4246-9ABD-5156408E3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898" y="170026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FABFF2-B848-4AFE-BBE5-23A30F14E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50" y="170063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D837A2-17FA-4177-8524-9021BBE58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497" y="1700631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01EE14-E955-4378-8421-419D49BD2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873" y="171809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8C77A0-B6E2-4B88-B3D0-38228A01E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192" y="170026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C163C8-51F5-40EA-8DB8-29B3AA8AE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539" y="1700261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7EEAB1-B2C4-4F80-89C7-C22DB785A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817" y="170026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17C303-F2AD-4EB9-8872-C3CD3376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503" y="170026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860869-2DD8-4561-9879-86FE3879F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824" y="171809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7C3733-74C7-457F-8BB9-B59660953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371" y="1700261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B2E98A-3110-4597-9778-1DA75F9E1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262" y="170026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B9F57C-4159-4B41-A524-994A17E31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768" y="170026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E4D44F-4FA6-41BF-B54A-29E364CCF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87" y="170026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D77425-02CC-49ED-875A-7A9DB01B3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775" y="171809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4C8321-57EE-4EA3-B412-C98E64CCC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952" y="1700261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0080C1-A429-457D-8FEA-AEBAA3096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214" y="170026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FC6A0B-370D-451C-9536-D401AB82B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203" y="170063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4DE282-5327-43C6-868B-17887A3EF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323" y="170063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D78F0C-DA8A-4FF8-BDD6-9745C29F0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727" y="171809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ACA631-6464-4E53-B1C8-A3809A4CB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017" y="170026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F8D844-A35E-4E32-A511-1E538D41A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136" y="170026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C7C975-6050-4FCD-AAB5-71BB9A1C9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155" y="170063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ED8C62-1D49-439E-87A1-637C15BB4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761" y="1700261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9C8184-F096-439E-80B4-2BFF7660F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8678" y="171809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72D386-968D-40A5-8F64-97B6B1453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535" y="170026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5B25EF-514B-45A4-9625-E89D39BBA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73" y="1700261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38A78A-919F-412E-8AB7-DCCAF5A15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2622" y="170026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CF3E3D-1416-4AFF-AFD3-5D7BBBF58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1253" y="1700631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A39EA6-E148-4DB9-83CE-942FBF7F1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9629" y="171809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C29B4F-296A-4503-8AF0-5473D0413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8176" y="1700261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BB5E3A-762F-41D3-8DC6-D7BEF6819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5013" y="1700261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D392CB-EBD2-4FBD-BA8C-F21D105C6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3573" y="1700261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1D4754-0091-4634-9D4B-6FF5320A1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0666" y="1700261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45658D-8434-40E3-A5C8-923A67A7D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0580" y="171809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0A8EA3-F43B-4E75-BC55-D329A2C25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8899" y="170026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3D0C79-C771-4586-A39F-FF7DA294E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7503" y="1700631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9A90D5-8A69-4F81-8A45-5FFC7705D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5008" y="170063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140D6E-2290-4381-9794-D456EE156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27" y="170063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ED3F1F-8CE7-4F3D-9B67-2384C6C51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1531" y="171809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E6CB68-60C0-4A44-A45B-DD622A0A6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8796" y="1700261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EF936A-3A7D-4BD8-BC7C-2477BA319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7941" y="1700261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8366D5-181B-4362-8559-37345AFD7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5475" y="170026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25062F-C436-4A7E-8B6C-27927B3D1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5161" y="170026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732AED-FD33-4C33-B9C2-324B1C404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2483" y="171809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2964D5-9154-4BD5-A26B-251CE2C7E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0745" y="1700261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F9CDD4-A40A-4E87-B2E1-6FF82C3C9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9149" y="1700261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3BA789-9EE4-49E4-947A-55D9EB6C4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911" y="170063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F65CD3-81BE-414A-BAB1-68EF1BE24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6112" y="170026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38D8AF-3154-4D15-9795-95F1AA055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3434" y="171809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504F79-E018-4E9C-A0DE-2B0755EB4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2237" y="1700631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993EDA-9334-4182-914B-C8BED1F35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9815" y="1700261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F1F0EB-5755-441D-AE9A-A5FE50B7D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399" y="190831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AF2BB5-B497-4BD9-8A5D-FBA100040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005" y="1907941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7810D1-26AA-45D7-BACC-5DA28671D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922" y="192577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272646-4369-4476-B204-D12BECCC0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098" y="1907941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FD4458-97B6-4BF9-A463-8797D9F54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303" y="1907941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0FC8B9-7FC8-4995-BBBF-84D1FB82A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50" y="190831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C554BB-373D-4A36-A116-7F8ECD5E7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871" y="1907941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959111-ACC5-48BD-A964-C60EBE9F7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873" y="192577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6044B9-0C97-40E5-BD2E-8EF2885EA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420" y="1907941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5F3799-94AB-4F4C-9398-2C9E6AC1D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311" y="190794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D131A0-3B38-4E02-8726-C30869592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817" y="190794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958F76-F9EE-475E-A82E-DF8F12FCD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192" y="1907941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F77684-8DEA-45C6-B142-F6B3ECF12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824" y="192577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17CE21-358A-4370-8AF6-43E332E51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001" y="1907941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EEB0FC-AA82-48F4-B123-124F71722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205" y="1907941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9E6CEC-7262-49EE-A10F-172B75C3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252" y="190831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F9C919-4A5D-4726-92EA-642E3AE3C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143" y="1907941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F9382F-9795-4ECF-9E55-84EEBCE4A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775" y="192577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1CA511-2C77-41F4-8533-E04080198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952" y="1907941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E4CB4D-E4A0-451D-997E-1E5E15EEB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698" y="1908311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D6762F-3754-4006-B9B5-13C92FACD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203" y="190831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F3CF5C-0795-4AC1-92DE-FBDA7D9F1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724" y="1907941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6C1760-21EF-43BB-8715-E71B5E2C1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727" y="192577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AE6D27-1D06-4516-9F77-057A068F6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017" y="190794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15FE6D-6F70-4CD7-BB21-879BE65EB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136" y="1907941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82F88A-EE1A-40C6-A721-CB7B98B19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155" y="190831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9FFA0B-AC97-496C-9BD7-2E319E820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8764" y="1907941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E83118-2986-4814-9535-A02B5CC4E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8678" y="192577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30149A-C248-4C7F-9B63-7811B2A6B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7453" y="190831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CFE1B5-288D-4BF4-B779-CB3D63CA3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5087" y="190794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1F3D83-4739-4F4F-87EE-1FD019B5F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3106" y="190831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17858F-310A-4E12-B00C-4B335280C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0712" y="1907941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8C4C3D-923B-446B-AB50-623AD42F7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9629" y="192577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977A11-23F8-4D0A-A195-69B873392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920" y="190794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C93E66-BD6B-44B0-977C-8CD80AD7C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010" y="1907941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6A557A-7DB1-4962-A732-73AED3B73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3573" y="1907941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7867C9-773B-4643-A0AC-9D82E5623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1720" y="190794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2A3353-A182-496B-82AA-8245C2FC1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0580" y="192577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3E3E86-8B6C-421A-8311-6CFB56C53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8756" y="1907941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4B5BB5-5A6A-4F25-8B84-C6CDF3E8A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7018" y="190794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63F6B6-D430-45D2-A359-96B940DFF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524" y="1907941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EA330C-244D-43CA-8C16-57159DDDE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2672" y="190794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6BE3E3-37CC-4DA9-9E3A-BE875F978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1531" y="192577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62C14C-70BE-4125-97F5-5FE10652C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9822" y="1907941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07FEBB-18A1-4631-992B-58B31F72A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7941" y="1907941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150AB8-3689-4F8C-A049-D31432BA3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5475" y="190794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D52CE7-D00B-424A-8768-8FD6049DB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4107" y="1908311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6C7812-7202-4959-92B8-6C6472A8C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2483" y="192577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1B49D4-902B-4369-A81B-A0083CA19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0773" y="190794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65A5EC-DD0A-47E8-8B71-F4540F905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0459" y="190794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2EAC1F-401E-4536-AFE5-6ADCCD259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911" y="190831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099D9E-1438-4413-AF63-72E6254F3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5058" y="1908311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1FFEAC-ED3C-49C0-A123-662866A3E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3434" y="192577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5C496D-A3C9-4762-9069-1B63DFC35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1753" y="190794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616542-8FB2-4AC5-AF68-7FDEC0FC1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9729" y="1907941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FFA7BF-C3DC-4A86-A271-ED7F24BB9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889" y="2115621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65D224-6AE7-40EE-9BBE-BCB3BE4B8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034" y="2115621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9AC565-8EAB-4685-AC7D-E391563FF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922" y="213345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5877FA-073F-42F1-A217-ED9F45603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098" y="2115621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7E9BAD-F4D3-4CC2-B951-9DD01E7C8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303" y="2115621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239B71-077C-429F-AD64-A79A4A0C6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866" y="211562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BB8C15-C923-4A37-92EE-94CFC4448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959" y="2115621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CB9EDB-B002-4863-8D0E-FA6CFA8AA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873" y="213345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E7F660-5C69-4459-98D4-869318EF2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420" y="2115621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C515DB-CA8D-4B7E-9412-85DB8AFCB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283" y="211562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B317D2-F481-4E89-8B5E-A78BC095B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791" y="2115621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013E21-CB17-4725-9AC0-7D02CEE0A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907" y="2115621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439967-EFE1-452C-A997-C1D30387E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824" y="213345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2FED5D-15D5-455C-B7C2-00A08BCE5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001" y="2115621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272270-6175-41B5-A11F-6ECB72EF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262" y="211562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832785-692A-438A-A6B2-A0059EB6B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281" y="2115991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573A8D-63B3-4B6A-94DF-1AE5877AE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87" y="2115621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C66583-0995-4865-88EC-0204FF782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775" y="213345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05945B-673C-410A-91F5-A9EA47F42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322" y="2115621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F685BF-864F-4587-8545-1F88DA01A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185" y="211562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95ED2B-6100-4797-901B-B11A06424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232" y="2115991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2D9B43-BD22-4285-A805-D41E4CDD2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724" y="2115621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94E824-64D7-4540-A28F-E91B80ABD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727" y="213345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408C61-43DA-483E-9805-92A817B15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989" y="2115621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34C395-928A-4D52-BDAF-B87E58056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111" y="2115621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59A5F6-B1EE-4162-A6C3-BE86576AE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1670" y="211562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90A1E1-6122-41F6-8185-6AC20671E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1356" y="211562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35B0B8-89C7-4C5F-80D1-402C09A5B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8678" y="213345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59AA22-DEB0-4D82-9E71-AA93926D1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997" y="211562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6EDBCD-86F7-4D40-94B5-7E63A0B93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73" y="2115621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121A35-337C-48EB-9D19-CCADE93EC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3134" y="2115991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DD7C80-36DD-40C9-9142-9747B4CDE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0741" y="2115621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D48226-35D6-43CF-AE04-C77FEF366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9629" y="213345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BB9667-81E5-420E-8A2D-B3230817D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9486" y="211562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5A7CD8-3A0B-4DBE-AE16-5A594FCD0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523" y="211599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CEB8F3-2115-45FD-9E41-5F17CBCCF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4086" y="2115991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8C82A7-6476-438F-A756-51676BF3B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1692" y="211562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55418D-FF20-4D92-B6E1-5ED1DBFC9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0580" y="213345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965093-C96D-4F7A-ACF4-1069AE3CA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0437" y="211562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F9683A-3B7E-4413-A533-1A74669D3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6876" y="2115621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8BB0CF-AE7B-48F2-A67D-AF9A6AD94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524" y="211562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017E48-381E-44C4-AA93-83C908E29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2615" y="2115621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E5D450-D4E8-4F83-8F36-99183ACA1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1531" y="213345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DBCD02-5F41-41B5-8FF9-443919F0D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9822" y="2115621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B353F5-388A-4737-A2F4-C3B6BE793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7941" y="211562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3DB789-7A7F-42D7-8683-FDED3533E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5959" y="211599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A93689-8C04-454F-A91E-3997B507D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5161" y="211562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34EB60-E77C-453C-93B6-9F3B920CE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2483" y="213345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34C469-0747-4AB5-BCC1-2AC5901EC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0659" y="2115621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9E22FA-3EB9-4D6F-964C-C6C8C8C87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867" y="2115621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14FF1D-46DA-4C4C-9E1F-63F542B3F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939" y="2115991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D3749D-3256-4D80-B9F4-2395806DE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4431" y="2115621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1FA325-3B47-4D7F-AC47-C6BD7A188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3434" y="213345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E3729B-A115-4486-9EC6-AA27650CF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3291" y="211562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0DBA48-83B1-49BB-8D6B-08E6FC0D1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1410" y="211562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709F7C-C422-468E-B419-B6B78A3E3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914" y="232330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F62D15-1796-4FDA-9B80-AF62C3ACD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034" y="232330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10CC4C-807D-4095-9DD8-5962A57AE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922" y="234113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50B6DE-4AB3-4E94-AF98-567D20796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697" y="232367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1032D0-5E9D-4344-8C7C-0B79303FA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303" y="2323301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EEF06C-6DFF-4D2C-85A5-0E97C64D5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50" y="232367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96AA15-4EB0-4667-8A33-A9554FC28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469" y="232367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5FD70F-5CEC-4A10-9CB7-C5087A1C9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873" y="234113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3EBBA0-1E53-4EBE-AD44-6FA9BDF87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676" y="2323671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E2729C-CB7F-45E4-A3C9-9092DB452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69" y="2323301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36A789-C3CC-494F-B358-CFD0B3DE7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330" y="2323671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07E087-04E0-4920-A42D-9B8E51D68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936" y="2323301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CC9805-FE17-4774-A70B-F396F1DF5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824" y="234113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216F37-CF1E-4195-ACBB-E92C8FE8D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115" y="2323301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134416-642A-4165-ADF4-F3CE9D75A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801" y="232330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149A2D-BFCA-4097-BC61-2D643079C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768" y="232330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0976AC-E19C-403A-8419-3659F2428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773" y="2323301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2842E4-D623-4D36-B04D-1D0D0E375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775" y="234113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F0A5C5-DC39-40E3-B8DD-691D8CDA9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579" y="2323671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83BEEF-6A1B-4732-A291-B1D802264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185" y="2323301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CDCE76-F643-4DDF-9DB0-2D609903E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203" y="232367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B8497E-6D2C-4013-BEC3-E5B62EFCC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838" y="232330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0F9F38-86C0-4BEB-8219-B61FEFEE8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727" y="234113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D0B082-1681-4098-B23A-15FBE3C03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046" y="232330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536562-F3D4-460A-999E-5995CA1C8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136" y="2323301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262234-F051-4AF6-B02C-0B485BF3E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155" y="232367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0F6117-2CD3-4139-8B2C-BC56848AE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1356" y="232330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4F4A09-0C7A-4B3F-B881-0EEFF428B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8678" y="234113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A854C5-287C-4BE3-9D80-C8EA13EB6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968" y="2323301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595418-7F98-4F19-BB4E-0D6690D46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5572" y="232367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9A8703-8B90-441F-B35C-BBBCDD81C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2622" y="232330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0C5B00-0722-4E46-B1E4-5AE1D4117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1225" y="232367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1BE41D-BC9C-4199-B32D-3B6AF02AB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9629" y="234113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336354-D48F-49DA-92BE-B1BA5BD21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8404" y="232367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D51971-1371-4899-805F-4320E1D67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039" y="2323301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4C701A-7198-4783-963F-F7F12AAB2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4057" y="232367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D1F330-A653-45A0-8245-0FB7FE696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1948" y="2323301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A8B5F4-647C-492E-B36D-15E8B11BE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0580" y="234113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6C067C-D93B-4F3C-85FC-43942CE80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8870" y="232330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95EA1C-B72F-459B-8CFF-025091186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5964" y="2323301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CFC912-13FA-4AFF-BDA5-E1565DC08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5008" y="232367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114BC1-37B7-4408-948A-48FA8E12A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2643" y="232330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80FCBC-6BAF-4348-95F2-367804320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1531" y="234113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3BE952-E212-466D-B284-FF7683A30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0306" y="232367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A6ABC8-D5DF-4F19-ADDE-BA79B7FF6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9508" y="232330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B78EE0-409F-4CAE-9FC3-29E192BC0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5475" y="232330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94FA6E-58C0-4555-AD94-DE6102C1B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3594" y="232330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79EABF-5493-471D-BB05-E70678B2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2483" y="234113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DC8C43-094E-4BEE-AC53-4BDB2A6F7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0745" y="2323301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118875-71B8-4397-9F13-55C36AE3C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9377" y="232367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40E5F5-84BB-449C-9ACF-F9F75F954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911" y="232367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86A3F8-B262-4A57-8F3D-1467BFD05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4431" y="2323301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A69151-9369-44DE-8A87-9F6588B34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3434" y="234113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02F500-01AB-4AF3-9B42-3BF0B7480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2209" y="232367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990122-312F-465D-9BFB-0AC96C89E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9872" y="232330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48AFD1-2FDF-4D1A-92D5-B118774BE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486" y="80698"/>
            <a:ext cx="59907" cy="59189"/>
          </a:xfrm>
          <a:custGeom xmlns:a="http://schemas.openxmlformats.org/drawingml/2006/main">
            <a:pathLst>
              <a:path w="59907" h="59189">
                <a:moveTo>
                  <a:pt x="7419" y="4148"/>
                </a:moveTo>
                <a:lnTo>
                  <a:pt x="0" y="4148"/>
                </a:lnTo>
                <a:lnTo>
                  <a:pt x="0" y="0"/>
                </a:lnTo>
                <a:lnTo>
                  <a:pt x="22734" y="0"/>
                </a:lnTo>
                <a:lnTo>
                  <a:pt x="22734" y="4148"/>
                </a:lnTo>
                <a:lnTo>
                  <a:pt x="15316" y="4148"/>
                </a:lnTo>
                <a:lnTo>
                  <a:pt x="15316" y="34221"/>
                </a:lnTo>
                <a:cubicBezTo>
                  <a:pt x="15316" y="41720"/>
                  <a:pt x="16512" y="46905"/>
                  <a:pt x="18905" y="49776"/>
                </a:cubicBezTo>
                <a:cubicBezTo>
                  <a:pt x="21299" y="52728"/>
                  <a:pt x="25526" y="54164"/>
                  <a:pt x="31509" y="54164"/>
                </a:cubicBezTo>
                <a:cubicBezTo>
                  <a:pt x="37412" y="54164"/>
                  <a:pt x="41640" y="52728"/>
                  <a:pt x="44033" y="49776"/>
                </a:cubicBezTo>
                <a:cubicBezTo>
                  <a:pt x="46426" y="46905"/>
                  <a:pt x="47702" y="41720"/>
                  <a:pt x="47702" y="34221"/>
                </a:cubicBezTo>
                <a:lnTo>
                  <a:pt x="47702" y="4148"/>
                </a:lnTo>
                <a:lnTo>
                  <a:pt x="40284" y="4148"/>
                </a:lnTo>
                <a:lnTo>
                  <a:pt x="40284" y="0"/>
                </a:lnTo>
                <a:lnTo>
                  <a:pt x="59907" y="0"/>
                </a:lnTo>
                <a:lnTo>
                  <a:pt x="59907" y="4148"/>
                </a:lnTo>
                <a:lnTo>
                  <a:pt x="52489" y="4148"/>
                </a:lnTo>
                <a:lnTo>
                  <a:pt x="52489" y="35019"/>
                </a:lnTo>
                <a:cubicBezTo>
                  <a:pt x="52489" y="43873"/>
                  <a:pt x="50734" y="50096"/>
                  <a:pt x="47383" y="53765"/>
                </a:cubicBezTo>
                <a:cubicBezTo>
                  <a:pt x="43953" y="57434"/>
                  <a:pt x="38210" y="59189"/>
                  <a:pt x="30073" y="59189"/>
                </a:cubicBezTo>
                <a:cubicBezTo>
                  <a:pt x="21937" y="59189"/>
                  <a:pt x="16114" y="57355"/>
                  <a:pt x="12604" y="53685"/>
                </a:cubicBezTo>
                <a:cubicBezTo>
                  <a:pt x="9094" y="50016"/>
                  <a:pt x="7419" y="43794"/>
                  <a:pt x="7419" y="35019"/>
                </a:cubicBezTo>
                <a:lnTo>
                  <a:pt x="7419" y="414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6A3087-75BD-4FD8-9877-85556B886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854" y="96333"/>
            <a:ext cx="46267" cy="42517"/>
          </a:xfrm>
          <a:custGeom xmlns:a="http://schemas.openxmlformats.org/drawingml/2006/main">
            <a:pathLst>
              <a:path w="46267" h="42517">
                <a:moveTo>
                  <a:pt x="399" y="42517"/>
                </a:moveTo>
                <a:lnTo>
                  <a:pt x="399" y="38369"/>
                </a:lnTo>
                <a:lnTo>
                  <a:pt x="6860" y="38369"/>
                </a:lnTo>
                <a:lnTo>
                  <a:pt x="6860" y="5265"/>
                </a:lnTo>
                <a:lnTo>
                  <a:pt x="0" y="5265"/>
                </a:lnTo>
                <a:lnTo>
                  <a:pt x="0" y="1117"/>
                </a:lnTo>
                <a:lnTo>
                  <a:pt x="14040" y="1117"/>
                </a:lnTo>
                <a:lnTo>
                  <a:pt x="14040" y="8456"/>
                </a:lnTo>
                <a:cubicBezTo>
                  <a:pt x="15316" y="5743"/>
                  <a:pt x="17071" y="3590"/>
                  <a:pt x="19145" y="2154"/>
                </a:cubicBezTo>
                <a:cubicBezTo>
                  <a:pt x="21219" y="718"/>
                  <a:pt x="23692" y="0"/>
                  <a:pt x="26563" y="0"/>
                </a:cubicBezTo>
                <a:cubicBezTo>
                  <a:pt x="31110" y="0"/>
                  <a:pt x="34461" y="1356"/>
                  <a:pt x="36614" y="3909"/>
                </a:cubicBezTo>
                <a:cubicBezTo>
                  <a:pt x="38768" y="6541"/>
                  <a:pt x="39885" y="10609"/>
                  <a:pt x="39885" y="16193"/>
                </a:cubicBezTo>
                <a:lnTo>
                  <a:pt x="39885" y="38369"/>
                </a:lnTo>
                <a:lnTo>
                  <a:pt x="46267" y="38369"/>
                </a:lnTo>
                <a:lnTo>
                  <a:pt x="46267" y="42517"/>
                </a:lnTo>
                <a:lnTo>
                  <a:pt x="26484" y="42517"/>
                </a:lnTo>
                <a:lnTo>
                  <a:pt x="26484" y="38369"/>
                </a:lnTo>
                <a:lnTo>
                  <a:pt x="32706" y="38369"/>
                </a:lnTo>
                <a:lnTo>
                  <a:pt x="32706" y="18427"/>
                </a:lnTo>
                <a:cubicBezTo>
                  <a:pt x="32706" y="13401"/>
                  <a:pt x="32068" y="9971"/>
                  <a:pt x="30791" y="8057"/>
                </a:cubicBezTo>
                <a:cubicBezTo>
                  <a:pt x="29515" y="6142"/>
                  <a:pt x="27361" y="5185"/>
                  <a:pt x="24250" y="5185"/>
                </a:cubicBezTo>
                <a:cubicBezTo>
                  <a:pt x="20900" y="5185"/>
                  <a:pt x="18347" y="6461"/>
                  <a:pt x="16592" y="8854"/>
                </a:cubicBezTo>
                <a:cubicBezTo>
                  <a:pt x="14837" y="11327"/>
                  <a:pt x="14040" y="14837"/>
                  <a:pt x="14040" y="19464"/>
                </a:cubicBezTo>
                <a:lnTo>
                  <a:pt x="14040" y="38369"/>
                </a:lnTo>
                <a:lnTo>
                  <a:pt x="20262" y="38369"/>
                </a:lnTo>
                <a:lnTo>
                  <a:pt x="20262" y="42517"/>
                </a:lnTo>
                <a:lnTo>
                  <a:pt x="399" y="4251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B73605-95BE-4B6E-8C6F-E5DC810F6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226" y="80139"/>
            <a:ext cx="20820" cy="58711"/>
          </a:xfrm>
          <a:custGeom xmlns:a="http://schemas.openxmlformats.org/drawingml/2006/main">
            <a:pathLst>
              <a:path w="20820" h="58711">
                <a:moveTo>
                  <a:pt x="4866" y="4467"/>
                </a:moveTo>
                <a:cubicBezTo>
                  <a:pt x="4866" y="3271"/>
                  <a:pt x="5265" y="2234"/>
                  <a:pt x="6142" y="1356"/>
                </a:cubicBezTo>
                <a:cubicBezTo>
                  <a:pt x="7020" y="479"/>
                  <a:pt x="8057" y="0"/>
                  <a:pt x="9333" y="0"/>
                </a:cubicBezTo>
                <a:cubicBezTo>
                  <a:pt x="10450" y="0"/>
                  <a:pt x="11487" y="479"/>
                  <a:pt x="12364" y="1356"/>
                </a:cubicBezTo>
                <a:cubicBezTo>
                  <a:pt x="13242" y="2234"/>
                  <a:pt x="13720" y="3271"/>
                  <a:pt x="13720" y="4467"/>
                </a:cubicBezTo>
                <a:cubicBezTo>
                  <a:pt x="13720" y="5743"/>
                  <a:pt x="13242" y="6780"/>
                  <a:pt x="12444" y="7578"/>
                </a:cubicBezTo>
                <a:cubicBezTo>
                  <a:pt x="11567" y="8456"/>
                  <a:pt x="10530" y="8854"/>
                  <a:pt x="9333" y="8854"/>
                </a:cubicBezTo>
                <a:cubicBezTo>
                  <a:pt x="8057" y="8854"/>
                  <a:pt x="7020" y="8456"/>
                  <a:pt x="6142" y="7578"/>
                </a:cubicBezTo>
                <a:cubicBezTo>
                  <a:pt x="5265" y="6780"/>
                  <a:pt x="4866" y="5743"/>
                  <a:pt x="4866" y="4467"/>
                </a:cubicBezTo>
                <a:close/>
                <a:moveTo>
                  <a:pt x="14040" y="54563"/>
                </a:moveTo>
                <a:lnTo>
                  <a:pt x="20820" y="54563"/>
                </a:lnTo>
                <a:lnTo>
                  <a:pt x="20820" y="58711"/>
                </a:lnTo>
                <a:lnTo>
                  <a:pt x="0" y="58711"/>
                </a:lnTo>
                <a:lnTo>
                  <a:pt x="0" y="54563"/>
                </a:lnTo>
                <a:lnTo>
                  <a:pt x="6860" y="54563"/>
                </a:lnTo>
                <a:lnTo>
                  <a:pt x="6860" y="21458"/>
                </a:lnTo>
                <a:lnTo>
                  <a:pt x="0" y="21458"/>
                </a:lnTo>
                <a:lnTo>
                  <a:pt x="0" y="17310"/>
                </a:lnTo>
                <a:lnTo>
                  <a:pt x="14040" y="17310"/>
                </a:lnTo>
                <a:lnTo>
                  <a:pt x="14040" y="5456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36F543-5EF8-40F9-9D42-99CAB56E9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348" y="79661"/>
            <a:ext cx="51771" cy="60226"/>
          </a:xfrm>
          <a:custGeom xmlns:a="http://schemas.openxmlformats.org/drawingml/2006/main">
            <a:pathLst>
              <a:path w="51771" h="60226">
                <a:moveTo>
                  <a:pt x="51771" y="43794"/>
                </a:moveTo>
                <a:cubicBezTo>
                  <a:pt x="50016" y="49218"/>
                  <a:pt x="47144" y="53366"/>
                  <a:pt x="43156" y="56078"/>
                </a:cubicBezTo>
                <a:cubicBezTo>
                  <a:pt x="39087" y="58870"/>
                  <a:pt x="33982" y="60226"/>
                  <a:pt x="27840" y="60226"/>
                </a:cubicBezTo>
                <a:cubicBezTo>
                  <a:pt x="24011" y="60226"/>
                  <a:pt x="20421" y="59588"/>
                  <a:pt x="17230" y="58312"/>
                </a:cubicBezTo>
                <a:cubicBezTo>
                  <a:pt x="13960" y="57036"/>
                  <a:pt x="11088" y="55201"/>
                  <a:pt x="8615" y="52648"/>
                </a:cubicBezTo>
                <a:cubicBezTo>
                  <a:pt x="5664" y="49776"/>
                  <a:pt x="3510" y="46426"/>
                  <a:pt x="2074" y="42757"/>
                </a:cubicBezTo>
                <a:cubicBezTo>
                  <a:pt x="638" y="39087"/>
                  <a:pt x="0" y="34859"/>
                  <a:pt x="0" y="30153"/>
                </a:cubicBezTo>
                <a:cubicBezTo>
                  <a:pt x="0" y="21139"/>
                  <a:pt x="2553" y="13880"/>
                  <a:pt x="7817" y="8296"/>
                </a:cubicBezTo>
                <a:cubicBezTo>
                  <a:pt x="13003" y="2792"/>
                  <a:pt x="19863" y="0"/>
                  <a:pt x="28478" y="0"/>
                </a:cubicBezTo>
                <a:cubicBezTo>
                  <a:pt x="31669" y="0"/>
                  <a:pt x="35019" y="479"/>
                  <a:pt x="38609" y="1276"/>
                </a:cubicBezTo>
                <a:cubicBezTo>
                  <a:pt x="42119" y="2074"/>
                  <a:pt x="46027" y="3350"/>
                  <a:pt x="50175" y="5026"/>
                </a:cubicBezTo>
                <a:lnTo>
                  <a:pt x="50175" y="18427"/>
                </a:lnTo>
                <a:lnTo>
                  <a:pt x="45788" y="18427"/>
                </a:lnTo>
                <a:cubicBezTo>
                  <a:pt x="44831" y="13561"/>
                  <a:pt x="42836" y="9971"/>
                  <a:pt x="39965" y="7658"/>
                </a:cubicBezTo>
                <a:cubicBezTo>
                  <a:pt x="37093" y="5345"/>
                  <a:pt x="33025" y="4148"/>
                  <a:pt x="27840" y="4148"/>
                </a:cubicBezTo>
                <a:cubicBezTo>
                  <a:pt x="21618" y="4148"/>
                  <a:pt x="16911" y="6382"/>
                  <a:pt x="13720" y="10769"/>
                </a:cubicBezTo>
                <a:cubicBezTo>
                  <a:pt x="10530" y="15236"/>
                  <a:pt x="8934" y="21697"/>
                  <a:pt x="8934" y="30153"/>
                </a:cubicBezTo>
                <a:cubicBezTo>
                  <a:pt x="8934" y="38688"/>
                  <a:pt x="10530" y="45150"/>
                  <a:pt x="13720" y="49537"/>
                </a:cubicBezTo>
                <a:cubicBezTo>
                  <a:pt x="16911" y="54004"/>
                  <a:pt x="21618" y="56158"/>
                  <a:pt x="27840" y="56158"/>
                </a:cubicBezTo>
                <a:cubicBezTo>
                  <a:pt x="32147" y="56158"/>
                  <a:pt x="35657" y="55121"/>
                  <a:pt x="38529" y="53047"/>
                </a:cubicBezTo>
                <a:cubicBezTo>
                  <a:pt x="41321" y="50973"/>
                  <a:pt x="43315" y="47942"/>
                  <a:pt x="44591" y="43794"/>
                </a:cubicBezTo>
                <a:lnTo>
                  <a:pt x="51771" y="4379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5BF91C-F2B1-42BC-BDDB-D9A0DB5FB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2893" y="96333"/>
            <a:ext cx="40045" cy="43554"/>
          </a:xfrm>
          <a:custGeom xmlns:a="http://schemas.openxmlformats.org/drawingml/2006/main">
            <a:pathLst>
              <a:path w="40045" h="43554">
                <a:moveTo>
                  <a:pt x="20022" y="39805"/>
                </a:moveTo>
                <a:cubicBezTo>
                  <a:pt x="23851" y="39805"/>
                  <a:pt x="26723" y="38290"/>
                  <a:pt x="28717" y="35258"/>
                </a:cubicBezTo>
                <a:cubicBezTo>
                  <a:pt x="30632" y="32227"/>
                  <a:pt x="31669" y="27760"/>
                  <a:pt x="31669" y="21857"/>
                </a:cubicBezTo>
                <a:cubicBezTo>
                  <a:pt x="31669" y="15954"/>
                  <a:pt x="30632" y="11407"/>
                  <a:pt x="28717" y="8376"/>
                </a:cubicBezTo>
                <a:cubicBezTo>
                  <a:pt x="26723" y="5345"/>
                  <a:pt x="23851" y="3829"/>
                  <a:pt x="20022" y="3829"/>
                </a:cubicBezTo>
                <a:cubicBezTo>
                  <a:pt x="16193" y="3829"/>
                  <a:pt x="13242" y="5345"/>
                  <a:pt x="11327" y="8376"/>
                </a:cubicBezTo>
                <a:cubicBezTo>
                  <a:pt x="9333" y="11407"/>
                  <a:pt x="8376" y="15954"/>
                  <a:pt x="8376" y="21857"/>
                </a:cubicBezTo>
                <a:cubicBezTo>
                  <a:pt x="8376" y="27760"/>
                  <a:pt x="9333" y="32227"/>
                  <a:pt x="11327" y="35258"/>
                </a:cubicBezTo>
                <a:cubicBezTo>
                  <a:pt x="13242" y="38290"/>
                  <a:pt x="16193" y="39805"/>
                  <a:pt x="20022" y="39805"/>
                </a:cubicBezTo>
                <a:close/>
                <a:moveTo>
                  <a:pt x="20022" y="43554"/>
                </a:moveTo>
                <a:cubicBezTo>
                  <a:pt x="13960" y="43554"/>
                  <a:pt x="9174" y="41640"/>
                  <a:pt x="5504" y="37651"/>
                </a:cubicBezTo>
                <a:cubicBezTo>
                  <a:pt x="1835" y="33663"/>
                  <a:pt x="0" y="28398"/>
                  <a:pt x="0" y="21777"/>
                </a:cubicBezTo>
                <a:cubicBezTo>
                  <a:pt x="0" y="15236"/>
                  <a:pt x="1755" y="9971"/>
                  <a:pt x="5424" y="5983"/>
                </a:cubicBezTo>
                <a:cubicBezTo>
                  <a:pt x="9094" y="1994"/>
                  <a:pt x="13960" y="0"/>
                  <a:pt x="20022" y="0"/>
                </a:cubicBezTo>
                <a:cubicBezTo>
                  <a:pt x="26085" y="0"/>
                  <a:pt x="30871" y="1994"/>
                  <a:pt x="34540" y="5983"/>
                </a:cubicBezTo>
                <a:cubicBezTo>
                  <a:pt x="38210" y="9971"/>
                  <a:pt x="40045" y="15236"/>
                  <a:pt x="40045" y="21777"/>
                </a:cubicBezTo>
                <a:cubicBezTo>
                  <a:pt x="40045" y="28398"/>
                  <a:pt x="38210" y="33663"/>
                  <a:pt x="34540" y="37651"/>
                </a:cubicBezTo>
                <a:cubicBezTo>
                  <a:pt x="30871" y="41640"/>
                  <a:pt x="26085" y="43554"/>
                  <a:pt x="20022" y="4355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986B62-1F58-43DA-82B3-59F96B7DC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1314" y="80698"/>
            <a:ext cx="57594" cy="58152"/>
          </a:xfrm>
          <a:custGeom xmlns:a="http://schemas.openxmlformats.org/drawingml/2006/main">
            <a:pathLst>
              <a:path w="57594" h="58152">
                <a:moveTo>
                  <a:pt x="33822" y="29276"/>
                </a:moveTo>
                <a:cubicBezTo>
                  <a:pt x="35577" y="29754"/>
                  <a:pt x="37173" y="30632"/>
                  <a:pt x="38529" y="31828"/>
                </a:cubicBezTo>
                <a:cubicBezTo>
                  <a:pt x="39805" y="33025"/>
                  <a:pt x="41002" y="34700"/>
                  <a:pt x="42039" y="36774"/>
                </a:cubicBezTo>
                <a:lnTo>
                  <a:pt x="50494" y="54004"/>
                </a:lnTo>
                <a:lnTo>
                  <a:pt x="57594" y="54004"/>
                </a:lnTo>
                <a:lnTo>
                  <a:pt x="57594" y="58152"/>
                </a:lnTo>
                <a:lnTo>
                  <a:pt x="43873" y="58152"/>
                </a:lnTo>
                <a:lnTo>
                  <a:pt x="34780" y="39646"/>
                </a:lnTo>
                <a:cubicBezTo>
                  <a:pt x="33025" y="36136"/>
                  <a:pt x="31429" y="33822"/>
                  <a:pt x="29994" y="32706"/>
                </a:cubicBezTo>
                <a:cubicBezTo>
                  <a:pt x="28558" y="31669"/>
                  <a:pt x="26563" y="31110"/>
                  <a:pt x="24011" y="31110"/>
                </a:cubicBezTo>
                <a:lnTo>
                  <a:pt x="15316" y="31110"/>
                </a:lnTo>
                <a:lnTo>
                  <a:pt x="15316" y="54004"/>
                </a:lnTo>
                <a:lnTo>
                  <a:pt x="23532" y="54004"/>
                </a:lnTo>
                <a:lnTo>
                  <a:pt x="23532" y="58152"/>
                </a:lnTo>
                <a:lnTo>
                  <a:pt x="0" y="58152"/>
                </a:lnTo>
                <a:lnTo>
                  <a:pt x="0" y="54004"/>
                </a:lnTo>
                <a:lnTo>
                  <a:pt x="7419" y="54004"/>
                </a:lnTo>
                <a:lnTo>
                  <a:pt x="7419" y="4148"/>
                </a:lnTo>
                <a:lnTo>
                  <a:pt x="0" y="4148"/>
                </a:lnTo>
                <a:lnTo>
                  <a:pt x="0" y="0"/>
                </a:lnTo>
                <a:lnTo>
                  <a:pt x="29515" y="0"/>
                </a:lnTo>
                <a:cubicBezTo>
                  <a:pt x="35099" y="0"/>
                  <a:pt x="39486" y="1356"/>
                  <a:pt x="42597" y="4068"/>
                </a:cubicBezTo>
                <a:cubicBezTo>
                  <a:pt x="45628" y="6780"/>
                  <a:pt x="47224" y="10609"/>
                  <a:pt x="47224" y="15555"/>
                </a:cubicBezTo>
                <a:cubicBezTo>
                  <a:pt x="47224" y="19544"/>
                  <a:pt x="46107" y="22734"/>
                  <a:pt x="43873" y="24968"/>
                </a:cubicBezTo>
                <a:cubicBezTo>
                  <a:pt x="41640" y="27281"/>
                  <a:pt x="38290" y="28717"/>
                  <a:pt x="33822" y="29276"/>
                </a:cubicBezTo>
                <a:close/>
                <a:moveTo>
                  <a:pt x="15316" y="26962"/>
                </a:moveTo>
                <a:lnTo>
                  <a:pt x="26803" y="26962"/>
                </a:lnTo>
                <a:cubicBezTo>
                  <a:pt x="30711" y="26962"/>
                  <a:pt x="33583" y="26085"/>
                  <a:pt x="35498" y="24170"/>
                </a:cubicBezTo>
                <a:cubicBezTo>
                  <a:pt x="37332" y="22336"/>
                  <a:pt x="38290" y="19464"/>
                  <a:pt x="38290" y="15555"/>
                </a:cubicBezTo>
                <a:cubicBezTo>
                  <a:pt x="38290" y="11726"/>
                  <a:pt x="37332" y="8854"/>
                  <a:pt x="35498" y="6940"/>
                </a:cubicBezTo>
                <a:cubicBezTo>
                  <a:pt x="33583" y="5105"/>
                  <a:pt x="30711" y="4148"/>
                  <a:pt x="26803" y="4148"/>
                </a:cubicBezTo>
                <a:lnTo>
                  <a:pt x="15316" y="4148"/>
                </a:lnTo>
                <a:lnTo>
                  <a:pt x="15316" y="2696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1A1303-E10C-4B75-85F4-248F3539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503" y="114440"/>
            <a:ext cx="19942" cy="6063"/>
          </a:xfrm>
          <a:custGeom xmlns:a="http://schemas.openxmlformats.org/drawingml/2006/main">
            <a:pathLst>
              <a:path w="19942" h="6063">
                <a:moveTo>
                  <a:pt x="0" y="0"/>
                </a:moveTo>
                <a:lnTo>
                  <a:pt x="19942" y="0"/>
                </a:lnTo>
                <a:lnTo>
                  <a:pt x="19942" y="6063"/>
                </a:lnTo>
                <a:lnTo>
                  <a:pt x="0" y="60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14DF52-ABBC-4394-91B1-2D1B9D833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343" y="80698"/>
            <a:ext cx="57594" cy="58152"/>
          </a:xfrm>
          <a:custGeom xmlns:a="http://schemas.openxmlformats.org/drawingml/2006/main">
            <a:pathLst>
              <a:path w="57594" h="58152">
                <a:moveTo>
                  <a:pt x="33822" y="29276"/>
                </a:moveTo>
                <a:cubicBezTo>
                  <a:pt x="35577" y="29754"/>
                  <a:pt x="37173" y="30632"/>
                  <a:pt x="38529" y="31828"/>
                </a:cubicBezTo>
                <a:cubicBezTo>
                  <a:pt x="39805" y="33025"/>
                  <a:pt x="41002" y="34700"/>
                  <a:pt x="42039" y="36774"/>
                </a:cubicBezTo>
                <a:lnTo>
                  <a:pt x="50494" y="54004"/>
                </a:lnTo>
                <a:lnTo>
                  <a:pt x="57594" y="54004"/>
                </a:lnTo>
                <a:lnTo>
                  <a:pt x="57594" y="58152"/>
                </a:lnTo>
                <a:lnTo>
                  <a:pt x="43873" y="58152"/>
                </a:lnTo>
                <a:lnTo>
                  <a:pt x="34780" y="39646"/>
                </a:lnTo>
                <a:cubicBezTo>
                  <a:pt x="33025" y="36136"/>
                  <a:pt x="31429" y="33822"/>
                  <a:pt x="29994" y="32706"/>
                </a:cubicBezTo>
                <a:cubicBezTo>
                  <a:pt x="28558" y="31669"/>
                  <a:pt x="26563" y="31110"/>
                  <a:pt x="24011" y="31110"/>
                </a:cubicBezTo>
                <a:lnTo>
                  <a:pt x="15316" y="31110"/>
                </a:lnTo>
                <a:lnTo>
                  <a:pt x="15316" y="54004"/>
                </a:lnTo>
                <a:lnTo>
                  <a:pt x="23532" y="54004"/>
                </a:lnTo>
                <a:lnTo>
                  <a:pt x="23532" y="58152"/>
                </a:lnTo>
                <a:lnTo>
                  <a:pt x="0" y="58152"/>
                </a:lnTo>
                <a:lnTo>
                  <a:pt x="0" y="54004"/>
                </a:lnTo>
                <a:lnTo>
                  <a:pt x="7419" y="54004"/>
                </a:lnTo>
                <a:lnTo>
                  <a:pt x="7419" y="4148"/>
                </a:lnTo>
                <a:lnTo>
                  <a:pt x="0" y="4148"/>
                </a:lnTo>
                <a:lnTo>
                  <a:pt x="0" y="0"/>
                </a:lnTo>
                <a:lnTo>
                  <a:pt x="29515" y="0"/>
                </a:lnTo>
                <a:cubicBezTo>
                  <a:pt x="35099" y="0"/>
                  <a:pt x="39486" y="1356"/>
                  <a:pt x="42597" y="4068"/>
                </a:cubicBezTo>
                <a:cubicBezTo>
                  <a:pt x="45628" y="6780"/>
                  <a:pt x="47224" y="10609"/>
                  <a:pt x="47224" y="15555"/>
                </a:cubicBezTo>
                <a:cubicBezTo>
                  <a:pt x="47224" y="19544"/>
                  <a:pt x="46107" y="22734"/>
                  <a:pt x="43873" y="24968"/>
                </a:cubicBezTo>
                <a:cubicBezTo>
                  <a:pt x="41640" y="27281"/>
                  <a:pt x="38290" y="28717"/>
                  <a:pt x="33822" y="29276"/>
                </a:cubicBezTo>
                <a:close/>
                <a:moveTo>
                  <a:pt x="15316" y="26962"/>
                </a:moveTo>
                <a:lnTo>
                  <a:pt x="26803" y="26962"/>
                </a:lnTo>
                <a:cubicBezTo>
                  <a:pt x="30711" y="26962"/>
                  <a:pt x="33583" y="26085"/>
                  <a:pt x="35498" y="24170"/>
                </a:cubicBezTo>
                <a:cubicBezTo>
                  <a:pt x="37332" y="22336"/>
                  <a:pt x="38290" y="19464"/>
                  <a:pt x="38290" y="15555"/>
                </a:cubicBezTo>
                <a:cubicBezTo>
                  <a:pt x="38290" y="11726"/>
                  <a:pt x="37332" y="8854"/>
                  <a:pt x="35498" y="6940"/>
                </a:cubicBezTo>
                <a:cubicBezTo>
                  <a:pt x="33583" y="5105"/>
                  <a:pt x="30711" y="4148"/>
                  <a:pt x="26803" y="4148"/>
                </a:cubicBezTo>
                <a:lnTo>
                  <a:pt x="15316" y="4148"/>
                </a:lnTo>
                <a:lnTo>
                  <a:pt x="15316" y="2696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B111EB-FB5A-4E1C-AC48-03D6301CA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8011" y="96333"/>
            <a:ext cx="39247" cy="43554"/>
          </a:xfrm>
          <a:custGeom xmlns:a="http://schemas.openxmlformats.org/drawingml/2006/main">
            <a:pathLst>
              <a:path w="39247" h="43554">
                <a:moveTo>
                  <a:pt x="39247" y="22575"/>
                </a:moveTo>
                <a:lnTo>
                  <a:pt x="8376" y="22575"/>
                </a:lnTo>
                <a:lnTo>
                  <a:pt x="8376" y="22894"/>
                </a:lnTo>
                <a:cubicBezTo>
                  <a:pt x="8376" y="28478"/>
                  <a:pt x="9413" y="32706"/>
                  <a:pt x="11487" y="35577"/>
                </a:cubicBezTo>
                <a:cubicBezTo>
                  <a:pt x="13561" y="38449"/>
                  <a:pt x="16672" y="39805"/>
                  <a:pt x="20820" y="39805"/>
                </a:cubicBezTo>
                <a:cubicBezTo>
                  <a:pt x="23931" y="39805"/>
                  <a:pt x="26484" y="39008"/>
                  <a:pt x="28558" y="37332"/>
                </a:cubicBezTo>
                <a:cubicBezTo>
                  <a:pt x="30552" y="35737"/>
                  <a:pt x="31988" y="33264"/>
                  <a:pt x="32785" y="29994"/>
                </a:cubicBezTo>
                <a:lnTo>
                  <a:pt x="38529" y="29994"/>
                </a:lnTo>
                <a:cubicBezTo>
                  <a:pt x="37412" y="34540"/>
                  <a:pt x="35258" y="37971"/>
                  <a:pt x="32227" y="40204"/>
                </a:cubicBezTo>
                <a:cubicBezTo>
                  <a:pt x="29116" y="42438"/>
                  <a:pt x="25048" y="43554"/>
                  <a:pt x="20102" y="43554"/>
                </a:cubicBezTo>
                <a:cubicBezTo>
                  <a:pt x="14040" y="43554"/>
                  <a:pt x="9174" y="41640"/>
                  <a:pt x="5504" y="37651"/>
                </a:cubicBezTo>
                <a:cubicBezTo>
                  <a:pt x="1835" y="33663"/>
                  <a:pt x="0" y="28398"/>
                  <a:pt x="0" y="21777"/>
                </a:cubicBezTo>
                <a:cubicBezTo>
                  <a:pt x="0" y="15236"/>
                  <a:pt x="1755" y="9971"/>
                  <a:pt x="5424" y="5983"/>
                </a:cubicBezTo>
                <a:cubicBezTo>
                  <a:pt x="9014" y="1994"/>
                  <a:pt x="13720" y="0"/>
                  <a:pt x="19623" y="0"/>
                </a:cubicBezTo>
                <a:cubicBezTo>
                  <a:pt x="25845" y="0"/>
                  <a:pt x="30711" y="1994"/>
                  <a:pt x="34062" y="5823"/>
                </a:cubicBezTo>
                <a:cubicBezTo>
                  <a:pt x="37412" y="9652"/>
                  <a:pt x="39087" y="15236"/>
                  <a:pt x="39247" y="22575"/>
                </a:cubicBezTo>
                <a:close/>
                <a:moveTo>
                  <a:pt x="30791" y="18427"/>
                </a:moveTo>
                <a:cubicBezTo>
                  <a:pt x="30632" y="13641"/>
                  <a:pt x="29595" y="9971"/>
                  <a:pt x="27680" y="7498"/>
                </a:cubicBezTo>
                <a:cubicBezTo>
                  <a:pt x="25766" y="5105"/>
                  <a:pt x="23133" y="3829"/>
                  <a:pt x="19623" y="3829"/>
                </a:cubicBezTo>
                <a:cubicBezTo>
                  <a:pt x="16273" y="3829"/>
                  <a:pt x="13720" y="5105"/>
                  <a:pt x="11806" y="7578"/>
                </a:cubicBezTo>
                <a:cubicBezTo>
                  <a:pt x="9891" y="10051"/>
                  <a:pt x="8775" y="13641"/>
                  <a:pt x="8376" y="18427"/>
                </a:cubicBezTo>
                <a:lnTo>
                  <a:pt x="30791" y="1842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4A1480-E212-48E4-B97E-C6E0F2C8A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4118" y="96333"/>
            <a:ext cx="70596" cy="42517"/>
          </a:xfrm>
          <a:custGeom xmlns:a="http://schemas.openxmlformats.org/drawingml/2006/main">
            <a:pathLst>
              <a:path w="70596" h="42517">
                <a:moveTo>
                  <a:pt x="38449" y="9174"/>
                </a:moveTo>
                <a:cubicBezTo>
                  <a:pt x="39805" y="6142"/>
                  <a:pt x="41560" y="3909"/>
                  <a:pt x="43714" y="2313"/>
                </a:cubicBezTo>
                <a:cubicBezTo>
                  <a:pt x="45868" y="798"/>
                  <a:pt x="48341" y="0"/>
                  <a:pt x="51212" y="0"/>
                </a:cubicBezTo>
                <a:cubicBezTo>
                  <a:pt x="55520" y="0"/>
                  <a:pt x="58790" y="1356"/>
                  <a:pt x="60944" y="4068"/>
                </a:cubicBezTo>
                <a:cubicBezTo>
                  <a:pt x="63018" y="6780"/>
                  <a:pt x="64135" y="10769"/>
                  <a:pt x="64135" y="16193"/>
                </a:cubicBezTo>
                <a:lnTo>
                  <a:pt x="64135" y="38369"/>
                </a:lnTo>
                <a:lnTo>
                  <a:pt x="70596" y="38369"/>
                </a:lnTo>
                <a:lnTo>
                  <a:pt x="70596" y="42517"/>
                </a:lnTo>
                <a:lnTo>
                  <a:pt x="50734" y="42517"/>
                </a:lnTo>
                <a:lnTo>
                  <a:pt x="50734" y="38369"/>
                </a:lnTo>
                <a:lnTo>
                  <a:pt x="56956" y="38369"/>
                </a:lnTo>
                <a:lnTo>
                  <a:pt x="56956" y="16991"/>
                </a:lnTo>
                <a:cubicBezTo>
                  <a:pt x="56956" y="12843"/>
                  <a:pt x="56318" y="9812"/>
                  <a:pt x="55041" y="7977"/>
                </a:cubicBezTo>
                <a:cubicBezTo>
                  <a:pt x="53765" y="6222"/>
                  <a:pt x="51771" y="5265"/>
                  <a:pt x="48899" y="5265"/>
                </a:cubicBezTo>
                <a:cubicBezTo>
                  <a:pt x="45708" y="5265"/>
                  <a:pt x="43235" y="6541"/>
                  <a:pt x="41560" y="8934"/>
                </a:cubicBezTo>
                <a:cubicBezTo>
                  <a:pt x="39885" y="11327"/>
                  <a:pt x="39087" y="14837"/>
                  <a:pt x="39087" y="19464"/>
                </a:cubicBezTo>
                <a:lnTo>
                  <a:pt x="39087" y="38369"/>
                </a:lnTo>
                <a:lnTo>
                  <a:pt x="45309" y="38369"/>
                </a:lnTo>
                <a:lnTo>
                  <a:pt x="45309" y="42517"/>
                </a:lnTo>
                <a:lnTo>
                  <a:pt x="25686" y="42517"/>
                </a:lnTo>
                <a:lnTo>
                  <a:pt x="25686" y="38369"/>
                </a:lnTo>
                <a:lnTo>
                  <a:pt x="31908" y="38369"/>
                </a:lnTo>
                <a:lnTo>
                  <a:pt x="31908" y="16752"/>
                </a:lnTo>
                <a:cubicBezTo>
                  <a:pt x="31908" y="12604"/>
                  <a:pt x="31270" y="9652"/>
                  <a:pt x="29994" y="7897"/>
                </a:cubicBezTo>
                <a:cubicBezTo>
                  <a:pt x="28717" y="6142"/>
                  <a:pt x="26723" y="5265"/>
                  <a:pt x="23851" y="5265"/>
                </a:cubicBezTo>
                <a:cubicBezTo>
                  <a:pt x="20660" y="5265"/>
                  <a:pt x="18188" y="6541"/>
                  <a:pt x="16512" y="8934"/>
                </a:cubicBezTo>
                <a:cubicBezTo>
                  <a:pt x="14837" y="11327"/>
                  <a:pt x="14040" y="14837"/>
                  <a:pt x="14040" y="19464"/>
                </a:cubicBezTo>
                <a:lnTo>
                  <a:pt x="14040" y="38369"/>
                </a:lnTo>
                <a:lnTo>
                  <a:pt x="20262" y="38369"/>
                </a:lnTo>
                <a:lnTo>
                  <a:pt x="20262" y="42517"/>
                </a:lnTo>
                <a:lnTo>
                  <a:pt x="399" y="42517"/>
                </a:lnTo>
                <a:lnTo>
                  <a:pt x="399" y="38369"/>
                </a:lnTo>
                <a:lnTo>
                  <a:pt x="6860" y="38369"/>
                </a:lnTo>
                <a:lnTo>
                  <a:pt x="6860" y="5185"/>
                </a:lnTo>
                <a:lnTo>
                  <a:pt x="0" y="5185"/>
                </a:lnTo>
                <a:lnTo>
                  <a:pt x="0" y="1117"/>
                </a:lnTo>
                <a:lnTo>
                  <a:pt x="14040" y="1117"/>
                </a:lnTo>
                <a:lnTo>
                  <a:pt x="14040" y="8456"/>
                </a:lnTo>
                <a:cubicBezTo>
                  <a:pt x="15316" y="5743"/>
                  <a:pt x="16991" y="3590"/>
                  <a:pt x="19065" y="2154"/>
                </a:cubicBezTo>
                <a:cubicBezTo>
                  <a:pt x="21139" y="718"/>
                  <a:pt x="23452" y="0"/>
                  <a:pt x="26085" y="0"/>
                </a:cubicBezTo>
                <a:cubicBezTo>
                  <a:pt x="29276" y="0"/>
                  <a:pt x="31908" y="798"/>
                  <a:pt x="34062" y="2393"/>
                </a:cubicBezTo>
                <a:cubicBezTo>
                  <a:pt x="36216" y="3988"/>
                  <a:pt x="37651" y="6302"/>
                  <a:pt x="38449" y="917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036AA4-E477-4141-B53A-290005980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40" y="80139"/>
            <a:ext cx="20820" cy="58711"/>
          </a:xfrm>
          <a:custGeom xmlns:a="http://schemas.openxmlformats.org/drawingml/2006/main">
            <a:pathLst>
              <a:path w="20820" h="58711">
                <a:moveTo>
                  <a:pt x="4866" y="4467"/>
                </a:moveTo>
                <a:cubicBezTo>
                  <a:pt x="4866" y="3271"/>
                  <a:pt x="5265" y="2234"/>
                  <a:pt x="6142" y="1356"/>
                </a:cubicBezTo>
                <a:cubicBezTo>
                  <a:pt x="7020" y="479"/>
                  <a:pt x="8057" y="0"/>
                  <a:pt x="9333" y="0"/>
                </a:cubicBezTo>
                <a:cubicBezTo>
                  <a:pt x="10450" y="0"/>
                  <a:pt x="11487" y="479"/>
                  <a:pt x="12364" y="1356"/>
                </a:cubicBezTo>
                <a:cubicBezTo>
                  <a:pt x="13242" y="2234"/>
                  <a:pt x="13720" y="3271"/>
                  <a:pt x="13720" y="4467"/>
                </a:cubicBezTo>
                <a:cubicBezTo>
                  <a:pt x="13720" y="5743"/>
                  <a:pt x="13242" y="6780"/>
                  <a:pt x="12444" y="7578"/>
                </a:cubicBezTo>
                <a:cubicBezTo>
                  <a:pt x="11567" y="8456"/>
                  <a:pt x="10530" y="8854"/>
                  <a:pt x="9333" y="8854"/>
                </a:cubicBezTo>
                <a:cubicBezTo>
                  <a:pt x="8057" y="8854"/>
                  <a:pt x="7020" y="8456"/>
                  <a:pt x="6142" y="7578"/>
                </a:cubicBezTo>
                <a:cubicBezTo>
                  <a:pt x="5265" y="6780"/>
                  <a:pt x="4866" y="5743"/>
                  <a:pt x="4866" y="4467"/>
                </a:cubicBezTo>
                <a:close/>
                <a:moveTo>
                  <a:pt x="14040" y="54563"/>
                </a:moveTo>
                <a:lnTo>
                  <a:pt x="20820" y="54563"/>
                </a:lnTo>
                <a:lnTo>
                  <a:pt x="20820" y="58711"/>
                </a:lnTo>
                <a:lnTo>
                  <a:pt x="0" y="58711"/>
                </a:lnTo>
                <a:lnTo>
                  <a:pt x="0" y="54563"/>
                </a:lnTo>
                <a:lnTo>
                  <a:pt x="6860" y="54563"/>
                </a:lnTo>
                <a:lnTo>
                  <a:pt x="6860" y="21458"/>
                </a:lnTo>
                <a:lnTo>
                  <a:pt x="0" y="21458"/>
                </a:lnTo>
                <a:lnTo>
                  <a:pt x="0" y="17310"/>
                </a:lnTo>
                <a:lnTo>
                  <a:pt x="14040" y="17310"/>
                </a:lnTo>
                <a:lnTo>
                  <a:pt x="14040" y="5456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926895-53DE-4E06-AF3B-6C3340093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3352" y="97449"/>
            <a:ext cx="43076" cy="41401"/>
          </a:xfrm>
          <a:custGeom xmlns:a="http://schemas.openxmlformats.org/drawingml/2006/main">
            <a:pathLst>
              <a:path w="43076" h="41401">
                <a:moveTo>
                  <a:pt x="22256" y="16114"/>
                </a:moveTo>
                <a:lnTo>
                  <a:pt x="30951" y="4148"/>
                </a:lnTo>
                <a:lnTo>
                  <a:pt x="25367" y="4148"/>
                </a:lnTo>
                <a:lnTo>
                  <a:pt x="25367" y="0"/>
                </a:lnTo>
                <a:lnTo>
                  <a:pt x="41321" y="0"/>
                </a:lnTo>
                <a:lnTo>
                  <a:pt x="41321" y="4148"/>
                </a:lnTo>
                <a:lnTo>
                  <a:pt x="35817" y="4148"/>
                </a:lnTo>
                <a:lnTo>
                  <a:pt x="24729" y="19464"/>
                </a:lnTo>
                <a:lnTo>
                  <a:pt x="37651" y="37253"/>
                </a:lnTo>
                <a:lnTo>
                  <a:pt x="43076" y="37253"/>
                </a:lnTo>
                <a:lnTo>
                  <a:pt x="43076" y="41401"/>
                </a:lnTo>
                <a:lnTo>
                  <a:pt x="23931" y="41401"/>
                </a:lnTo>
                <a:lnTo>
                  <a:pt x="23931" y="37253"/>
                </a:lnTo>
                <a:lnTo>
                  <a:pt x="29196" y="37253"/>
                </a:lnTo>
                <a:lnTo>
                  <a:pt x="20182" y="24888"/>
                </a:lnTo>
                <a:lnTo>
                  <a:pt x="11168" y="37253"/>
                </a:lnTo>
                <a:lnTo>
                  <a:pt x="16512" y="37253"/>
                </a:lnTo>
                <a:lnTo>
                  <a:pt x="16512" y="41401"/>
                </a:lnTo>
                <a:lnTo>
                  <a:pt x="798" y="41401"/>
                </a:lnTo>
                <a:lnTo>
                  <a:pt x="798" y="37253"/>
                </a:lnTo>
                <a:lnTo>
                  <a:pt x="6302" y="37253"/>
                </a:lnTo>
                <a:lnTo>
                  <a:pt x="17709" y="21538"/>
                </a:lnTo>
                <a:lnTo>
                  <a:pt x="5105" y="4148"/>
                </a:lnTo>
                <a:lnTo>
                  <a:pt x="0" y="4148"/>
                </a:lnTo>
                <a:lnTo>
                  <a:pt x="0" y="0"/>
                </a:lnTo>
                <a:lnTo>
                  <a:pt x="18507" y="0"/>
                </a:lnTo>
                <a:lnTo>
                  <a:pt x="18507" y="4148"/>
                </a:lnTo>
                <a:lnTo>
                  <a:pt x="13561" y="4148"/>
                </a:lnTo>
                <a:lnTo>
                  <a:pt x="22256" y="1611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6AC14C-B8BB-4EC4-BAA6-EF217062B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4691" y="155944"/>
            <a:ext cx="2870464" cy="2284479"/>
          </a:xfrm>
          <a:custGeom xmlns:a="http://schemas.openxmlformats.org/drawingml/2006/main">
            <a:pathLst>
              <a:path w="2870464" h="2284479">
                <a:moveTo>
                  <a:pt x="0" y="2284479"/>
                </a:moveTo>
                <a:lnTo>
                  <a:pt x="2870464" y="2284479"/>
                </a:lnTo>
                <a:lnTo>
                  <a:pt x="2870464" y="0"/>
                </a:lnTo>
                <a:lnTo>
                  <a:pt x="0" y="0"/>
                </a:lnTo>
                <a:lnTo>
                  <a:pt x="0" y="228447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5C9605-BB3B-419C-BE2E-80348E0C6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4691" y="155944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55E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7B13BD-7B6B-47A9-BCF2-904002C27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4691" y="155944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9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3176A7-2819-48A8-9705-BE22947B4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5642" y="155944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472F7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0339B7-C70F-48D1-8CBF-112915C6F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5642" y="155944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9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94A649-8A1B-4A8D-9483-CF877E905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6593" y="155944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48267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AC8F28-F23D-4D95-AF51-FF51C499F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6593" y="155944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0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6F26F0-10E6-4347-B29D-28E2398AD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7544" y="155944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46348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E68FB7-33C0-412C-BBE3-9DAAD6F40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7544" y="155944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0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BC9CBB-06CD-47D6-AF83-C5A88E2A0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8495" y="155944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433E8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608908-FDBC-4515-95D0-71F6B72E4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8495" y="155944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0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74F30B-DE3F-49DD-839A-D9D39ED1D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9446" y="155944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443A8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D13C5B-E80A-4210-9911-291CE8DEE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9446" y="155944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0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3480D7-8584-44E7-B5D1-12889083B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0398" y="155944"/>
            <a:ext cx="260952" cy="207680"/>
          </a:xfrm>
          <a:custGeom xmlns:a="http://schemas.openxmlformats.org/drawingml/2006/main">
            <a:pathLst>
              <a:path w="260952" h="207680">
                <a:moveTo>
                  <a:pt x="0" y="0"/>
                </a:moveTo>
                <a:lnTo>
                  <a:pt x="260952" y="0"/>
                </a:lnTo>
                <a:lnTo>
                  <a:pt x="260952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443A8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D5406E-B53C-4B4B-9858-2CF205940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0398" y="155944"/>
            <a:ext cx="260952" cy="207680"/>
          </a:xfrm>
          <a:custGeom xmlns:a="http://schemas.openxmlformats.org/drawingml/2006/main">
            <a:pathLst>
              <a:path w="260952" h="207680" fill="none">
                <a:moveTo>
                  <a:pt x="0" y="0"/>
                </a:moveTo>
                <a:lnTo>
                  <a:pt x="260952" y="0"/>
                </a:lnTo>
                <a:lnTo>
                  <a:pt x="260952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0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D0AD62-576C-49B8-8602-DF582AC7A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1349" y="155944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44398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2EF392-9E48-427D-B249-8A307A297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1349" y="155944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0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736AE7-1584-45A3-BB91-6474ACE74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2300" y="155944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44398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5DAB34-A002-4D82-A1D1-13D9BCFC5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2300" y="155944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0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30E3D3-40A9-45CD-92A0-88D9B04B1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3251" y="155944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4823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578AE6-D111-4168-BD44-5FE8F2B16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3251" y="155944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0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E83D56-0F9C-4344-B8A6-DC4D660A5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4203" y="155944"/>
            <a:ext cx="260952" cy="207680"/>
          </a:xfrm>
          <a:custGeom xmlns:a="http://schemas.openxmlformats.org/drawingml/2006/main">
            <a:pathLst>
              <a:path w="260952" h="207680">
                <a:moveTo>
                  <a:pt x="0" y="0"/>
                </a:moveTo>
                <a:lnTo>
                  <a:pt x="260952" y="0"/>
                </a:lnTo>
                <a:lnTo>
                  <a:pt x="260952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4633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553DB0-A622-449D-9271-2DFB274CE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4203" y="155944"/>
            <a:ext cx="260952" cy="207680"/>
          </a:xfrm>
          <a:custGeom xmlns:a="http://schemas.openxmlformats.org/drawingml/2006/main">
            <a:pathLst>
              <a:path w="260952" h="207680" fill="none">
                <a:moveTo>
                  <a:pt x="0" y="0"/>
                </a:moveTo>
                <a:lnTo>
                  <a:pt x="260952" y="0"/>
                </a:lnTo>
                <a:lnTo>
                  <a:pt x="260952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0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1143FE-F1D4-4203-A00F-4DA40BAC1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4691" y="363624"/>
            <a:ext cx="260951" cy="207679"/>
          </a:xfrm>
          <a:custGeom xmlns:a="http://schemas.openxmlformats.org/drawingml/2006/main">
            <a:pathLst>
              <a:path w="260951" h="207679">
                <a:moveTo>
                  <a:pt x="0" y="0"/>
                </a:moveTo>
                <a:lnTo>
                  <a:pt x="260951" y="0"/>
                </a:lnTo>
                <a:lnTo>
                  <a:pt x="260951" y="207679"/>
                </a:lnTo>
                <a:lnTo>
                  <a:pt x="0" y="20767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46327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6E4697-07F6-42F5-ABB9-0E98BB98A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4691" y="363624"/>
            <a:ext cx="260951" cy="207679"/>
          </a:xfrm>
          <a:custGeom xmlns:a="http://schemas.openxmlformats.org/drawingml/2006/main">
            <a:pathLst>
              <a:path w="260951" h="207679" fill="none">
                <a:moveTo>
                  <a:pt x="0" y="0"/>
                </a:moveTo>
                <a:lnTo>
                  <a:pt x="260951" y="0"/>
                </a:lnTo>
                <a:lnTo>
                  <a:pt x="260951" y="207679"/>
                </a:lnTo>
                <a:lnTo>
                  <a:pt x="0" y="20767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0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2F3985-A5E5-4D46-94C7-6C2919161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5642" y="363624"/>
            <a:ext cx="260951" cy="207679"/>
          </a:xfrm>
          <a:custGeom xmlns:a="http://schemas.openxmlformats.org/drawingml/2006/main">
            <a:pathLst>
              <a:path w="260951" h="207679">
                <a:moveTo>
                  <a:pt x="0" y="0"/>
                </a:moveTo>
                <a:lnTo>
                  <a:pt x="260951" y="0"/>
                </a:lnTo>
                <a:lnTo>
                  <a:pt x="260951" y="207679"/>
                </a:lnTo>
                <a:lnTo>
                  <a:pt x="0" y="20767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9568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AA5786-BA70-448C-BD5E-5593B0E74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5642" y="363624"/>
            <a:ext cx="260951" cy="207679"/>
          </a:xfrm>
          <a:custGeom xmlns:a="http://schemas.openxmlformats.org/drawingml/2006/main">
            <a:pathLst>
              <a:path w="260951" h="207679" fill="none">
                <a:moveTo>
                  <a:pt x="0" y="0"/>
                </a:moveTo>
                <a:lnTo>
                  <a:pt x="260951" y="0"/>
                </a:lnTo>
                <a:lnTo>
                  <a:pt x="260951" y="207679"/>
                </a:lnTo>
                <a:lnTo>
                  <a:pt x="0" y="20767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0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69A8E9-9899-48AE-8A54-B75D0C2D0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6593" y="363624"/>
            <a:ext cx="260951" cy="207679"/>
          </a:xfrm>
          <a:custGeom xmlns:a="http://schemas.openxmlformats.org/drawingml/2006/main">
            <a:pathLst>
              <a:path w="260951" h="207679">
                <a:moveTo>
                  <a:pt x="0" y="0"/>
                </a:moveTo>
                <a:lnTo>
                  <a:pt x="260951" y="0"/>
                </a:lnTo>
                <a:lnTo>
                  <a:pt x="260951" y="207679"/>
                </a:lnTo>
                <a:lnTo>
                  <a:pt x="0" y="20767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481D6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067483-E0DD-4E1D-832F-4E91FF9AA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6593" y="363624"/>
            <a:ext cx="260951" cy="207679"/>
          </a:xfrm>
          <a:custGeom xmlns:a="http://schemas.openxmlformats.org/drawingml/2006/main">
            <a:pathLst>
              <a:path w="260951" h="207679" fill="none">
                <a:moveTo>
                  <a:pt x="0" y="0"/>
                </a:moveTo>
                <a:lnTo>
                  <a:pt x="260951" y="0"/>
                </a:lnTo>
                <a:lnTo>
                  <a:pt x="260951" y="207679"/>
                </a:lnTo>
                <a:lnTo>
                  <a:pt x="0" y="20767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0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9B0537-AC4F-4059-B98E-406F7ACA0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7544" y="363624"/>
            <a:ext cx="260951" cy="207679"/>
          </a:xfrm>
          <a:custGeom xmlns:a="http://schemas.openxmlformats.org/drawingml/2006/main">
            <a:pathLst>
              <a:path w="260951" h="207679">
                <a:moveTo>
                  <a:pt x="0" y="0"/>
                </a:moveTo>
                <a:lnTo>
                  <a:pt x="260951" y="0"/>
                </a:lnTo>
                <a:lnTo>
                  <a:pt x="260951" y="207679"/>
                </a:lnTo>
                <a:lnTo>
                  <a:pt x="0" y="20767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433E8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34BD94-8D6E-478C-9FCC-E95D98EBD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7544" y="363624"/>
            <a:ext cx="260951" cy="207679"/>
          </a:xfrm>
          <a:custGeom xmlns:a="http://schemas.openxmlformats.org/drawingml/2006/main">
            <a:pathLst>
              <a:path w="260951" h="207679" fill="none">
                <a:moveTo>
                  <a:pt x="0" y="0"/>
                </a:moveTo>
                <a:lnTo>
                  <a:pt x="260951" y="0"/>
                </a:lnTo>
                <a:lnTo>
                  <a:pt x="260951" y="207679"/>
                </a:lnTo>
                <a:lnTo>
                  <a:pt x="0" y="20767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0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19234F-8507-4FB6-B4D1-B76010359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8495" y="363624"/>
            <a:ext cx="260951" cy="207679"/>
          </a:xfrm>
          <a:custGeom xmlns:a="http://schemas.openxmlformats.org/drawingml/2006/main">
            <a:pathLst>
              <a:path w="260951" h="207679">
                <a:moveTo>
                  <a:pt x="0" y="0"/>
                </a:moveTo>
                <a:lnTo>
                  <a:pt x="260951" y="0"/>
                </a:lnTo>
                <a:lnTo>
                  <a:pt x="260951" y="207679"/>
                </a:lnTo>
                <a:lnTo>
                  <a:pt x="0" y="20767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E498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540374-E7CC-44FF-873C-81BE59FE5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8495" y="363624"/>
            <a:ext cx="260951" cy="207679"/>
          </a:xfrm>
          <a:custGeom xmlns:a="http://schemas.openxmlformats.org/drawingml/2006/main">
            <a:pathLst>
              <a:path w="260951" h="207679" fill="none">
                <a:moveTo>
                  <a:pt x="0" y="0"/>
                </a:moveTo>
                <a:lnTo>
                  <a:pt x="260951" y="0"/>
                </a:lnTo>
                <a:lnTo>
                  <a:pt x="260951" y="207679"/>
                </a:lnTo>
                <a:lnTo>
                  <a:pt x="0" y="20767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0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DAF62C-69B1-40AA-9A7A-719A8CCFA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9446" y="363624"/>
            <a:ext cx="260951" cy="207679"/>
          </a:xfrm>
          <a:custGeom xmlns:a="http://schemas.openxmlformats.org/drawingml/2006/main">
            <a:pathLst>
              <a:path w="260951" h="207679">
                <a:moveTo>
                  <a:pt x="0" y="0"/>
                </a:moveTo>
                <a:lnTo>
                  <a:pt x="260951" y="0"/>
                </a:lnTo>
                <a:lnTo>
                  <a:pt x="260951" y="207679"/>
                </a:lnTo>
                <a:lnTo>
                  <a:pt x="0" y="20767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F488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6780CF-A2B1-48C1-8119-81FA190BB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9446" y="363624"/>
            <a:ext cx="260951" cy="207679"/>
          </a:xfrm>
          <a:custGeom xmlns:a="http://schemas.openxmlformats.org/drawingml/2006/main">
            <a:pathLst>
              <a:path w="260951" h="207679" fill="none">
                <a:moveTo>
                  <a:pt x="0" y="0"/>
                </a:moveTo>
                <a:lnTo>
                  <a:pt x="260951" y="0"/>
                </a:lnTo>
                <a:lnTo>
                  <a:pt x="260951" y="207679"/>
                </a:lnTo>
                <a:lnTo>
                  <a:pt x="0" y="20767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0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017FED-398E-4AA0-85AA-7DF30CAB8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0398" y="363624"/>
            <a:ext cx="260952" cy="207679"/>
          </a:xfrm>
          <a:custGeom xmlns:a="http://schemas.openxmlformats.org/drawingml/2006/main">
            <a:pathLst>
              <a:path w="260952" h="207679">
                <a:moveTo>
                  <a:pt x="0" y="0"/>
                </a:moveTo>
                <a:lnTo>
                  <a:pt x="260952" y="0"/>
                </a:lnTo>
                <a:lnTo>
                  <a:pt x="260952" y="207679"/>
                </a:lnTo>
                <a:lnTo>
                  <a:pt x="0" y="20767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423F8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118A58-A1D3-4807-A46B-5CF7B4AEF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0398" y="363624"/>
            <a:ext cx="260952" cy="207679"/>
          </a:xfrm>
          <a:custGeom xmlns:a="http://schemas.openxmlformats.org/drawingml/2006/main">
            <a:pathLst>
              <a:path w="260952" h="207679" fill="none">
                <a:moveTo>
                  <a:pt x="0" y="0"/>
                </a:moveTo>
                <a:lnTo>
                  <a:pt x="260952" y="0"/>
                </a:lnTo>
                <a:lnTo>
                  <a:pt x="260952" y="207679"/>
                </a:lnTo>
                <a:lnTo>
                  <a:pt x="0" y="20767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0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D94C32-9174-46B0-8D3E-6C8F2367F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1349" y="363624"/>
            <a:ext cx="260951" cy="207679"/>
          </a:xfrm>
          <a:custGeom xmlns:a="http://schemas.openxmlformats.org/drawingml/2006/main">
            <a:pathLst>
              <a:path w="260951" h="207679">
                <a:moveTo>
                  <a:pt x="0" y="0"/>
                </a:moveTo>
                <a:lnTo>
                  <a:pt x="260951" y="0"/>
                </a:lnTo>
                <a:lnTo>
                  <a:pt x="260951" y="207679"/>
                </a:lnTo>
                <a:lnTo>
                  <a:pt x="0" y="20767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44398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003B7F-064F-453D-9D16-D0B4D739E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1349" y="363624"/>
            <a:ext cx="260951" cy="207679"/>
          </a:xfrm>
          <a:custGeom xmlns:a="http://schemas.openxmlformats.org/drawingml/2006/main">
            <a:pathLst>
              <a:path w="260951" h="207679" fill="none">
                <a:moveTo>
                  <a:pt x="0" y="0"/>
                </a:moveTo>
                <a:lnTo>
                  <a:pt x="260951" y="0"/>
                </a:lnTo>
                <a:lnTo>
                  <a:pt x="260951" y="207679"/>
                </a:lnTo>
                <a:lnTo>
                  <a:pt x="0" y="20767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0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E1F7B6-1476-4B48-B73B-2FCDAF88F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2300" y="363624"/>
            <a:ext cx="260951" cy="207679"/>
          </a:xfrm>
          <a:custGeom xmlns:a="http://schemas.openxmlformats.org/drawingml/2006/main">
            <a:pathLst>
              <a:path w="260951" h="207679">
                <a:moveTo>
                  <a:pt x="0" y="0"/>
                </a:moveTo>
                <a:lnTo>
                  <a:pt x="260951" y="0"/>
                </a:lnTo>
                <a:lnTo>
                  <a:pt x="260951" y="207679"/>
                </a:lnTo>
                <a:lnTo>
                  <a:pt x="0" y="20767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443A8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BF260C-9DD6-4A37-AEA7-BB45B09D7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2300" y="363624"/>
            <a:ext cx="260951" cy="207679"/>
          </a:xfrm>
          <a:custGeom xmlns:a="http://schemas.openxmlformats.org/drawingml/2006/main">
            <a:pathLst>
              <a:path w="260951" h="207679" fill="none">
                <a:moveTo>
                  <a:pt x="0" y="0"/>
                </a:moveTo>
                <a:lnTo>
                  <a:pt x="260951" y="0"/>
                </a:lnTo>
                <a:lnTo>
                  <a:pt x="260951" y="207679"/>
                </a:lnTo>
                <a:lnTo>
                  <a:pt x="0" y="20767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0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558CEC-5C98-4066-B2A9-C46109868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3251" y="363624"/>
            <a:ext cx="260951" cy="207679"/>
          </a:xfrm>
          <a:custGeom xmlns:a="http://schemas.openxmlformats.org/drawingml/2006/main">
            <a:pathLst>
              <a:path w="260951" h="207679">
                <a:moveTo>
                  <a:pt x="0" y="0"/>
                </a:moveTo>
                <a:lnTo>
                  <a:pt x="260951" y="0"/>
                </a:lnTo>
                <a:lnTo>
                  <a:pt x="260951" y="207679"/>
                </a:lnTo>
                <a:lnTo>
                  <a:pt x="0" y="20767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472A7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43C0B4-B98E-4E47-A71F-D68F7262A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3251" y="363624"/>
            <a:ext cx="260951" cy="207679"/>
          </a:xfrm>
          <a:custGeom xmlns:a="http://schemas.openxmlformats.org/drawingml/2006/main">
            <a:pathLst>
              <a:path w="260951" h="207679" fill="none">
                <a:moveTo>
                  <a:pt x="0" y="0"/>
                </a:moveTo>
                <a:lnTo>
                  <a:pt x="260951" y="0"/>
                </a:lnTo>
                <a:lnTo>
                  <a:pt x="260951" y="207679"/>
                </a:lnTo>
                <a:lnTo>
                  <a:pt x="0" y="20767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0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BF06F9-96F7-4F54-B8A7-6627A5EC1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4203" y="363624"/>
            <a:ext cx="260952" cy="207679"/>
          </a:xfrm>
          <a:custGeom xmlns:a="http://schemas.openxmlformats.org/drawingml/2006/main">
            <a:pathLst>
              <a:path w="260952" h="207679">
                <a:moveTo>
                  <a:pt x="0" y="0"/>
                </a:moveTo>
                <a:lnTo>
                  <a:pt x="260952" y="0"/>
                </a:lnTo>
                <a:lnTo>
                  <a:pt x="260952" y="207679"/>
                </a:lnTo>
                <a:lnTo>
                  <a:pt x="0" y="20767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41428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5FD6BF-1433-442D-AA0C-B926D2E23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4203" y="363624"/>
            <a:ext cx="260952" cy="207679"/>
          </a:xfrm>
          <a:custGeom xmlns:a="http://schemas.openxmlformats.org/drawingml/2006/main">
            <a:pathLst>
              <a:path w="260952" h="207679" fill="none">
                <a:moveTo>
                  <a:pt x="0" y="0"/>
                </a:moveTo>
                <a:lnTo>
                  <a:pt x="260952" y="0"/>
                </a:lnTo>
                <a:lnTo>
                  <a:pt x="260952" y="207679"/>
                </a:lnTo>
                <a:lnTo>
                  <a:pt x="0" y="20767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0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849AA7-1A4E-499E-9CA1-0D8FB56AD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4691" y="57130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472A7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E2C9D3-BF67-4567-80AF-D25ECD321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4691" y="57130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0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4D76BC-D217-4F91-BA95-6939A1C0D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5642" y="57130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472A7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87454A-2C98-4738-99BC-57C867AAA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5642" y="57130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0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4CBE3B-F0DB-4469-BC80-B8AF3FD5A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6593" y="57130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433D8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9D23AA-A315-48DF-952F-1039E5951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6593" y="57130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0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5FA8A2-5DB2-4065-8684-1C252A167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7544" y="57130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48267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860EA8-149B-4FA6-9BE7-4D9FBB204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7544" y="57130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0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8D729C-636A-47A4-B139-59C173F15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8495" y="57130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472D7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94EE90-1D78-4AAA-BE71-82AE234C2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8495" y="57130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0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9234C6-2F75-457A-BE06-ED6DB32F1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9446" y="57130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472F7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27E222-E640-4583-B216-4F881963E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9446" y="57130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0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D6C41D-68C7-4F08-B185-735E60D8C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0398" y="571303"/>
            <a:ext cx="260952" cy="207680"/>
          </a:xfrm>
          <a:custGeom xmlns:a="http://schemas.openxmlformats.org/drawingml/2006/main">
            <a:pathLst>
              <a:path w="260952" h="207680">
                <a:moveTo>
                  <a:pt x="0" y="0"/>
                </a:moveTo>
                <a:lnTo>
                  <a:pt x="260952" y="0"/>
                </a:lnTo>
                <a:lnTo>
                  <a:pt x="260952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46327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C00686-0EA5-428D-8AAC-9EBA7087E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0398" y="571303"/>
            <a:ext cx="260952" cy="207680"/>
          </a:xfrm>
          <a:custGeom xmlns:a="http://schemas.openxmlformats.org/drawingml/2006/main">
            <a:pathLst>
              <a:path w="260952" h="207680" fill="none">
                <a:moveTo>
                  <a:pt x="0" y="0"/>
                </a:moveTo>
                <a:lnTo>
                  <a:pt x="260952" y="0"/>
                </a:lnTo>
                <a:lnTo>
                  <a:pt x="260952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0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27C6CA-F130-4F41-ADC7-716D1C959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1349" y="57130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472A7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70CF02-C58A-4465-8019-F1A2D22BF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1349" y="57130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0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138761-2289-4643-A756-162ECAB35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2300" y="57130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472F7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27DE62-290F-4703-AA96-04DED4A94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2300" y="57130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0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C9269B-A951-426E-B62F-810B5DE4B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3251" y="57130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481F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5B5D16-4EBD-41CC-A8F5-8782D4017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3251" y="57130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0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165130-CCD5-4C58-A99E-444F5A1F9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4203" y="571303"/>
            <a:ext cx="260952" cy="207680"/>
          </a:xfrm>
          <a:custGeom xmlns:a="http://schemas.openxmlformats.org/drawingml/2006/main">
            <a:pathLst>
              <a:path w="260952" h="207680">
                <a:moveTo>
                  <a:pt x="0" y="0"/>
                </a:moveTo>
                <a:lnTo>
                  <a:pt x="260952" y="0"/>
                </a:lnTo>
                <a:lnTo>
                  <a:pt x="260952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472F7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277731-8B54-4607-BDF1-357959D5D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4203" y="571303"/>
            <a:ext cx="260952" cy="207680"/>
          </a:xfrm>
          <a:custGeom xmlns:a="http://schemas.openxmlformats.org/drawingml/2006/main">
            <a:pathLst>
              <a:path w="260952" h="207680" fill="none">
                <a:moveTo>
                  <a:pt x="0" y="0"/>
                </a:moveTo>
                <a:lnTo>
                  <a:pt x="260952" y="0"/>
                </a:lnTo>
                <a:lnTo>
                  <a:pt x="260952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0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F8D4DA-21E6-4CD7-8682-EE127F4BA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4691" y="77898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45378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4F7B53-86A3-4669-AE67-ABE3799D2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4691" y="77898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0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4FC888-257E-4F74-8FC2-EC221F6F7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5642" y="77898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45388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AABE94-7D67-427E-812D-9FD70619B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5642" y="77898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0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CB6A3E-0982-4321-B3D6-98E50033C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6593" y="77898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48207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EE72AF-C80C-4BD1-999A-42A8E4E66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6593" y="77898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0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9200A6-EFDD-4FD0-AB8A-9180921EB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7544" y="77898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168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5CC7B5-B8F5-4FC3-BABB-0D4C5B916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7544" y="77898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0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F62F1C-2641-458E-8BE6-329F48F7A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8495" y="77898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40468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0458F7-D810-4227-818F-9B08EC836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8495" y="77898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0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F18867-0972-4941-ADC4-F0696A32A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9446" y="77898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E498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CA1A00-D7E0-4E9A-B025-1E2469B49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9446" y="77898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0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7DAAE5-5C68-4636-B092-A21B5CFB4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0398" y="778983"/>
            <a:ext cx="260952" cy="207680"/>
          </a:xfrm>
          <a:custGeom xmlns:a="http://schemas.openxmlformats.org/drawingml/2006/main">
            <a:pathLst>
              <a:path w="260952" h="207680">
                <a:moveTo>
                  <a:pt x="0" y="0"/>
                </a:moveTo>
                <a:lnTo>
                  <a:pt x="260952" y="0"/>
                </a:lnTo>
                <a:lnTo>
                  <a:pt x="260952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40468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6E6531-79E2-4BD4-8C20-DC2D90C28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0398" y="778983"/>
            <a:ext cx="260952" cy="207680"/>
          </a:xfrm>
          <a:custGeom xmlns:a="http://schemas.openxmlformats.org/drawingml/2006/main">
            <a:pathLst>
              <a:path w="260952" h="207680" fill="none">
                <a:moveTo>
                  <a:pt x="0" y="0"/>
                </a:moveTo>
                <a:lnTo>
                  <a:pt x="260952" y="0"/>
                </a:lnTo>
                <a:lnTo>
                  <a:pt x="260952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0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C77364-9EE9-45BF-A4AD-6B00AE6ED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1349" y="77898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4241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FAC6F4-2E98-457D-8BBA-790604EE9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1349" y="77898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0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C9E4D7-9F48-4A35-A625-F936DC098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2300" y="77898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40458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EAEDA9-65E8-4DA7-A8CD-C3B54B54C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2300" y="77898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0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E18150-0513-4023-8359-5F4210FF6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3251" y="77898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472D7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96BF1F-1BE1-4BC0-B5B4-2BF2607A7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3251" y="77898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0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DC73E1-7EBD-4FCD-A6CD-5D099227A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4203" y="778983"/>
            <a:ext cx="260952" cy="207680"/>
          </a:xfrm>
          <a:custGeom xmlns:a="http://schemas.openxmlformats.org/drawingml/2006/main">
            <a:pathLst>
              <a:path w="260952" h="207680">
                <a:moveTo>
                  <a:pt x="0" y="0"/>
                </a:moveTo>
                <a:lnTo>
                  <a:pt x="260952" y="0"/>
                </a:lnTo>
                <a:lnTo>
                  <a:pt x="260952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44398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AF80E6-8788-4568-936C-FE52C99EF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4203" y="778983"/>
            <a:ext cx="260952" cy="207680"/>
          </a:xfrm>
          <a:custGeom xmlns:a="http://schemas.openxmlformats.org/drawingml/2006/main">
            <a:pathLst>
              <a:path w="260952" h="207680" fill="none">
                <a:moveTo>
                  <a:pt x="0" y="0"/>
                </a:moveTo>
                <a:lnTo>
                  <a:pt x="260952" y="0"/>
                </a:lnTo>
                <a:lnTo>
                  <a:pt x="260952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0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3A4D9B-8104-49EA-8E53-13A5CA9F1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4691" y="98666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4633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EAEE35-1D13-4844-B5EB-AC5F8C961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4691" y="98666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0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6F1C2D-7BAD-48AF-9F62-44D99217F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5642" y="98666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433D8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54C168-3447-42FF-A9DC-F5A652C9B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5642" y="98666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0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B8E2AF-BB2B-4BA3-BC34-E5C22A2C9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6593" y="98666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48217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23C1EC-73A0-4496-B7C1-08C9E9821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6593" y="98666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0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E080B7-5C80-43B2-82E7-6AF15301A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7544" y="98666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433D8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44C3F9-2B6F-4E54-883E-5C6C6A710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7544" y="98666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0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B829E6-2C20-4C4A-B6A6-9AD7D615F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8495" y="98666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265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BAFB81-4EA4-48D9-BE9C-209B5EC6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8495" y="98666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0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E43AEB-B2CB-4A80-8D33-32FB62973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9446" y="98666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4240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52989A-3FC7-498F-B5E7-A7F532574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9446" y="98666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0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BBF3CB-F4E2-4BB0-B6A3-9B24C5595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0398" y="986663"/>
            <a:ext cx="260952" cy="207680"/>
          </a:xfrm>
          <a:custGeom xmlns:a="http://schemas.openxmlformats.org/drawingml/2006/main">
            <a:pathLst>
              <a:path w="260952" h="207680">
                <a:moveTo>
                  <a:pt x="0" y="0"/>
                </a:moveTo>
                <a:lnTo>
                  <a:pt x="260952" y="0"/>
                </a:lnTo>
                <a:lnTo>
                  <a:pt x="260952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433D8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4EFE28-9F1C-4FD3-B463-64DAA30BA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0398" y="986663"/>
            <a:ext cx="260952" cy="207680"/>
          </a:xfrm>
          <a:custGeom xmlns:a="http://schemas.openxmlformats.org/drawingml/2006/main">
            <a:pathLst>
              <a:path w="260952" h="207680" fill="none">
                <a:moveTo>
                  <a:pt x="0" y="0"/>
                </a:moveTo>
                <a:lnTo>
                  <a:pt x="260952" y="0"/>
                </a:lnTo>
                <a:lnTo>
                  <a:pt x="260952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0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ECDE49-0F7D-48F7-96D0-2F563D28C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1349" y="98666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40458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80F103-6FD8-41FE-A533-4CE3900EE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1349" y="98666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0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02AF19-CC43-4D02-AE47-36705ED9B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2300" y="98666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433E8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5882E6-1A10-429C-8172-D0885E1A9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2300" y="98666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FDB32D-EB26-4807-83EE-1B730CC0E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3251" y="98666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48257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BBB843-6105-4AED-A36D-793AC3EC6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3251" y="98666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1F7761-259F-4CBE-83C2-34A1E95EF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4203" y="986663"/>
            <a:ext cx="260952" cy="207680"/>
          </a:xfrm>
          <a:custGeom xmlns:a="http://schemas.openxmlformats.org/drawingml/2006/main">
            <a:pathLst>
              <a:path w="260952" h="207680">
                <a:moveTo>
                  <a:pt x="0" y="0"/>
                </a:moveTo>
                <a:lnTo>
                  <a:pt x="260952" y="0"/>
                </a:lnTo>
                <a:lnTo>
                  <a:pt x="260952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443B8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B4986E-C760-4AC5-B62E-FFC195D08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4203" y="986663"/>
            <a:ext cx="260952" cy="207680"/>
          </a:xfrm>
          <a:custGeom xmlns:a="http://schemas.openxmlformats.org/drawingml/2006/main">
            <a:pathLst>
              <a:path w="260952" h="207680" fill="none">
                <a:moveTo>
                  <a:pt x="0" y="0"/>
                </a:moveTo>
                <a:lnTo>
                  <a:pt x="260952" y="0"/>
                </a:lnTo>
                <a:lnTo>
                  <a:pt x="260952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52882C-BDC4-4CEA-B1FC-82ACBE036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4691" y="119434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45358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2C7CB8-75A6-4739-8C72-AC07742DE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4691" y="119434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3646F0-EAD6-44FD-8C03-226684DE6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5642" y="119434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4241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EDB7B5-F1C4-4127-83A9-C2B4A398B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5642" y="119434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B8AE24-7C13-4991-8CC6-5FF51F395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6593" y="119434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48247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EE95EB-8E67-429E-A625-9B334AE98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6593" y="119434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643870-BA7C-45D5-9ABB-E80DC6B65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7544" y="119434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F488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1D08B5-B027-4397-B0A3-B0D39089B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7544" y="119434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A400AE-A460-4FE7-9146-5D98632C0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8495" y="119434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F478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872B7E-2259-4846-BDEF-DBD582166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8495" y="119434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A13767-19BC-4E23-AED9-1A6B752A0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9446" y="119434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E6D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8C4629-19F9-4596-9837-8F4E606BA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9446" y="119434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03FA79-0A40-4D4E-9FD5-95A385078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0398" y="1194343"/>
            <a:ext cx="260952" cy="207680"/>
          </a:xfrm>
          <a:custGeom xmlns:a="http://schemas.openxmlformats.org/drawingml/2006/main">
            <a:pathLst>
              <a:path w="260952" h="207680">
                <a:moveTo>
                  <a:pt x="0" y="0"/>
                </a:moveTo>
                <a:lnTo>
                  <a:pt x="260952" y="0"/>
                </a:lnTo>
                <a:lnTo>
                  <a:pt x="260952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C508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357BD9-7DC5-4AE4-BF73-E5235AF57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0398" y="1194343"/>
            <a:ext cx="260952" cy="207680"/>
          </a:xfrm>
          <a:custGeom xmlns:a="http://schemas.openxmlformats.org/drawingml/2006/main">
            <a:pathLst>
              <a:path w="260952" h="207680" fill="none">
                <a:moveTo>
                  <a:pt x="0" y="0"/>
                </a:moveTo>
                <a:lnTo>
                  <a:pt x="260952" y="0"/>
                </a:lnTo>
                <a:lnTo>
                  <a:pt x="260952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05513F-07E2-4F36-A6A6-A20AD3786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1349" y="119434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E4C8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B5289A-BB2F-40D4-A265-6E38E666F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1349" y="119434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135E79-553C-41A5-9633-01026FD99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2300" y="119434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E4A8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1BB494-0649-4DBA-A0D4-05F202EE0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2300" y="119434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9D501E-4CA2-4E36-B141-8B29372DA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3251" y="119434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45358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288D38-C6DD-4A86-99E8-F3D1F0B68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3251" y="119434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406957-4AF7-4EA9-84AB-B8F21A67D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4203" y="1194343"/>
            <a:ext cx="260952" cy="207680"/>
          </a:xfrm>
          <a:custGeom xmlns:a="http://schemas.openxmlformats.org/drawingml/2006/main">
            <a:pathLst>
              <a:path w="260952" h="207680">
                <a:moveTo>
                  <a:pt x="0" y="0"/>
                </a:moveTo>
                <a:lnTo>
                  <a:pt x="260952" y="0"/>
                </a:lnTo>
                <a:lnTo>
                  <a:pt x="260952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40468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206477-B940-4A60-80E3-3185CCBE1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4203" y="1194343"/>
            <a:ext cx="260952" cy="207680"/>
          </a:xfrm>
          <a:custGeom xmlns:a="http://schemas.openxmlformats.org/drawingml/2006/main">
            <a:pathLst>
              <a:path w="260952" h="207680" fill="none">
                <a:moveTo>
                  <a:pt x="0" y="0"/>
                </a:moveTo>
                <a:lnTo>
                  <a:pt x="260952" y="0"/>
                </a:lnTo>
                <a:lnTo>
                  <a:pt x="260952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37A860-B2CC-4347-94A8-A80FE0EC6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4691" y="140202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4240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3CECA4-A671-46B2-962C-1B9CCA66D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4691" y="140202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535289-E953-4B6D-B284-928B6E61B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5642" y="140202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4241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07DAA2-7626-412C-8B40-A308CD77B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5642" y="140202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1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6138A0-E503-4F37-A00A-B032EBDCD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6593" y="140202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472F7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AAF98F-2B5C-4F18-B432-F03136DE6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6593" y="140202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0F82BF-1B78-4F37-B188-04850E86E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7544" y="140202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A538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8F3A9C-FC2F-4D99-946F-06BE5C6FE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7544" y="140202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1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38E9BA-799D-4BB9-998B-3AD27BAA0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8495" y="140202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E4C8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203194-A515-401A-A262-401274DD6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8495" y="140202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1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AA22BA-BA08-4F59-8F2A-07DF613B1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9446" y="140202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65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486AD1-A4A3-469E-B052-C204BF6E3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9446" y="140202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1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81A1C9-6B62-4C38-8244-B3E06E6A3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0398" y="1402023"/>
            <a:ext cx="260952" cy="207680"/>
          </a:xfrm>
          <a:custGeom xmlns:a="http://schemas.openxmlformats.org/drawingml/2006/main">
            <a:pathLst>
              <a:path w="260952" h="207680">
                <a:moveTo>
                  <a:pt x="0" y="0"/>
                </a:moveTo>
                <a:lnTo>
                  <a:pt x="260952" y="0"/>
                </a:lnTo>
                <a:lnTo>
                  <a:pt x="260952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C72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CA62E2-A5D1-4AFB-86CB-21E5DE0B1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0398" y="1402023"/>
            <a:ext cx="260952" cy="207680"/>
          </a:xfrm>
          <a:custGeom xmlns:a="http://schemas.openxmlformats.org/drawingml/2006/main">
            <a:pathLst>
              <a:path w="260952" h="207680" fill="none">
                <a:moveTo>
                  <a:pt x="0" y="0"/>
                </a:moveTo>
                <a:lnTo>
                  <a:pt x="260952" y="0"/>
                </a:lnTo>
                <a:lnTo>
                  <a:pt x="260952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1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48BC1C-B0B8-48CA-962C-3A1DEBD34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1349" y="140202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8588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9B8B52-C303-4C81-B661-131735E1C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1349" y="140202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1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6781A5-A321-4A22-8997-72F3B9B9C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2300" y="140202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75B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6F643C-D735-4425-92ED-21ABB472E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2300" y="140202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1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00FB6E-D739-44A8-AC12-5E3088C45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3251" y="140202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4240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0960CF-EE8C-40CF-B92F-9DFF263F7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3251" y="140202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1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36FBD2-A611-45C0-AADF-7D6665BC5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4203" y="1402023"/>
            <a:ext cx="260952" cy="207680"/>
          </a:xfrm>
          <a:custGeom xmlns:a="http://schemas.openxmlformats.org/drawingml/2006/main">
            <a:pathLst>
              <a:path w="260952" h="207680">
                <a:moveTo>
                  <a:pt x="0" y="0"/>
                </a:moveTo>
                <a:lnTo>
                  <a:pt x="260952" y="0"/>
                </a:lnTo>
                <a:lnTo>
                  <a:pt x="260952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E4A8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AB1022-38E8-40BD-9F79-2E6C35F92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4203" y="1402023"/>
            <a:ext cx="260952" cy="207680"/>
          </a:xfrm>
          <a:custGeom xmlns:a="http://schemas.openxmlformats.org/drawingml/2006/main">
            <a:pathLst>
              <a:path w="260952" h="207680" fill="none">
                <a:moveTo>
                  <a:pt x="0" y="0"/>
                </a:moveTo>
                <a:lnTo>
                  <a:pt x="260952" y="0"/>
                </a:lnTo>
                <a:lnTo>
                  <a:pt x="260952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1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5AD09E-D610-40D4-962F-F15705BCF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4691" y="160970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46307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7D368E-AD27-4F54-95E9-126CE0D97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4691" y="160970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1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59E859-5B7D-464D-BFDE-29974F5F7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5642" y="160970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46348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F54810-4687-4420-B5C1-E61F66FE9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5642" y="160970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1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B464D0-6964-47F9-B910-B502FBA8A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6593" y="160970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48247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B2DDDB-3350-4B3C-A1AA-0D51B73BD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6593" y="160970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1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873E7B-84BC-4D79-A26B-F7EF4D47A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7544" y="160970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45388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6C68AF-18F1-435F-99BC-18C4EB4FA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7544" y="160970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1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1611A5-1432-40A3-9B20-C661C990B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8495" y="160970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423F8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AE986E-5FD0-4900-BA6B-FDBD3A9BF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8495" y="160970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1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471C53-AEC6-47CA-8093-384B49479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9446" y="160970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41448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59A410-C16F-466B-9CA3-A56DDB2BB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9446" y="160970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1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E13A18-2D8D-4BC3-A305-2A21F18C3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0398" y="1609703"/>
            <a:ext cx="260952" cy="207680"/>
          </a:xfrm>
          <a:custGeom xmlns:a="http://schemas.openxmlformats.org/drawingml/2006/main">
            <a:pathLst>
              <a:path w="260952" h="207680">
                <a:moveTo>
                  <a:pt x="0" y="0"/>
                </a:moveTo>
                <a:lnTo>
                  <a:pt x="260952" y="0"/>
                </a:lnTo>
                <a:lnTo>
                  <a:pt x="260952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41448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2AD390-112D-42F0-84B5-D2D7AA89C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0398" y="1609703"/>
            <a:ext cx="260952" cy="207680"/>
          </a:xfrm>
          <a:custGeom xmlns:a="http://schemas.openxmlformats.org/drawingml/2006/main">
            <a:pathLst>
              <a:path w="260952" h="207680" fill="none">
                <a:moveTo>
                  <a:pt x="0" y="0"/>
                </a:moveTo>
                <a:lnTo>
                  <a:pt x="260952" y="0"/>
                </a:lnTo>
                <a:lnTo>
                  <a:pt x="260952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1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F08021-636F-409C-8AB5-3A672C0F7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1349" y="160970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265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4F88C4-EE31-4E02-92A0-4473AC70A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1349" y="160970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1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0AAEBB-7E8A-41DE-8696-140BE69AA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2300" y="160970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E4A8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10451E-7F85-4359-8045-027D0ECCA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2300" y="160970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1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C90669-DE29-4802-A901-66484E248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3251" y="160970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48257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81B104-2BDE-42C0-B48C-271E58E1E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3251" y="160970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1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B74FCA-486B-41B3-A26A-D763A8E4E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4203" y="1609703"/>
            <a:ext cx="260952" cy="207680"/>
          </a:xfrm>
          <a:custGeom xmlns:a="http://schemas.openxmlformats.org/drawingml/2006/main">
            <a:pathLst>
              <a:path w="260952" h="207680">
                <a:moveTo>
                  <a:pt x="0" y="0"/>
                </a:moveTo>
                <a:lnTo>
                  <a:pt x="260952" y="0"/>
                </a:lnTo>
                <a:lnTo>
                  <a:pt x="260952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443A8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59D326-D738-4613-9E68-C4C6B29F9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4203" y="1609703"/>
            <a:ext cx="260952" cy="207680"/>
          </a:xfrm>
          <a:custGeom xmlns:a="http://schemas.openxmlformats.org/drawingml/2006/main">
            <a:pathLst>
              <a:path w="260952" h="207680" fill="none">
                <a:moveTo>
                  <a:pt x="0" y="0"/>
                </a:moveTo>
                <a:lnTo>
                  <a:pt x="260952" y="0"/>
                </a:lnTo>
                <a:lnTo>
                  <a:pt x="260952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1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7B6FA7-664E-44B2-8B74-7B2FA3C24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4691" y="181738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433D8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1771C5-ACB0-4851-BD05-B5CB4AC91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4691" y="181738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1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7FF465-D87B-4ABE-9F47-6DCC314C4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5642" y="181738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4240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9A765E-61F9-443C-AF5F-1CAC2E279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5642" y="181738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1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6BD1AC-427B-4F85-86F4-2CF7E2B95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6593" y="181738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472A7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C62F4B-EE9C-4535-BF93-54530F96F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6593" y="181738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1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81E0F3-5A33-4F5B-A05F-78A1C39DC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7544" y="181738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C508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F9FEF1-D9DC-4008-A2BA-6E8490875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7544" y="181738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1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052E0F-12DE-4C3A-AF09-41EDCDF1A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8495" y="181738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E4A8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EBDBDB-9563-4221-B9D2-0292497AD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8495" y="181738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1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6733CD-41DA-43AB-9C43-E4910DC32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9446" y="181738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8598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B66048-73E0-4D4D-930D-2FDCFB18D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9446" y="181738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1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52BAE8-E33F-416C-AE86-FA1A2320C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0398" y="1817383"/>
            <a:ext cx="260952" cy="207680"/>
          </a:xfrm>
          <a:custGeom xmlns:a="http://schemas.openxmlformats.org/drawingml/2006/main">
            <a:pathLst>
              <a:path w="260952" h="207680">
                <a:moveTo>
                  <a:pt x="0" y="0"/>
                </a:moveTo>
                <a:lnTo>
                  <a:pt x="260952" y="0"/>
                </a:lnTo>
                <a:lnTo>
                  <a:pt x="260952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A548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BB7ADB-E4DA-41C2-BE4B-A539AFAA1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0398" y="1817383"/>
            <a:ext cx="260952" cy="207680"/>
          </a:xfrm>
          <a:custGeom xmlns:a="http://schemas.openxmlformats.org/drawingml/2006/main">
            <a:pathLst>
              <a:path w="260952" h="207680" fill="none">
                <a:moveTo>
                  <a:pt x="0" y="0"/>
                </a:moveTo>
                <a:lnTo>
                  <a:pt x="260952" y="0"/>
                </a:lnTo>
                <a:lnTo>
                  <a:pt x="260952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1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1C612B-A2D1-436C-8C45-DC191AABA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1349" y="181738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461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FA4196-DB84-4143-B26E-2E60CD17B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1349" y="181738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1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3115F6-35AA-4821-950D-3F6E40431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2300" y="181738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97B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9D1CB7-ECE3-42D9-9370-EE7082344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2300" y="181738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1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D84472-9CEB-46EF-B73E-2DA2946C8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3251" y="181738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45388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6C279D-4CBA-4CFE-A39C-BE3E130B7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3251" y="181738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1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6F9377-B334-49CB-896C-5A5030E48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4203" y="1817383"/>
            <a:ext cx="260952" cy="207680"/>
          </a:xfrm>
          <a:custGeom xmlns:a="http://schemas.openxmlformats.org/drawingml/2006/main">
            <a:pathLst>
              <a:path w="260952" h="207680">
                <a:moveTo>
                  <a:pt x="0" y="0"/>
                </a:moveTo>
                <a:lnTo>
                  <a:pt x="260952" y="0"/>
                </a:lnTo>
                <a:lnTo>
                  <a:pt x="260952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D4D8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A657A0-DA54-4CEE-8B78-1452A3ABD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4203" y="1817383"/>
            <a:ext cx="260952" cy="207680"/>
          </a:xfrm>
          <a:custGeom xmlns:a="http://schemas.openxmlformats.org/drawingml/2006/main">
            <a:pathLst>
              <a:path w="260952" h="207680" fill="none">
                <a:moveTo>
                  <a:pt x="0" y="0"/>
                </a:moveTo>
                <a:lnTo>
                  <a:pt x="260952" y="0"/>
                </a:lnTo>
                <a:lnTo>
                  <a:pt x="260952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1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9DA1E4-A4AE-437F-9CFD-163CA3943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4691" y="202506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4823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09B8B9-6CA0-4A4D-80EE-F0B95F9DD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4691" y="202506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1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DE20F1-703E-49BE-B512-E08ED91E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5642" y="202506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44398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81CA9E-4DFD-436E-AFDA-51F2ADD4F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5642" y="202506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1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73B0A2-3C03-4E10-9227-63E1EBD38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6593" y="202506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48186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8A4E0B-E94D-4CD2-BA1D-AD5BAD5ED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6593" y="202506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1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DD900A-D95C-436C-B69D-9EFDC0FA7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7544" y="202506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45378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E60D34-3D71-4215-877D-18A957FC8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7544" y="202506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2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24C500-3D6A-4F51-A7CC-505C12109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8495" y="202506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46327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DEBEEB-BA25-4B89-AE29-0A9048F0B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8495" y="202506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2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0CFC9F-0026-4473-8B68-15C869C29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9446" y="202506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4240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8A9FA6-FF1A-419A-A995-8B133A0E2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9446" y="202506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2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4730CC-4694-4708-8D24-E49FE6A6C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0398" y="2025063"/>
            <a:ext cx="260952" cy="207680"/>
          </a:xfrm>
          <a:custGeom xmlns:a="http://schemas.openxmlformats.org/drawingml/2006/main">
            <a:pathLst>
              <a:path w="260952" h="207680">
                <a:moveTo>
                  <a:pt x="0" y="0"/>
                </a:moveTo>
                <a:lnTo>
                  <a:pt x="260952" y="0"/>
                </a:lnTo>
                <a:lnTo>
                  <a:pt x="260952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4241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7FB46A-9247-46CE-8F3D-6573D94FB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0398" y="2025063"/>
            <a:ext cx="260952" cy="207680"/>
          </a:xfrm>
          <a:custGeom xmlns:a="http://schemas.openxmlformats.org/drawingml/2006/main">
            <a:pathLst>
              <a:path w="260952" h="207680" fill="none">
                <a:moveTo>
                  <a:pt x="0" y="0"/>
                </a:moveTo>
                <a:lnTo>
                  <a:pt x="260952" y="0"/>
                </a:lnTo>
                <a:lnTo>
                  <a:pt x="260952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2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D1F4D7-6654-4FC7-A671-F7046D48D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1349" y="202506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48257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9890AE-6F04-465F-9A3F-233275D02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1349" y="202506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2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6D0F37-3786-47E9-B234-9C3D88661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2300" y="202506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46348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682F5E-BDF3-42A7-B96D-C5C0A6387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2300" y="202506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2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20992A-442A-46C9-AA64-9B0DF0213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3251" y="202506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9568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84A005-D555-43D7-8C60-427242669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3251" y="202506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2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63B214-1551-47BC-95EC-EE940BC1E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4203" y="2025063"/>
            <a:ext cx="260952" cy="207680"/>
          </a:xfrm>
          <a:custGeom xmlns:a="http://schemas.openxmlformats.org/drawingml/2006/main">
            <a:pathLst>
              <a:path w="260952" h="207680">
                <a:moveTo>
                  <a:pt x="0" y="0"/>
                </a:moveTo>
                <a:lnTo>
                  <a:pt x="260952" y="0"/>
                </a:lnTo>
                <a:lnTo>
                  <a:pt x="260952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45388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ED55A7-7120-48B3-969A-D2F255599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4203" y="2025063"/>
            <a:ext cx="260952" cy="207680"/>
          </a:xfrm>
          <a:custGeom xmlns:a="http://schemas.openxmlformats.org/drawingml/2006/main">
            <a:pathLst>
              <a:path w="260952" h="207680" fill="none">
                <a:moveTo>
                  <a:pt x="0" y="0"/>
                </a:moveTo>
                <a:lnTo>
                  <a:pt x="260952" y="0"/>
                </a:lnTo>
                <a:lnTo>
                  <a:pt x="260952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2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09E72C-3E60-46EE-87CA-C77C97502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4691" y="223274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46348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02C4A5-A18C-4CEC-8BAC-51E2329AA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4691" y="223274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2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07846B-1AC7-487C-9EC8-EE508D94A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5642" y="223274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E4A8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B576EB-6E24-4A6D-ADD2-9061C7E84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5642" y="223274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2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184CF7-6BC2-4AB5-A5C7-26DDB6959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6593" y="223274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48247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FB9912-7463-4DE8-8141-777A9770B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6593" y="223274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2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C5C2CD-EE62-4F78-92B1-08E2E9796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7544" y="223274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40458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935365-5A47-46A0-BF59-893EAE97D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7544" y="223274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2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596F64-F97F-47B1-9DBF-1FFA7C50B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8495" y="223274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D4E8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07A22D-68C8-4E63-8A5D-AD016A271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8495" y="223274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2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276585-FC8A-4505-BDE7-435CF36A1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9446" y="223274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C4F8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2070E2-9113-4EB3-9247-2B62C5FFC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9446" y="223274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2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C0E8E1-0FB7-4385-9A3C-BB62469BA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0398" y="2232743"/>
            <a:ext cx="260952" cy="207680"/>
          </a:xfrm>
          <a:custGeom xmlns:a="http://schemas.openxmlformats.org/drawingml/2006/main">
            <a:pathLst>
              <a:path w="260952" h="207680">
                <a:moveTo>
                  <a:pt x="0" y="0"/>
                </a:moveTo>
                <a:lnTo>
                  <a:pt x="260952" y="0"/>
                </a:lnTo>
                <a:lnTo>
                  <a:pt x="260952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D4E8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393EF8-70C4-48BF-8D76-7207AC751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0398" y="2232743"/>
            <a:ext cx="260952" cy="207680"/>
          </a:xfrm>
          <a:custGeom xmlns:a="http://schemas.openxmlformats.org/drawingml/2006/main">
            <a:pathLst>
              <a:path w="260952" h="207680" fill="none">
                <a:moveTo>
                  <a:pt x="0" y="0"/>
                </a:moveTo>
                <a:lnTo>
                  <a:pt x="260952" y="0"/>
                </a:lnTo>
                <a:lnTo>
                  <a:pt x="260952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2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C2FBF3-8AD5-4DD2-BAF9-7A0FFCA05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1349" y="223274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41428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70410D-E923-4FFA-96E1-CD7C51DD8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1349" y="223274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2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5FDDED-C0E3-49FC-88B5-8986643C1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2300" y="223274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C508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7E6DD1-9200-401B-BA3F-56F284AEA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2300" y="223274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2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C9C3DE-C848-4EB1-97A8-AD2F1F61A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3251" y="223274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433E8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E358F3-1D12-4E6D-B0BF-CF8FA50BE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3251" y="223274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2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187B66-A043-449A-B575-8FFEE608B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4203" y="2232743"/>
            <a:ext cx="260952" cy="207680"/>
          </a:xfrm>
          <a:custGeom xmlns:a="http://schemas.openxmlformats.org/drawingml/2006/main">
            <a:pathLst>
              <a:path w="260952" h="207680">
                <a:moveTo>
                  <a:pt x="0" y="0"/>
                </a:moveTo>
                <a:lnTo>
                  <a:pt x="260952" y="0"/>
                </a:lnTo>
                <a:lnTo>
                  <a:pt x="260952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168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E4CF0D-2646-4CD8-A83F-5E92691D0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4203" y="2232743"/>
            <a:ext cx="260952" cy="207680"/>
          </a:xfrm>
          <a:custGeom xmlns:a="http://schemas.openxmlformats.org/drawingml/2006/main">
            <a:pathLst>
              <a:path w="260952" h="207680" fill="none">
                <a:moveTo>
                  <a:pt x="0" y="0"/>
                </a:moveTo>
                <a:lnTo>
                  <a:pt x="260952" y="0"/>
                </a:lnTo>
                <a:lnTo>
                  <a:pt x="260952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2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B1CF68-7BE2-4621-9008-A574CA077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5166" y="2440423"/>
            <a:ext cx="10" cy="9971"/>
          </a:xfrm>
          <a:custGeom xmlns:a="http://schemas.openxmlformats.org/drawingml/2006/main">
            <a:pathLst>
              <a:path w="1" h="9971">
                <a:moveTo>
                  <a:pt x="0" y="0"/>
                </a:moveTo>
                <a:lnTo>
                  <a:pt x="0" y="997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6FA7FC-1136-4014-BB65-A9B3F7883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5166" y="2440423"/>
            <a:ext cx="10" cy="9971"/>
          </a:xfrm>
          <a:custGeom xmlns:a="http://schemas.openxmlformats.org/drawingml/2006/main">
            <a:pathLst>
              <a:path w="1" h="9971" fill="none">
                <a:moveTo>
                  <a:pt x="0" y="0"/>
                </a:moveTo>
                <a:lnTo>
                  <a:pt x="0" y="9971"/>
                </a:lnTo>
              </a:path>
            </a:pathLst>
          </a:custGeom>
          <a:noFill xmlns:a="http://schemas.openxmlformats.org/drawingml/2006/main"/>
          <a:ln xmlns:a="http://schemas.openxmlformats.org/drawingml/2006/main" w="2279" cap="flat">
            <a:solidFill>
              <a:srgbClr val="000000"/>
            </a:solidFill>
            <a:round/>
          </a:ln>
        </p:spPr>
      </p:sp>
      <p:sp>
        <p:nvSpPr>
          <p:cNvPr id="12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CDB103-3FE5-4281-B53F-15A6EB098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3179" y="2463608"/>
            <a:ext cx="21394" cy="22542"/>
          </a:xfrm>
          <a:custGeom xmlns:a="http://schemas.openxmlformats.org/drawingml/2006/main">
            <a:pathLst>
              <a:path w="21394" h="22542">
                <a:moveTo>
                  <a:pt x="20145" y="9388"/>
                </a:moveTo>
                <a:cubicBezTo>
                  <a:pt x="21072" y="11201"/>
                  <a:pt x="21394" y="12973"/>
                  <a:pt x="21072" y="14666"/>
                </a:cubicBezTo>
                <a:cubicBezTo>
                  <a:pt x="20749" y="16398"/>
                  <a:pt x="19802" y="18030"/>
                  <a:pt x="18251" y="19581"/>
                </a:cubicBezTo>
                <a:cubicBezTo>
                  <a:pt x="17284" y="20548"/>
                  <a:pt x="16217" y="21293"/>
                  <a:pt x="15089" y="21777"/>
                </a:cubicBezTo>
                <a:cubicBezTo>
                  <a:pt x="13940" y="22280"/>
                  <a:pt x="12752" y="22542"/>
                  <a:pt x="11483" y="22522"/>
                </a:cubicBezTo>
                <a:cubicBezTo>
                  <a:pt x="10012" y="22542"/>
                  <a:pt x="8622" y="22240"/>
                  <a:pt x="7333" y="21676"/>
                </a:cubicBezTo>
                <a:cubicBezTo>
                  <a:pt x="6043" y="21112"/>
                  <a:pt x="4815" y="20205"/>
                  <a:pt x="3626" y="19017"/>
                </a:cubicBezTo>
                <a:cubicBezTo>
                  <a:pt x="1350" y="16740"/>
                  <a:pt x="161" y="14263"/>
                  <a:pt x="81" y="11523"/>
                </a:cubicBezTo>
                <a:cubicBezTo>
                  <a:pt x="0" y="8823"/>
                  <a:pt x="1027" y="6386"/>
                  <a:pt x="3203" y="4210"/>
                </a:cubicBezTo>
                <a:cubicBezTo>
                  <a:pt x="4009" y="3404"/>
                  <a:pt x="4976" y="2679"/>
                  <a:pt x="6084" y="1974"/>
                </a:cubicBezTo>
                <a:cubicBezTo>
                  <a:pt x="7172" y="1289"/>
                  <a:pt x="8481" y="624"/>
                  <a:pt x="9952" y="0"/>
                </a:cubicBezTo>
                <a:lnTo>
                  <a:pt x="13336" y="3384"/>
                </a:lnTo>
                <a:lnTo>
                  <a:pt x="12228" y="4492"/>
                </a:lnTo>
                <a:cubicBezTo>
                  <a:pt x="10757" y="3505"/>
                  <a:pt x="9347" y="3102"/>
                  <a:pt x="8038" y="3243"/>
                </a:cubicBezTo>
                <a:cubicBezTo>
                  <a:pt x="6728" y="3384"/>
                  <a:pt x="5399" y="4110"/>
                  <a:pt x="4089" y="5419"/>
                </a:cubicBezTo>
                <a:cubicBezTo>
                  <a:pt x="2518" y="6990"/>
                  <a:pt x="1894" y="8743"/>
                  <a:pt x="2196" y="10657"/>
                </a:cubicBezTo>
                <a:cubicBezTo>
                  <a:pt x="2518" y="12591"/>
                  <a:pt x="3747" y="14625"/>
                  <a:pt x="5882" y="16761"/>
                </a:cubicBezTo>
                <a:cubicBezTo>
                  <a:pt x="8038" y="18916"/>
                  <a:pt x="10072" y="20145"/>
                  <a:pt x="11986" y="20447"/>
                </a:cubicBezTo>
                <a:cubicBezTo>
                  <a:pt x="13920" y="20769"/>
                  <a:pt x="15653" y="20125"/>
                  <a:pt x="17224" y="18554"/>
                </a:cubicBezTo>
                <a:cubicBezTo>
                  <a:pt x="18312" y="17466"/>
                  <a:pt x="18936" y="16317"/>
                  <a:pt x="19138" y="15068"/>
                </a:cubicBezTo>
                <a:cubicBezTo>
                  <a:pt x="19319" y="13840"/>
                  <a:pt x="19057" y="12570"/>
                  <a:pt x="18332" y="11201"/>
                </a:cubicBezTo>
                <a:lnTo>
                  <a:pt x="20145" y="938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228C80-32E6-4F28-9C03-093A3B260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6117" y="2440423"/>
            <a:ext cx="10" cy="9971"/>
          </a:xfrm>
          <a:custGeom xmlns:a="http://schemas.openxmlformats.org/drawingml/2006/main">
            <a:pathLst>
              <a:path w="1" h="9971">
                <a:moveTo>
                  <a:pt x="0" y="0"/>
                </a:moveTo>
                <a:lnTo>
                  <a:pt x="0" y="997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A76E14-BFC2-4887-93A0-3404A08DE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6117" y="2440423"/>
            <a:ext cx="10" cy="9971"/>
          </a:xfrm>
          <a:custGeom xmlns:a="http://schemas.openxmlformats.org/drawingml/2006/main">
            <a:pathLst>
              <a:path w="1" h="9971" fill="none">
                <a:moveTo>
                  <a:pt x="0" y="0"/>
                </a:moveTo>
                <a:lnTo>
                  <a:pt x="0" y="9971"/>
                </a:lnTo>
              </a:path>
            </a:pathLst>
          </a:custGeom>
          <a:noFill xmlns:a="http://schemas.openxmlformats.org/drawingml/2006/main"/>
          <a:ln xmlns:a="http://schemas.openxmlformats.org/drawingml/2006/main" w="2279" cap="flat">
            <a:solidFill>
              <a:srgbClr val="000000"/>
            </a:solidFill>
            <a:round/>
          </a:ln>
        </p:spPr>
      </p:sp>
      <p:sp>
        <p:nvSpPr>
          <p:cNvPr id="12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D910AA-459A-4559-9054-A667A1B9D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695" y="2480480"/>
            <a:ext cx="21394" cy="22542"/>
          </a:xfrm>
          <a:custGeom xmlns:a="http://schemas.openxmlformats.org/drawingml/2006/main">
            <a:pathLst>
              <a:path w="21394" h="22542">
                <a:moveTo>
                  <a:pt x="20145" y="9388"/>
                </a:moveTo>
                <a:cubicBezTo>
                  <a:pt x="21072" y="11201"/>
                  <a:pt x="21394" y="12973"/>
                  <a:pt x="21072" y="14666"/>
                </a:cubicBezTo>
                <a:cubicBezTo>
                  <a:pt x="20749" y="16398"/>
                  <a:pt x="19802" y="18030"/>
                  <a:pt x="18251" y="19581"/>
                </a:cubicBezTo>
                <a:cubicBezTo>
                  <a:pt x="17284" y="20548"/>
                  <a:pt x="16217" y="21293"/>
                  <a:pt x="15089" y="21777"/>
                </a:cubicBezTo>
                <a:cubicBezTo>
                  <a:pt x="13940" y="22280"/>
                  <a:pt x="12752" y="22542"/>
                  <a:pt x="11483" y="22522"/>
                </a:cubicBezTo>
                <a:cubicBezTo>
                  <a:pt x="10012" y="22542"/>
                  <a:pt x="8622" y="22240"/>
                  <a:pt x="7333" y="21676"/>
                </a:cubicBezTo>
                <a:cubicBezTo>
                  <a:pt x="6043" y="21112"/>
                  <a:pt x="4815" y="20205"/>
                  <a:pt x="3626" y="19017"/>
                </a:cubicBezTo>
                <a:cubicBezTo>
                  <a:pt x="1350" y="16740"/>
                  <a:pt x="161" y="14263"/>
                  <a:pt x="81" y="11523"/>
                </a:cubicBezTo>
                <a:cubicBezTo>
                  <a:pt x="0" y="8823"/>
                  <a:pt x="1027" y="6386"/>
                  <a:pt x="3203" y="4210"/>
                </a:cubicBezTo>
                <a:cubicBezTo>
                  <a:pt x="4009" y="3404"/>
                  <a:pt x="4976" y="2679"/>
                  <a:pt x="6084" y="1974"/>
                </a:cubicBezTo>
                <a:cubicBezTo>
                  <a:pt x="7172" y="1289"/>
                  <a:pt x="8481" y="624"/>
                  <a:pt x="9952" y="0"/>
                </a:cubicBezTo>
                <a:lnTo>
                  <a:pt x="13336" y="3384"/>
                </a:lnTo>
                <a:lnTo>
                  <a:pt x="12228" y="4492"/>
                </a:lnTo>
                <a:cubicBezTo>
                  <a:pt x="10757" y="3505"/>
                  <a:pt x="9347" y="3102"/>
                  <a:pt x="8038" y="3243"/>
                </a:cubicBezTo>
                <a:cubicBezTo>
                  <a:pt x="6728" y="3384"/>
                  <a:pt x="5399" y="4110"/>
                  <a:pt x="4089" y="5419"/>
                </a:cubicBezTo>
                <a:cubicBezTo>
                  <a:pt x="2518" y="6990"/>
                  <a:pt x="1894" y="8743"/>
                  <a:pt x="2196" y="10657"/>
                </a:cubicBezTo>
                <a:cubicBezTo>
                  <a:pt x="2518" y="12591"/>
                  <a:pt x="3747" y="14625"/>
                  <a:pt x="5882" y="16761"/>
                </a:cubicBezTo>
                <a:cubicBezTo>
                  <a:pt x="8038" y="18916"/>
                  <a:pt x="10072" y="20145"/>
                  <a:pt x="11986" y="20447"/>
                </a:cubicBezTo>
                <a:cubicBezTo>
                  <a:pt x="13920" y="20769"/>
                  <a:pt x="15653" y="20125"/>
                  <a:pt x="17224" y="18554"/>
                </a:cubicBezTo>
                <a:cubicBezTo>
                  <a:pt x="18312" y="17466"/>
                  <a:pt x="18936" y="16317"/>
                  <a:pt x="19138" y="15068"/>
                </a:cubicBezTo>
                <a:cubicBezTo>
                  <a:pt x="19319" y="13840"/>
                  <a:pt x="19057" y="12570"/>
                  <a:pt x="18332" y="11201"/>
                </a:cubicBezTo>
                <a:lnTo>
                  <a:pt x="20145" y="938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240467-97F6-4A73-98A7-7CA44B2F9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3241" y="2464747"/>
            <a:ext cx="17828" cy="24214"/>
          </a:xfrm>
          <a:custGeom xmlns:a="http://schemas.openxmlformats.org/drawingml/2006/main">
            <a:pathLst>
              <a:path w="17828" h="24214">
                <a:moveTo>
                  <a:pt x="9085" y="8682"/>
                </a:moveTo>
                <a:lnTo>
                  <a:pt x="6305" y="11462"/>
                </a:lnTo>
                <a:lnTo>
                  <a:pt x="8763" y="15572"/>
                </a:lnTo>
                <a:lnTo>
                  <a:pt x="11563" y="12772"/>
                </a:lnTo>
                <a:lnTo>
                  <a:pt x="9085" y="8682"/>
                </a:lnTo>
                <a:close/>
                <a:moveTo>
                  <a:pt x="2095" y="4472"/>
                </a:moveTo>
                <a:lnTo>
                  <a:pt x="5177" y="9569"/>
                </a:lnTo>
                <a:lnTo>
                  <a:pt x="7957" y="6789"/>
                </a:lnTo>
                <a:lnTo>
                  <a:pt x="4875" y="1692"/>
                </a:lnTo>
                <a:lnTo>
                  <a:pt x="6567" y="0"/>
                </a:lnTo>
                <a:lnTo>
                  <a:pt x="9629" y="5117"/>
                </a:lnTo>
                <a:lnTo>
                  <a:pt x="12651" y="2095"/>
                </a:lnTo>
                <a:lnTo>
                  <a:pt x="14162" y="3606"/>
                </a:lnTo>
                <a:lnTo>
                  <a:pt x="10757" y="7010"/>
                </a:lnTo>
                <a:lnTo>
                  <a:pt x="13235" y="11100"/>
                </a:lnTo>
                <a:lnTo>
                  <a:pt x="16317" y="8018"/>
                </a:lnTo>
                <a:lnTo>
                  <a:pt x="17828" y="9529"/>
                </a:lnTo>
                <a:lnTo>
                  <a:pt x="14363" y="12993"/>
                </a:lnTo>
                <a:lnTo>
                  <a:pt x="17425" y="18070"/>
                </a:lnTo>
                <a:lnTo>
                  <a:pt x="15733" y="19762"/>
                </a:lnTo>
                <a:lnTo>
                  <a:pt x="12691" y="14666"/>
                </a:lnTo>
                <a:lnTo>
                  <a:pt x="9911" y="17446"/>
                </a:lnTo>
                <a:lnTo>
                  <a:pt x="12953" y="22542"/>
                </a:lnTo>
                <a:lnTo>
                  <a:pt x="11281" y="24214"/>
                </a:lnTo>
                <a:lnTo>
                  <a:pt x="8219" y="19138"/>
                </a:lnTo>
                <a:lnTo>
                  <a:pt x="5177" y="22180"/>
                </a:lnTo>
                <a:lnTo>
                  <a:pt x="3666" y="20669"/>
                </a:lnTo>
                <a:lnTo>
                  <a:pt x="7091" y="17244"/>
                </a:lnTo>
                <a:lnTo>
                  <a:pt x="4613" y="13155"/>
                </a:lnTo>
                <a:lnTo>
                  <a:pt x="1511" y="16257"/>
                </a:lnTo>
                <a:lnTo>
                  <a:pt x="0" y="14746"/>
                </a:lnTo>
                <a:lnTo>
                  <a:pt x="3485" y="11261"/>
                </a:lnTo>
                <a:lnTo>
                  <a:pt x="423" y="6144"/>
                </a:lnTo>
                <a:lnTo>
                  <a:pt x="2095" y="447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00154E-48EA-46DB-9DF7-60AC92692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7068" y="2440423"/>
            <a:ext cx="10" cy="9971"/>
          </a:xfrm>
          <a:custGeom xmlns:a="http://schemas.openxmlformats.org/drawingml/2006/main">
            <a:pathLst>
              <a:path w="1" h="9971">
                <a:moveTo>
                  <a:pt x="0" y="0"/>
                </a:moveTo>
                <a:lnTo>
                  <a:pt x="0" y="997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5EF5B3-C8D0-4C4C-9B6A-CBBE10193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7068" y="2440423"/>
            <a:ext cx="10" cy="9971"/>
          </a:xfrm>
          <a:custGeom xmlns:a="http://schemas.openxmlformats.org/drawingml/2006/main">
            <a:pathLst>
              <a:path w="1" h="9971" fill="none">
                <a:moveTo>
                  <a:pt x="0" y="0"/>
                </a:moveTo>
                <a:lnTo>
                  <a:pt x="0" y="9971"/>
                </a:lnTo>
              </a:path>
            </a:pathLst>
          </a:custGeom>
          <a:noFill xmlns:a="http://schemas.openxmlformats.org/drawingml/2006/main"/>
          <a:ln xmlns:a="http://schemas.openxmlformats.org/drawingml/2006/main" w="2279" cap="flat">
            <a:solidFill>
              <a:srgbClr val="000000"/>
            </a:solidFill>
            <a:round/>
          </a:ln>
        </p:spPr>
      </p:sp>
      <p:sp>
        <p:nvSpPr>
          <p:cNvPr id="12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0A81EC-DCE7-45A8-920D-9C5F6B4F0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8210" y="2497351"/>
            <a:ext cx="21394" cy="22542"/>
          </a:xfrm>
          <a:custGeom xmlns:a="http://schemas.openxmlformats.org/drawingml/2006/main">
            <a:pathLst>
              <a:path w="21394" h="22542">
                <a:moveTo>
                  <a:pt x="20145" y="9388"/>
                </a:moveTo>
                <a:cubicBezTo>
                  <a:pt x="21072" y="11201"/>
                  <a:pt x="21394" y="12973"/>
                  <a:pt x="21072" y="14666"/>
                </a:cubicBezTo>
                <a:cubicBezTo>
                  <a:pt x="20749" y="16398"/>
                  <a:pt x="19802" y="18030"/>
                  <a:pt x="18251" y="19581"/>
                </a:cubicBezTo>
                <a:cubicBezTo>
                  <a:pt x="17284" y="20548"/>
                  <a:pt x="16217" y="21293"/>
                  <a:pt x="15089" y="21777"/>
                </a:cubicBezTo>
                <a:cubicBezTo>
                  <a:pt x="13940" y="22280"/>
                  <a:pt x="12752" y="22542"/>
                  <a:pt x="11483" y="22522"/>
                </a:cubicBezTo>
                <a:cubicBezTo>
                  <a:pt x="10012" y="22542"/>
                  <a:pt x="8622" y="22240"/>
                  <a:pt x="7333" y="21676"/>
                </a:cubicBezTo>
                <a:cubicBezTo>
                  <a:pt x="6043" y="21112"/>
                  <a:pt x="4815" y="20205"/>
                  <a:pt x="3626" y="19017"/>
                </a:cubicBezTo>
                <a:cubicBezTo>
                  <a:pt x="1350" y="16740"/>
                  <a:pt x="161" y="14263"/>
                  <a:pt x="81" y="11523"/>
                </a:cubicBezTo>
                <a:cubicBezTo>
                  <a:pt x="0" y="8823"/>
                  <a:pt x="1027" y="6386"/>
                  <a:pt x="3203" y="4210"/>
                </a:cubicBezTo>
                <a:cubicBezTo>
                  <a:pt x="4009" y="3404"/>
                  <a:pt x="4976" y="2679"/>
                  <a:pt x="6084" y="1974"/>
                </a:cubicBezTo>
                <a:cubicBezTo>
                  <a:pt x="7172" y="1289"/>
                  <a:pt x="8481" y="624"/>
                  <a:pt x="9952" y="0"/>
                </a:cubicBezTo>
                <a:lnTo>
                  <a:pt x="13336" y="3384"/>
                </a:lnTo>
                <a:lnTo>
                  <a:pt x="12228" y="4492"/>
                </a:lnTo>
                <a:cubicBezTo>
                  <a:pt x="10757" y="3505"/>
                  <a:pt x="9347" y="3102"/>
                  <a:pt x="8038" y="3243"/>
                </a:cubicBezTo>
                <a:cubicBezTo>
                  <a:pt x="6728" y="3384"/>
                  <a:pt x="5399" y="4110"/>
                  <a:pt x="4089" y="5419"/>
                </a:cubicBezTo>
                <a:cubicBezTo>
                  <a:pt x="2518" y="6990"/>
                  <a:pt x="1894" y="8743"/>
                  <a:pt x="2196" y="10657"/>
                </a:cubicBezTo>
                <a:cubicBezTo>
                  <a:pt x="2518" y="12591"/>
                  <a:pt x="3747" y="14625"/>
                  <a:pt x="5882" y="16761"/>
                </a:cubicBezTo>
                <a:cubicBezTo>
                  <a:pt x="8038" y="18916"/>
                  <a:pt x="10072" y="20145"/>
                  <a:pt x="11986" y="20447"/>
                </a:cubicBezTo>
                <a:cubicBezTo>
                  <a:pt x="13920" y="20769"/>
                  <a:pt x="15653" y="20125"/>
                  <a:pt x="17224" y="18554"/>
                </a:cubicBezTo>
                <a:cubicBezTo>
                  <a:pt x="18312" y="17466"/>
                  <a:pt x="18936" y="16317"/>
                  <a:pt x="19138" y="15068"/>
                </a:cubicBezTo>
                <a:cubicBezTo>
                  <a:pt x="19319" y="13840"/>
                  <a:pt x="19057" y="12570"/>
                  <a:pt x="18332" y="11201"/>
                </a:cubicBezTo>
                <a:lnTo>
                  <a:pt x="20145" y="938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682242-63B3-4B13-940E-C1EF46D0C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8475" y="2487561"/>
            <a:ext cx="14202" cy="14202"/>
          </a:xfrm>
          <a:custGeom xmlns:a="http://schemas.openxmlformats.org/drawingml/2006/main">
            <a:pathLst>
              <a:path w="14202" h="14202">
                <a:moveTo>
                  <a:pt x="1571" y="0"/>
                </a:moveTo>
                <a:lnTo>
                  <a:pt x="7091" y="5520"/>
                </a:lnTo>
                <a:lnTo>
                  <a:pt x="12611" y="0"/>
                </a:lnTo>
                <a:lnTo>
                  <a:pt x="14202" y="1591"/>
                </a:lnTo>
                <a:lnTo>
                  <a:pt x="8682" y="7111"/>
                </a:lnTo>
                <a:lnTo>
                  <a:pt x="14202" y="12631"/>
                </a:lnTo>
                <a:lnTo>
                  <a:pt x="12631" y="14202"/>
                </a:lnTo>
                <a:lnTo>
                  <a:pt x="7111" y="8682"/>
                </a:lnTo>
                <a:lnTo>
                  <a:pt x="1591" y="14202"/>
                </a:lnTo>
                <a:lnTo>
                  <a:pt x="0" y="12611"/>
                </a:lnTo>
                <a:lnTo>
                  <a:pt x="5520" y="7091"/>
                </a:lnTo>
                <a:lnTo>
                  <a:pt x="0" y="1571"/>
                </a:lnTo>
                <a:lnTo>
                  <a:pt x="157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29F962-8E26-442C-8332-C7947F33F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5357" y="2470679"/>
            <a:ext cx="14202" cy="14202"/>
          </a:xfrm>
          <a:custGeom xmlns:a="http://schemas.openxmlformats.org/drawingml/2006/main">
            <a:pathLst>
              <a:path w="14202" h="14202">
                <a:moveTo>
                  <a:pt x="1571" y="0"/>
                </a:moveTo>
                <a:lnTo>
                  <a:pt x="7091" y="5520"/>
                </a:lnTo>
                <a:lnTo>
                  <a:pt x="12611" y="0"/>
                </a:lnTo>
                <a:lnTo>
                  <a:pt x="14202" y="1591"/>
                </a:lnTo>
                <a:lnTo>
                  <a:pt x="8682" y="7111"/>
                </a:lnTo>
                <a:lnTo>
                  <a:pt x="14202" y="12631"/>
                </a:lnTo>
                <a:lnTo>
                  <a:pt x="12631" y="14202"/>
                </a:lnTo>
                <a:lnTo>
                  <a:pt x="7111" y="8682"/>
                </a:lnTo>
                <a:lnTo>
                  <a:pt x="1591" y="14202"/>
                </a:lnTo>
                <a:lnTo>
                  <a:pt x="0" y="12611"/>
                </a:lnTo>
                <a:lnTo>
                  <a:pt x="5520" y="7091"/>
                </a:lnTo>
                <a:lnTo>
                  <a:pt x="0" y="1571"/>
                </a:lnTo>
                <a:lnTo>
                  <a:pt x="157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3324B2-7679-45CD-8B7F-79B978ADA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8020" y="2440423"/>
            <a:ext cx="10" cy="9971"/>
          </a:xfrm>
          <a:custGeom xmlns:a="http://schemas.openxmlformats.org/drawingml/2006/main">
            <a:pathLst>
              <a:path w="1" h="9971">
                <a:moveTo>
                  <a:pt x="0" y="0"/>
                </a:moveTo>
                <a:lnTo>
                  <a:pt x="0" y="997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C89968-32F4-4B8B-B017-8AE8005F5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8020" y="2440423"/>
            <a:ext cx="10" cy="9971"/>
          </a:xfrm>
          <a:custGeom xmlns:a="http://schemas.openxmlformats.org/drawingml/2006/main">
            <a:pathLst>
              <a:path w="1" h="9971" fill="none">
                <a:moveTo>
                  <a:pt x="0" y="0"/>
                </a:moveTo>
                <a:lnTo>
                  <a:pt x="0" y="9971"/>
                </a:lnTo>
              </a:path>
            </a:pathLst>
          </a:custGeom>
          <a:noFill xmlns:a="http://schemas.openxmlformats.org/drawingml/2006/main"/>
          <a:ln xmlns:a="http://schemas.openxmlformats.org/drawingml/2006/main" w="2279" cap="flat">
            <a:solidFill>
              <a:srgbClr val="000000"/>
            </a:solidFill>
            <a:round/>
          </a:ln>
        </p:spPr>
      </p:sp>
      <p:sp>
        <p:nvSpPr>
          <p:cNvPr id="12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875E74-280E-43C3-B10E-FC151127A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9684" y="2476086"/>
            <a:ext cx="23066" cy="22905"/>
          </a:xfrm>
          <a:custGeom xmlns:a="http://schemas.openxmlformats.org/drawingml/2006/main">
            <a:pathLst>
              <a:path w="23066" h="22905">
                <a:moveTo>
                  <a:pt x="12389" y="4593"/>
                </a:moveTo>
                <a:cubicBezTo>
                  <a:pt x="10919" y="3606"/>
                  <a:pt x="9549" y="3163"/>
                  <a:pt x="8239" y="3304"/>
                </a:cubicBezTo>
                <a:cubicBezTo>
                  <a:pt x="6930" y="3445"/>
                  <a:pt x="5600" y="4170"/>
                  <a:pt x="4311" y="5459"/>
                </a:cubicBezTo>
                <a:cubicBezTo>
                  <a:pt x="2619" y="7151"/>
                  <a:pt x="1894" y="8965"/>
                  <a:pt x="2156" y="10878"/>
                </a:cubicBezTo>
                <a:cubicBezTo>
                  <a:pt x="2397" y="12812"/>
                  <a:pt x="3646" y="14867"/>
                  <a:pt x="5842" y="17063"/>
                </a:cubicBezTo>
                <a:cubicBezTo>
                  <a:pt x="8018" y="19238"/>
                  <a:pt x="10072" y="20447"/>
                  <a:pt x="12047" y="20689"/>
                </a:cubicBezTo>
                <a:cubicBezTo>
                  <a:pt x="14001" y="20951"/>
                  <a:pt x="15814" y="20226"/>
                  <a:pt x="17486" y="18554"/>
                </a:cubicBezTo>
                <a:cubicBezTo>
                  <a:pt x="18211" y="17828"/>
                  <a:pt x="18836" y="17043"/>
                  <a:pt x="19339" y="16176"/>
                </a:cubicBezTo>
                <a:cubicBezTo>
                  <a:pt x="19843" y="15310"/>
                  <a:pt x="20205" y="14383"/>
                  <a:pt x="20427" y="13396"/>
                </a:cubicBezTo>
                <a:lnTo>
                  <a:pt x="16640" y="9609"/>
                </a:lnTo>
                <a:lnTo>
                  <a:pt x="13880" y="12369"/>
                </a:lnTo>
                <a:lnTo>
                  <a:pt x="12832" y="11321"/>
                </a:lnTo>
                <a:lnTo>
                  <a:pt x="17587" y="6567"/>
                </a:lnTo>
                <a:lnTo>
                  <a:pt x="23066" y="12047"/>
                </a:lnTo>
                <a:cubicBezTo>
                  <a:pt x="22703" y="13457"/>
                  <a:pt x="22139" y="14746"/>
                  <a:pt x="21374" y="15995"/>
                </a:cubicBezTo>
                <a:cubicBezTo>
                  <a:pt x="20608" y="17244"/>
                  <a:pt x="19641" y="18453"/>
                  <a:pt x="18513" y="19581"/>
                </a:cubicBezTo>
                <a:cubicBezTo>
                  <a:pt x="16297" y="21797"/>
                  <a:pt x="13819" y="22905"/>
                  <a:pt x="11120" y="22865"/>
                </a:cubicBezTo>
                <a:cubicBezTo>
                  <a:pt x="8421" y="22824"/>
                  <a:pt x="5902" y="21636"/>
                  <a:pt x="3586" y="19319"/>
                </a:cubicBezTo>
                <a:cubicBezTo>
                  <a:pt x="1269" y="17002"/>
                  <a:pt x="81" y="14484"/>
                  <a:pt x="40" y="11785"/>
                </a:cubicBezTo>
                <a:cubicBezTo>
                  <a:pt x="0" y="9085"/>
                  <a:pt x="1108" y="6567"/>
                  <a:pt x="3384" y="4291"/>
                </a:cubicBezTo>
                <a:cubicBezTo>
                  <a:pt x="4210" y="3465"/>
                  <a:pt x="5177" y="2699"/>
                  <a:pt x="6285" y="1994"/>
                </a:cubicBezTo>
                <a:cubicBezTo>
                  <a:pt x="7373" y="1309"/>
                  <a:pt x="8622" y="624"/>
                  <a:pt x="10012" y="0"/>
                </a:cubicBezTo>
                <a:lnTo>
                  <a:pt x="13497" y="3485"/>
                </a:lnTo>
                <a:lnTo>
                  <a:pt x="12389" y="45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2ECEEA-0AE2-420C-892F-7A858BF03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8640" y="2468733"/>
            <a:ext cx="15512" cy="15491"/>
          </a:xfrm>
          <a:custGeom xmlns:a="http://schemas.openxmlformats.org/drawingml/2006/main">
            <a:pathLst>
              <a:path w="15512" h="15491">
                <a:moveTo>
                  <a:pt x="12309" y="12288"/>
                </a:moveTo>
                <a:cubicBezTo>
                  <a:pt x="13276" y="11321"/>
                  <a:pt x="13618" y="10213"/>
                  <a:pt x="13356" y="8944"/>
                </a:cubicBezTo>
                <a:cubicBezTo>
                  <a:pt x="13074" y="7695"/>
                  <a:pt x="12208" y="6305"/>
                  <a:pt x="10717" y="4815"/>
                </a:cubicBezTo>
                <a:cubicBezTo>
                  <a:pt x="9226" y="3324"/>
                  <a:pt x="7816" y="2438"/>
                  <a:pt x="6567" y="2156"/>
                </a:cubicBezTo>
                <a:cubicBezTo>
                  <a:pt x="5298" y="1894"/>
                  <a:pt x="4190" y="2236"/>
                  <a:pt x="3223" y="3203"/>
                </a:cubicBezTo>
                <a:cubicBezTo>
                  <a:pt x="2256" y="4170"/>
                  <a:pt x="1894" y="5298"/>
                  <a:pt x="2176" y="6547"/>
                </a:cubicBezTo>
                <a:cubicBezTo>
                  <a:pt x="2438" y="7816"/>
                  <a:pt x="3344" y="9206"/>
                  <a:pt x="4835" y="10697"/>
                </a:cubicBezTo>
                <a:cubicBezTo>
                  <a:pt x="6326" y="12188"/>
                  <a:pt x="7695" y="13074"/>
                  <a:pt x="8965" y="13336"/>
                </a:cubicBezTo>
                <a:cubicBezTo>
                  <a:pt x="10213" y="13618"/>
                  <a:pt x="11342" y="13255"/>
                  <a:pt x="12309" y="12288"/>
                </a:cubicBezTo>
                <a:close/>
                <a:moveTo>
                  <a:pt x="13255" y="13235"/>
                </a:moveTo>
                <a:cubicBezTo>
                  <a:pt x="11724" y="14766"/>
                  <a:pt x="10032" y="15491"/>
                  <a:pt x="8098" y="15411"/>
                </a:cubicBezTo>
                <a:cubicBezTo>
                  <a:pt x="6164" y="15330"/>
                  <a:pt x="4371" y="14464"/>
                  <a:pt x="2699" y="12792"/>
                </a:cubicBezTo>
                <a:cubicBezTo>
                  <a:pt x="1048" y="11140"/>
                  <a:pt x="161" y="9367"/>
                  <a:pt x="81" y="7433"/>
                </a:cubicBezTo>
                <a:cubicBezTo>
                  <a:pt x="0" y="5500"/>
                  <a:pt x="725" y="3767"/>
                  <a:pt x="2256" y="2236"/>
                </a:cubicBezTo>
                <a:cubicBezTo>
                  <a:pt x="3787" y="705"/>
                  <a:pt x="5500" y="0"/>
                  <a:pt x="7433" y="81"/>
                </a:cubicBezTo>
                <a:cubicBezTo>
                  <a:pt x="9367" y="161"/>
                  <a:pt x="11160" y="1027"/>
                  <a:pt x="12812" y="2679"/>
                </a:cubicBezTo>
                <a:cubicBezTo>
                  <a:pt x="14484" y="4351"/>
                  <a:pt x="15350" y="6144"/>
                  <a:pt x="15431" y="8078"/>
                </a:cubicBezTo>
                <a:cubicBezTo>
                  <a:pt x="15512" y="10012"/>
                  <a:pt x="14786" y="11704"/>
                  <a:pt x="13255" y="1323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34B750-FF5C-493B-9291-B07D26F34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8971" y="2440423"/>
            <a:ext cx="10" cy="9971"/>
          </a:xfrm>
          <a:custGeom xmlns:a="http://schemas.openxmlformats.org/drawingml/2006/main">
            <a:pathLst>
              <a:path w="1" h="9971">
                <a:moveTo>
                  <a:pt x="0" y="0"/>
                </a:moveTo>
                <a:lnTo>
                  <a:pt x="0" y="997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2F48A1-DC2B-44AB-84BA-31617FD65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8971" y="2440423"/>
            <a:ext cx="10" cy="9971"/>
          </a:xfrm>
          <a:custGeom xmlns:a="http://schemas.openxmlformats.org/drawingml/2006/main">
            <a:pathLst>
              <a:path w="1" h="9971" fill="none">
                <a:moveTo>
                  <a:pt x="0" y="0"/>
                </a:moveTo>
                <a:lnTo>
                  <a:pt x="0" y="9971"/>
                </a:lnTo>
              </a:path>
            </a:pathLst>
          </a:custGeom>
          <a:noFill xmlns:a="http://schemas.openxmlformats.org/drawingml/2006/main"/>
          <a:ln xmlns:a="http://schemas.openxmlformats.org/drawingml/2006/main" w="2279" cap="flat">
            <a:solidFill>
              <a:srgbClr val="000000"/>
            </a:solidFill>
            <a:round/>
          </a:ln>
        </p:spPr>
      </p:sp>
      <p:sp>
        <p:nvSpPr>
          <p:cNvPr id="12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0DD350-A197-4FDB-9EF7-35A8A5F05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9082" y="2497357"/>
            <a:ext cx="21152" cy="27014"/>
          </a:xfrm>
          <a:custGeom xmlns:a="http://schemas.openxmlformats.org/drawingml/2006/main">
            <a:pathLst>
              <a:path w="21152" h="27014">
                <a:moveTo>
                  <a:pt x="15512" y="27014"/>
                </a:moveTo>
                <a:lnTo>
                  <a:pt x="13195" y="24698"/>
                </a:lnTo>
                <a:lnTo>
                  <a:pt x="14323" y="23570"/>
                </a:lnTo>
                <a:cubicBezTo>
                  <a:pt x="14988" y="24194"/>
                  <a:pt x="15612" y="24537"/>
                  <a:pt x="16217" y="24577"/>
                </a:cubicBezTo>
                <a:cubicBezTo>
                  <a:pt x="16821" y="24617"/>
                  <a:pt x="17405" y="24355"/>
                  <a:pt x="17989" y="23771"/>
                </a:cubicBezTo>
                <a:cubicBezTo>
                  <a:pt x="18755" y="23006"/>
                  <a:pt x="19037" y="22200"/>
                  <a:pt x="18876" y="21394"/>
                </a:cubicBezTo>
                <a:cubicBezTo>
                  <a:pt x="18695" y="20608"/>
                  <a:pt x="17889" y="19480"/>
                  <a:pt x="16479" y="18070"/>
                </a:cubicBezTo>
                <a:lnTo>
                  <a:pt x="3324" y="4915"/>
                </a:lnTo>
                <a:lnTo>
                  <a:pt x="1048" y="7192"/>
                </a:lnTo>
                <a:lnTo>
                  <a:pt x="0" y="6144"/>
                </a:lnTo>
                <a:lnTo>
                  <a:pt x="6144" y="0"/>
                </a:lnTo>
                <a:lnTo>
                  <a:pt x="7192" y="1048"/>
                </a:lnTo>
                <a:lnTo>
                  <a:pt x="5318" y="2921"/>
                </a:lnTo>
                <a:lnTo>
                  <a:pt x="18554" y="16156"/>
                </a:lnTo>
                <a:cubicBezTo>
                  <a:pt x="20165" y="17768"/>
                  <a:pt x="20991" y="19238"/>
                  <a:pt x="21072" y="20608"/>
                </a:cubicBezTo>
                <a:cubicBezTo>
                  <a:pt x="21152" y="21978"/>
                  <a:pt x="20467" y="23388"/>
                  <a:pt x="19017" y="24839"/>
                </a:cubicBezTo>
                <a:cubicBezTo>
                  <a:pt x="18533" y="25322"/>
                  <a:pt x="18010" y="25725"/>
                  <a:pt x="17425" y="26068"/>
                </a:cubicBezTo>
                <a:cubicBezTo>
                  <a:pt x="16841" y="26410"/>
                  <a:pt x="16197" y="26732"/>
                  <a:pt x="15512" y="2701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B5F989-C06C-431E-AD03-C2CE378BA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2721" y="2492744"/>
            <a:ext cx="19561" cy="15794"/>
          </a:xfrm>
          <a:custGeom xmlns:a="http://schemas.openxmlformats.org/drawingml/2006/main">
            <a:pathLst>
              <a:path w="19561" h="15794">
                <a:moveTo>
                  <a:pt x="12852" y="7071"/>
                </a:moveTo>
                <a:lnTo>
                  <a:pt x="10637" y="4855"/>
                </a:lnTo>
                <a:lnTo>
                  <a:pt x="8300" y="7192"/>
                </a:lnTo>
                <a:cubicBezTo>
                  <a:pt x="7393" y="8098"/>
                  <a:pt x="6930" y="8965"/>
                  <a:pt x="6869" y="9790"/>
                </a:cubicBezTo>
                <a:cubicBezTo>
                  <a:pt x="6829" y="10637"/>
                  <a:pt x="7212" y="11422"/>
                  <a:pt x="7998" y="12208"/>
                </a:cubicBezTo>
                <a:cubicBezTo>
                  <a:pt x="8723" y="12933"/>
                  <a:pt x="9529" y="13296"/>
                  <a:pt x="10395" y="13276"/>
                </a:cubicBezTo>
                <a:cubicBezTo>
                  <a:pt x="11281" y="13276"/>
                  <a:pt x="12087" y="12873"/>
                  <a:pt x="12852" y="12107"/>
                </a:cubicBezTo>
                <a:cubicBezTo>
                  <a:pt x="13598" y="11362"/>
                  <a:pt x="13981" y="10536"/>
                  <a:pt x="13981" y="9609"/>
                </a:cubicBezTo>
                <a:cubicBezTo>
                  <a:pt x="13981" y="8682"/>
                  <a:pt x="13618" y="7836"/>
                  <a:pt x="12852" y="7071"/>
                </a:cubicBezTo>
                <a:close/>
                <a:moveTo>
                  <a:pt x="11422" y="2014"/>
                </a:moveTo>
                <a:lnTo>
                  <a:pt x="16902" y="7494"/>
                </a:lnTo>
                <a:lnTo>
                  <a:pt x="18513" y="5882"/>
                </a:lnTo>
                <a:lnTo>
                  <a:pt x="19561" y="6930"/>
                </a:lnTo>
                <a:lnTo>
                  <a:pt x="16136" y="10355"/>
                </a:lnTo>
                <a:lnTo>
                  <a:pt x="15008" y="9226"/>
                </a:lnTo>
                <a:cubicBezTo>
                  <a:pt x="15089" y="10113"/>
                  <a:pt x="14988" y="10939"/>
                  <a:pt x="14686" y="11684"/>
                </a:cubicBezTo>
                <a:cubicBezTo>
                  <a:pt x="14363" y="12409"/>
                  <a:pt x="13860" y="13155"/>
                  <a:pt x="13175" y="13840"/>
                </a:cubicBezTo>
                <a:cubicBezTo>
                  <a:pt x="12006" y="15008"/>
                  <a:pt x="10778" y="15632"/>
                  <a:pt x="9488" y="15713"/>
                </a:cubicBezTo>
                <a:cubicBezTo>
                  <a:pt x="8199" y="15794"/>
                  <a:pt x="7031" y="15270"/>
                  <a:pt x="5983" y="14222"/>
                </a:cubicBezTo>
                <a:cubicBezTo>
                  <a:pt x="4915" y="13155"/>
                  <a:pt x="4472" y="11946"/>
                  <a:pt x="4653" y="10556"/>
                </a:cubicBezTo>
                <a:cubicBezTo>
                  <a:pt x="4815" y="9186"/>
                  <a:pt x="5620" y="7776"/>
                  <a:pt x="7051" y="6346"/>
                </a:cubicBezTo>
                <a:lnTo>
                  <a:pt x="9589" y="3807"/>
                </a:lnTo>
                <a:lnTo>
                  <a:pt x="8864" y="3082"/>
                </a:lnTo>
                <a:cubicBezTo>
                  <a:pt x="8078" y="2297"/>
                  <a:pt x="7232" y="1934"/>
                  <a:pt x="6305" y="1974"/>
                </a:cubicBezTo>
                <a:cubicBezTo>
                  <a:pt x="5379" y="2014"/>
                  <a:pt x="4472" y="2478"/>
                  <a:pt x="3606" y="3344"/>
                </a:cubicBezTo>
                <a:cubicBezTo>
                  <a:pt x="2881" y="4069"/>
                  <a:pt x="2498" y="4815"/>
                  <a:pt x="2397" y="5560"/>
                </a:cubicBezTo>
                <a:cubicBezTo>
                  <a:pt x="2276" y="6326"/>
                  <a:pt x="2498" y="7071"/>
                  <a:pt x="3042" y="7816"/>
                </a:cubicBezTo>
                <a:lnTo>
                  <a:pt x="2115" y="8743"/>
                </a:lnTo>
                <a:lnTo>
                  <a:pt x="0" y="6628"/>
                </a:lnTo>
                <a:cubicBezTo>
                  <a:pt x="363" y="5741"/>
                  <a:pt x="766" y="4936"/>
                  <a:pt x="1229" y="4190"/>
                </a:cubicBezTo>
                <a:cubicBezTo>
                  <a:pt x="1692" y="3485"/>
                  <a:pt x="2196" y="2820"/>
                  <a:pt x="2760" y="2256"/>
                </a:cubicBezTo>
                <a:cubicBezTo>
                  <a:pt x="4210" y="806"/>
                  <a:pt x="5661" y="81"/>
                  <a:pt x="7151" y="40"/>
                </a:cubicBezTo>
                <a:cubicBezTo>
                  <a:pt x="8642" y="0"/>
                  <a:pt x="10052" y="645"/>
                  <a:pt x="11422" y="201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C19C9A-EAD9-4490-B9F3-44E54C6E3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2350" y="2477333"/>
            <a:ext cx="16801" cy="16801"/>
          </a:xfrm>
          <a:custGeom xmlns:a="http://schemas.openxmlformats.org/drawingml/2006/main">
            <a:pathLst>
              <a:path w="16801" h="16801">
                <a:moveTo>
                  <a:pt x="15471" y="16801"/>
                </a:moveTo>
                <a:lnTo>
                  <a:pt x="2216" y="11241"/>
                </a:lnTo>
                <a:lnTo>
                  <a:pt x="1048" y="12409"/>
                </a:lnTo>
                <a:lnTo>
                  <a:pt x="0" y="11362"/>
                </a:lnTo>
                <a:lnTo>
                  <a:pt x="4794" y="6567"/>
                </a:lnTo>
                <a:lnTo>
                  <a:pt x="5842" y="7615"/>
                </a:lnTo>
                <a:lnTo>
                  <a:pt x="4170" y="9287"/>
                </a:lnTo>
                <a:lnTo>
                  <a:pt x="14303" y="13537"/>
                </a:lnTo>
                <a:lnTo>
                  <a:pt x="10052" y="3404"/>
                </a:lnTo>
                <a:lnTo>
                  <a:pt x="8481" y="4976"/>
                </a:lnTo>
                <a:lnTo>
                  <a:pt x="7433" y="3928"/>
                </a:lnTo>
                <a:lnTo>
                  <a:pt x="11362" y="0"/>
                </a:lnTo>
                <a:lnTo>
                  <a:pt x="12409" y="1048"/>
                </a:lnTo>
                <a:lnTo>
                  <a:pt x="11241" y="2216"/>
                </a:lnTo>
                <a:lnTo>
                  <a:pt x="16801" y="15471"/>
                </a:lnTo>
                <a:lnTo>
                  <a:pt x="15471" y="168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190841-828B-44C4-8918-F2E5D1092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109" y="2469356"/>
            <a:ext cx="19561" cy="15794"/>
          </a:xfrm>
          <a:custGeom xmlns:a="http://schemas.openxmlformats.org/drawingml/2006/main">
            <a:pathLst>
              <a:path w="19561" h="15794">
                <a:moveTo>
                  <a:pt x="12852" y="7071"/>
                </a:moveTo>
                <a:lnTo>
                  <a:pt x="10637" y="4855"/>
                </a:lnTo>
                <a:lnTo>
                  <a:pt x="8300" y="7192"/>
                </a:lnTo>
                <a:cubicBezTo>
                  <a:pt x="7393" y="8098"/>
                  <a:pt x="6930" y="8965"/>
                  <a:pt x="6869" y="9790"/>
                </a:cubicBezTo>
                <a:cubicBezTo>
                  <a:pt x="6829" y="10637"/>
                  <a:pt x="7212" y="11422"/>
                  <a:pt x="7998" y="12208"/>
                </a:cubicBezTo>
                <a:cubicBezTo>
                  <a:pt x="8723" y="12933"/>
                  <a:pt x="9529" y="13296"/>
                  <a:pt x="10395" y="13276"/>
                </a:cubicBezTo>
                <a:cubicBezTo>
                  <a:pt x="11281" y="13276"/>
                  <a:pt x="12087" y="12873"/>
                  <a:pt x="12852" y="12107"/>
                </a:cubicBezTo>
                <a:cubicBezTo>
                  <a:pt x="13598" y="11362"/>
                  <a:pt x="13981" y="10536"/>
                  <a:pt x="13981" y="9609"/>
                </a:cubicBezTo>
                <a:cubicBezTo>
                  <a:pt x="13981" y="8682"/>
                  <a:pt x="13618" y="7836"/>
                  <a:pt x="12852" y="7071"/>
                </a:cubicBezTo>
                <a:close/>
                <a:moveTo>
                  <a:pt x="11422" y="2014"/>
                </a:moveTo>
                <a:lnTo>
                  <a:pt x="16902" y="7494"/>
                </a:lnTo>
                <a:lnTo>
                  <a:pt x="18513" y="5882"/>
                </a:lnTo>
                <a:lnTo>
                  <a:pt x="19561" y="6930"/>
                </a:lnTo>
                <a:lnTo>
                  <a:pt x="16136" y="10355"/>
                </a:lnTo>
                <a:lnTo>
                  <a:pt x="15008" y="9226"/>
                </a:lnTo>
                <a:cubicBezTo>
                  <a:pt x="15089" y="10113"/>
                  <a:pt x="14988" y="10939"/>
                  <a:pt x="14686" y="11684"/>
                </a:cubicBezTo>
                <a:cubicBezTo>
                  <a:pt x="14363" y="12409"/>
                  <a:pt x="13860" y="13155"/>
                  <a:pt x="13175" y="13840"/>
                </a:cubicBezTo>
                <a:cubicBezTo>
                  <a:pt x="12006" y="15008"/>
                  <a:pt x="10778" y="15632"/>
                  <a:pt x="9488" y="15713"/>
                </a:cubicBezTo>
                <a:cubicBezTo>
                  <a:pt x="8199" y="15794"/>
                  <a:pt x="7031" y="15270"/>
                  <a:pt x="5983" y="14222"/>
                </a:cubicBezTo>
                <a:cubicBezTo>
                  <a:pt x="4915" y="13155"/>
                  <a:pt x="4472" y="11946"/>
                  <a:pt x="4653" y="10556"/>
                </a:cubicBezTo>
                <a:cubicBezTo>
                  <a:pt x="4815" y="9186"/>
                  <a:pt x="5620" y="7776"/>
                  <a:pt x="7051" y="6346"/>
                </a:cubicBezTo>
                <a:lnTo>
                  <a:pt x="9589" y="3807"/>
                </a:lnTo>
                <a:lnTo>
                  <a:pt x="8864" y="3082"/>
                </a:lnTo>
                <a:cubicBezTo>
                  <a:pt x="8078" y="2297"/>
                  <a:pt x="7232" y="1934"/>
                  <a:pt x="6305" y="1974"/>
                </a:cubicBezTo>
                <a:cubicBezTo>
                  <a:pt x="5379" y="2014"/>
                  <a:pt x="4472" y="2478"/>
                  <a:pt x="3606" y="3344"/>
                </a:cubicBezTo>
                <a:cubicBezTo>
                  <a:pt x="2881" y="4069"/>
                  <a:pt x="2498" y="4815"/>
                  <a:pt x="2397" y="5560"/>
                </a:cubicBezTo>
                <a:cubicBezTo>
                  <a:pt x="2276" y="6326"/>
                  <a:pt x="2498" y="7071"/>
                  <a:pt x="3042" y="7816"/>
                </a:cubicBezTo>
                <a:lnTo>
                  <a:pt x="2115" y="8743"/>
                </a:lnTo>
                <a:lnTo>
                  <a:pt x="0" y="6628"/>
                </a:lnTo>
                <a:cubicBezTo>
                  <a:pt x="363" y="5741"/>
                  <a:pt x="766" y="4936"/>
                  <a:pt x="1229" y="4190"/>
                </a:cubicBezTo>
                <a:cubicBezTo>
                  <a:pt x="1692" y="3485"/>
                  <a:pt x="2196" y="2820"/>
                  <a:pt x="2760" y="2256"/>
                </a:cubicBezTo>
                <a:cubicBezTo>
                  <a:pt x="4210" y="806"/>
                  <a:pt x="5661" y="81"/>
                  <a:pt x="7151" y="40"/>
                </a:cubicBezTo>
                <a:cubicBezTo>
                  <a:pt x="8642" y="0"/>
                  <a:pt x="10052" y="645"/>
                  <a:pt x="11422" y="201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A25D0D-F8EA-48B7-8BE7-C21768468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9922" y="2440423"/>
            <a:ext cx="10" cy="9971"/>
          </a:xfrm>
          <a:custGeom xmlns:a="http://schemas.openxmlformats.org/drawingml/2006/main">
            <a:pathLst>
              <a:path w="1" h="9971">
                <a:moveTo>
                  <a:pt x="0" y="0"/>
                </a:moveTo>
                <a:lnTo>
                  <a:pt x="0" y="997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80D71B-0FA8-4D96-8A41-706C34AA3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9922" y="2440423"/>
            <a:ext cx="10" cy="9971"/>
          </a:xfrm>
          <a:custGeom xmlns:a="http://schemas.openxmlformats.org/drawingml/2006/main">
            <a:pathLst>
              <a:path w="1" h="9971" fill="none">
                <a:moveTo>
                  <a:pt x="0" y="0"/>
                </a:moveTo>
                <a:lnTo>
                  <a:pt x="0" y="9971"/>
                </a:lnTo>
              </a:path>
            </a:pathLst>
          </a:custGeom>
          <a:noFill xmlns:a="http://schemas.openxmlformats.org/drawingml/2006/main"/>
          <a:ln xmlns:a="http://schemas.openxmlformats.org/drawingml/2006/main" w="2279" cap="flat">
            <a:solidFill>
              <a:srgbClr val="000000"/>
            </a:solidFill>
            <a:round/>
          </a:ln>
        </p:spPr>
      </p:sp>
      <p:sp>
        <p:nvSpPr>
          <p:cNvPr id="12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C1A632-5A6D-4705-9FE4-F462969DA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666" y="2556092"/>
            <a:ext cx="21152" cy="27014"/>
          </a:xfrm>
          <a:custGeom xmlns:a="http://schemas.openxmlformats.org/drawingml/2006/main">
            <a:pathLst>
              <a:path w="21152" h="27014">
                <a:moveTo>
                  <a:pt x="15512" y="27014"/>
                </a:moveTo>
                <a:lnTo>
                  <a:pt x="13195" y="24698"/>
                </a:lnTo>
                <a:lnTo>
                  <a:pt x="14323" y="23570"/>
                </a:lnTo>
                <a:cubicBezTo>
                  <a:pt x="14988" y="24194"/>
                  <a:pt x="15612" y="24537"/>
                  <a:pt x="16217" y="24577"/>
                </a:cubicBezTo>
                <a:cubicBezTo>
                  <a:pt x="16821" y="24617"/>
                  <a:pt x="17405" y="24355"/>
                  <a:pt x="17989" y="23771"/>
                </a:cubicBezTo>
                <a:cubicBezTo>
                  <a:pt x="18755" y="23006"/>
                  <a:pt x="19037" y="22200"/>
                  <a:pt x="18876" y="21394"/>
                </a:cubicBezTo>
                <a:cubicBezTo>
                  <a:pt x="18695" y="20608"/>
                  <a:pt x="17889" y="19480"/>
                  <a:pt x="16479" y="18070"/>
                </a:cubicBezTo>
                <a:lnTo>
                  <a:pt x="3324" y="4915"/>
                </a:lnTo>
                <a:lnTo>
                  <a:pt x="1048" y="7192"/>
                </a:lnTo>
                <a:lnTo>
                  <a:pt x="0" y="6144"/>
                </a:lnTo>
                <a:lnTo>
                  <a:pt x="6144" y="0"/>
                </a:lnTo>
                <a:lnTo>
                  <a:pt x="7192" y="1048"/>
                </a:lnTo>
                <a:lnTo>
                  <a:pt x="5318" y="2921"/>
                </a:lnTo>
                <a:lnTo>
                  <a:pt x="18554" y="16156"/>
                </a:lnTo>
                <a:cubicBezTo>
                  <a:pt x="20165" y="17768"/>
                  <a:pt x="20991" y="19238"/>
                  <a:pt x="21072" y="20608"/>
                </a:cubicBezTo>
                <a:cubicBezTo>
                  <a:pt x="21152" y="21978"/>
                  <a:pt x="20467" y="23388"/>
                  <a:pt x="19017" y="24839"/>
                </a:cubicBezTo>
                <a:cubicBezTo>
                  <a:pt x="18533" y="25322"/>
                  <a:pt x="18010" y="25725"/>
                  <a:pt x="17425" y="26068"/>
                </a:cubicBezTo>
                <a:cubicBezTo>
                  <a:pt x="16841" y="26410"/>
                  <a:pt x="16197" y="26732"/>
                  <a:pt x="15512" y="2701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2116F0-A075-4DCF-A4DA-EED29F06B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4304" y="2551479"/>
            <a:ext cx="19561" cy="15794"/>
          </a:xfrm>
          <a:custGeom xmlns:a="http://schemas.openxmlformats.org/drawingml/2006/main">
            <a:pathLst>
              <a:path w="19561" h="15794">
                <a:moveTo>
                  <a:pt x="12852" y="7071"/>
                </a:moveTo>
                <a:lnTo>
                  <a:pt x="10637" y="4855"/>
                </a:lnTo>
                <a:lnTo>
                  <a:pt x="8300" y="7192"/>
                </a:lnTo>
                <a:cubicBezTo>
                  <a:pt x="7393" y="8098"/>
                  <a:pt x="6930" y="8965"/>
                  <a:pt x="6869" y="9790"/>
                </a:cubicBezTo>
                <a:cubicBezTo>
                  <a:pt x="6829" y="10637"/>
                  <a:pt x="7212" y="11422"/>
                  <a:pt x="7998" y="12208"/>
                </a:cubicBezTo>
                <a:cubicBezTo>
                  <a:pt x="8723" y="12933"/>
                  <a:pt x="9529" y="13296"/>
                  <a:pt x="10395" y="13276"/>
                </a:cubicBezTo>
                <a:cubicBezTo>
                  <a:pt x="11281" y="13276"/>
                  <a:pt x="12087" y="12873"/>
                  <a:pt x="12852" y="12107"/>
                </a:cubicBezTo>
                <a:cubicBezTo>
                  <a:pt x="13598" y="11362"/>
                  <a:pt x="13981" y="10536"/>
                  <a:pt x="13981" y="9609"/>
                </a:cubicBezTo>
                <a:cubicBezTo>
                  <a:pt x="13981" y="8682"/>
                  <a:pt x="13618" y="7836"/>
                  <a:pt x="12852" y="7071"/>
                </a:cubicBezTo>
                <a:close/>
                <a:moveTo>
                  <a:pt x="11422" y="2014"/>
                </a:moveTo>
                <a:lnTo>
                  <a:pt x="16902" y="7494"/>
                </a:lnTo>
                <a:lnTo>
                  <a:pt x="18513" y="5882"/>
                </a:lnTo>
                <a:lnTo>
                  <a:pt x="19561" y="6930"/>
                </a:lnTo>
                <a:lnTo>
                  <a:pt x="16136" y="10355"/>
                </a:lnTo>
                <a:lnTo>
                  <a:pt x="15008" y="9226"/>
                </a:lnTo>
                <a:cubicBezTo>
                  <a:pt x="15089" y="10113"/>
                  <a:pt x="14988" y="10939"/>
                  <a:pt x="14686" y="11684"/>
                </a:cubicBezTo>
                <a:cubicBezTo>
                  <a:pt x="14363" y="12409"/>
                  <a:pt x="13860" y="13155"/>
                  <a:pt x="13175" y="13840"/>
                </a:cubicBezTo>
                <a:cubicBezTo>
                  <a:pt x="12006" y="15008"/>
                  <a:pt x="10778" y="15632"/>
                  <a:pt x="9488" y="15713"/>
                </a:cubicBezTo>
                <a:cubicBezTo>
                  <a:pt x="8199" y="15794"/>
                  <a:pt x="7031" y="15270"/>
                  <a:pt x="5983" y="14222"/>
                </a:cubicBezTo>
                <a:cubicBezTo>
                  <a:pt x="4915" y="13155"/>
                  <a:pt x="4472" y="11946"/>
                  <a:pt x="4653" y="10556"/>
                </a:cubicBezTo>
                <a:cubicBezTo>
                  <a:pt x="4815" y="9186"/>
                  <a:pt x="5620" y="7776"/>
                  <a:pt x="7051" y="6346"/>
                </a:cubicBezTo>
                <a:lnTo>
                  <a:pt x="9589" y="3807"/>
                </a:lnTo>
                <a:lnTo>
                  <a:pt x="8864" y="3082"/>
                </a:lnTo>
                <a:cubicBezTo>
                  <a:pt x="8078" y="2297"/>
                  <a:pt x="7232" y="1934"/>
                  <a:pt x="6305" y="1974"/>
                </a:cubicBezTo>
                <a:cubicBezTo>
                  <a:pt x="5379" y="2014"/>
                  <a:pt x="4472" y="2478"/>
                  <a:pt x="3606" y="3344"/>
                </a:cubicBezTo>
                <a:cubicBezTo>
                  <a:pt x="2881" y="4069"/>
                  <a:pt x="2498" y="4815"/>
                  <a:pt x="2397" y="5560"/>
                </a:cubicBezTo>
                <a:cubicBezTo>
                  <a:pt x="2276" y="6326"/>
                  <a:pt x="2498" y="7071"/>
                  <a:pt x="3042" y="7816"/>
                </a:cubicBezTo>
                <a:lnTo>
                  <a:pt x="2115" y="8743"/>
                </a:lnTo>
                <a:lnTo>
                  <a:pt x="0" y="6628"/>
                </a:lnTo>
                <a:cubicBezTo>
                  <a:pt x="363" y="5741"/>
                  <a:pt x="766" y="4936"/>
                  <a:pt x="1229" y="4190"/>
                </a:cubicBezTo>
                <a:cubicBezTo>
                  <a:pt x="1692" y="3485"/>
                  <a:pt x="2196" y="2820"/>
                  <a:pt x="2760" y="2256"/>
                </a:cubicBezTo>
                <a:cubicBezTo>
                  <a:pt x="4210" y="806"/>
                  <a:pt x="5661" y="81"/>
                  <a:pt x="7151" y="40"/>
                </a:cubicBezTo>
                <a:cubicBezTo>
                  <a:pt x="8642" y="0"/>
                  <a:pt x="10052" y="645"/>
                  <a:pt x="11422" y="201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AE2E8F-CC74-465C-B953-0D614ABEC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3933" y="2536068"/>
            <a:ext cx="16801" cy="16801"/>
          </a:xfrm>
          <a:custGeom xmlns:a="http://schemas.openxmlformats.org/drawingml/2006/main">
            <a:pathLst>
              <a:path w="16801" h="16801">
                <a:moveTo>
                  <a:pt x="15471" y="16801"/>
                </a:moveTo>
                <a:lnTo>
                  <a:pt x="2216" y="11241"/>
                </a:lnTo>
                <a:lnTo>
                  <a:pt x="1048" y="12409"/>
                </a:lnTo>
                <a:lnTo>
                  <a:pt x="0" y="11362"/>
                </a:lnTo>
                <a:lnTo>
                  <a:pt x="4794" y="6567"/>
                </a:lnTo>
                <a:lnTo>
                  <a:pt x="5842" y="7615"/>
                </a:lnTo>
                <a:lnTo>
                  <a:pt x="4170" y="9287"/>
                </a:lnTo>
                <a:lnTo>
                  <a:pt x="14303" y="13537"/>
                </a:lnTo>
                <a:lnTo>
                  <a:pt x="10052" y="3404"/>
                </a:lnTo>
                <a:lnTo>
                  <a:pt x="8481" y="4976"/>
                </a:lnTo>
                <a:lnTo>
                  <a:pt x="7433" y="3928"/>
                </a:lnTo>
                <a:lnTo>
                  <a:pt x="11362" y="0"/>
                </a:lnTo>
                <a:lnTo>
                  <a:pt x="12409" y="1048"/>
                </a:lnTo>
                <a:lnTo>
                  <a:pt x="11241" y="2216"/>
                </a:lnTo>
                <a:lnTo>
                  <a:pt x="16801" y="15471"/>
                </a:lnTo>
                <a:lnTo>
                  <a:pt x="15471" y="168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CE4902-6E67-4979-944E-86DBE0A76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7692" y="2528091"/>
            <a:ext cx="19561" cy="15794"/>
          </a:xfrm>
          <a:custGeom xmlns:a="http://schemas.openxmlformats.org/drawingml/2006/main">
            <a:pathLst>
              <a:path w="19561" h="15794">
                <a:moveTo>
                  <a:pt x="12852" y="7071"/>
                </a:moveTo>
                <a:lnTo>
                  <a:pt x="10637" y="4855"/>
                </a:lnTo>
                <a:lnTo>
                  <a:pt x="8300" y="7192"/>
                </a:lnTo>
                <a:cubicBezTo>
                  <a:pt x="7393" y="8098"/>
                  <a:pt x="6930" y="8965"/>
                  <a:pt x="6869" y="9790"/>
                </a:cubicBezTo>
                <a:cubicBezTo>
                  <a:pt x="6829" y="10637"/>
                  <a:pt x="7212" y="11422"/>
                  <a:pt x="7998" y="12208"/>
                </a:cubicBezTo>
                <a:cubicBezTo>
                  <a:pt x="8723" y="12933"/>
                  <a:pt x="9529" y="13296"/>
                  <a:pt x="10395" y="13276"/>
                </a:cubicBezTo>
                <a:cubicBezTo>
                  <a:pt x="11281" y="13276"/>
                  <a:pt x="12087" y="12873"/>
                  <a:pt x="12852" y="12107"/>
                </a:cubicBezTo>
                <a:cubicBezTo>
                  <a:pt x="13598" y="11362"/>
                  <a:pt x="13981" y="10536"/>
                  <a:pt x="13981" y="9609"/>
                </a:cubicBezTo>
                <a:cubicBezTo>
                  <a:pt x="13981" y="8682"/>
                  <a:pt x="13618" y="7836"/>
                  <a:pt x="12852" y="7071"/>
                </a:cubicBezTo>
                <a:close/>
                <a:moveTo>
                  <a:pt x="11422" y="2014"/>
                </a:moveTo>
                <a:lnTo>
                  <a:pt x="16902" y="7494"/>
                </a:lnTo>
                <a:lnTo>
                  <a:pt x="18513" y="5882"/>
                </a:lnTo>
                <a:lnTo>
                  <a:pt x="19561" y="6930"/>
                </a:lnTo>
                <a:lnTo>
                  <a:pt x="16136" y="10355"/>
                </a:lnTo>
                <a:lnTo>
                  <a:pt x="15008" y="9226"/>
                </a:lnTo>
                <a:cubicBezTo>
                  <a:pt x="15089" y="10113"/>
                  <a:pt x="14988" y="10939"/>
                  <a:pt x="14686" y="11684"/>
                </a:cubicBezTo>
                <a:cubicBezTo>
                  <a:pt x="14363" y="12409"/>
                  <a:pt x="13860" y="13155"/>
                  <a:pt x="13175" y="13840"/>
                </a:cubicBezTo>
                <a:cubicBezTo>
                  <a:pt x="12006" y="15008"/>
                  <a:pt x="10778" y="15632"/>
                  <a:pt x="9488" y="15713"/>
                </a:cubicBezTo>
                <a:cubicBezTo>
                  <a:pt x="8199" y="15794"/>
                  <a:pt x="7031" y="15270"/>
                  <a:pt x="5983" y="14222"/>
                </a:cubicBezTo>
                <a:cubicBezTo>
                  <a:pt x="4915" y="13155"/>
                  <a:pt x="4472" y="11946"/>
                  <a:pt x="4653" y="10556"/>
                </a:cubicBezTo>
                <a:cubicBezTo>
                  <a:pt x="4815" y="9186"/>
                  <a:pt x="5620" y="7776"/>
                  <a:pt x="7051" y="6346"/>
                </a:cubicBezTo>
                <a:lnTo>
                  <a:pt x="9589" y="3807"/>
                </a:lnTo>
                <a:lnTo>
                  <a:pt x="8864" y="3082"/>
                </a:lnTo>
                <a:cubicBezTo>
                  <a:pt x="8078" y="2297"/>
                  <a:pt x="7232" y="1934"/>
                  <a:pt x="6305" y="1974"/>
                </a:cubicBezTo>
                <a:cubicBezTo>
                  <a:pt x="5379" y="2014"/>
                  <a:pt x="4472" y="2478"/>
                  <a:pt x="3606" y="3344"/>
                </a:cubicBezTo>
                <a:cubicBezTo>
                  <a:pt x="2881" y="4069"/>
                  <a:pt x="2498" y="4815"/>
                  <a:pt x="2397" y="5560"/>
                </a:cubicBezTo>
                <a:cubicBezTo>
                  <a:pt x="2276" y="6326"/>
                  <a:pt x="2498" y="7071"/>
                  <a:pt x="3042" y="7816"/>
                </a:cubicBezTo>
                <a:lnTo>
                  <a:pt x="2115" y="8743"/>
                </a:lnTo>
                <a:lnTo>
                  <a:pt x="0" y="6628"/>
                </a:lnTo>
                <a:cubicBezTo>
                  <a:pt x="363" y="5741"/>
                  <a:pt x="766" y="4936"/>
                  <a:pt x="1229" y="4190"/>
                </a:cubicBezTo>
                <a:cubicBezTo>
                  <a:pt x="1692" y="3485"/>
                  <a:pt x="2196" y="2820"/>
                  <a:pt x="2760" y="2256"/>
                </a:cubicBezTo>
                <a:cubicBezTo>
                  <a:pt x="4210" y="806"/>
                  <a:pt x="5661" y="81"/>
                  <a:pt x="7151" y="40"/>
                </a:cubicBezTo>
                <a:cubicBezTo>
                  <a:pt x="8642" y="0"/>
                  <a:pt x="10052" y="645"/>
                  <a:pt x="11422" y="201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A1049D-706A-400F-9986-F62C13F5E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9940" y="2515823"/>
            <a:ext cx="15673" cy="16922"/>
          </a:xfrm>
          <a:custGeom xmlns:a="http://schemas.openxmlformats.org/drawingml/2006/main">
            <a:pathLst>
              <a:path w="15673" h="16922">
                <a:moveTo>
                  <a:pt x="8421" y="16922"/>
                </a:moveTo>
                <a:lnTo>
                  <a:pt x="5983" y="14484"/>
                </a:lnTo>
                <a:lnTo>
                  <a:pt x="7031" y="13437"/>
                </a:lnTo>
                <a:cubicBezTo>
                  <a:pt x="7836" y="14202"/>
                  <a:pt x="8662" y="14545"/>
                  <a:pt x="9508" y="14464"/>
                </a:cubicBezTo>
                <a:cubicBezTo>
                  <a:pt x="10375" y="14404"/>
                  <a:pt x="11241" y="13900"/>
                  <a:pt x="12147" y="12993"/>
                </a:cubicBezTo>
                <a:cubicBezTo>
                  <a:pt x="12953" y="12188"/>
                  <a:pt x="13437" y="11422"/>
                  <a:pt x="13537" y="10677"/>
                </a:cubicBezTo>
                <a:cubicBezTo>
                  <a:pt x="13658" y="9952"/>
                  <a:pt x="13437" y="9287"/>
                  <a:pt x="12852" y="8703"/>
                </a:cubicBezTo>
                <a:cubicBezTo>
                  <a:pt x="12409" y="8259"/>
                  <a:pt x="11865" y="8038"/>
                  <a:pt x="11281" y="8058"/>
                </a:cubicBezTo>
                <a:cubicBezTo>
                  <a:pt x="10677" y="8098"/>
                  <a:pt x="9730" y="8441"/>
                  <a:pt x="8400" y="9126"/>
                </a:cubicBezTo>
                <a:lnTo>
                  <a:pt x="6648" y="9992"/>
                </a:lnTo>
                <a:cubicBezTo>
                  <a:pt x="5459" y="10616"/>
                  <a:pt x="4452" y="10898"/>
                  <a:pt x="3606" y="10858"/>
                </a:cubicBezTo>
                <a:cubicBezTo>
                  <a:pt x="2780" y="10838"/>
                  <a:pt x="2035" y="10496"/>
                  <a:pt x="1350" y="9811"/>
                </a:cubicBezTo>
                <a:cubicBezTo>
                  <a:pt x="403" y="8864"/>
                  <a:pt x="0" y="7776"/>
                  <a:pt x="161" y="6527"/>
                </a:cubicBezTo>
                <a:cubicBezTo>
                  <a:pt x="322" y="5278"/>
                  <a:pt x="1007" y="4029"/>
                  <a:pt x="2256" y="2780"/>
                </a:cubicBezTo>
                <a:cubicBezTo>
                  <a:pt x="2800" y="2236"/>
                  <a:pt x="3465" y="1732"/>
                  <a:pt x="4210" y="1269"/>
                </a:cubicBezTo>
                <a:cubicBezTo>
                  <a:pt x="4956" y="806"/>
                  <a:pt x="5802" y="363"/>
                  <a:pt x="6728" y="0"/>
                </a:cubicBezTo>
                <a:lnTo>
                  <a:pt x="9005" y="2276"/>
                </a:lnTo>
                <a:lnTo>
                  <a:pt x="7957" y="3324"/>
                </a:lnTo>
                <a:cubicBezTo>
                  <a:pt x="7252" y="2699"/>
                  <a:pt x="6507" y="2397"/>
                  <a:pt x="5681" y="2458"/>
                </a:cubicBezTo>
                <a:cubicBezTo>
                  <a:pt x="4855" y="2518"/>
                  <a:pt x="4049" y="2921"/>
                  <a:pt x="3284" y="3687"/>
                </a:cubicBezTo>
                <a:cubicBezTo>
                  <a:pt x="2518" y="4452"/>
                  <a:pt x="2075" y="5177"/>
                  <a:pt x="1954" y="5822"/>
                </a:cubicBezTo>
                <a:cubicBezTo>
                  <a:pt x="1833" y="6507"/>
                  <a:pt x="2055" y="7091"/>
                  <a:pt x="2579" y="7615"/>
                </a:cubicBezTo>
                <a:cubicBezTo>
                  <a:pt x="3022" y="8058"/>
                  <a:pt x="3525" y="8280"/>
                  <a:pt x="4089" y="8239"/>
                </a:cubicBezTo>
                <a:cubicBezTo>
                  <a:pt x="4633" y="8219"/>
                  <a:pt x="5500" y="7877"/>
                  <a:pt x="6668" y="7272"/>
                </a:cubicBezTo>
                <a:lnTo>
                  <a:pt x="8541" y="6285"/>
                </a:lnTo>
                <a:cubicBezTo>
                  <a:pt x="9851" y="5620"/>
                  <a:pt x="10939" y="5298"/>
                  <a:pt x="11845" y="5318"/>
                </a:cubicBezTo>
                <a:cubicBezTo>
                  <a:pt x="12752" y="5338"/>
                  <a:pt x="13558" y="5701"/>
                  <a:pt x="14283" y="6426"/>
                </a:cubicBezTo>
                <a:cubicBezTo>
                  <a:pt x="15290" y="7433"/>
                  <a:pt x="15673" y="8582"/>
                  <a:pt x="15471" y="9911"/>
                </a:cubicBezTo>
                <a:cubicBezTo>
                  <a:pt x="15270" y="11241"/>
                  <a:pt x="14504" y="12530"/>
                  <a:pt x="13175" y="13860"/>
                </a:cubicBezTo>
                <a:cubicBezTo>
                  <a:pt x="12490" y="14545"/>
                  <a:pt x="11765" y="15109"/>
                  <a:pt x="10999" y="15632"/>
                </a:cubicBezTo>
                <a:cubicBezTo>
                  <a:pt x="10234" y="16156"/>
                  <a:pt x="9367" y="16579"/>
                  <a:pt x="8421" y="1692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003C13-BF31-4B82-8474-13B5F8F22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1241" y="2504300"/>
            <a:ext cx="15350" cy="16277"/>
          </a:xfrm>
          <a:custGeom xmlns:a="http://schemas.openxmlformats.org/drawingml/2006/main">
            <a:pathLst>
              <a:path w="15350" h="16277">
                <a:moveTo>
                  <a:pt x="14122" y="6326"/>
                </a:moveTo>
                <a:cubicBezTo>
                  <a:pt x="14988" y="7716"/>
                  <a:pt x="15350" y="9045"/>
                  <a:pt x="15189" y="10334"/>
                </a:cubicBezTo>
                <a:cubicBezTo>
                  <a:pt x="15048" y="11644"/>
                  <a:pt x="14383" y="12873"/>
                  <a:pt x="13235" y="14021"/>
                </a:cubicBezTo>
                <a:cubicBezTo>
                  <a:pt x="11704" y="15552"/>
                  <a:pt x="10012" y="16277"/>
                  <a:pt x="8078" y="16197"/>
                </a:cubicBezTo>
                <a:cubicBezTo>
                  <a:pt x="6144" y="16116"/>
                  <a:pt x="4351" y="15250"/>
                  <a:pt x="2679" y="13578"/>
                </a:cubicBezTo>
                <a:cubicBezTo>
                  <a:pt x="1027" y="11926"/>
                  <a:pt x="161" y="10133"/>
                  <a:pt x="81" y="8199"/>
                </a:cubicBezTo>
                <a:cubicBezTo>
                  <a:pt x="0" y="6265"/>
                  <a:pt x="705" y="4553"/>
                  <a:pt x="2236" y="3022"/>
                </a:cubicBezTo>
                <a:cubicBezTo>
                  <a:pt x="2881" y="2377"/>
                  <a:pt x="3626" y="1793"/>
                  <a:pt x="4452" y="1289"/>
                </a:cubicBezTo>
                <a:cubicBezTo>
                  <a:pt x="5258" y="806"/>
                  <a:pt x="6144" y="363"/>
                  <a:pt x="7111" y="0"/>
                </a:cubicBezTo>
                <a:lnTo>
                  <a:pt x="9790" y="2679"/>
                </a:lnTo>
                <a:lnTo>
                  <a:pt x="8743" y="3727"/>
                </a:lnTo>
                <a:cubicBezTo>
                  <a:pt x="7695" y="2961"/>
                  <a:pt x="6728" y="2599"/>
                  <a:pt x="5842" y="2639"/>
                </a:cubicBezTo>
                <a:cubicBezTo>
                  <a:pt x="4956" y="2679"/>
                  <a:pt x="4069" y="3122"/>
                  <a:pt x="3223" y="3969"/>
                </a:cubicBezTo>
                <a:cubicBezTo>
                  <a:pt x="2236" y="4956"/>
                  <a:pt x="1873" y="6084"/>
                  <a:pt x="2156" y="7333"/>
                </a:cubicBezTo>
                <a:cubicBezTo>
                  <a:pt x="2417" y="8602"/>
                  <a:pt x="3304" y="9972"/>
                  <a:pt x="4815" y="11483"/>
                </a:cubicBezTo>
                <a:cubicBezTo>
                  <a:pt x="6326" y="12993"/>
                  <a:pt x="7695" y="13880"/>
                  <a:pt x="8965" y="14142"/>
                </a:cubicBezTo>
                <a:cubicBezTo>
                  <a:pt x="10213" y="14424"/>
                  <a:pt x="11321" y="14041"/>
                  <a:pt x="12309" y="13054"/>
                </a:cubicBezTo>
                <a:cubicBezTo>
                  <a:pt x="13074" y="12288"/>
                  <a:pt x="13497" y="11462"/>
                  <a:pt x="13558" y="10596"/>
                </a:cubicBezTo>
                <a:cubicBezTo>
                  <a:pt x="13618" y="9730"/>
                  <a:pt x="13316" y="8783"/>
                  <a:pt x="12671" y="7776"/>
                </a:cubicBezTo>
                <a:lnTo>
                  <a:pt x="14122" y="632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AEBCCB-429C-4C87-AA53-6AFAF2445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9702" y="2492737"/>
            <a:ext cx="16096" cy="19279"/>
          </a:xfrm>
          <a:custGeom xmlns:a="http://schemas.openxmlformats.org/drawingml/2006/main">
            <a:pathLst>
              <a:path w="16096" h="19279">
                <a:moveTo>
                  <a:pt x="8884" y="0"/>
                </a:moveTo>
                <a:lnTo>
                  <a:pt x="11503" y="2619"/>
                </a:lnTo>
                <a:lnTo>
                  <a:pt x="10455" y="3666"/>
                </a:lnTo>
                <a:cubicBezTo>
                  <a:pt x="9891" y="3183"/>
                  <a:pt x="9367" y="2941"/>
                  <a:pt x="8864" y="2921"/>
                </a:cubicBezTo>
                <a:cubicBezTo>
                  <a:pt x="8360" y="2941"/>
                  <a:pt x="7836" y="3183"/>
                  <a:pt x="7353" y="3666"/>
                </a:cubicBezTo>
                <a:cubicBezTo>
                  <a:pt x="6467" y="4553"/>
                  <a:pt x="6104" y="5560"/>
                  <a:pt x="6225" y="6648"/>
                </a:cubicBezTo>
                <a:cubicBezTo>
                  <a:pt x="6366" y="7756"/>
                  <a:pt x="7031" y="8864"/>
                  <a:pt x="8179" y="10012"/>
                </a:cubicBezTo>
                <a:lnTo>
                  <a:pt x="12953" y="14786"/>
                </a:lnTo>
                <a:lnTo>
                  <a:pt x="15048" y="12691"/>
                </a:lnTo>
                <a:lnTo>
                  <a:pt x="16096" y="13739"/>
                </a:lnTo>
                <a:lnTo>
                  <a:pt x="10556" y="19279"/>
                </a:lnTo>
                <a:lnTo>
                  <a:pt x="9508" y="18231"/>
                </a:lnTo>
                <a:lnTo>
                  <a:pt x="11140" y="16599"/>
                </a:lnTo>
                <a:lnTo>
                  <a:pt x="2760" y="8219"/>
                </a:lnTo>
                <a:lnTo>
                  <a:pt x="1027" y="9952"/>
                </a:lnTo>
                <a:lnTo>
                  <a:pt x="0" y="8924"/>
                </a:lnTo>
                <a:lnTo>
                  <a:pt x="3546" y="5379"/>
                </a:lnTo>
                <a:lnTo>
                  <a:pt x="5399" y="7232"/>
                </a:lnTo>
                <a:cubicBezTo>
                  <a:pt x="5016" y="6164"/>
                  <a:pt x="4936" y="5197"/>
                  <a:pt x="5137" y="4271"/>
                </a:cubicBezTo>
                <a:cubicBezTo>
                  <a:pt x="5359" y="3364"/>
                  <a:pt x="5862" y="2498"/>
                  <a:pt x="6668" y="1692"/>
                </a:cubicBezTo>
                <a:cubicBezTo>
                  <a:pt x="6950" y="1410"/>
                  <a:pt x="7313" y="1128"/>
                  <a:pt x="7675" y="846"/>
                </a:cubicBezTo>
                <a:cubicBezTo>
                  <a:pt x="8038" y="564"/>
                  <a:pt x="8441" y="282"/>
                  <a:pt x="8884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358911-393B-453D-BA2C-64B0CE225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6854" y="2484880"/>
            <a:ext cx="18191" cy="17607"/>
          </a:xfrm>
          <a:custGeom xmlns:a="http://schemas.openxmlformats.org/drawingml/2006/main">
            <a:pathLst>
              <a:path w="18191" h="17607">
                <a:moveTo>
                  <a:pt x="463" y="2679"/>
                </a:moveTo>
                <a:cubicBezTo>
                  <a:pt x="161" y="2377"/>
                  <a:pt x="0" y="2014"/>
                  <a:pt x="0" y="1571"/>
                </a:cubicBezTo>
                <a:cubicBezTo>
                  <a:pt x="0" y="1128"/>
                  <a:pt x="141" y="745"/>
                  <a:pt x="463" y="423"/>
                </a:cubicBezTo>
                <a:cubicBezTo>
                  <a:pt x="745" y="141"/>
                  <a:pt x="1128" y="0"/>
                  <a:pt x="1571" y="0"/>
                </a:cubicBezTo>
                <a:cubicBezTo>
                  <a:pt x="2014" y="0"/>
                  <a:pt x="2397" y="141"/>
                  <a:pt x="2699" y="443"/>
                </a:cubicBezTo>
                <a:cubicBezTo>
                  <a:pt x="3022" y="766"/>
                  <a:pt x="3163" y="1148"/>
                  <a:pt x="3163" y="1551"/>
                </a:cubicBezTo>
                <a:cubicBezTo>
                  <a:pt x="3163" y="1994"/>
                  <a:pt x="3002" y="2357"/>
                  <a:pt x="2699" y="2659"/>
                </a:cubicBezTo>
                <a:cubicBezTo>
                  <a:pt x="2377" y="2981"/>
                  <a:pt x="2014" y="3143"/>
                  <a:pt x="1571" y="3143"/>
                </a:cubicBezTo>
                <a:cubicBezTo>
                  <a:pt x="1148" y="3163"/>
                  <a:pt x="786" y="3002"/>
                  <a:pt x="463" y="2679"/>
                </a:cubicBezTo>
                <a:close/>
                <a:moveTo>
                  <a:pt x="15431" y="13014"/>
                </a:moveTo>
                <a:lnTo>
                  <a:pt x="17143" y="11301"/>
                </a:lnTo>
                <a:lnTo>
                  <a:pt x="18191" y="12349"/>
                </a:lnTo>
                <a:lnTo>
                  <a:pt x="12933" y="17607"/>
                </a:lnTo>
                <a:lnTo>
                  <a:pt x="11886" y="16559"/>
                </a:lnTo>
                <a:lnTo>
                  <a:pt x="13618" y="14827"/>
                </a:lnTo>
                <a:lnTo>
                  <a:pt x="5258" y="6467"/>
                </a:lnTo>
                <a:lnTo>
                  <a:pt x="3525" y="8199"/>
                </a:lnTo>
                <a:lnTo>
                  <a:pt x="2478" y="7151"/>
                </a:lnTo>
                <a:lnTo>
                  <a:pt x="6023" y="3606"/>
                </a:lnTo>
                <a:lnTo>
                  <a:pt x="15431" y="1301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B576EE-A7B0-491D-B527-0CCA2A22D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5637" y="2476701"/>
            <a:ext cx="19883" cy="23650"/>
          </a:xfrm>
          <a:custGeom xmlns:a="http://schemas.openxmlformats.org/drawingml/2006/main">
            <a:pathLst>
              <a:path w="19883" h="23650">
                <a:moveTo>
                  <a:pt x="8259" y="10193"/>
                </a:moveTo>
                <a:lnTo>
                  <a:pt x="9287" y="11221"/>
                </a:lnTo>
                <a:cubicBezTo>
                  <a:pt x="10556" y="12490"/>
                  <a:pt x="11765" y="13215"/>
                  <a:pt x="12893" y="13376"/>
                </a:cubicBezTo>
                <a:cubicBezTo>
                  <a:pt x="14041" y="13558"/>
                  <a:pt x="15048" y="13195"/>
                  <a:pt x="15975" y="12268"/>
                </a:cubicBezTo>
                <a:cubicBezTo>
                  <a:pt x="16902" y="11342"/>
                  <a:pt x="17224" y="10294"/>
                  <a:pt x="16962" y="9065"/>
                </a:cubicBezTo>
                <a:cubicBezTo>
                  <a:pt x="16720" y="7857"/>
                  <a:pt x="15854" y="6507"/>
                  <a:pt x="14404" y="5056"/>
                </a:cubicBezTo>
                <a:cubicBezTo>
                  <a:pt x="12953" y="3606"/>
                  <a:pt x="11624" y="2760"/>
                  <a:pt x="10415" y="2518"/>
                </a:cubicBezTo>
                <a:cubicBezTo>
                  <a:pt x="9206" y="2276"/>
                  <a:pt x="8139" y="2579"/>
                  <a:pt x="7212" y="3505"/>
                </a:cubicBezTo>
                <a:cubicBezTo>
                  <a:pt x="6285" y="4432"/>
                  <a:pt x="5943" y="5459"/>
                  <a:pt x="6124" y="6608"/>
                </a:cubicBezTo>
                <a:cubicBezTo>
                  <a:pt x="6305" y="7756"/>
                  <a:pt x="7010" y="8944"/>
                  <a:pt x="8259" y="10193"/>
                </a:cubicBezTo>
                <a:close/>
                <a:moveTo>
                  <a:pt x="2780" y="8340"/>
                </a:moveTo>
                <a:lnTo>
                  <a:pt x="1048" y="10072"/>
                </a:lnTo>
                <a:lnTo>
                  <a:pt x="0" y="9025"/>
                </a:lnTo>
                <a:lnTo>
                  <a:pt x="3546" y="5479"/>
                </a:lnTo>
                <a:lnTo>
                  <a:pt x="5177" y="7111"/>
                </a:lnTo>
                <a:cubicBezTo>
                  <a:pt x="4875" y="6124"/>
                  <a:pt x="4835" y="5197"/>
                  <a:pt x="5077" y="4311"/>
                </a:cubicBezTo>
                <a:cubicBezTo>
                  <a:pt x="5318" y="3465"/>
                  <a:pt x="5842" y="2619"/>
                  <a:pt x="6648" y="1813"/>
                </a:cubicBezTo>
                <a:cubicBezTo>
                  <a:pt x="7937" y="524"/>
                  <a:pt x="9508" y="0"/>
                  <a:pt x="11321" y="201"/>
                </a:cubicBezTo>
                <a:cubicBezTo>
                  <a:pt x="13135" y="403"/>
                  <a:pt x="14887" y="1309"/>
                  <a:pt x="16519" y="2941"/>
                </a:cubicBezTo>
                <a:cubicBezTo>
                  <a:pt x="18171" y="4593"/>
                  <a:pt x="19077" y="6346"/>
                  <a:pt x="19279" y="8159"/>
                </a:cubicBezTo>
                <a:cubicBezTo>
                  <a:pt x="19480" y="9972"/>
                  <a:pt x="18936" y="11523"/>
                  <a:pt x="17647" y="12812"/>
                </a:cubicBezTo>
                <a:cubicBezTo>
                  <a:pt x="16841" y="13618"/>
                  <a:pt x="15995" y="14142"/>
                  <a:pt x="15169" y="14404"/>
                </a:cubicBezTo>
                <a:cubicBezTo>
                  <a:pt x="14303" y="14666"/>
                  <a:pt x="13376" y="14625"/>
                  <a:pt x="12369" y="14303"/>
                </a:cubicBezTo>
                <a:lnTo>
                  <a:pt x="17123" y="19057"/>
                </a:lnTo>
                <a:lnTo>
                  <a:pt x="18836" y="17345"/>
                </a:lnTo>
                <a:lnTo>
                  <a:pt x="19883" y="18392"/>
                </a:lnTo>
                <a:lnTo>
                  <a:pt x="14625" y="23650"/>
                </a:lnTo>
                <a:lnTo>
                  <a:pt x="13578" y="22603"/>
                </a:lnTo>
                <a:lnTo>
                  <a:pt x="15310" y="20870"/>
                </a:lnTo>
                <a:lnTo>
                  <a:pt x="2780" y="834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896E64-3985-4F28-9DD3-57F858281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6878" y="2466024"/>
            <a:ext cx="18332" cy="14625"/>
          </a:xfrm>
          <a:custGeom xmlns:a="http://schemas.openxmlformats.org/drawingml/2006/main">
            <a:pathLst>
              <a:path w="18332" h="14625">
                <a:moveTo>
                  <a:pt x="4291" y="6265"/>
                </a:moveTo>
                <a:lnTo>
                  <a:pt x="2699" y="7857"/>
                </a:lnTo>
                <a:lnTo>
                  <a:pt x="1652" y="6809"/>
                </a:lnTo>
                <a:lnTo>
                  <a:pt x="3243" y="5218"/>
                </a:lnTo>
                <a:lnTo>
                  <a:pt x="0" y="1974"/>
                </a:lnTo>
                <a:lnTo>
                  <a:pt x="1813" y="161"/>
                </a:lnTo>
                <a:lnTo>
                  <a:pt x="5056" y="3404"/>
                </a:lnTo>
                <a:lnTo>
                  <a:pt x="8461" y="0"/>
                </a:lnTo>
                <a:lnTo>
                  <a:pt x="9508" y="1048"/>
                </a:lnTo>
                <a:lnTo>
                  <a:pt x="6104" y="4452"/>
                </a:lnTo>
                <a:lnTo>
                  <a:pt x="12752" y="11100"/>
                </a:lnTo>
                <a:cubicBezTo>
                  <a:pt x="13638" y="11986"/>
                  <a:pt x="14303" y="12490"/>
                  <a:pt x="14726" y="12550"/>
                </a:cubicBezTo>
                <a:cubicBezTo>
                  <a:pt x="15129" y="12631"/>
                  <a:pt x="15572" y="12429"/>
                  <a:pt x="16035" y="11966"/>
                </a:cubicBezTo>
                <a:cubicBezTo>
                  <a:pt x="16499" y="11503"/>
                  <a:pt x="16700" y="11019"/>
                  <a:pt x="16640" y="10516"/>
                </a:cubicBezTo>
                <a:cubicBezTo>
                  <a:pt x="16559" y="10032"/>
                  <a:pt x="16237" y="9468"/>
                  <a:pt x="15632" y="8823"/>
                </a:cubicBezTo>
                <a:lnTo>
                  <a:pt x="17002" y="7454"/>
                </a:lnTo>
                <a:cubicBezTo>
                  <a:pt x="17909" y="8481"/>
                  <a:pt x="18332" y="9428"/>
                  <a:pt x="18292" y="10314"/>
                </a:cubicBezTo>
                <a:cubicBezTo>
                  <a:pt x="18251" y="11201"/>
                  <a:pt x="17768" y="12127"/>
                  <a:pt x="16821" y="13074"/>
                </a:cubicBezTo>
                <a:cubicBezTo>
                  <a:pt x="15774" y="14122"/>
                  <a:pt x="14786" y="14625"/>
                  <a:pt x="13920" y="14605"/>
                </a:cubicBezTo>
                <a:cubicBezTo>
                  <a:pt x="13034" y="14605"/>
                  <a:pt x="12047" y="14021"/>
                  <a:pt x="10939" y="12913"/>
                </a:cubicBezTo>
                <a:lnTo>
                  <a:pt x="4291" y="626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B18ADF-B124-4217-A588-1F1B1ED97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874" y="2440423"/>
            <a:ext cx="10" cy="9971"/>
          </a:xfrm>
          <a:custGeom xmlns:a="http://schemas.openxmlformats.org/drawingml/2006/main">
            <a:pathLst>
              <a:path w="1" h="9971">
                <a:moveTo>
                  <a:pt x="0" y="0"/>
                </a:moveTo>
                <a:lnTo>
                  <a:pt x="0" y="997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48DB7E-AA6B-40C8-8954-0143C814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874" y="2440423"/>
            <a:ext cx="10" cy="9971"/>
          </a:xfrm>
          <a:custGeom xmlns:a="http://schemas.openxmlformats.org/drawingml/2006/main">
            <a:pathLst>
              <a:path w="1" h="9971" fill="none">
                <a:moveTo>
                  <a:pt x="0" y="0"/>
                </a:moveTo>
                <a:lnTo>
                  <a:pt x="0" y="9971"/>
                </a:lnTo>
              </a:path>
            </a:pathLst>
          </a:custGeom>
          <a:noFill xmlns:a="http://schemas.openxmlformats.org/drawingml/2006/main"/>
          <a:ln xmlns:a="http://schemas.openxmlformats.org/drawingml/2006/main" w="2279" cap="flat">
            <a:solidFill>
              <a:srgbClr val="000000"/>
            </a:solidFill>
            <a:round/>
          </a:ln>
        </p:spPr>
      </p:sp>
      <p:sp>
        <p:nvSpPr>
          <p:cNvPr id="12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FC6C9B-8CA9-4826-9772-7E8F41143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0503" y="2495158"/>
            <a:ext cx="20830" cy="24093"/>
          </a:xfrm>
          <a:custGeom xmlns:a="http://schemas.openxmlformats.org/drawingml/2006/main">
            <a:pathLst>
              <a:path w="20830" h="24093">
                <a:moveTo>
                  <a:pt x="11080" y="12752"/>
                </a:moveTo>
                <a:lnTo>
                  <a:pt x="13678" y="10153"/>
                </a:lnTo>
                <a:cubicBezTo>
                  <a:pt x="14645" y="9186"/>
                  <a:pt x="15129" y="8179"/>
                  <a:pt x="15129" y="7131"/>
                </a:cubicBezTo>
                <a:cubicBezTo>
                  <a:pt x="15109" y="6104"/>
                  <a:pt x="14605" y="5077"/>
                  <a:pt x="13598" y="4069"/>
                </a:cubicBezTo>
                <a:cubicBezTo>
                  <a:pt x="12591" y="3062"/>
                  <a:pt x="11563" y="2558"/>
                  <a:pt x="10536" y="2538"/>
                </a:cubicBezTo>
                <a:cubicBezTo>
                  <a:pt x="9488" y="2538"/>
                  <a:pt x="8481" y="3022"/>
                  <a:pt x="7514" y="3989"/>
                </a:cubicBezTo>
                <a:lnTo>
                  <a:pt x="4915" y="6587"/>
                </a:lnTo>
                <a:lnTo>
                  <a:pt x="11080" y="12752"/>
                </a:lnTo>
                <a:close/>
                <a:moveTo>
                  <a:pt x="14686" y="24093"/>
                </a:moveTo>
                <a:lnTo>
                  <a:pt x="13638" y="23046"/>
                </a:lnTo>
                <a:lnTo>
                  <a:pt x="15512" y="21172"/>
                </a:lnTo>
                <a:lnTo>
                  <a:pt x="2921" y="8582"/>
                </a:lnTo>
                <a:lnTo>
                  <a:pt x="1048" y="10455"/>
                </a:lnTo>
                <a:lnTo>
                  <a:pt x="0" y="9408"/>
                </a:lnTo>
                <a:lnTo>
                  <a:pt x="6950" y="2458"/>
                </a:lnTo>
                <a:cubicBezTo>
                  <a:pt x="8400" y="1007"/>
                  <a:pt x="9952" y="222"/>
                  <a:pt x="11563" y="101"/>
                </a:cubicBezTo>
                <a:cubicBezTo>
                  <a:pt x="13155" y="0"/>
                  <a:pt x="14605" y="564"/>
                  <a:pt x="15854" y="1813"/>
                </a:cubicBezTo>
                <a:cubicBezTo>
                  <a:pt x="17123" y="3082"/>
                  <a:pt x="17687" y="4533"/>
                  <a:pt x="17587" y="6124"/>
                </a:cubicBezTo>
                <a:cubicBezTo>
                  <a:pt x="17466" y="7736"/>
                  <a:pt x="16660" y="9267"/>
                  <a:pt x="15209" y="10717"/>
                </a:cubicBezTo>
                <a:lnTo>
                  <a:pt x="12127" y="13799"/>
                </a:lnTo>
                <a:lnTo>
                  <a:pt x="17506" y="19178"/>
                </a:lnTo>
                <a:lnTo>
                  <a:pt x="19782" y="16902"/>
                </a:lnTo>
                <a:lnTo>
                  <a:pt x="20830" y="17949"/>
                </a:lnTo>
                <a:lnTo>
                  <a:pt x="14686" y="240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3BC315-233F-41D6-8581-5EDBD0509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4061" y="2475657"/>
            <a:ext cx="30036" cy="30036"/>
          </a:xfrm>
          <a:custGeom xmlns:a="http://schemas.openxmlformats.org/drawingml/2006/main">
            <a:pathLst>
              <a:path w="30036" h="30036">
                <a:moveTo>
                  <a:pt x="14686" y="30036"/>
                </a:moveTo>
                <a:lnTo>
                  <a:pt x="13638" y="28989"/>
                </a:lnTo>
                <a:lnTo>
                  <a:pt x="15512" y="27115"/>
                </a:lnTo>
                <a:lnTo>
                  <a:pt x="2921" y="14525"/>
                </a:lnTo>
                <a:lnTo>
                  <a:pt x="1048" y="16398"/>
                </a:lnTo>
                <a:lnTo>
                  <a:pt x="0" y="15350"/>
                </a:lnTo>
                <a:lnTo>
                  <a:pt x="5741" y="9609"/>
                </a:lnTo>
                <a:lnTo>
                  <a:pt x="6789" y="10657"/>
                </a:lnTo>
                <a:lnTo>
                  <a:pt x="4915" y="12530"/>
                </a:lnTo>
                <a:lnTo>
                  <a:pt x="9992" y="17607"/>
                </a:lnTo>
                <a:lnTo>
                  <a:pt x="17607" y="9992"/>
                </a:lnTo>
                <a:lnTo>
                  <a:pt x="12530" y="4915"/>
                </a:lnTo>
                <a:lnTo>
                  <a:pt x="10657" y="6789"/>
                </a:lnTo>
                <a:lnTo>
                  <a:pt x="9609" y="5741"/>
                </a:lnTo>
                <a:lnTo>
                  <a:pt x="15350" y="0"/>
                </a:lnTo>
                <a:lnTo>
                  <a:pt x="16398" y="1048"/>
                </a:lnTo>
                <a:lnTo>
                  <a:pt x="14525" y="2921"/>
                </a:lnTo>
                <a:lnTo>
                  <a:pt x="27115" y="15512"/>
                </a:lnTo>
                <a:lnTo>
                  <a:pt x="28989" y="13638"/>
                </a:lnTo>
                <a:lnTo>
                  <a:pt x="30036" y="14686"/>
                </a:lnTo>
                <a:lnTo>
                  <a:pt x="24295" y="20427"/>
                </a:lnTo>
                <a:lnTo>
                  <a:pt x="23247" y="19379"/>
                </a:lnTo>
                <a:lnTo>
                  <a:pt x="25121" y="17506"/>
                </a:lnTo>
                <a:lnTo>
                  <a:pt x="18815" y="11201"/>
                </a:lnTo>
                <a:lnTo>
                  <a:pt x="11201" y="18815"/>
                </a:lnTo>
                <a:lnTo>
                  <a:pt x="17506" y="25121"/>
                </a:lnTo>
                <a:lnTo>
                  <a:pt x="19379" y="23247"/>
                </a:lnTo>
                <a:lnTo>
                  <a:pt x="20427" y="24295"/>
                </a:lnTo>
                <a:lnTo>
                  <a:pt x="14686" y="300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F5CBCB-BE49-4510-85B4-84F804223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1627" y="2464034"/>
            <a:ext cx="20830" cy="24093"/>
          </a:xfrm>
          <a:custGeom xmlns:a="http://schemas.openxmlformats.org/drawingml/2006/main">
            <a:pathLst>
              <a:path w="20830" h="24093">
                <a:moveTo>
                  <a:pt x="11080" y="12752"/>
                </a:moveTo>
                <a:lnTo>
                  <a:pt x="13678" y="10153"/>
                </a:lnTo>
                <a:cubicBezTo>
                  <a:pt x="14645" y="9186"/>
                  <a:pt x="15129" y="8179"/>
                  <a:pt x="15129" y="7131"/>
                </a:cubicBezTo>
                <a:cubicBezTo>
                  <a:pt x="15109" y="6104"/>
                  <a:pt x="14605" y="5077"/>
                  <a:pt x="13598" y="4069"/>
                </a:cubicBezTo>
                <a:cubicBezTo>
                  <a:pt x="12591" y="3062"/>
                  <a:pt x="11563" y="2558"/>
                  <a:pt x="10536" y="2538"/>
                </a:cubicBezTo>
                <a:cubicBezTo>
                  <a:pt x="9488" y="2538"/>
                  <a:pt x="8481" y="3022"/>
                  <a:pt x="7514" y="3989"/>
                </a:cubicBezTo>
                <a:lnTo>
                  <a:pt x="4915" y="6587"/>
                </a:lnTo>
                <a:lnTo>
                  <a:pt x="11080" y="12752"/>
                </a:lnTo>
                <a:close/>
                <a:moveTo>
                  <a:pt x="14686" y="24093"/>
                </a:moveTo>
                <a:lnTo>
                  <a:pt x="13638" y="23046"/>
                </a:lnTo>
                <a:lnTo>
                  <a:pt x="15512" y="21172"/>
                </a:lnTo>
                <a:lnTo>
                  <a:pt x="2921" y="8582"/>
                </a:lnTo>
                <a:lnTo>
                  <a:pt x="1048" y="10455"/>
                </a:lnTo>
                <a:lnTo>
                  <a:pt x="0" y="9408"/>
                </a:lnTo>
                <a:lnTo>
                  <a:pt x="6950" y="2458"/>
                </a:lnTo>
                <a:cubicBezTo>
                  <a:pt x="8400" y="1007"/>
                  <a:pt x="9952" y="222"/>
                  <a:pt x="11563" y="101"/>
                </a:cubicBezTo>
                <a:cubicBezTo>
                  <a:pt x="13155" y="0"/>
                  <a:pt x="14605" y="564"/>
                  <a:pt x="15854" y="1813"/>
                </a:cubicBezTo>
                <a:cubicBezTo>
                  <a:pt x="17123" y="3082"/>
                  <a:pt x="17687" y="4533"/>
                  <a:pt x="17587" y="6124"/>
                </a:cubicBezTo>
                <a:cubicBezTo>
                  <a:pt x="17466" y="7736"/>
                  <a:pt x="16660" y="9267"/>
                  <a:pt x="15209" y="10717"/>
                </a:cubicBezTo>
                <a:lnTo>
                  <a:pt x="12127" y="13799"/>
                </a:lnTo>
                <a:lnTo>
                  <a:pt x="17506" y="19178"/>
                </a:lnTo>
                <a:lnTo>
                  <a:pt x="19782" y="16902"/>
                </a:lnTo>
                <a:lnTo>
                  <a:pt x="20830" y="17949"/>
                </a:lnTo>
                <a:lnTo>
                  <a:pt x="14686" y="240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C0A9EA-95FF-4839-92DE-0FBC3A837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1825" y="2440423"/>
            <a:ext cx="10" cy="9971"/>
          </a:xfrm>
          <a:custGeom xmlns:a="http://schemas.openxmlformats.org/drawingml/2006/main">
            <a:pathLst>
              <a:path w="1" h="9971">
                <a:moveTo>
                  <a:pt x="0" y="0"/>
                </a:moveTo>
                <a:lnTo>
                  <a:pt x="0" y="997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E12A87-1202-4D19-ADF0-0121C7F2D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1825" y="2440423"/>
            <a:ext cx="10" cy="9971"/>
          </a:xfrm>
          <a:custGeom xmlns:a="http://schemas.openxmlformats.org/drawingml/2006/main">
            <a:pathLst>
              <a:path w="1" h="9971" fill="none">
                <a:moveTo>
                  <a:pt x="0" y="0"/>
                </a:moveTo>
                <a:lnTo>
                  <a:pt x="0" y="9971"/>
                </a:lnTo>
              </a:path>
            </a:pathLst>
          </a:custGeom>
          <a:noFill xmlns:a="http://schemas.openxmlformats.org/drawingml/2006/main"/>
          <a:ln xmlns:a="http://schemas.openxmlformats.org/drawingml/2006/main" w="2279" cap="flat">
            <a:solidFill>
              <a:srgbClr val="000000"/>
            </a:solidFill>
            <a:round/>
          </a:ln>
        </p:spPr>
      </p:sp>
      <p:sp>
        <p:nvSpPr>
          <p:cNvPr id="12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4212FE-DB05-4A74-98BF-A8CC4BFA7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8108" y="2521567"/>
            <a:ext cx="20830" cy="24093"/>
          </a:xfrm>
          <a:custGeom xmlns:a="http://schemas.openxmlformats.org/drawingml/2006/main">
            <a:pathLst>
              <a:path w="20830" h="24093">
                <a:moveTo>
                  <a:pt x="11080" y="12752"/>
                </a:moveTo>
                <a:lnTo>
                  <a:pt x="13678" y="10153"/>
                </a:lnTo>
                <a:cubicBezTo>
                  <a:pt x="14645" y="9186"/>
                  <a:pt x="15129" y="8179"/>
                  <a:pt x="15129" y="7131"/>
                </a:cubicBezTo>
                <a:cubicBezTo>
                  <a:pt x="15109" y="6104"/>
                  <a:pt x="14605" y="5077"/>
                  <a:pt x="13598" y="4069"/>
                </a:cubicBezTo>
                <a:cubicBezTo>
                  <a:pt x="12591" y="3062"/>
                  <a:pt x="11563" y="2558"/>
                  <a:pt x="10536" y="2538"/>
                </a:cubicBezTo>
                <a:cubicBezTo>
                  <a:pt x="9488" y="2538"/>
                  <a:pt x="8481" y="3022"/>
                  <a:pt x="7514" y="3989"/>
                </a:cubicBezTo>
                <a:lnTo>
                  <a:pt x="4915" y="6587"/>
                </a:lnTo>
                <a:lnTo>
                  <a:pt x="11080" y="12752"/>
                </a:lnTo>
                <a:close/>
                <a:moveTo>
                  <a:pt x="14686" y="24093"/>
                </a:moveTo>
                <a:lnTo>
                  <a:pt x="13638" y="23046"/>
                </a:lnTo>
                <a:lnTo>
                  <a:pt x="15512" y="21172"/>
                </a:lnTo>
                <a:lnTo>
                  <a:pt x="2921" y="8582"/>
                </a:lnTo>
                <a:lnTo>
                  <a:pt x="1048" y="10455"/>
                </a:lnTo>
                <a:lnTo>
                  <a:pt x="0" y="9408"/>
                </a:lnTo>
                <a:lnTo>
                  <a:pt x="6950" y="2458"/>
                </a:lnTo>
                <a:cubicBezTo>
                  <a:pt x="8400" y="1007"/>
                  <a:pt x="9952" y="222"/>
                  <a:pt x="11563" y="101"/>
                </a:cubicBezTo>
                <a:cubicBezTo>
                  <a:pt x="13155" y="0"/>
                  <a:pt x="14605" y="564"/>
                  <a:pt x="15854" y="1813"/>
                </a:cubicBezTo>
                <a:cubicBezTo>
                  <a:pt x="17123" y="3082"/>
                  <a:pt x="17687" y="4533"/>
                  <a:pt x="17587" y="6124"/>
                </a:cubicBezTo>
                <a:cubicBezTo>
                  <a:pt x="17466" y="7736"/>
                  <a:pt x="16660" y="9267"/>
                  <a:pt x="15209" y="10717"/>
                </a:cubicBezTo>
                <a:lnTo>
                  <a:pt x="12127" y="13799"/>
                </a:lnTo>
                <a:lnTo>
                  <a:pt x="17506" y="19178"/>
                </a:lnTo>
                <a:lnTo>
                  <a:pt x="19782" y="16902"/>
                </a:lnTo>
                <a:lnTo>
                  <a:pt x="20830" y="17949"/>
                </a:lnTo>
                <a:lnTo>
                  <a:pt x="14686" y="240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60073E-D386-4FC0-802F-9EB1F674E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4748" y="2511434"/>
            <a:ext cx="18876" cy="25282"/>
          </a:xfrm>
          <a:custGeom xmlns:a="http://schemas.openxmlformats.org/drawingml/2006/main">
            <a:pathLst>
              <a:path w="18876" h="25282">
                <a:moveTo>
                  <a:pt x="16740" y="19319"/>
                </a:moveTo>
                <a:lnTo>
                  <a:pt x="15693" y="16902"/>
                </a:lnTo>
                <a:lnTo>
                  <a:pt x="2216" y="11241"/>
                </a:lnTo>
                <a:lnTo>
                  <a:pt x="1048" y="12409"/>
                </a:lnTo>
                <a:lnTo>
                  <a:pt x="0" y="11362"/>
                </a:lnTo>
                <a:lnTo>
                  <a:pt x="4794" y="6567"/>
                </a:lnTo>
                <a:lnTo>
                  <a:pt x="5842" y="7615"/>
                </a:lnTo>
                <a:lnTo>
                  <a:pt x="4170" y="9287"/>
                </a:lnTo>
                <a:lnTo>
                  <a:pt x="14303" y="13537"/>
                </a:lnTo>
                <a:lnTo>
                  <a:pt x="10052" y="3404"/>
                </a:lnTo>
                <a:lnTo>
                  <a:pt x="8481" y="4976"/>
                </a:lnTo>
                <a:lnTo>
                  <a:pt x="7433" y="3928"/>
                </a:lnTo>
                <a:lnTo>
                  <a:pt x="11362" y="0"/>
                </a:lnTo>
                <a:lnTo>
                  <a:pt x="12409" y="1048"/>
                </a:lnTo>
                <a:lnTo>
                  <a:pt x="11241" y="2216"/>
                </a:lnTo>
                <a:lnTo>
                  <a:pt x="18191" y="18755"/>
                </a:lnTo>
                <a:cubicBezTo>
                  <a:pt x="18674" y="19883"/>
                  <a:pt x="18876" y="20810"/>
                  <a:pt x="18775" y="21515"/>
                </a:cubicBezTo>
                <a:cubicBezTo>
                  <a:pt x="18654" y="22200"/>
                  <a:pt x="18251" y="22925"/>
                  <a:pt x="17526" y="23650"/>
                </a:cubicBezTo>
                <a:cubicBezTo>
                  <a:pt x="17204" y="23972"/>
                  <a:pt x="16861" y="24234"/>
                  <a:pt x="16499" y="24516"/>
                </a:cubicBezTo>
                <a:cubicBezTo>
                  <a:pt x="16116" y="24778"/>
                  <a:pt x="15693" y="25040"/>
                  <a:pt x="15290" y="25282"/>
                </a:cubicBezTo>
                <a:lnTo>
                  <a:pt x="13296" y="23288"/>
                </a:lnTo>
                <a:lnTo>
                  <a:pt x="14222" y="22361"/>
                </a:lnTo>
                <a:cubicBezTo>
                  <a:pt x="14706" y="22764"/>
                  <a:pt x="15109" y="22965"/>
                  <a:pt x="15512" y="22965"/>
                </a:cubicBezTo>
                <a:cubicBezTo>
                  <a:pt x="15894" y="22985"/>
                  <a:pt x="16277" y="22804"/>
                  <a:pt x="16680" y="22401"/>
                </a:cubicBezTo>
                <a:cubicBezTo>
                  <a:pt x="17043" y="22039"/>
                  <a:pt x="17224" y="21656"/>
                  <a:pt x="17244" y="21233"/>
                </a:cubicBezTo>
                <a:cubicBezTo>
                  <a:pt x="17264" y="20810"/>
                  <a:pt x="17103" y="20165"/>
                  <a:pt x="16740" y="1931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267386-31E4-4435-BE7D-066185533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5103" y="2503980"/>
            <a:ext cx="18332" cy="14625"/>
          </a:xfrm>
          <a:custGeom xmlns:a="http://schemas.openxmlformats.org/drawingml/2006/main">
            <a:pathLst>
              <a:path w="18332" h="14625">
                <a:moveTo>
                  <a:pt x="4291" y="6265"/>
                </a:moveTo>
                <a:lnTo>
                  <a:pt x="2699" y="7857"/>
                </a:lnTo>
                <a:lnTo>
                  <a:pt x="1652" y="6809"/>
                </a:lnTo>
                <a:lnTo>
                  <a:pt x="3243" y="5218"/>
                </a:lnTo>
                <a:lnTo>
                  <a:pt x="0" y="1974"/>
                </a:lnTo>
                <a:lnTo>
                  <a:pt x="1813" y="161"/>
                </a:lnTo>
                <a:lnTo>
                  <a:pt x="5056" y="3404"/>
                </a:lnTo>
                <a:lnTo>
                  <a:pt x="8461" y="0"/>
                </a:lnTo>
                <a:lnTo>
                  <a:pt x="9508" y="1048"/>
                </a:lnTo>
                <a:lnTo>
                  <a:pt x="6104" y="4452"/>
                </a:lnTo>
                <a:lnTo>
                  <a:pt x="12752" y="11100"/>
                </a:lnTo>
                <a:cubicBezTo>
                  <a:pt x="13638" y="11986"/>
                  <a:pt x="14303" y="12490"/>
                  <a:pt x="14726" y="12550"/>
                </a:cubicBezTo>
                <a:cubicBezTo>
                  <a:pt x="15129" y="12631"/>
                  <a:pt x="15572" y="12429"/>
                  <a:pt x="16035" y="11966"/>
                </a:cubicBezTo>
                <a:cubicBezTo>
                  <a:pt x="16499" y="11503"/>
                  <a:pt x="16700" y="11019"/>
                  <a:pt x="16640" y="10516"/>
                </a:cubicBezTo>
                <a:cubicBezTo>
                  <a:pt x="16559" y="10032"/>
                  <a:pt x="16237" y="9468"/>
                  <a:pt x="15632" y="8823"/>
                </a:cubicBezTo>
                <a:lnTo>
                  <a:pt x="17002" y="7454"/>
                </a:lnTo>
                <a:cubicBezTo>
                  <a:pt x="17909" y="8481"/>
                  <a:pt x="18332" y="9428"/>
                  <a:pt x="18292" y="10314"/>
                </a:cubicBezTo>
                <a:cubicBezTo>
                  <a:pt x="18251" y="11201"/>
                  <a:pt x="17768" y="12127"/>
                  <a:pt x="16821" y="13074"/>
                </a:cubicBezTo>
                <a:cubicBezTo>
                  <a:pt x="15774" y="14122"/>
                  <a:pt x="14786" y="14625"/>
                  <a:pt x="13920" y="14605"/>
                </a:cubicBezTo>
                <a:cubicBezTo>
                  <a:pt x="13034" y="14605"/>
                  <a:pt x="12047" y="14021"/>
                  <a:pt x="10939" y="12913"/>
                </a:cubicBezTo>
                <a:lnTo>
                  <a:pt x="4291" y="626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2715BA-0D66-4CFE-B5FB-7A4E6F96A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0139" y="2493908"/>
            <a:ext cx="26994" cy="18997"/>
          </a:xfrm>
          <a:custGeom xmlns:a="http://schemas.openxmlformats.org/drawingml/2006/main">
            <a:pathLst>
              <a:path w="26994" h="18997">
                <a:moveTo>
                  <a:pt x="15411" y="18997"/>
                </a:moveTo>
                <a:lnTo>
                  <a:pt x="14363" y="17949"/>
                </a:lnTo>
                <a:lnTo>
                  <a:pt x="15995" y="16317"/>
                </a:lnTo>
                <a:lnTo>
                  <a:pt x="2780" y="3102"/>
                </a:lnTo>
                <a:lnTo>
                  <a:pt x="1048" y="4835"/>
                </a:lnTo>
                <a:lnTo>
                  <a:pt x="0" y="3787"/>
                </a:lnTo>
                <a:lnTo>
                  <a:pt x="3546" y="242"/>
                </a:lnTo>
                <a:lnTo>
                  <a:pt x="10254" y="6950"/>
                </a:lnTo>
                <a:cubicBezTo>
                  <a:pt x="9891" y="5943"/>
                  <a:pt x="9790" y="4956"/>
                  <a:pt x="9952" y="4069"/>
                </a:cubicBezTo>
                <a:cubicBezTo>
                  <a:pt x="10113" y="3183"/>
                  <a:pt x="10556" y="2377"/>
                  <a:pt x="11281" y="1652"/>
                </a:cubicBezTo>
                <a:cubicBezTo>
                  <a:pt x="12429" y="504"/>
                  <a:pt x="13618" y="0"/>
                  <a:pt x="14807" y="101"/>
                </a:cubicBezTo>
                <a:cubicBezTo>
                  <a:pt x="16015" y="222"/>
                  <a:pt x="17325" y="967"/>
                  <a:pt x="18735" y="2377"/>
                </a:cubicBezTo>
                <a:lnTo>
                  <a:pt x="24335" y="7977"/>
                </a:lnTo>
                <a:lnTo>
                  <a:pt x="25947" y="6366"/>
                </a:lnTo>
                <a:lnTo>
                  <a:pt x="26994" y="7413"/>
                </a:lnTo>
                <a:lnTo>
                  <a:pt x="21998" y="12409"/>
                </a:lnTo>
                <a:lnTo>
                  <a:pt x="20951" y="11362"/>
                </a:lnTo>
                <a:lnTo>
                  <a:pt x="22522" y="9790"/>
                </a:lnTo>
                <a:lnTo>
                  <a:pt x="17486" y="4754"/>
                </a:lnTo>
                <a:cubicBezTo>
                  <a:pt x="16217" y="3485"/>
                  <a:pt x="15189" y="2780"/>
                  <a:pt x="14383" y="2619"/>
                </a:cubicBezTo>
                <a:cubicBezTo>
                  <a:pt x="13598" y="2478"/>
                  <a:pt x="12812" y="2780"/>
                  <a:pt x="12027" y="3566"/>
                </a:cubicBezTo>
                <a:cubicBezTo>
                  <a:pt x="11180" y="4412"/>
                  <a:pt x="10858" y="5379"/>
                  <a:pt x="11019" y="6426"/>
                </a:cubicBezTo>
                <a:cubicBezTo>
                  <a:pt x="11180" y="7474"/>
                  <a:pt x="11865" y="8562"/>
                  <a:pt x="13034" y="9730"/>
                </a:cubicBezTo>
                <a:lnTo>
                  <a:pt x="17808" y="14504"/>
                </a:lnTo>
                <a:lnTo>
                  <a:pt x="19379" y="12933"/>
                </a:lnTo>
                <a:lnTo>
                  <a:pt x="20427" y="13981"/>
                </a:lnTo>
                <a:lnTo>
                  <a:pt x="15411" y="1899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62E8A8-2A0F-4F07-A3E0-D4C0F8F1A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767" y="2481720"/>
            <a:ext cx="15512" cy="15491"/>
          </a:xfrm>
          <a:custGeom xmlns:a="http://schemas.openxmlformats.org/drawingml/2006/main">
            <a:pathLst>
              <a:path w="15512" h="15491">
                <a:moveTo>
                  <a:pt x="12309" y="12288"/>
                </a:moveTo>
                <a:cubicBezTo>
                  <a:pt x="13276" y="11321"/>
                  <a:pt x="13618" y="10213"/>
                  <a:pt x="13356" y="8944"/>
                </a:cubicBezTo>
                <a:cubicBezTo>
                  <a:pt x="13074" y="7695"/>
                  <a:pt x="12208" y="6305"/>
                  <a:pt x="10717" y="4815"/>
                </a:cubicBezTo>
                <a:cubicBezTo>
                  <a:pt x="9226" y="3324"/>
                  <a:pt x="7816" y="2438"/>
                  <a:pt x="6567" y="2156"/>
                </a:cubicBezTo>
                <a:cubicBezTo>
                  <a:pt x="5298" y="1894"/>
                  <a:pt x="4190" y="2236"/>
                  <a:pt x="3223" y="3203"/>
                </a:cubicBezTo>
                <a:cubicBezTo>
                  <a:pt x="2256" y="4170"/>
                  <a:pt x="1894" y="5298"/>
                  <a:pt x="2176" y="6547"/>
                </a:cubicBezTo>
                <a:cubicBezTo>
                  <a:pt x="2438" y="7816"/>
                  <a:pt x="3344" y="9206"/>
                  <a:pt x="4835" y="10697"/>
                </a:cubicBezTo>
                <a:cubicBezTo>
                  <a:pt x="6326" y="12188"/>
                  <a:pt x="7695" y="13074"/>
                  <a:pt x="8965" y="13336"/>
                </a:cubicBezTo>
                <a:cubicBezTo>
                  <a:pt x="10213" y="13618"/>
                  <a:pt x="11342" y="13255"/>
                  <a:pt x="12309" y="12288"/>
                </a:cubicBezTo>
                <a:close/>
                <a:moveTo>
                  <a:pt x="13255" y="13235"/>
                </a:moveTo>
                <a:cubicBezTo>
                  <a:pt x="11724" y="14766"/>
                  <a:pt x="10032" y="15491"/>
                  <a:pt x="8098" y="15411"/>
                </a:cubicBezTo>
                <a:cubicBezTo>
                  <a:pt x="6164" y="15330"/>
                  <a:pt x="4371" y="14464"/>
                  <a:pt x="2699" y="12792"/>
                </a:cubicBezTo>
                <a:cubicBezTo>
                  <a:pt x="1048" y="11140"/>
                  <a:pt x="161" y="9367"/>
                  <a:pt x="81" y="7433"/>
                </a:cubicBezTo>
                <a:cubicBezTo>
                  <a:pt x="0" y="5500"/>
                  <a:pt x="725" y="3767"/>
                  <a:pt x="2256" y="2236"/>
                </a:cubicBezTo>
                <a:cubicBezTo>
                  <a:pt x="3787" y="705"/>
                  <a:pt x="5500" y="0"/>
                  <a:pt x="7433" y="81"/>
                </a:cubicBezTo>
                <a:cubicBezTo>
                  <a:pt x="9367" y="161"/>
                  <a:pt x="11160" y="1027"/>
                  <a:pt x="12812" y="2679"/>
                </a:cubicBezTo>
                <a:cubicBezTo>
                  <a:pt x="14484" y="4351"/>
                  <a:pt x="15350" y="6144"/>
                  <a:pt x="15431" y="8078"/>
                </a:cubicBezTo>
                <a:cubicBezTo>
                  <a:pt x="15512" y="10012"/>
                  <a:pt x="14786" y="11704"/>
                  <a:pt x="13255" y="1323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30C663-EBA7-44B6-8818-8BF3A3D5C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95" y="2468807"/>
            <a:ext cx="22139" cy="18997"/>
          </a:xfrm>
          <a:custGeom xmlns:a="http://schemas.openxmlformats.org/drawingml/2006/main">
            <a:pathLst>
              <a:path w="22139" h="18997">
                <a:moveTo>
                  <a:pt x="10556" y="18997"/>
                </a:moveTo>
                <a:lnTo>
                  <a:pt x="9508" y="17949"/>
                </a:lnTo>
                <a:lnTo>
                  <a:pt x="11140" y="16317"/>
                </a:lnTo>
                <a:lnTo>
                  <a:pt x="2780" y="7957"/>
                </a:lnTo>
                <a:lnTo>
                  <a:pt x="1048" y="9690"/>
                </a:lnTo>
                <a:lnTo>
                  <a:pt x="0" y="8642"/>
                </a:lnTo>
                <a:lnTo>
                  <a:pt x="3546" y="5097"/>
                </a:lnTo>
                <a:lnTo>
                  <a:pt x="5399" y="6950"/>
                </a:lnTo>
                <a:cubicBezTo>
                  <a:pt x="5036" y="5943"/>
                  <a:pt x="4936" y="4956"/>
                  <a:pt x="5097" y="4069"/>
                </a:cubicBezTo>
                <a:cubicBezTo>
                  <a:pt x="5258" y="3183"/>
                  <a:pt x="5701" y="2377"/>
                  <a:pt x="6426" y="1652"/>
                </a:cubicBezTo>
                <a:cubicBezTo>
                  <a:pt x="7575" y="504"/>
                  <a:pt x="8763" y="0"/>
                  <a:pt x="9952" y="101"/>
                </a:cubicBezTo>
                <a:cubicBezTo>
                  <a:pt x="11160" y="222"/>
                  <a:pt x="12470" y="967"/>
                  <a:pt x="13880" y="2377"/>
                </a:cubicBezTo>
                <a:lnTo>
                  <a:pt x="19480" y="7977"/>
                </a:lnTo>
                <a:lnTo>
                  <a:pt x="21092" y="6366"/>
                </a:lnTo>
                <a:lnTo>
                  <a:pt x="22139" y="7413"/>
                </a:lnTo>
                <a:lnTo>
                  <a:pt x="17143" y="12409"/>
                </a:lnTo>
                <a:lnTo>
                  <a:pt x="16096" y="11362"/>
                </a:lnTo>
                <a:lnTo>
                  <a:pt x="17667" y="9790"/>
                </a:lnTo>
                <a:lnTo>
                  <a:pt x="12631" y="4754"/>
                </a:lnTo>
                <a:cubicBezTo>
                  <a:pt x="11362" y="3485"/>
                  <a:pt x="10334" y="2780"/>
                  <a:pt x="9529" y="2619"/>
                </a:cubicBezTo>
                <a:cubicBezTo>
                  <a:pt x="8723" y="2458"/>
                  <a:pt x="7937" y="2760"/>
                  <a:pt x="7151" y="3546"/>
                </a:cubicBezTo>
                <a:cubicBezTo>
                  <a:pt x="6305" y="4392"/>
                  <a:pt x="5983" y="5359"/>
                  <a:pt x="6144" y="6406"/>
                </a:cubicBezTo>
                <a:cubicBezTo>
                  <a:pt x="6326" y="7474"/>
                  <a:pt x="7010" y="8562"/>
                  <a:pt x="8179" y="9730"/>
                </a:cubicBezTo>
                <a:lnTo>
                  <a:pt x="12953" y="14504"/>
                </a:lnTo>
                <a:lnTo>
                  <a:pt x="14525" y="12933"/>
                </a:lnTo>
                <a:lnTo>
                  <a:pt x="15572" y="13981"/>
                </a:lnTo>
                <a:lnTo>
                  <a:pt x="10556" y="1899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6201FE-D647-41E7-93B5-5D731E064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2776" y="2440423"/>
            <a:ext cx="10" cy="9971"/>
          </a:xfrm>
          <a:custGeom xmlns:a="http://schemas.openxmlformats.org/drawingml/2006/main">
            <a:pathLst>
              <a:path w="1" h="9971">
                <a:moveTo>
                  <a:pt x="0" y="0"/>
                </a:moveTo>
                <a:lnTo>
                  <a:pt x="0" y="997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A035D1-B515-4F56-9E70-E62A48CE1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2776" y="2440423"/>
            <a:ext cx="10" cy="9971"/>
          </a:xfrm>
          <a:custGeom xmlns:a="http://schemas.openxmlformats.org/drawingml/2006/main">
            <a:pathLst>
              <a:path w="1" h="9971" fill="none">
                <a:moveTo>
                  <a:pt x="0" y="0"/>
                </a:moveTo>
                <a:lnTo>
                  <a:pt x="0" y="9971"/>
                </a:lnTo>
              </a:path>
            </a:pathLst>
          </a:custGeom>
          <a:noFill xmlns:a="http://schemas.openxmlformats.org/drawingml/2006/main"/>
          <a:ln xmlns:a="http://schemas.openxmlformats.org/drawingml/2006/main" w="2279" cap="flat">
            <a:solidFill>
              <a:srgbClr val="000000"/>
            </a:solidFill>
            <a:round/>
          </a:ln>
        </p:spPr>
      </p:sp>
      <p:sp>
        <p:nvSpPr>
          <p:cNvPr id="12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A256B0-817A-4D41-93BA-22542D816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8392" y="2502498"/>
            <a:ext cx="29230" cy="24496"/>
          </a:xfrm>
          <a:custGeom xmlns:a="http://schemas.openxmlformats.org/drawingml/2006/main">
            <a:pathLst>
              <a:path w="29230" h="24496">
                <a:moveTo>
                  <a:pt x="15935" y="8662"/>
                </a:moveTo>
                <a:cubicBezTo>
                  <a:pt x="16499" y="8340"/>
                  <a:pt x="17123" y="8159"/>
                  <a:pt x="17768" y="8118"/>
                </a:cubicBezTo>
                <a:cubicBezTo>
                  <a:pt x="18392" y="8098"/>
                  <a:pt x="19118" y="8219"/>
                  <a:pt x="19903" y="8481"/>
                </a:cubicBezTo>
                <a:lnTo>
                  <a:pt x="26390" y="10697"/>
                </a:lnTo>
                <a:lnTo>
                  <a:pt x="28183" y="8904"/>
                </a:lnTo>
                <a:lnTo>
                  <a:pt x="29230" y="9952"/>
                </a:lnTo>
                <a:lnTo>
                  <a:pt x="25765" y="13417"/>
                </a:lnTo>
                <a:lnTo>
                  <a:pt x="18795" y="11039"/>
                </a:lnTo>
                <a:cubicBezTo>
                  <a:pt x="17466" y="10596"/>
                  <a:pt x="16479" y="10415"/>
                  <a:pt x="15834" y="10496"/>
                </a:cubicBezTo>
                <a:cubicBezTo>
                  <a:pt x="15209" y="10596"/>
                  <a:pt x="14565" y="10959"/>
                  <a:pt x="13920" y="11603"/>
                </a:cubicBezTo>
                <a:lnTo>
                  <a:pt x="11724" y="13799"/>
                </a:lnTo>
                <a:lnTo>
                  <a:pt x="17506" y="19581"/>
                </a:lnTo>
                <a:lnTo>
                  <a:pt x="19581" y="17506"/>
                </a:lnTo>
                <a:lnTo>
                  <a:pt x="20628" y="18554"/>
                </a:lnTo>
                <a:lnTo>
                  <a:pt x="14686" y="24496"/>
                </a:lnTo>
                <a:lnTo>
                  <a:pt x="13638" y="23449"/>
                </a:lnTo>
                <a:lnTo>
                  <a:pt x="15512" y="21575"/>
                </a:lnTo>
                <a:lnTo>
                  <a:pt x="2921" y="8985"/>
                </a:lnTo>
                <a:lnTo>
                  <a:pt x="1048" y="10858"/>
                </a:lnTo>
                <a:lnTo>
                  <a:pt x="0" y="9811"/>
                </a:lnTo>
                <a:lnTo>
                  <a:pt x="7454" y="2357"/>
                </a:lnTo>
                <a:cubicBezTo>
                  <a:pt x="8864" y="947"/>
                  <a:pt x="10314" y="181"/>
                  <a:pt x="11785" y="81"/>
                </a:cubicBezTo>
                <a:cubicBezTo>
                  <a:pt x="13235" y="0"/>
                  <a:pt x="14605" y="564"/>
                  <a:pt x="15854" y="1813"/>
                </a:cubicBezTo>
                <a:cubicBezTo>
                  <a:pt x="16861" y="2820"/>
                  <a:pt x="17385" y="3908"/>
                  <a:pt x="17385" y="5036"/>
                </a:cubicBezTo>
                <a:cubicBezTo>
                  <a:pt x="17405" y="6185"/>
                  <a:pt x="16922" y="7393"/>
                  <a:pt x="15935" y="8662"/>
                </a:cubicBezTo>
                <a:close/>
                <a:moveTo>
                  <a:pt x="10677" y="12752"/>
                </a:moveTo>
                <a:lnTo>
                  <a:pt x="13578" y="9851"/>
                </a:lnTo>
                <a:cubicBezTo>
                  <a:pt x="14565" y="8864"/>
                  <a:pt x="15068" y="7917"/>
                  <a:pt x="15068" y="6950"/>
                </a:cubicBezTo>
                <a:cubicBezTo>
                  <a:pt x="15068" y="6023"/>
                  <a:pt x="14585" y="5056"/>
                  <a:pt x="13598" y="4069"/>
                </a:cubicBezTo>
                <a:cubicBezTo>
                  <a:pt x="12631" y="3102"/>
                  <a:pt x="11664" y="2619"/>
                  <a:pt x="10717" y="2599"/>
                </a:cubicBezTo>
                <a:cubicBezTo>
                  <a:pt x="9770" y="2619"/>
                  <a:pt x="8803" y="3102"/>
                  <a:pt x="7816" y="4089"/>
                </a:cubicBezTo>
                <a:lnTo>
                  <a:pt x="4915" y="6990"/>
                </a:lnTo>
                <a:lnTo>
                  <a:pt x="10677" y="1275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D04219-D37F-488A-8B29-E3A59BC36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7228" y="2491962"/>
            <a:ext cx="22139" cy="17385"/>
          </a:xfrm>
          <a:custGeom xmlns:a="http://schemas.openxmlformats.org/drawingml/2006/main">
            <a:pathLst>
              <a:path w="22139" h="17385">
                <a:moveTo>
                  <a:pt x="6587" y="3384"/>
                </a:moveTo>
                <a:lnTo>
                  <a:pt x="9972" y="0"/>
                </a:lnTo>
                <a:lnTo>
                  <a:pt x="19379" y="9408"/>
                </a:lnTo>
                <a:lnTo>
                  <a:pt x="21092" y="7695"/>
                </a:lnTo>
                <a:lnTo>
                  <a:pt x="22139" y="8743"/>
                </a:lnTo>
                <a:lnTo>
                  <a:pt x="18614" y="12268"/>
                </a:lnTo>
                <a:lnTo>
                  <a:pt x="16761" y="10415"/>
                </a:lnTo>
                <a:cubicBezTo>
                  <a:pt x="17123" y="11462"/>
                  <a:pt x="17204" y="12429"/>
                  <a:pt x="17043" y="13316"/>
                </a:cubicBezTo>
                <a:cubicBezTo>
                  <a:pt x="16861" y="14182"/>
                  <a:pt x="16418" y="14988"/>
                  <a:pt x="15733" y="15673"/>
                </a:cubicBezTo>
                <a:cubicBezTo>
                  <a:pt x="14565" y="16841"/>
                  <a:pt x="13376" y="17385"/>
                  <a:pt x="12188" y="17284"/>
                </a:cubicBezTo>
                <a:cubicBezTo>
                  <a:pt x="10999" y="17184"/>
                  <a:pt x="9690" y="16398"/>
                  <a:pt x="8280" y="14988"/>
                </a:cubicBezTo>
                <a:lnTo>
                  <a:pt x="2679" y="9388"/>
                </a:lnTo>
                <a:lnTo>
                  <a:pt x="1048" y="11019"/>
                </a:lnTo>
                <a:lnTo>
                  <a:pt x="0" y="9972"/>
                </a:lnTo>
                <a:lnTo>
                  <a:pt x="3445" y="6527"/>
                </a:lnTo>
                <a:lnTo>
                  <a:pt x="9529" y="12611"/>
                </a:lnTo>
                <a:cubicBezTo>
                  <a:pt x="10818" y="13900"/>
                  <a:pt x="11825" y="14625"/>
                  <a:pt x="12611" y="14766"/>
                </a:cubicBezTo>
                <a:cubicBezTo>
                  <a:pt x="13417" y="14927"/>
                  <a:pt x="14182" y="14605"/>
                  <a:pt x="14988" y="13799"/>
                </a:cubicBezTo>
                <a:cubicBezTo>
                  <a:pt x="15834" y="12953"/>
                  <a:pt x="16156" y="12027"/>
                  <a:pt x="15975" y="10959"/>
                </a:cubicBezTo>
                <a:cubicBezTo>
                  <a:pt x="15814" y="9911"/>
                  <a:pt x="15129" y="8783"/>
                  <a:pt x="13960" y="7615"/>
                </a:cubicBezTo>
                <a:lnTo>
                  <a:pt x="9206" y="2861"/>
                </a:lnTo>
                <a:lnTo>
                  <a:pt x="7635" y="4432"/>
                </a:lnTo>
                <a:lnTo>
                  <a:pt x="6587" y="338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2F6BB9-4275-4577-AC93-5749D2EEA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5386" y="2479896"/>
            <a:ext cx="24335" cy="19480"/>
          </a:xfrm>
          <a:custGeom xmlns:a="http://schemas.openxmlformats.org/drawingml/2006/main">
            <a:pathLst>
              <a:path w="24335" h="19480">
                <a:moveTo>
                  <a:pt x="15995" y="16700"/>
                </a:moveTo>
                <a:lnTo>
                  <a:pt x="2780" y="3485"/>
                </a:lnTo>
                <a:lnTo>
                  <a:pt x="1048" y="5218"/>
                </a:lnTo>
                <a:lnTo>
                  <a:pt x="0" y="4170"/>
                </a:lnTo>
                <a:lnTo>
                  <a:pt x="3546" y="624"/>
                </a:lnTo>
                <a:lnTo>
                  <a:pt x="10032" y="7111"/>
                </a:lnTo>
                <a:cubicBezTo>
                  <a:pt x="9730" y="6124"/>
                  <a:pt x="9690" y="5197"/>
                  <a:pt x="9931" y="4311"/>
                </a:cubicBezTo>
                <a:cubicBezTo>
                  <a:pt x="10173" y="3465"/>
                  <a:pt x="10697" y="2619"/>
                  <a:pt x="11503" y="1813"/>
                </a:cubicBezTo>
                <a:cubicBezTo>
                  <a:pt x="12792" y="524"/>
                  <a:pt x="14363" y="0"/>
                  <a:pt x="16176" y="201"/>
                </a:cubicBezTo>
                <a:cubicBezTo>
                  <a:pt x="17989" y="403"/>
                  <a:pt x="19742" y="1309"/>
                  <a:pt x="21374" y="2941"/>
                </a:cubicBezTo>
                <a:cubicBezTo>
                  <a:pt x="23026" y="4593"/>
                  <a:pt x="23932" y="6346"/>
                  <a:pt x="24134" y="8159"/>
                </a:cubicBezTo>
                <a:cubicBezTo>
                  <a:pt x="24335" y="9972"/>
                  <a:pt x="23791" y="11523"/>
                  <a:pt x="22502" y="12812"/>
                </a:cubicBezTo>
                <a:cubicBezTo>
                  <a:pt x="21696" y="13618"/>
                  <a:pt x="20850" y="14142"/>
                  <a:pt x="20024" y="14404"/>
                </a:cubicBezTo>
                <a:cubicBezTo>
                  <a:pt x="19158" y="14666"/>
                  <a:pt x="18231" y="14625"/>
                  <a:pt x="17224" y="14303"/>
                </a:cubicBezTo>
                <a:lnTo>
                  <a:pt x="18856" y="15935"/>
                </a:lnTo>
                <a:lnTo>
                  <a:pt x="15310" y="19480"/>
                </a:lnTo>
                <a:lnTo>
                  <a:pt x="14263" y="18433"/>
                </a:lnTo>
                <a:lnTo>
                  <a:pt x="15995" y="16700"/>
                </a:lnTo>
                <a:close/>
                <a:moveTo>
                  <a:pt x="14142" y="11221"/>
                </a:moveTo>
                <a:cubicBezTo>
                  <a:pt x="15411" y="12490"/>
                  <a:pt x="16620" y="13215"/>
                  <a:pt x="17748" y="13376"/>
                </a:cubicBezTo>
                <a:cubicBezTo>
                  <a:pt x="18896" y="13558"/>
                  <a:pt x="19903" y="13195"/>
                  <a:pt x="20830" y="12268"/>
                </a:cubicBezTo>
                <a:cubicBezTo>
                  <a:pt x="21757" y="11342"/>
                  <a:pt x="22079" y="10294"/>
                  <a:pt x="21817" y="9065"/>
                </a:cubicBezTo>
                <a:cubicBezTo>
                  <a:pt x="21575" y="7857"/>
                  <a:pt x="20709" y="6507"/>
                  <a:pt x="19259" y="5056"/>
                </a:cubicBezTo>
                <a:cubicBezTo>
                  <a:pt x="17808" y="3606"/>
                  <a:pt x="16479" y="2760"/>
                  <a:pt x="15270" y="2518"/>
                </a:cubicBezTo>
                <a:cubicBezTo>
                  <a:pt x="14061" y="2276"/>
                  <a:pt x="12993" y="2579"/>
                  <a:pt x="12067" y="3505"/>
                </a:cubicBezTo>
                <a:cubicBezTo>
                  <a:pt x="11140" y="4432"/>
                  <a:pt x="10798" y="5459"/>
                  <a:pt x="10979" y="6608"/>
                </a:cubicBezTo>
                <a:cubicBezTo>
                  <a:pt x="11160" y="7756"/>
                  <a:pt x="11865" y="8944"/>
                  <a:pt x="13114" y="10193"/>
                </a:cubicBezTo>
                <a:lnTo>
                  <a:pt x="14142" y="1122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70309F-60D1-46D7-84A3-025E3A1B0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2509" y="2465290"/>
            <a:ext cx="18876" cy="25282"/>
          </a:xfrm>
          <a:custGeom xmlns:a="http://schemas.openxmlformats.org/drawingml/2006/main">
            <a:pathLst>
              <a:path w="18876" h="25282">
                <a:moveTo>
                  <a:pt x="16740" y="19319"/>
                </a:moveTo>
                <a:lnTo>
                  <a:pt x="15693" y="16902"/>
                </a:lnTo>
                <a:lnTo>
                  <a:pt x="2216" y="11241"/>
                </a:lnTo>
                <a:lnTo>
                  <a:pt x="1048" y="12409"/>
                </a:lnTo>
                <a:lnTo>
                  <a:pt x="0" y="11362"/>
                </a:lnTo>
                <a:lnTo>
                  <a:pt x="4794" y="6567"/>
                </a:lnTo>
                <a:lnTo>
                  <a:pt x="5842" y="7615"/>
                </a:lnTo>
                <a:lnTo>
                  <a:pt x="4170" y="9287"/>
                </a:lnTo>
                <a:lnTo>
                  <a:pt x="14303" y="13537"/>
                </a:lnTo>
                <a:lnTo>
                  <a:pt x="10052" y="3404"/>
                </a:lnTo>
                <a:lnTo>
                  <a:pt x="8481" y="4976"/>
                </a:lnTo>
                <a:lnTo>
                  <a:pt x="7433" y="3928"/>
                </a:lnTo>
                <a:lnTo>
                  <a:pt x="11362" y="0"/>
                </a:lnTo>
                <a:lnTo>
                  <a:pt x="12409" y="1048"/>
                </a:lnTo>
                <a:lnTo>
                  <a:pt x="11241" y="2216"/>
                </a:lnTo>
                <a:lnTo>
                  <a:pt x="18191" y="18755"/>
                </a:lnTo>
                <a:cubicBezTo>
                  <a:pt x="18674" y="19883"/>
                  <a:pt x="18876" y="20810"/>
                  <a:pt x="18775" y="21515"/>
                </a:cubicBezTo>
                <a:cubicBezTo>
                  <a:pt x="18654" y="22200"/>
                  <a:pt x="18251" y="22925"/>
                  <a:pt x="17526" y="23650"/>
                </a:cubicBezTo>
                <a:cubicBezTo>
                  <a:pt x="17204" y="23972"/>
                  <a:pt x="16861" y="24234"/>
                  <a:pt x="16499" y="24516"/>
                </a:cubicBezTo>
                <a:cubicBezTo>
                  <a:pt x="16116" y="24778"/>
                  <a:pt x="15693" y="25040"/>
                  <a:pt x="15290" y="25282"/>
                </a:cubicBezTo>
                <a:lnTo>
                  <a:pt x="13296" y="23288"/>
                </a:lnTo>
                <a:lnTo>
                  <a:pt x="14222" y="22361"/>
                </a:lnTo>
                <a:cubicBezTo>
                  <a:pt x="14706" y="22764"/>
                  <a:pt x="15109" y="22965"/>
                  <a:pt x="15512" y="22965"/>
                </a:cubicBezTo>
                <a:cubicBezTo>
                  <a:pt x="15894" y="22985"/>
                  <a:pt x="16277" y="22804"/>
                  <a:pt x="16680" y="22401"/>
                </a:cubicBezTo>
                <a:cubicBezTo>
                  <a:pt x="17043" y="22039"/>
                  <a:pt x="17224" y="21656"/>
                  <a:pt x="17244" y="21233"/>
                </a:cubicBezTo>
                <a:cubicBezTo>
                  <a:pt x="17264" y="20810"/>
                  <a:pt x="17103" y="20165"/>
                  <a:pt x="16740" y="1931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3A4C68-713D-4B54-83A1-E26584DF7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3727" y="2440423"/>
            <a:ext cx="10" cy="9971"/>
          </a:xfrm>
          <a:custGeom xmlns:a="http://schemas.openxmlformats.org/drawingml/2006/main">
            <a:pathLst>
              <a:path w="1" h="9971">
                <a:moveTo>
                  <a:pt x="0" y="0"/>
                </a:moveTo>
                <a:lnTo>
                  <a:pt x="0" y="997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F692C2-66FF-4C15-A639-FD64A6E5F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3727" y="2440423"/>
            <a:ext cx="10" cy="9971"/>
          </a:xfrm>
          <a:custGeom xmlns:a="http://schemas.openxmlformats.org/drawingml/2006/main">
            <a:pathLst>
              <a:path w="1" h="9971" fill="none">
                <a:moveTo>
                  <a:pt x="0" y="0"/>
                </a:moveTo>
                <a:lnTo>
                  <a:pt x="0" y="9971"/>
                </a:lnTo>
              </a:path>
            </a:pathLst>
          </a:custGeom>
          <a:noFill xmlns:a="http://schemas.openxmlformats.org/drawingml/2006/main"/>
          <a:ln xmlns:a="http://schemas.openxmlformats.org/drawingml/2006/main" w="2279" cap="flat">
            <a:solidFill>
              <a:srgbClr val="000000"/>
            </a:solidFill>
            <a:round/>
          </a:ln>
        </p:spPr>
      </p:sp>
      <p:sp>
        <p:nvSpPr>
          <p:cNvPr id="12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B58503-21EB-498B-8BFC-485133B7D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2412" y="2496644"/>
            <a:ext cx="29230" cy="24496"/>
          </a:xfrm>
          <a:custGeom xmlns:a="http://schemas.openxmlformats.org/drawingml/2006/main">
            <a:pathLst>
              <a:path w="29230" h="24496">
                <a:moveTo>
                  <a:pt x="15935" y="8662"/>
                </a:moveTo>
                <a:cubicBezTo>
                  <a:pt x="16499" y="8340"/>
                  <a:pt x="17123" y="8159"/>
                  <a:pt x="17768" y="8118"/>
                </a:cubicBezTo>
                <a:cubicBezTo>
                  <a:pt x="18392" y="8098"/>
                  <a:pt x="19118" y="8219"/>
                  <a:pt x="19903" y="8481"/>
                </a:cubicBezTo>
                <a:lnTo>
                  <a:pt x="26390" y="10697"/>
                </a:lnTo>
                <a:lnTo>
                  <a:pt x="28183" y="8904"/>
                </a:lnTo>
                <a:lnTo>
                  <a:pt x="29230" y="9952"/>
                </a:lnTo>
                <a:lnTo>
                  <a:pt x="25765" y="13417"/>
                </a:lnTo>
                <a:lnTo>
                  <a:pt x="18795" y="11039"/>
                </a:lnTo>
                <a:cubicBezTo>
                  <a:pt x="17466" y="10596"/>
                  <a:pt x="16479" y="10415"/>
                  <a:pt x="15834" y="10496"/>
                </a:cubicBezTo>
                <a:cubicBezTo>
                  <a:pt x="15209" y="10596"/>
                  <a:pt x="14565" y="10959"/>
                  <a:pt x="13920" y="11603"/>
                </a:cubicBezTo>
                <a:lnTo>
                  <a:pt x="11724" y="13799"/>
                </a:lnTo>
                <a:lnTo>
                  <a:pt x="17506" y="19581"/>
                </a:lnTo>
                <a:lnTo>
                  <a:pt x="19581" y="17506"/>
                </a:lnTo>
                <a:lnTo>
                  <a:pt x="20628" y="18554"/>
                </a:lnTo>
                <a:lnTo>
                  <a:pt x="14686" y="24496"/>
                </a:lnTo>
                <a:lnTo>
                  <a:pt x="13638" y="23449"/>
                </a:lnTo>
                <a:lnTo>
                  <a:pt x="15512" y="21575"/>
                </a:lnTo>
                <a:lnTo>
                  <a:pt x="2921" y="8985"/>
                </a:lnTo>
                <a:lnTo>
                  <a:pt x="1048" y="10858"/>
                </a:lnTo>
                <a:lnTo>
                  <a:pt x="0" y="9811"/>
                </a:lnTo>
                <a:lnTo>
                  <a:pt x="7454" y="2357"/>
                </a:lnTo>
                <a:cubicBezTo>
                  <a:pt x="8864" y="947"/>
                  <a:pt x="10314" y="181"/>
                  <a:pt x="11785" y="81"/>
                </a:cubicBezTo>
                <a:cubicBezTo>
                  <a:pt x="13235" y="0"/>
                  <a:pt x="14605" y="564"/>
                  <a:pt x="15854" y="1813"/>
                </a:cubicBezTo>
                <a:cubicBezTo>
                  <a:pt x="16861" y="2820"/>
                  <a:pt x="17385" y="3908"/>
                  <a:pt x="17385" y="5036"/>
                </a:cubicBezTo>
                <a:cubicBezTo>
                  <a:pt x="17405" y="6185"/>
                  <a:pt x="16922" y="7393"/>
                  <a:pt x="15935" y="8662"/>
                </a:cubicBezTo>
                <a:close/>
                <a:moveTo>
                  <a:pt x="10677" y="12752"/>
                </a:moveTo>
                <a:lnTo>
                  <a:pt x="13578" y="9851"/>
                </a:lnTo>
                <a:cubicBezTo>
                  <a:pt x="14565" y="8864"/>
                  <a:pt x="15068" y="7917"/>
                  <a:pt x="15068" y="6950"/>
                </a:cubicBezTo>
                <a:cubicBezTo>
                  <a:pt x="15068" y="6023"/>
                  <a:pt x="14585" y="5056"/>
                  <a:pt x="13598" y="4069"/>
                </a:cubicBezTo>
                <a:cubicBezTo>
                  <a:pt x="12631" y="3102"/>
                  <a:pt x="11664" y="2619"/>
                  <a:pt x="10717" y="2599"/>
                </a:cubicBezTo>
                <a:cubicBezTo>
                  <a:pt x="9770" y="2619"/>
                  <a:pt x="8803" y="3102"/>
                  <a:pt x="7816" y="4089"/>
                </a:cubicBezTo>
                <a:lnTo>
                  <a:pt x="4915" y="6990"/>
                </a:lnTo>
                <a:lnTo>
                  <a:pt x="10677" y="1275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100A4A-6D59-4A08-9601-7E107FE0B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1247" y="2486108"/>
            <a:ext cx="22139" cy="17385"/>
          </a:xfrm>
          <a:custGeom xmlns:a="http://schemas.openxmlformats.org/drawingml/2006/main">
            <a:pathLst>
              <a:path w="22139" h="17385">
                <a:moveTo>
                  <a:pt x="6587" y="3384"/>
                </a:moveTo>
                <a:lnTo>
                  <a:pt x="9972" y="0"/>
                </a:lnTo>
                <a:lnTo>
                  <a:pt x="19379" y="9408"/>
                </a:lnTo>
                <a:lnTo>
                  <a:pt x="21092" y="7695"/>
                </a:lnTo>
                <a:lnTo>
                  <a:pt x="22139" y="8743"/>
                </a:lnTo>
                <a:lnTo>
                  <a:pt x="18614" y="12268"/>
                </a:lnTo>
                <a:lnTo>
                  <a:pt x="16761" y="10415"/>
                </a:lnTo>
                <a:cubicBezTo>
                  <a:pt x="17123" y="11462"/>
                  <a:pt x="17204" y="12429"/>
                  <a:pt x="17043" y="13316"/>
                </a:cubicBezTo>
                <a:cubicBezTo>
                  <a:pt x="16861" y="14182"/>
                  <a:pt x="16418" y="14988"/>
                  <a:pt x="15733" y="15673"/>
                </a:cubicBezTo>
                <a:cubicBezTo>
                  <a:pt x="14565" y="16841"/>
                  <a:pt x="13376" y="17385"/>
                  <a:pt x="12188" y="17284"/>
                </a:cubicBezTo>
                <a:cubicBezTo>
                  <a:pt x="10999" y="17184"/>
                  <a:pt x="9690" y="16398"/>
                  <a:pt x="8280" y="14988"/>
                </a:cubicBezTo>
                <a:lnTo>
                  <a:pt x="2679" y="9388"/>
                </a:lnTo>
                <a:lnTo>
                  <a:pt x="1048" y="11019"/>
                </a:lnTo>
                <a:lnTo>
                  <a:pt x="0" y="9972"/>
                </a:lnTo>
                <a:lnTo>
                  <a:pt x="3445" y="6527"/>
                </a:lnTo>
                <a:lnTo>
                  <a:pt x="9529" y="12611"/>
                </a:lnTo>
                <a:cubicBezTo>
                  <a:pt x="10818" y="13900"/>
                  <a:pt x="11825" y="14625"/>
                  <a:pt x="12611" y="14766"/>
                </a:cubicBezTo>
                <a:cubicBezTo>
                  <a:pt x="13417" y="14927"/>
                  <a:pt x="14182" y="14605"/>
                  <a:pt x="14988" y="13799"/>
                </a:cubicBezTo>
                <a:cubicBezTo>
                  <a:pt x="15834" y="12953"/>
                  <a:pt x="16156" y="12027"/>
                  <a:pt x="15975" y="10959"/>
                </a:cubicBezTo>
                <a:cubicBezTo>
                  <a:pt x="15814" y="9911"/>
                  <a:pt x="15129" y="8783"/>
                  <a:pt x="13960" y="7615"/>
                </a:cubicBezTo>
                <a:lnTo>
                  <a:pt x="9206" y="2861"/>
                </a:lnTo>
                <a:lnTo>
                  <a:pt x="7635" y="4432"/>
                </a:lnTo>
                <a:lnTo>
                  <a:pt x="6587" y="338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A7CA73-F898-473A-914E-711D3ED5F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6255" y="2475471"/>
            <a:ext cx="15673" cy="16922"/>
          </a:xfrm>
          <a:custGeom xmlns:a="http://schemas.openxmlformats.org/drawingml/2006/main">
            <a:pathLst>
              <a:path w="15673" h="16922">
                <a:moveTo>
                  <a:pt x="8421" y="16922"/>
                </a:moveTo>
                <a:lnTo>
                  <a:pt x="5983" y="14484"/>
                </a:lnTo>
                <a:lnTo>
                  <a:pt x="7031" y="13437"/>
                </a:lnTo>
                <a:cubicBezTo>
                  <a:pt x="7836" y="14202"/>
                  <a:pt x="8662" y="14545"/>
                  <a:pt x="9508" y="14464"/>
                </a:cubicBezTo>
                <a:cubicBezTo>
                  <a:pt x="10375" y="14404"/>
                  <a:pt x="11241" y="13900"/>
                  <a:pt x="12147" y="12993"/>
                </a:cubicBezTo>
                <a:cubicBezTo>
                  <a:pt x="12953" y="12188"/>
                  <a:pt x="13437" y="11422"/>
                  <a:pt x="13537" y="10677"/>
                </a:cubicBezTo>
                <a:cubicBezTo>
                  <a:pt x="13658" y="9952"/>
                  <a:pt x="13437" y="9287"/>
                  <a:pt x="12852" y="8703"/>
                </a:cubicBezTo>
                <a:cubicBezTo>
                  <a:pt x="12409" y="8259"/>
                  <a:pt x="11865" y="8038"/>
                  <a:pt x="11281" y="8058"/>
                </a:cubicBezTo>
                <a:cubicBezTo>
                  <a:pt x="10677" y="8098"/>
                  <a:pt x="9730" y="8441"/>
                  <a:pt x="8400" y="9126"/>
                </a:cubicBezTo>
                <a:lnTo>
                  <a:pt x="6648" y="9992"/>
                </a:lnTo>
                <a:cubicBezTo>
                  <a:pt x="5459" y="10616"/>
                  <a:pt x="4452" y="10898"/>
                  <a:pt x="3606" y="10858"/>
                </a:cubicBezTo>
                <a:cubicBezTo>
                  <a:pt x="2780" y="10838"/>
                  <a:pt x="2035" y="10496"/>
                  <a:pt x="1350" y="9811"/>
                </a:cubicBezTo>
                <a:cubicBezTo>
                  <a:pt x="403" y="8864"/>
                  <a:pt x="0" y="7776"/>
                  <a:pt x="161" y="6527"/>
                </a:cubicBezTo>
                <a:cubicBezTo>
                  <a:pt x="322" y="5278"/>
                  <a:pt x="1007" y="4029"/>
                  <a:pt x="2256" y="2780"/>
                </a:cubicBezTo>
                <a:cubicBezTo>
                  <a:pt x="2800" y="2236"/>
                  <a:pt x="3465" y="1732"/>
                  <a:pt x="4210" y="1269"/>
                </a:cubicBezTo>
                <a:cubicBezTo>
                  <a:pt x="4956" y="806"/>
                  <a:pt x="5802" y="363"/>
                  <a:pt x="6728" y="0"/>
                </a:cubicBezTo>
                <a:lnTo>
                  <a:pt x="9005" y="2276"/>
                </a:lnTo>
                <a:lnTo>
                  <a:pt x="7957" y="3324"/>
                </a:lnTo>
                <a:cubicBezTo>
                  <a:pt x="7252" y="2699"/>
                  <a:pt x="6507" y="2397"/>
                  <a:pt x="5681" y="2458"/>
                </a:cubicBezTo>
                <a:cubicBezTo>
                  <a:pt x="4855" y="2518"/>
                  <a:pt x="4049" y="2921"/>
                  <a:pt x="3284" y="3687"/>
                </a:cubicBezTo>
                <a:cubicBezTo>
                  <a:pt x="2518" y="4452"/>
                  <a:pt x="2075" y="5177"/>
                  <a:pt x="1954" y="5822"/>
                </a:cubicBezTo>
                <a:cubicBezTo>
                  <a:pt x="1833" y="6507"/>
                  <a:pt x="2055" y="7091"/>
                  <a:pt x="2579" y="7615"/>
                </a:cubicBezTo>
                <a:cubicBezTo>
                  <a:pt x="3022" y="8058"/>
                  <a:pt x="3525" y="8280"/>
                  <a:pt x="4089" y="8239"/>
                </a:cubicBezTo>
                <a:cubicBezTo>
                  <a:pt x="4633" y="8219"/>
                  <a:pt x="5500" y="7877"/>
                  <a:pt x="6668" y="7272"/>
                </a:cubicBezTo>
                <a:lnTo>
                  <a:pt x="8541" y="6285"/>
                </a:lnTo>
                <a:cubicBezTo>
                  <a:pt x="9851" y="5620"/>
                  <a:pt x="10939" y="5298"/>
                  <a:pt x="11845" y="5318"/>
                </a:cubicBezTo>
                <a:cubicBezTo>
                  <a:pt x="12752" y="5338"/>
                  <a:pt x="13558" y="5701"/>
                  <a:pt x="14283" y="6426"/>
                </a:cubicBezTo>
                <a:cubicBezTo>
                  <a:pt x="15290" y="7433"/>
                  <a:pt x="15673" y="8582"/>
                  <a:pt x="15471" y="9911"/>
                </a:cubicBezTo>
                <a:cubicBezTo>
                  <a:pt x="15270" y="11241"/>
                  <a:pt x="14504" y="12530"/>
                  <a:pt x="13175" y="13860"/>
                </a:cubicBezTo>
                <a:cubicBezTo>
                  <a:pt x="12490" y="14545"/>
                  <a:pt x="11765" y="15109"/>
                  <a:pt x="10999" y="15632"/>
                </a:cubicBezTo>
                <a:cubicBezTo>
                  <a:pt x="10234" y="16156"/>
                  <a:pt x="9367" y="16579"/>
                  <a:pt x="8421" y="1692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BDD69E-8DDC-40A9-B83D-94BB4E0BE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2943" y="2465923"/>
            <a:ext cx="18332" cy="14625"/>
          </a:xfrm>
          <a:custGeom xmlns:a="http://schemas.openxmlformats.org/drawingml/2006/main">
            <a:pathLst>
              <a:path w="18332" h="14625">
                <a:moveTo>
                  <a:pt x="4291" y="6265"/>
                </a:moveTo>
                <a:lnTo>
                  <a:pt x="2699" y="7857"/>
                </a:lnTo>
                <a:lnTo>
                  <a:pt x="1652" y="6809"/>
                </a:lnTo>
                <a:lnTo>
                  <a:pt x="3243" y="5218"/>
                </a:lnTo>
                <a:lnTo>
                  <a:pt x="0" y="1974"/>
                </a:lnTo>
                <a:lnTo>
                  <a:pt x="1813" y="161"/>
                </a:lnTo>
                <a:lnTo>
                  <a:pt x="5056" y="3404"/>
                </a:lnTo>
                <a:lnTo>
                  <a:pt x="8461" y="0"/>
                </a:lnTo>
                <a:lnTo>
                  <a:pt x="9508" y="1048"/>
                </a:lnTo>
                <a:lnTo>
                  <a:pt x="6104" y="4452"/>
                </a:lnTo>
                <a:lnTo>
                  <a:pt x="12752" y="11100"/>
                </a:lnTo>
                <a:cubicBezTo>
                  <a:pt x="13638" y="11986"/>
                  <a:pt x="14303" y="12490"/>
                  <a:pt x="14726" y="12550"/>
                </a:cubicBezTo>
                <a:cubicBezTo>
                  <a:pt x="15129" y="12631"/>
                  <a:pt x="15572" y="12429"/>
                  <a:pt x="16035" y="11966"/>
                </a:cubicBezTo>
                <a:cubicBezTo>
                  <a:pt x="16499" y="11503"/>
                  <a:pt x="16700" y="11019"/>
                  <a:pt x="16640" y="10516"/>
                </a:cubicBezTo>
                <a:cubicBezTo>
                  <a:pt x="16559" y="10032"/>
                  <a:pt x="16237" y="9468"/>
                  <a:pt x="15632" y="8823"/>
                </a:cubicBezTo>
                <a:lnTo>
                  <a:pt x="17002" y="7454"/>
                </a:lnTo>
                <a:cubicBezTo>
                  <a:pt x="17909" y="8481"/>
                  <a:pt x="18332" y="9428"/>
                  <a:pt x="18292" y="10314"/>
                </a:cubicBezTo>
                <a:cubicBezTo>
                  <a:pt x="18251" y="11201"/>
                  <a:pt x="17768" y="12127"/>
                  <a:pt x="16821" y="13074"/>
                </a:cubicBezTo>
                <a:cubicBezTo>
                  <a:pt x="15774" y="14122"/>
                  <a:pt x="14786" y="14625"/>
                  <a:pt x="13920" y="14605"/>
                </a:cubicBezTo>
                <a:cubicBezTo>
                  <a:pt x="13034" y="14605"/>
                  <a:pt x="12047" y="14021"/>
                  <a:pt x="10939" y="12913"/>
                </a:cubicBezTo>
                <a:lnTo>
                  <a:pt x="4291" y="626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0CCF50-2CCA-4941-B9DB-92A016988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4678" y="2440423"/>
            <a:ext cx="10" cy="9971"/>
          </a:xfrm>
          <a:custGeom xmlns:a="http://schemas.openxmlformats.org/drawingml/2006/main">
            <a:pathLst>
              <a:path w="1" h="9971">
                <a:moveTo>
                  <a:pt x="0" y="0"/>
                </a:moveTo>
                <a:lnTo>
                  <a:pt x="0" y="997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ED20D5-99E8-4238-9943-19781EBB7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4678" y="2440423"/>
            <a:ext cx="10" cy="9971"/>
          </a:xfrm>
          <a:custGeom xmlns:a="http://schemas.openxmlformats.org/drawingml/2006/main">
            <a:pathLst>
              <a:path w="1" h="9971" fill="none">
                <a:moveTo>
                  <a:pt x="0" y="0"/>
                </a:moveTo>
                <a:lnTo>
                  <a:pt x="0" y="9971"/>
                </a:lnTo>
              </a:path>
            </a:pathLst>
          </a:custGeom>
          <a:noFill xmlns:a="http://schemas.openxmlformats.org/drawingml/2006/main"/>
          <a:ln xmlns:a="http://schemas.openxmlformats.org/drawingml/2006/main" w="2279" cap="flat">
            <a:solidFill>
              <a:srgbClr val="000000"/>
            </a:solidFill>
            <a:round/>
          </a:ln>
        </p:spPr>
      </p:sp>
      <p:sp>
        <p:nvSpPr>
          <p:cNvPr id="12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5B088F-A880-4365-AB32-C60445B2B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1324" y="2505617"/>
            <a:ext cx="21454" cy="23086"/>
          </a:xfrm>
          <a:custGeom xmlns:a="http://schemas.openxmlformats.org/drawingml/2006/main">
            <a:pathLst>
              <a:path w="21454" h="23086">
                <a:moveTo>
                  <a:pt x="12268" y="23086"/>
                </a:moveTo>
                <a:lnTo>
                  <a:pt x="8924" y="19742"/>
                </a:lnTo>
                <a:lnTo>
                  <a:pt x="10052" y="18614"/>
                </a:lnTo>
                <a:cubicBezTo>
                  <a:pt x="11201" y="19722"/>
                  <a:pt x="12349" y="20226"/>
                  <a:pt x="13497" y="20125"/>
                </a:cubicBezTo>
                <a:cubicBezTo>
                  <a:pt x="14645" y="20064"/>
                  <a:pt x="15854" y="19379"/>
                  <a:pt x="17103" y="18130"/>
                </a:cubicBezTo>
                <a:cubicBezTo>
                  <a:pt x="18271" y="16962"/>
                  <a:pt x="18936" y="15854"/>
                  <a:pt x="19077" y="14786"/>
                </a:cubicBezTo>
                <a:cubicBezTo>
                  <a:pt x="19218" y="13719"/>
                  <a:pt x="18856" y="12711"/>
                  <a:pt x="17969" y="11825"/>
                </a:cubicBezTo>
                <a:cubicBezTo>
                  <a:pt x="17264" y="11120"/>
                  <a:pt x="16519" y="10778"/>
                  <a:pt x="15774" y="10757"/>
                </a:cubicBezTo>
                <a:cubicBezTo>
                  <a:pt x="15048" y="10757"/>
                  <a:pt x="13880" y="11160"/>
                  <a:pt x="12329" y="11986"/>
                </a:cubicBezTo>
                <a:lnTo>
                  <a:pt x="9811" y="13336"/>
                </a:lnTo>
                <a:cubicBezTo>
                  <a:pt x="7977" y="14323"/>
                  <a:pt x="6446" y="14807"/>
                  <a:pt x="5238" y="14726"/>
                </a:cubicBezTo>
                <a:cubicBezTo>
                  <a:pt x="4049" y="14666"/>
                  <a:pt x="2901" y="14081"/>
                  <a:pt x="1773" y="12953"/>
                </a:cubicBezTo>
                <a:cubicBezTo>
                  <a:pt x="524" y="11704"/>
                  <a:pt x="0" y="10294"/>
                  <a:pt x="201" y="8723"/>
                </a:cubicBezTo>
                <a:cubicBezTo>
                  <a:pt x="403" y="7151"/>
                  <a:pt x="1289" y="5580"/>
                  <a:pt x="2901" y="3969"/>
                </a:cubicBezTo>
                <a:cubicBezTo>
                  <a:pt x="3586" y="3284"/>
                  <a:pt x="4412" y="2619"/>
                  <a:pt x="5359" y="1954"/>
                </a:cubicBezTo>
                <a:cubicBezTo>
                  <a:pt x="6326" y="1309"/>
                  <a:pt x="7393" y="645"/>
                  <a:pt x="8602" y="0"/>
                </a:cubicBezTo>
                <a:lnTo>
                  <a:pt x="11724" y="3122"/>
                </a:lnTo>
                <a:lnTo>
                  <a:pt x="10616" y="4230"/>
                </a:lnTo>
                <a:cubicBezTo>
                  <a:pt x="9468" y="3324"/>
                  <a:pt x="8380" y="2921"/>
                  <a:pt x="7333" y="3042"/>
                </a:cubicBezTo>
                <a:cubicBezTo>
                  <a:pt x="6285" y="3163"/>
                  <a:pt x="5157" y="3807"/>
                  <a:pt x="3989" y="4976"/>
                </a:cubicBezTo>
                <a:cubicBezTo>
                  <a:pt x="2941" y="6023"/>
                  <a:pt x="2377" y="7031"/>
                  <a:pt x="2256" y="7998"/>
                </a:cubicBezTo>
                <a:cubicBezTo>
                  <a:pt x="2135" y="8965"/>
                  <a:pt x="2478" y="9831"/>
                  <a:pt x="3284" y="10637"/>
                </a:cubicBezTo>
                <a:cubicBezTo>
                  <a:pt x="3989" y="11342"/>
                  <a:pt x="4734" y="11684"/>
                  <a:pt x="5540" y="11684"/>
                </a:cubicBezTo>
                <a:cubicBezTo>
                  <a:pt x="6346" y="11684"/>
                  <a:pt x="7615" y="11221"/>
                  <a:pt x="9327" y="10274"/>
                </a:cubicBezTo>
                <a:lnTo>
                  <a:pt x="11684" y="9005"/>
                </a:lnTo>
                <a:cubicBezTo>
                  <a:pt x="13417" y="8078"/>
                  <a:pt x="14887" y="7655"/>
                  <a:pt x="16056" y="7695"/>
                </a:cubicBezTo>
                <a:cubicBezTo>
                  <a:pt x="17244" y="7756"/>
                  <a:pt x="18372" y="8280"/>
                  <a:pt x="19420" y="9327"/>
                </a:cubicBezTo>
                <a:cubicBezTo>
                  <a:pt x="20850" y="10757"/>
                  <a:pt x="21454" y="12288"/>
                  <a:pt x="21253" y="13900"/>
                </a:cubicBezTo>
                <a:cubicBezTo>
                  <a:pt x="21051" y="15552"/>
                  <a:pt x="20044" y="17244"/>
                  <a:pt x="18251" y="19037"/>
                </a:cubicBezTo>
                <a:cubicBezTo>
                  <a:pt x="17446" y="19843"/>
                  <a:pt x="16539" y="20588"/>
                  <a:pt x="15532" y="21273"/>
                </a:cubicBezTo>
                <a:cubicBezTo>
                  <a:pt x="14545" y="21978"/>
                  <a:pt x="13457" y="22582"/>
                  <a:pt x="12268" y="230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0B73D7-8FFD-4407-82E4-9388F30FC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13" y="2497660"/>
            <a:ext cx="15350" cy="16277"/>
          </a:xfrm>
          <a:custGeom xmlns:a="http://schemas.openxmlformats.org/drawingml/2006/main">
            <a:pathLst>
              <a:path w="15350" h="16277">
                <a:moveTo>
                  <a:pt x="14122" y="6326"/>
                </a:moveTo>
                <a:cubicBezTo>
                  <a:pt x="14988" y="7716"/>
                  <a:pt x="15350" y="9045"/>
                  <a:pt x="15189" y="10334"/>
                </a:cubicBezTo>
                <a:cubicBezTo>
                  <a:pt x="15048" y="11644"/>
                  <a:pt x="14383" y="12873"/>
                  <a:pt x="13235" y="14021"/>
                </a:cubicBezTo>
                <a:cubicBezTo>
                  <a:pt x="11704" y="15552"/>
                  <a:pt x="10012" y="16277"/>
                  <a:pt x="8078" y="16197"/>
                </a:cubicBezTo>
                <a:cubicBezTo>
                  <a:pt x="6144" y="16116"/>
                  <a:pt x="4351" y="15250"/>
                  <a:pt x="2679" y="13578"/>
                </a:cubicBezTo>
                <a:cubicBezTo>
                  <a:pt x="1027" y="11926"/>
                  <a:pt x="161" y="10133"/>
                  <a:pt x="81" y="8199"/>
                </a:cubicBezTo>
                <a:cubicBezTo>
                  <a:pt x="0" y="6265"/>
                  <a:pt x="705" y="4553"/>
                  <a:pt x="2236" y="3022"/>
                </a:cubicBezTo>
                <a:cubicBezTo>
                  <a:pt x="2881" y="2377"/>
                  <a:pt x="3626" y="1793"/>
                  <a:pt x="4452" y="1289"/>
                </a:cubicBezTo>
                <a:cubicBezTo>
                  <a:pt x="5258" y="806"/>
                  <a:pt x="6144" y="363"/>
                  <a:pt x="7111" y="0"/>
                </a:cubicBezTo>
                <a:lnTo>
                  <a:pt x="9790" y="2679"/>
                </a:lnTo>
                <a:lnTo>
                  <a:pt x="8743" y="3727"/>
                </a:lnTo>
                <a:cubicBezTo>
                  <a:pt x="7695" y="2961"/>
                  <a:pt x="6728" y="2599"/>
                  <a:pt x="5842" y="2639"/>
                </a:cubicBezTo>
                <a:cubicBezTo>
                  <a:pt x="4956" y="2679"/>
                  <a:pt x="4069" y="3122"/>
                  <a:pt x="3223" y="3969"/>
                </a:cubicBezTo>
                <a:cubicBezTo>
                  <a:pt x="2236" y="4956"/>
                  <a:pt x="1873" y="6084"/>
                  <a:pt x="2156" y="7333"/>
                </a:cubicBezTo>
                <a:cubicBezTo>
                  <a:pt x="2417" y="8602"/>
                  <a:pt x="3304" y="9972"/>
                  <a:pt x="4815" y="11483"/>
                </a:cubicBezTo>
                <a:cubicBezTo>
                  <a:pt x="6326" y="12993"/>
                  <a:pt x="7695" y="13880"/>
                  <a:pt x="8965" y="14142"/>
                </a:cubicBezTo>
                <a:cubicBezTo>
                  <a:pt x="10213" y="14424"/>
                  <a:pt x="11321" y="14041"/>
                  <a:pt x="12309" y="13054"/>
                </a:cubicBezTo>
                <a:cubicBezTo>
                  <a:pt x="13074" y="12288"/>
                  <a:pt x="13497" y="11462"/>
                  <a:pt x="13558" y="10596"/>
                </a:cubicBezTo>
                <a:cubicBezTo>
                  <a:pt x="13618" y="9730"/>
                  <a:pt x="13316" y="8783"/>
                  <a:pt x="12671" y="7776"/>
                </a:cubicBezTo>
                <a:lnTo>
                  <a:pt x="14122" y="632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D90437-935B-46A0-AA5D-805E4D95B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9386" y="2487829"/>
            <a:ext cx="19561" cy="15794"/>
          </a:xfrm>
          <a:custGeom xmlns:a="http://schemas.openxmlformats.org/drawingml/2006/main">
            <a:pathLst>
              <a:path w="19561" h="15794">
                <a:moveTo>
                  <a:pt x="12852" y="7071"/>
                </a:moveTo>
                <a:lnTo>
                  <a:pt x="10637" y="4855"/>
                </a:lnTo>
                <a:lnTo>
                  <a:pt x="8300" y="7192"/>
                </a:lnTo>
                <a:cubicBezTo>
                  <a:pt x="7393" y="8098"/>
                  <a:pt x="6930" y="8965"/>
                  <a:pt x="6869" y="9790"/>
                </a:cubicBezTo>
                <a:cubicBezTo>
                  <a:pt x="6829" y="10637"/>
                  <a:pt x="7212" y="11422"/>
                  <a:pt x="7998" y="12208"/>
                </a:cubicBezTo>
                <a:cubicBezTo>
                  <a:pt x="8723" y="12933"/>
                  <a:pt x="9529" y="13296"/>
                  <a:pt x="10395" y="13276"/>
                </a:cubicBezTo>
                <a:cubicBezTo>
                  <a:pt x="11281" y="13276"/>
                  <a:pt x="12087" y="12873"/>
                  <a:pt x="12852" y="12107"/>
                </a:cubicBezTo>
                <a:cubicBezTo>
                  <a:pt x="13598" y="11362"/>
                  <a:pt x="13981" y="10536"/>
                  <a:pt x="13981" y="9609"/>
                </a:cubicBezTo>
                <a:cubicBezTo>
                  <a:pt x="13981" y="8682"/>
                  <a:pt x="13618" y="7836"/>
                  <a:pt x="12852" y="7071"/>
                </a:cubicBezTo>
                <a:close/>
                <a:moveTo>
                  <a:pt x="11422" y="2014"/>
                </a:moveTo>
                <a:lnTo>
                  <a:pt x="16902" y="7494"/>
                </a:lnTo>
                <a:lnTo>
                  <a:pt x="18513" y="5882"/>
                </a:lnTo>
                <a:lnTo>
                  <a:pt x="19561" y="6930"/>
                </a:lnTo>
                <a:lnTo>
                  <a:pt x="16136" y="10355"/>
                </a:lnTo>
                <a:lnTo>
                  <a:pt x="15008" y="9226"/>
                </a:lnTo>
                <a:cubicBezTo>
                  <a:pt x="15089" y="10113"/>
                  <a:pt x="14988" y="10939"/>
                  <a:pt x="14686" y="11684"/>
                </a:cubicBezTo>
                <a:cubicBezTo>
                  <a:pt x="14363" y="12409"/>
                  <a:pt x="13860" y="13155"/>
                  <a:pt x="13175" y="13840"/>
                </a:cubicBezTo>
                <a:cubicBezTo>
                  <a:pt x="12006" y="15008"/>
                  <a:pt x="10778" y="15632"/>
                  <a:pt x="9488" y="15713"/>
                </a:cubicBezTo>
                <a:cubicBezTo>
                  <a:pt x="8199" y="15794"/>
                  <a:pt x="7031" y="15270"/>
                  <a:pt x="5983" y="14222"/>
                </a:cubicBezTo>
                <a:cubicBezTo>
                  <a:pt x="4915" y="13155"/>
                  <a:pt x="4472" y="11946"/>
                  <a:pt x="4653" y="10556"/>
                </a:cubicBezTo>
                <a:cubicBezTo>
                  <a:pt x="4815" y="9186"/>
                  <a:pt x="5620" y="7776"/>
                  <a:pt x="7051" y="6346"/>
                </a:cubicBezTo>
                <a:lnTo>
                  <a:pt x="9589" y="3807"/>
                </a:lnTo>
                <a:lnTo>
                  <a:pt x="8864" y="3082"/>
                </a:lnTo>
                <a:cubicBezTo>
                  <a:pt x="8078" y="2297"/>
                  <a:pt x="7232" y="1934"/>
                  <a:pt x="6305" y="1974"/>
                </a:cubicBezTo>
                <a:cubicBezTo>
                  <a:pt x="5379" y="2014"/>
                  <a:pt x="4472" y="2478"/>
                  <a:pt x="3606" y="3344"/>
                </a:cubicBezTo>
                <a:cubicBezTo>
                  <a:pt x="2881" y="4069"/>
                  <a:pt x="2498" y="4815"/>
                  <a:pt x="2397" y="5560"/>
                </a:cubicBezTo>
                <a:cubicBezTo>
                  <a:pt x="2276" y="6326"/>
                  <a:pt x="2498" y="7071"/>
                  <a:pt x="3042" y="7816"/>
                </a:cubicBezTo>
                <a:lnTo>
                  <a:pt x="2115" y="8743"/>
                </a:lnTo>
                <a:lnTo>
                  <a:pt x="0" y="6628"/>
                </a:lnTo>
                <a:cubicBezTo>
                  <a:pt x="363" y="5741"/>
                  <a:pt x="766" y="4936"/>
                  <a:pt x="1229" y="4190"/>
                </a:cubicBezTo>
                <a:cubicBezTo>
                  <a:pt x="1692" y="3485"/>
                  <a:pt x="2196" y="2820"/>
                  <a:pt x="2760" y="2256"/>
                </a:cubicBezTo>
                <a:cubicBezTo>
                  <a:pt x="4210" y="806"/>
                  <a:pt x="5661" y="81"/>
                  <a:pt x="7151" y="40"/>
                </a:cubicBezTo>
                <a:cubicBezTo>
                  <a:pt x="8642" y="0"/>
                  <a:pt x="10052" y="645"/>
                  <a:pt x="11422" y="201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9C77AF-26E0-493A-A9DF-D172F6355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4785" y="2474755"/>
            <a:ext cx="20568" cy="18856"/>
          </a:xfrm>
          <a:custGeom xmlns:a="http://schemas.openxmlformats.org/drawingml/2006/main">
            <a:pathLst>
              <a:path w="20568" h="18856">
                <a:moveTo>
                  <a:pt x="17808" y="14263"/>
                </a:moveTo>
                <a:lnTo>
                  <a:pt x="19520" y="12550"/>
                </a:lnTo>
                <a:lnTo>
                  <a:pt x="20568" y="13598"/>
                </a:lnTo>
                <a:lnTo>
                  <a:pt x="15310" y="18856"/>
                </a:lnTo>
                <a:lnTo>
                  <a:pt x="14263" y="17808"/>
                </a:lnTo>
                <a:lnTo>
                  <a:pt x="15995" y="16076"/>
                </a:lnTo>
                <a:lnTo>
                  <a:pt x="2780" y="2861"/>
                </a:lnTo>
                <a:lnTo>
                  <a:pt x="1048" y="4593"/>
                </a:lnTo>
                <a:lnTo>
                  <a:pt x="0" y="3546"/>
                </a:lnTo>
                <a:lnTo>
                  <a:pt x="3546" y="0"/>
                </a:lnTo>
                <a:lnTo>
                  <a:pt x="17808" y="1426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20397E-ABF9-48DF-BAC7-1E7996AF5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39" y="2469376"/>
            <a:ext cx="19561" cy="15794"/>
          </a:xfrm>
          <a:custGeom xmlns:a="http://schemas.openxmlformats.org/drawingml/2006/main">
            <a:pathLst>
              <a:path w="19561" h="15794">
                <a:moveTo>
                  <a:pt x="12852" y="7071"/>
                </a:moveTo>
                <a:lnTo>
                  <a:pt x="10637" y="4855"/>
                </a:lnTo>
                <a:lnTo>
                  <a:pt x="8300" y="7192"/>
                </a:lnTo>
                <a:cubicBezTo>
                  <a:pt x="7393" y="8098"/>
                  <a:pt x="6930" y="8965"/>
                  <a:pt x="6869" y="9790"/>
                </a:cubicBezTo>
                <a:cubicBezTo>
                  <a:pt x="6829" y="10637"/>
                  <a:pt x="7212" y="11422"/>
                  <a:pt x="7998" y="12208"/>
                </a:cubicBezTo>
                <a:cubicBezTo>
                  <a:pt x="8723" y="12933"/>
                  <a:pt x="9529" y="13296"/>
                  <a:pt x="10395" y="13276"/>
                </a:cubicBezTo>
                <a:cubicBezTo>
                  <a:pt x="11281" y="13276"/>
                  <a:pt x="12087" y="12873"/>
                  <a:pt x="12852" y="12107"/>
                </a:cubicBezTo>
                <a:cubicBezTo>
                  <a:pt x="13598" y="11362"/>
                  <a:pt x="13981" y="10536"/>
                  <a:pt x="13981" y="9609"/>
                </a:cubicBezTo>
                <a:cubicBezTo>
                  <a:pt x="13981" y="8682"/>
                  <a:pt x="13618" y="7836"/>
                  <a:pt x="12852" y="7071"/>
                </a:cubicBezTo>
                <a:close/>
                <a:moveTo>
                  <a:pt x="11422" y="2014"/>
                </a:moveTo>
                <a:lnTo>
                  <a:pt x="16902" y="7494"/>
                </a:lnTo>
                <a:lnTo>
                  <a:pt x="18513" y="5882"/>
                </a:lnTo>
                <a:lnTo>
                  <a:pt x="19561" y="6930"/>
                </a:lnTo>
                <a:lnTo>
                  <a:pt x="16136" y="10355"/>
                </a:lnTo>
                <a:lnTo>
                  <a:pt x="15008" y="9226"/>
                </a:lnTo>
                <a:cubicBezTo>
                  <a:pt x="15089" y="10113"/>
                  <a:pt x="14988" y="10939"/>
                  <a:pt x="14686" y="11684"/>
                </a:cubicBezTo>
                <a:cubicBezTo>
                  <a:pt x="14363" y="12409"/>
                  <a:pt x="13860" y="13155"/>
                  <a:pt x="13175" y="13840"/>
                </a:cubicBezTo>
                <a:cubicBezTo>
                  <a:pt x="12006" y="15008"/>
                  <a:pt x="10778" y="15632"/>
                  <a:pt x="9488" y="15713"/>
                </a:cubicBezTo>
                <a:cubicBezTo>
                  <a:pt x="8199" y="15794"/>
                  <a:pt x="7031" y="15270"/>
                  <a:pt x="5983" y="14222"/>
                </a:cubicBezTo>
                <a:cubicBezTo>
                  <a:pt x="4915" y="13155"/>
                  <a:pt x="4472" y="11946"/>
                  <a:pt x="4653" y="10556"/>
                </a:cubicBezTo>
                <a:cubicBezTo>
                  <a:pt x="4815" y="9186"/>
                  <a:pt x="5620" y="7776"/>
                  <a:pt x="7051" y="6346"/>
                </a:cubicBezTo>
                <a:lnTo>
                  <a:pt x="9589" y="3807"/>
                </a:lnTo>
                <a:lnTo>
                  <a:pt x="8864" y="3082"/>
                </a:lnTo>
                <a:cubicBezTo>
                  <a:pt x="8078" y="2297"/>
                  <a:pt x="7232" y="1934"/>
                  <a:pt x="6305" y="1974"/>
                </a:cubicBezTo>
                <a:cubicBezTo>
                  <a:pt x="5379" y="2014"/>
                  <a:pt x="4472" y="2478"/>
                  <a:pt x="3606" y="3344"/>
                </a:cubicBezTo>
                <a:cubicBezTo>
                  <a:pt x="2881" y="4069"/>
                  <a:pt x="2498" y="4815"/>
                  <a:pt x="2397" y="5560"/>
                </a:cubicBezTo>
                <a:cubicBezTo>
                  <a:pt x="2276" y="6326"/>
                  <a:pt x="2498" y="7071"/>
                  <a:pt x="3042" y="7816"/>
                </a:cubicBezTo>
                <a:lnTo>
                  <a:pt x="2115" y="8743"/>
                </a:lnTo>
                <a:lnTo>
                  <a:pt x="0" y="6628"/>
                </a:lnTo>
                <a:cubicBezTo>
                  <a:pt x="363" y="5741"/>
                  <a:pt x="766" y="4936"/>
                  <a:pt x="1229" y="4190"/>
                </a:cubicBezTo>
                <a:cubicBezTo>
                  <a:pt x="1692" y="3485"/>
                  <a:pt x="2196" y="2820"/>
                  <a:pt x="2760" y="2256"/>
                </a:cubicBezTo>
                <a:cubicBezTo>
                  <a:pt x="4210" y="806"/>
                  <a:pt x="5661" y="81"/>
                  <a:pt x="7151" y="40"/>
                </a:cubicBezTo>
                <a:cubicBezTo>
                  <a:pt x="8642" y="0"/>
                  <a:pt x="10052" y="645"/>
                  <a:pt x="11422" y="201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782AF0-3004-4C64-BED0-68901D7B8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4719" y="259783"/>
            <a:ext cx="9971" cy="10"/>
          </a:xfrm>
          <a:custGeom xmlns:a="http://schemas.openxmlformats.org/drawingml/2006/main">
            <a:pathLst>
              <a:path w="9971" h="1">
                <a:moveTo>
                  <a:pt x="9971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68C0BA-AD24-4973-A18B-05ED1B4D1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4719" y="259783"/>
            <a:ext cx="9971" cy="10"/>
          </a:xfrm>
          <a:custGeom xmlns:a="http://schemas.openxmlformats.org/drawingml/2006/main">
            <a:pathLst>
              <a:path w="9971" h="1" fill="none">
                <a:moveTo>
                  <a:pt x="9971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9" cap="flat">
            <a:solidFill>
              <a:srgbClr val="000000"/>
            </a:solidFill>
            <a:round/>
          </a:ln>
        </p:spPr>
      </p:sp>
      <p:sp>
        <p:nvSpPr>
          <p:cNvPr id="13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3FD2A8-EF43-46D6-8AF1-2657EC636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688" y="250604"/>
            <a:ext cx="21509" cy="18490"/>
          </a:xfrm>
          <a:custGeom xmlns:a="http://schemas.openxmlformats.org/drawingml/2006/main">
            <a:pathLst>
              <a:path w="21509" h="18490">
                <a:moveTo>
                  <a:pt x="15641" y="0"/>
                </a:moveTo>
                <a:cubicBezTo>
                  <a:pt x="17578" y="627"/>
                  <a:pt x="19059" y="1652"/>
                  <a:pt x="20028" y="3077"/>
                </a:cubicBezTo>
                <a:cubicBezTo>
                  <a:pt x="21025" y="4530"/>
                  <a:pt x="21509" y="6353"/>
                  <a:pt x="21509" y="8547"/>
                </a:cubicBezTo>
                <a:cubicBezTo>
                  <a:pt x="21509" y="9914"/>
                  <a:pt x="21281" y="11196"/>
                  <a:pt x="20826" y="12336"/>
                </a:cubicBezTo>
                <a:cubicBezTo>
                  <a:pt x="20370" y="13504"/>
                  <a:pt x="19715" y="14530"/>
                  <a:pt x="18803" y="15413"/>
                </a:cubicBezTo>
                <a:cubicBezTo>
                  <a:pt x="17777" y="16467"/>
                  <a:pt x="16581" y="17236"/>
                  <a:pt x="15270" y="17749"/>
                </a:cubicBezTo>
                <a:cubicBezTo>
                  <a:pt x="13960" y="18262"/>
                  <a:pt x="12450" y="18490"/>
                  <a:pt x="10769" y="18490"/>
                </a:cubicBezTo>
                <a:cubicBezTo>
                  <a:pt x="7550" y="18490"/>
                  <a:pt x="4957" y="17578"/>
                  <a:pt x="2963" y="15698"/>
                </a:cubicBezTo>
                <a:cubicBezTo>
                  <a:pt x="997" y="13846"/>
                  <a:pt x="0" y="11396"/>
                  <a:pt x="0" y="8319"/>
                </a:cubicBezTo>
                <a:cubicBezTo>
                  <a:pt x="0" y="7179"/>
                  <a:pt x="171" y="5983"/>
                  <a:pt x="456" y="4701"/>
                </a:cubicBezTo>
                <a:cubicBezTo>
                  <a:pt x="741" y="3447"/>
                  <a:pt x="1197" y="2051"/>
                  <a:pt x="1795" y="570"/>
                </a:cubicBezTo>
                <a:lnTo>
                  <a:pt x="6581" y="570"/>
                </a:lnTo>
                <a:lnTo>
                  <a:pt x="6581" y="2137"/>
                </a:lnTo>
                <a:cubicBezTo>
                  <a:pt x="4843" y="2479"/>
                  <a:pt x="3561" y="3191"/>
                  <a:pt x="2735" y="4216"/>
                </a:cubicBezTo>
                <a:cubicBezTo>
                  <a:pt x="1909" y="5242"/>
                  <a:pt x="1481" y="6695"/>
                  <a:pt x="1481" y="8547"/>
                </a:cubicBezTo>
                <a:cubicBezTo>
                  <a:pt x="1481" y="10769"/>
                  <a:pt x="2279" y="12450"/>
                  <a:pt x="3846" y="13589"/>
                </a:cubicBezTo>
                <a:cubicBezTo>
                  <a:pt x="5441" y="14729"/>
                  <a:pt x="7749" y="15299"/>
                  <a:pt x="10769" y="15299"/>
                </a:cubicBezTo>
                <a:cubicBezTo>
                  <a:pt x="13817" y="15299"/>
                  <a:pt x="16125" y="14729"/>
                  <a:pt x="17692" y="13589"/>
                </a:cubicBezTo>
                <a:cubicBezTo>
                  <a:pt x="19287" y="12450"/>
                  <a:pt x="20056" y="10769"/>
                  <a:pt x="20056" y="8547"/>
                </a:cubicBezTo>
                <a:cubicBezTo>
                  <a:pt x="20056" y="7008"/>
                  <a:pt x="19686" y="5755"/>
                  <a:pt x="18945" y="4729"/>
                </a:cubicBezTo>
                <a:cubicBezTo>
                  <a:pt x="18205" y="3732"/>
                  <a:pt x="17122" y="3020"/>
                  <a:pt x="15641" y="2564"/>
                </a:cubicBezTo>
                <a:lnTo>
                  <a:pt x="1564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66CD6E-6C00-46DC-92D2-93476656D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4719" y="467463"/>
            <a:ext cx="9971" cy="10"/>
          </a:xfrm>
          <a:custGeom xmlns:a="http://schemas.openxmlformats.org/drawingml/2006/main">
            <a:pathLst>
              <a:path w="9971" h="1">
                <a:moveTo>
                  <a:pt x="9971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39D611-45DC-4226-B4A1-CDAE19CA9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4719" y="467463"/>
            <a:ext cx="9971" cy="10"/>
          </a:xfrm>
          <a:custGeom xmlns:a="http://schemas.openxmlformats.org/drawingml/2006/main">
            <a:pathLst>
              <a:path w="9971" h="1" fill="none">
                <a:moveTo>
                  <a:pt x="9971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9" cap="flat">
            <a:solidFill>
              <a:srgbClr val="000000"/>
            </a:solidFill>
            <a:round/>
          </a:ln>
        </p:spPr>
      </p:sp>
      <p:sp>
        <p:nvSpPr>
          <p:cNvPr id="13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1E8FA6-A2FD-4A09-ADB1-582F2AAD5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688" y="470214"/>
            <a:ext cx="21509" cy="18490"/>
          </a:xfrm>
          <a:custGeom xmlns:a="http://schemas.openxmlformats.org/drawingml/2006/main">
            <a:pathLst>
              <a:path w="21509" h="18490">
                <a:moveTo>
                  <a:pt x="15641" y="0"/>
                </a:moveTo>
                <a:cubicBezTo>
                  <a:pt x="17578" y="627"/>
                  <a:pt x="19059" y="1652"/>
                  <a:pt x="20028" y="3077"/>
                </a:cubicBezTo>
                <a:cubicBezTo>
                  <a:pt x="21025" y="4530"/>
                  <a:pt x="21509" y="6353"/>
                  <a:pt x="21509" y="8547"/>
                </a:cubicBezTo>
                <a:cubicBezTo>
                  <a:pt x="21509" y="9914"/>
                  <a:pt x="21281" y="11196"/>
                  <a:pt x="20826" y="12336"/>
                </a:cubicBezTo>
                <a:cubicBezTo>
                  <a:pt x="20370" y="13504"/>
                  <a:pt x="19715" y="14530"/>
                  <a:pt x="18803" y="15413"/>
                </a:cubicBezTo>
                <a:cubicBezTo>
                  <a:pt x="17777" y="16467"/>
                  <a:pt x="16581" y="17236"/>
                  <a:pt x="15270" y="17749"/>
                </a:cubicBezTo>
                <a:cubicBezTo>
                  <a:pt x="13960" y="18262"/>
                  <a:pt x="12450" y="18490"/>
                  <a:pt x="10769" y="18490"/>
                </a:cubicBezTo>
                <a:cubicBezTo>
                  <a:pt x="7550" y="18490"/>
                  <a:pt x="4957" y="17578"/>
                  <a:pt x="2963" y="15698"/>
                </a:cubicBezTo>
                <a:cubicBezTo>
                  <a:pt x="997" y="13846"/>
                  <a:pt x="0" y="11396"/>
                  <a:pt x="0" y="8319"/>
                </a:cubicBezTo>
                <a:cubicBezTo>
                  <a:pt x="0" y="7179"/>
                  <a:pt x="171" y="5983"/>
                  <a:pt x="456" y="4701"/>
                </a:cubicBezTo>
                <a:cubicBezTo>
                  <a:pt x="741" y="3447"/>
                  <a:pt x="1197" y="2051"/>
                  <a:pt x="1795" y="570"/>
                </a:cubicBezTo>
                <a:lnTo>
                  <a:pt x="6581" y="570"/>
                </a:lnTo>
                <a:lnTo>
                  <a:pt x="6581" y="2137"/>
                </a:lnTo>
                <a:cubicBezTo>
                  <a:pt x="4843" y="2479"/>
                  <a:pt x="3561" y="3191"/>
                  <a:pt x="2735" y="4216"/>
                </a:cubicBezTo>
                <a:cubicBezTo>
                  <a:pt x="1909" y="5242"/>
                  <a:pt x="1481" y="6695"/>
                  <a:pt x="1481" y="8547"/>
                </a:cubicBezTo>
                <a:cubicBezTo>
                  <a:pt x="1481" y="10769"/>
                  <a:pt x="2279" y="12450"/>
                  <a:pt x="3846" y="13589"/>
                </a:cubicBezTo>
                <a:cubicBezTo>
                  <a:pt x="5441" y="14729"/>
                  <a:pt x="7749" y="15299"/>
                  <a:pt x="10769" y="15299"/>
                </a:cubicBezTo>
                <a:cubicBezTo>
                  <a:pt x="13817" y="15299"/>
                  <a:pt x="16125" y="14729"/>
                  <a:pt x="17692" y="13589"/>
                </a:cubicBezTo>
                <a:cubicBezTo>
                  <a:pt x="19287" y="12450"/>
                  <a:pt x="20056" y="10769"/>
                  <a:pt x="20056" y="8547"/>
                </a:cubicBezTo>
                <a:cubicBezTo>
                  <a:pt x="20056" y="7008"/>
                  <a:pt x="19686" y="5755"/>
                  <a:pt x="18945" y="4729"/>
                </a:cubicBezTo>
                <a:cubicBezTo>
                  <a:pt x="18205" y="3732"/>
                  <a:pt x="17122" y="3020"/>
                  <a:pt x="15641" y="2564"/>
                </a:cubicBezTo>
                <a:lnTo>
                  <a:pt x="1564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AF0747-D55B-4810-A44D-2B37323FC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8372" y="446825"/>
            <a:ext cx="20455" cy="19487"/>
          </a:xfrm>
          <a:custGeom xmlns:a="http://schemas.openxmlformats.org/drawingml/2006/main">
            <a:pathLst>
              <a:path w="20455" h="19487">
                <a:moveTo>
                  <a:pt x="7920" y="7179"/>
                </a:moveTo>
                <a:lnTo>
                  <a:pt x="7920" y="11111"/>
                </a:lnTo>
                <a:lnTo>
                  <a:pt x="12564" y="12279"/>
                </a:lnTo>
                <a:lnTo>
                  <a:pt x="12564" y="8319"/>
                </a:lnTo>
                <a:lnTo>
                  <a:pt x="7920" y="7179"/>
                </a:lnTo>
                <a:close/>
                <a:moveTo>
                  <a:pt x="0" y="9145"/>
                </a:moveTo>
                <a:lnTo>
                  <a:pt x="5783" y="10570"/>
                </a:lnTo>
                <a:lnTo>
                  <a:pt x="5783" y="6638"/>
                </a:lnTo>
                <a:lnTo>
                  <a:pt x="0" y="5214"/>
                </a:lnTo>
                <a:lnTo>
                  <a:pt x="0" y="2820"/>
                </a:lnTo>
                <a:lnTo>
                  <a:pt x="5783" y="4273"/>
                </a:lnTo>
                <a:lnTo>
                  <a:pt x="5783" y="0"/>
                </a:lnTo>
                <a:lnTo>
                  <a:pt x="7920" y="0"/>
                </a:lnTo>
                <a:lnTo>
                  <a:pt x="7920" y="4815"/>
                </a:lnTo>
                <a:lnTo>
                  <a:pt x="12564" y="5954"/>
                </a:lnTo>
                <a:lnTo>
                  <a:pt x="12564" y="1595"/>
                </a:lnTo>
                <a:lnTo>
                  <a:pt x="14700" y="1595"/>
                </a:lnTo>
                <a:lnTo>
                  <a:pt x="14700" y="6496"/>
                </a:lnTo>
                <a:lnTo>
                  <a:pt x="20455" y="7920"/>
                </a:lnTo>
                <a:lnTo>
                  <a:pt x="20455" y="10313"/>
                </a:lnTo>
                <a:lnTo>
                  <a:pt x="14700" y="8860"/>
                </a:lnTo>
                <a:lnTo>
                  <a:pt x="14700" y="12792"/>
                </a:lnTo>
                <a:lnTo>
                  <a:pt x="20455" y="14245"/>
                </a:lnTo>
                <a:lnTo>
                  <a:pt x="20455" y="16609"/>
                </a:lnTo>
                <a:lnTo>
                  <a:pt x="14700" y="15185"/>
                </a:lnTo>
                <a:lnTo>
                  <a:pt x="14700" y="19487"/>
                </a:lnTo>
                <a:lnTo>
                  <a:pt x="12564" y="19487"/>
                </a:lnTo>
                <a:lnTo>
                  <a:pt x="12564" y="14643"/>
                </a:lnTo>
                <a:lnTo>
                  <a:pt x="7920" y="13504"/>
                </a:lnTo>
                <a:lnTo>
                  <a:pt x="7920" y="17891"/>
                </a:lnTo>
                <a:lnTo>
                  <a:pt x="5783" y="17891"/>
                </a:lnTo>
                <a:lnTo>
                  <a:pt x="5783" y="12963"/>
                </a:lnTo>
                <a:lnTo>
                  <a:pt x="0" y="11510"/>
                </a:lnTo>
                <a:lnTo>
                  <a:pt x="0" y="914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8AE792-FAFB-42BE-A3D6-5C069E4B9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4719" y="675143"/>
            <a:ext cx="9971" cy="10"/>
          </a:xfrm>
          <a:custGeom xmlns:a="http://schemas.openxmlformats.org/drawingml/2006/main">
            <a:pathLst>
              <a:path w="9971" h="1">
                <a:moveTo>
                  <a:pt x="9971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C3C98B-D78A-4D9C-A7BC-893011EF5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4719" y="675143"/>
            <a:ext cx="9971" cy="10"/>
          </a:xfrm>
          <a:custGeom xmlns:a="http://schemas.openxmlformats.org/drawingml/2006/main">
            <a:pathLst>
              <a:path w="9971" h="1" fill="none">
                <a:moveTo>
                  <a:pt x="9971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9" cap="flat">
            <a:solidFill>
              <a:srgbClr val="000000"/>
            </a:solidFill>
            <a:round/>
          </a:ln>
        </p:spPr>
      </p:sp>
      <p:sp>
        <p:nvSpPr>
          <p:cNvPr id="13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5C95BD-A28D-49BC-91D9-BD5BC7342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688" y="689824"/>
            <a:ext cx="21509" cy="18490"/>
          </a:xfrm>
          <a:custGeom xmlns:a="http://schemas.openxmlformats.org/drawingml/2006/main">
            <a:pathLst>
              <a:path w="21509" h="18490">
                <a:moveTo>
                  <a:pt x="15641" y="0"/>
                </a:moveTo>
                <a:cubicBezTo>
                  <a:pt x="17578" y="627"/>
                  <a:pt x="19059" y="1652"/>
                  <a:pt x="20028" y="3077"/>
                </a:cubicBezTo>
                <a:cubicBezTo>
                  <a:pt x="21025" y="4530"/>
                  <a:pt x="21509" y="6353"/>
                  <a:pt x="21509" y="8547"/>
                </a:cubicBezTo>
                <a:cubicBezTo>
                  <a:pt x="21509" y="9914"/>
                  <a:pt x="21281" y="11196"/>
                  <a:pt x="20826" y="12336"/>
                </a:cubicBezTo>
                <a:cubicBezTo>
                  <a:pt x="20370" y="13504"/>
                  <a:pt x="19715" y="14530"/>
                  <a:pt x="18803" y="15413"/>
                </a:cubicBezTo>
                <a:cubicBezTo>
                  <a:pt x="17777" y="16467"/>
                  <a:pt x="16581" y="17236"/>
                  <a:pt x="15270" y="17749"/>
                </a:cubicBezTo>
                <a:cubicBezTo>
                  <a:pt x="13960" y="18262"/>
                  <a:pt x="12450" y="18490"/>
                  <a:pt x="10769" y="18490"/>
                </a:cubicBezTo>
                <a:cubicBezTo>
                  <a:pt x="7550" y="18490"/>
                  <a:pt x="4957" y="17578"/>
                  <a:pt x="2963" y="15698"/>
                </a:cubicBezTo>
                <a:cubicBezTo>
                  <a:pt x="997" y="13846"/>
                  <a:pt x="0" y="11396"/>
                  <a:pt x="0" y="8319"/>
                </a:cubicBezTo>
                <a:cubicBezTo>
                  <a:pt x="0" y="7179"/>
                  <a:pt x="171" y="5983"/>
                  <a:pt x="456" y="4701"/>
                </a:cubicBezTo>
                <a:cubicBezTo>
                  <a:pt x="741" y="3447"/>
                  <a:pt x="1197" y="2051"/>
                  <a:pt x="1795" y="570"/>
                </a:cubicBezTo>
                <a:lnTo>
                  <a:pt x="6581" y="570"/>
                </a:lnTo>
                <a:lnTo>
                  <a:pt x="6581" y="2137"/>
                </a:lnTo>
                <a:cubicBezTo>
                  <a:pt x="4843" y="2479"/>
                  <a:pt x="3561" y="3191"/>
                  <a:pt x="2735" y="4216"/>
                </a:cubicBezTo>
                <a:cubicBezTo>
                  <a:pt x="1909" y="5242"/>
                  <a:pt x="1481" y="6695"/>
                  <a:pt x="1481" y="8547"/>
                </a:cubicBezTo>
                <a:cubicBezTo>
                  <a:pt x="1481" y="10769"/>
                  <a:pt x="2279" y="12450"/>
                  <a:pt x="3846" y="13589"/>
                </a:cubicBezTo>
                <a:cubicBezTo>
                  <a:pt x="5441" y="14729"/>
                  <a:pt x="7749" y="15299"/>
                  <a:pt x="10769" y="15299"/>
                </a:cubicBezTo>
                <a:cubicBezTo>
                  <a:pt x="13817" y="15299"/>
                  <a:pt x="16125" y="14729"/>
                  <a:pt x="17692" y="13589"/>
                </a:cubicBezTo>
                <a:cubicBezTo>
                  <a:pt x="19287" y="12450"/>
                  <a:pt x="20056" y="10769"/>
                  <a:pt x="20056" y="8547"/>
                </a:cubicBezTo>
                <a:cubicBezTo>
                  <a:pt x="20056" y="7008"/>
                  <a:pt x="19686" y="5755"/>
                  <a:pt x="18945" y="4729"/>
                </a:cubicBezTo>
                <a:cubicBezTo>
                  <a:pt x="18205" y="3732"/>
                  <a:pt x="17122" y="3020"/>
                  <a:pt x="15641" y="2564"/>
                </a:cubicBezTo>
                <a:lnTo>
                  <a:pt x="1564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0256F8-D5DC-4B80-90E0-7704B5067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0965" y="667261"/>
            <a:ext cx="17863" cy="17834"/>
          </a:xfrm>
          <a:custGeom xmlns:a="http://schemas.openxmlformats.org/drawingml/2006/main">
            <a:pathLst>
              <a:path w="17863" h="17834">
                <a:moveTo>
                  <a:pt x="0" y="7806"/>
                </a:moveTo>
                <a:lnTo>
                  <a:pt x="7806" y="7806"/>
                </a:lnTo>
                <a:lnTo>
                  <a:pt x="7806" y="0"/>
                </a:lnTo>
                <a:lnTo>
                  <a:pt x="10057" y="0"/>
                </a:lnTo>
                <a:lnTo>
                  <a:pt x="10057" y="7806"/>
                </a:lnTo>
                <a:lnTo>
                  <a:pt x="17863" y="7806"/>
                </a:lnTo>
                <a:lnTo>
                  <a:pt x="17863" y="10028"/>
                </a:lnTo>
                <a:lnTo>
                  <a:pt x="10057" y="10028"/>
                </a:lnTo>
                <a:lnTo>
                  <a:pt x="10057" y="17834"/>
                </a:lnTo>
                <a:lnTo>
                  <a:pt x="7806" y="17834"/>
                </a:lnTo>
                <a:lnTo>
                  <a:pt x="7806" y="10028"/>
                </a:lnTo>
                <a:lnTo>
                  <a:pt x="0" y="10028"/>
                </a:lnTo>
                <a:lnTo>
                  <a:pt x="0" y="780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259EA0-6C4B-4C1E-A155-02AC1A80E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0965" y="643387"/>
            <a:ext cx="17863" cy="17834"/>
          </a:xfrm>
          <a:custGeom xmlns:a="http://schemas.openxmlformats.org/drawingml/2006/main">
            <a:pathLst>
              <a:path w="17863" h="17834">
                <a:moveTo>
                  <a:pt x="0" y="7806"/>
                </a:moveTo>
                <a:lnTo>
                  <a:pt x="7806" y="7806"/>
                </a:lnTo>
                <a:lnTo>
                  <a:pt x="7806" y="0"/>
                </a:lnTo>
                <a:lnTo>
                  <a:pt x="10057" y="0"/>
                </a:lnTo>
                <a:lnTo>
                  <a:pt x="10057" y="7806"/>
                </a:lnTo>
                <a:lnTo>
                  <a:pt x="17863" y="7806"/>
                </a:lnTo>
                <a:lnTo>
                  <a:pt x="17863" y="10028"/>
                </a:lnTo>
                <a:lnTo>
                  <a:pt x="10057" y="10028"/>
                </a:lnTo>
                <a:lnTo>
                  <a:pt x="10057" y="17834"/>
                </a:lnTo>
                <a:lnTo>
                  <a:pt x="7806" y="17834"/>
                </a:lnTo>
                <a:lnTo>
                  <a:pt x="7806" y="10028"/>
                </a:lnTo>
                <a:lnTo>
                  <a:pt x="0" y="10028"/>
                </a:lnTo>
                <a:lnTo>
                  <a:pt x="0" y="780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A77EFE-6BA4-42C6-8626-751F20221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4719" y="882823"/>
            <a:ext cx="9971" cy="10"/>
          </a:xfrm>
          <a:custGeom xmlns:a="http://schemas.openxmlformats.org/drawingml/2006/main">
            <a:pathLst>
              <a:path w="9971" h="1">
                <a:moveTo>
                  <a:pt x="9971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B88148-6901-454B-9EB3-723C16758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4719" y="882823"/>
            <a:ext cx="9971" cy="10"/>
          </a:xfrm>
          <a:custGeom xmlns:a="http://schemas.openxmlformats.org/drawingml/2006/main">
            <a:pathLst>
              <a:path w="9971" h="1" fill="none">
                <a:moveTo>
                  <a:pt x="9971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9" cap="flat">
            <a:solidFill>
              <a:srgbClr val="000000"/>
            </a:solidFill>
            <a:round/>
          </a:ln>
        </p:spPr>
      </p:sp>
      <p:sp>
        <p:nvSpPr>
          <p:cNvPr id="13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552053-4F17-4B8F-A271-45FD87222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688" y="882253"/>
            <a:ext cx="21509" cy="18917"/>
          </a:xfrm>
          <a:custGeom xmlns:a="http://schemas.openxmlformats.org/drawingml/2006/main">
            <a:pathLst>
              <a:path w="21509" h="18917">
                <a:moveTo>
                  <a:pt x="6581" y="2279"/>
                </a:moveTo>
                <a:cubicBezTo>
                  <a:pt x="4843" y="2621"/>
                  <a:pt x="3561" y="3276"/>
                  <a:pt x="2735" y="4302"/>
                </a:cubicBezTo>
                <a:cubicBezTo>
                  <a:pt x="1909" y="5327"/>
                  <a:pt x="1481" y="6780"/>
                  <a:pt x="1481" y="8604"/>
                </a:cubicBezTo>
                <a:cubicBezTo>
                  <a:pt x="1481" y="10997"/>
                  <a:pt x="2251" y="12792"/>
                  <a:pt x="3789" y="13960"/>
                </a:cubicBezTo>
                <a:cubicBezTo>
                  <a:pt x="5327" y="15156"/>
                  <a:pt x="7664" y="15726"/>
                  <a:pt x="10769" y="15726"/>
                </a:cubicBezTo>
                <a:cubicBezTo>
                  <a:pt x="13846" y="15726"/>
                  <a:pt x="16153" y="15128"/>
                  <a:pt x="17720" y="13903"/>
                </a:cubicBezTo>
                <a:cubicBezTo>
                  <a:pt x="19287" y="12706"/>
                  <a:pt x="20056" y="10911"/>
                  <a:pt x="20056" y="8547"/>
                </a:cubicBezTo>
                <a:cubicBezTo>
                  <a:pt x="20056" y="7521"/>
                  <a:pt x="19942" y="6524"/>
                  <a:pt x="19686" y="5555"/>
                </a:cubicBezTo>
                <a:cubicBezTo>
                  <a:pt x="19430" y="4587"/>
                  <a:pt x="19031" y="3675"/>
                  <a:pt x="18490" y="2820"/>
                </a:cubicBezTo>
                <a:lnTo>
                  <a:pt x="13134" y="2820"/>
                </a:lnTo>
                <a:lnTo>
                  <a:pt x="13134" y="6723"/>
                </a:lnTo>
                <a:lnTo>
                  <a:pt x="11652" y="6723"/>
                </a:lnTo>
                <a:lnTo>
                  <a:pt x="11652" y="0"/>
                </a:lnTo>
                <a:lnTo>
                  <a:pt x="19401" y="0"/>
                </a:lnTo>
                <a:cubicBezTo>
                  <a:pt x="20142" y="1254"/>
                  <a:pt x="20655" y="2564"/>
                  <a:pt x="20997" y="3988"/>
                </a:cubicBezTo>
                <a:cubicBezTo>
                  <a:pt x="21338" y="5413"/>
                  <a:pt x="21509" y="6951"/>
                  <a:pt x="21509" y="8547"/>
                </a:cubicBezTo>
                <a:cubicBezTo>
                  <a:pt x="21509" y="11681"/>
                  <a:pt x="20541" y="14216"/>
                  <a:pt x="18603" y="16096"/>
                </a:cubicBezTo>
                <a:cubicBezTo>
                  <a:pt x="16666" y="17977"/>
                  <a:pt x="14045" y="18917"/>
                  <a:pt x="10769" y="18917"/>
                </a:cubicBezTo>
                <a:cubicBezTo>
                  <a:pt x="7493" y="18917"/>
                  <a:pt x="4872" y="17977"/>
                  <a:pt x="2934" y="16096"/>
                </a:cubicBezTo>
                <a:cubicBezTo>
                  <a:pt x="997" y="14216"/>
                  <a:pt x="0" y="11652"/>
                  <a:pt x="0" y="8433"/>
                </a:cubicBezTo>
                <a:cubicBezTo>
                  <a:pt x="0" y="7265"/>
                  <a:pt x="142" y="6040"/>
                  <a:pt x="427" y="4758"/>
                </a:cubicBezTo>
                <a:cubicBezTo>
                  <a:pt x="712" y="3504"/>
                  <a:pt x="1111" y="2137"/>
                  <a:pt x="1652" y="712"/>
                </a:cubicBezTo>
                <a:lnTo>
                  <a:pt x="6581" y="712"/>
                </a:lnTo>
                <a:lnTo>
                  <a:pt x="6581" y="227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6B6EC1-29E5-4203-B79C-34EAF803E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643" y="864277"/>
            <a:ext cx="15555" cy="14302"/>
          </a:xfrm>
          <a:custGeom xmlns:a="http://schemas.openxmlformats.org/drawingml/2006/main">
            <a:pathLst>
              <a:path w="15555" h="14302">
                <a:moveTo>
                  <a:pt x="14216" y="7151"/>
                </a:moveTo>
                <a:cubicBezTo>
                  <a:pt x="14216" y="5783"/>
                  <a:pt x="13675" y="4758"/>
                  <a:pt x="12592" y="4045"/>
                </a:cubicBezTo>
                <a:cubicBezTo>
                  <a:pt x="11510" y="3362"/>
                  <a:pt x="9914" y="2991"/>
                  <a:pt x="7806" y="2991"/>
                </a:cubicBezTo>
                <a:cubicBezTo>
                  <a:pt x="5698" y="2991"/>
                  <a:pt x="4074" y="3362"/>
                  <a:pt x="2991" y="4045"/>
                </a:cubicBezTo>
                <a:cubicBezTo>
                  <a:pt x="1909" y="4758"/>
                  <a:pt x="1367" y="5783"/>
                  <a:pt x="1367" y="7151"/>
                </a:cubicBezTo>
                <a:cubicBezTo>
                  <a:pt x="1367" y="8518"/>
                  <a:pt x="1909" y="9572"/>
                  <a:pt x="2991" y="10256"/>
                </a:cubicBezTo>
                <a:cubicBezTo>
                  <a:pt x="4074" y="10968"/>
                  <a:pt x="5698" y="11310"/>
                  <a:pt x="7806" y="11310"/>
                </a:cubicBezTo>
                <a:cubicBezTo>
                  <a:pt x="9914" y="11310"/>
                  <a:pt x="11510" y="10968"/>
                  <a:pt x="12592" y="10256"/>
                </a:cubicBezTo>
                <a:cubicBezTo>
                  <a:pt x="13675" y="9572"/>
                  <a:pt x="14216" y="8518"/>
                  <a:pt x="14216" y="7151"/>
                </a:cubicBezTo>
                <a:close/>
                <a:moveTo>
                  <a:pt x="15555" y="7151"/>
                </a:moveTo>
                <a:cubicBezTo>
                  <a:pt x="15555" y="9316"/>
                  <a:pt x="14871" y="11025"/>
                  <a:pt x="13447" y="12336"/>
                </a:cubicBezTo>
                <a:cubicBezTo>
                  <a:pt x="12022" y="13646"/>
                  <a:pt x="10142" y="14302"/>
                  <a:pt x="7778" y="14302"/>
                </a:cubicBezTo>
                <a:cubicBezTo>
                  <a:pt x="5441" y="14302"/>
                  <a:pt x="3561" y="13675"/>
                  <a:pt x="2137" y="12364"/>
                </a:cubicBezTo>
                <a:cubicBezTo>
                  <a:pt x="712" y="11054"/>
                  <a:pt x="0" y="9316"/>
                  <a:pt x="0" y="7151"/>
                </a:cubicBezTo>
                <a:cubicBezTo>
                  <a:pt x="0" y="4986"/>
                  <a:pt x="712" y="3276"/>
                  <a:pt x="2137" y="1966"/>
                </a:cubicBezTo>
                <a:cubicBezTo>
                  <a:pt x="3561" y="655"/>
                  <a:pt x="5441" y="0"/>
                  <a:pt x="7778" y="0"/>
                </a:cubicBezTo>
                <a:cubicBezTo>
                  <a:pt x="10142" y="0"/>
                  <a:pt x="12022" y="655"/>
                  <a:pt x="13447" y="1966"/>
                </a:cubicBezTo>
                <a:cubicBezTo>
                  <a:pt x="14871" y="3276"/>
                  <a:pt x="15555" y="4986"/>
                  <a:pt x="15555" y="715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D963E4-2763-4D15-921E-1D1DA82BD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4719" y="1090503"/>
            <a:ext cx="9971" cy="10"/>
          </a:xfrm>
          <a:custGeom xmlns:a="http://schemas.openxmlformats.org/drawingml/2006/main">
            <a:pathLst>
              <a:path w="9971" h="1">
                <a:moveTo>
                  <a:pt x="9971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84A47A-8747-4A96-A93B-19C7A7AA1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4719" y="1090503"/>
            <a:ext cx="9971" cy="10"/>
          </a:xfrm>
          <a:custGeom xmlns:a="http://schemas.openxmlformats.org/drawingml/2006/main">
            <a:pathLst>
              <a:path w="9971" h="1" fill="none">
                <a:moveTo>
                  <a:pt x="9971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9" cap="flat">
            <a:solidFill>
              <a:srgbClr val="000000"/>
            </a:solidFill>
            <a:round/>
          </a:ln>
        </p:spPr>
      </p:sp>
      <p:sp>
        <p:nvSpPr>
          <p:cNvPr id="13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CB9AC7-7D67-4978-B3B2-59623336C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8059" y="1111171"/>
            <a:ext cx="26666" cy="12478"/>
          </a:xfrm>
          <a:custGeom xmlns:a="http://schemas.openxmlformats.org/drawingml/2006/main">
            <a:pathLst>
              <a:path w="26666" h="12478">
                <a:moveTo>
                  <a:pt x="25726" y="12478"/>
                </a:moveTo>
                <a:lnTo>
                  <a:pt x="22450" y="12478"/>
                </a:lnTo>
                <a:lnTo>
                  <a:pt x="22450" y="10883"/>
                </a:lnTo>
                <a:cubicBezTo>
                  <a:pt x="23361" y="10854"/>
                  <a:pt x="24045" y="10655"/>
                  <a:pt x="24501" y="10256"/>
                </a:cubicBezTo>
                <a:cubicBezTo>
                  <a:pt x="24957" y="9857"/>
                  <a:pt x="25185" y="9259"/>
                  <a:pt x="25185" y="8433"/>
                </a:cubicBezTo>
                <a:cubicBezTo>
                  <a:pt x="25185" y="7350"/>
                  <a:pt x="24814" y="6581"/>
                  <a:pt x="24130" y="6125"/>
                </a:cubicBezTo>
                <a:cubicBezTo>
                  <a:pt x="23447" y="5698"/>
                  <a:pt x="22079" y="5470"/>
                  <a:pt x="20085" y="5470"/>
                </a:cubicBezTo>
                <a:lnTo>
                  <a:pt x="1481" y="5470"/>
                </a:lnTo>
                <a:lnTo>
                  <a:pt x="1481" y="8689"/>
                </a:lnTo>
                <a:lnTo>
                  <a:pt x="0" y="8689"/>
                </a:lnTo>
                <a:lnTo>
                  <a:pt x="0" y="0"/>
                </a:lnTo>
                <a:lnTo>
                  <a:pt x="1481" y="0"/>
                </a:lnTo>
                <a:lnTo>
                  <a:pt x="1481" y="2650"/>
                </a:lnTo>
                <a:lnTo>
                  <a:pt x="20199" y="2650"/>
                </a:lnTo>
                <a:cubicBezTo>
                  <a:pt x="22478" y="2650"/>
                  <a:pt x="24102" y="3105"/>
                  <a:pt x="25128" y="4017"/>
                </a:cubicBezTo>
                <a:cubicBezTo>
                  <a:pt x="26153" y="4929"/>
                  <a:pt x="26666" y="6410"/>
                  <a:pt x="26666" y="8461"/>
                </a:cubicBezTo>
                <a:cubicBezTo>
                  <a:pt x="26666" y="9145"/>
                  <a:pt x="26580" y="9800"/>
                  <a:pt x="26410" y="10456"/>
                </a:cubicBezTo>
                <a:cubicBezTo>
                  <a:pt x="26239" y="11111"/>
                  <a:pt x="26011" y="11795"/>
                  <a:pt x="25726" y="1247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AA07BB-5D55-4A0D-91B5-A8CDA316E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643" y="1093679"/>
            <a:ext cx="15555" cy="14757"/>
          </a:xfrm>
          <a:custGeom xmlns:a="http://schemas.openxmlformats.org/drawingml/2006/main">
            <a:pathLst>
              <a:path w="15555" h="14757">
                <a:moveTo>
                  <a:pt x="10541" y="4843"/>
                </a:moveTo>
                <a:lnTo>
                  <a:pt x="7407" y="4843"/>
                </a:lnTo>
                <a:lnTo>
                  <a:pt x="7407" y="8148"/>
                </a:lnTo>
                <a:cubicBezTo>
                  <a:pt x="7407" y="9430"/>
                  <a:pt x="7692" y="10370"/>
                  <a:pt x="8233" y="10997"/>
                </a:cubicBezTo>
                <a:cubicBezTo>
                  <a:pt x="8803" y="11624"/>
                  <a:pt x="9629" y="11909"/>
                  <a:pt x="10740" y="11909"/>
                </a:cubicBezTo>
                <a:cubicBezTo>
                  <a:pt x="11766" y="11909"/>
                  <a:pt x="12592" y="11595"/>
                  <a:pt x="13191" y="10968"/>
                </a:cubicBezTo>
                <a:cubicBezTo>
                  <a:pt x="13817" y="10342"/>
                  <a:pt x="14102" y="9487"/>
                  <a:pt x="14102" y="8404"/>
                </a:cubicBezTo>
                <a:cubicBezTo>
                  <a:pt x="14102" y="7350"/>
                  <a:pt x="13789" y="6496"/>
                  <a:pt x="13134" y="5840"/>
                </a:cubicBezTo>
                <a:cubicBezTo>
                  <a:pt x="12478" y="5185"/>
                  <a:pt x="11624" y="4843"/>
                  <a:pt x="10541" y="4843"/>
                </a:cubicBezTo>
                <a:close/>
                <a:moveTo>
                  <a:pt x="5954" y="2279"/>
                </a:moveTo>
                <a:lnTo>
                  <a:pt x="13703" y="2279"/>
                </a:lnTo>
                <a:lnTo>
                  <a:pt x="13703" y="0"/>
                </a:lnTo>
                <a:lnTo>
                  <a:pt x="15185" y="0"/>
                </a:lnTo>
                <a:lnTo>
                  <a:pt x="15185" y="4843"/>
                </a:lnTo>
                <a:lnTo>
                  <a:pt x="13589" y="4843"/>
                </a:lnTo>
                <a:cubicBezTo>
                  <a:pt x="14273" y="5413"/>
                  <a:pt x="14786" y="6068"/>
                  <a:pt x="15099" y="6809"/>
                </a:cubicBezTo>
                <a:cubicBezTo>
                  <a:pt x="15384" y="7550"/>
                  <a:pt x="15555" y="8433"/>
                  <a:pt x="15555" y="9401"/>
                </a:cubicBezTo>
                <a:cubicBezTo>
                  <a:pt x="15555" y="11054"/>
                  <a:pt x="15128" y="12364"/>
                  <a:pt x="14273" y="13333"/>
                </a:cubicBezTo>
                <a:cubicBezTo>
                  <a:pt x="13418" y="14302"/>
                  <a:pt x="12222" y="14757"/>
                  <a:pt x="10740" y="14757"/>
                </a:cubicBezTo>
                <a:cubicBezTo>
                  <a:pt x="9231" y="14757"/>
                  <a:pt x="8062" y="14216"/>
                  <a:pt x="7208" y="13105"/>
                </a:cubicBezTo>
                <a:cubicBezTo>
                  <a:pt x="6353" y="12022"/>
                  <a:pt x="5926" y="10456"/>
                  <a:pt x="5926" y="8433"/>
                </a:cubicBezTo>
                <a:lnTo>
                  <a:pt x="5926" y="4843"/>
                </a:lnTo>
                <a:lnTo>
                  <a:pt x="4900" y="4843"/>
                </a:lnTo>
                <a:cubicBezTo>
                  <a:pt x="3789" y="4843"/>
                  <a:pt x="2934" y="5185"/>
                  <a:pt x="2308" y="5869"/>
                </a:cubicBezTo>
                <a:cubicBezTo>
                  <a:pt x="1681" y="6553"/>
                  <a:pt x="1367" y="7521"/>
                  <a:pt x="1367" y="8746"/>
                </a:cubicBezTo>
                <a:cubicBezTo>
                  <a:pt x="1367" y="9772"/>
                  <a:pt x="1624" y="10570"/>
                  <a:pt x="2080" y="11168"/>
                </a:cubicBezTo>
                <a:cubicBezTo>
                  <a:pt x="2536" y="11795"/>
                  <a:pt x="3219" y="12165"/>
                  <a:pt x="4131" y="12307"/>
                </a:cubicBezTo>
                <a:lnTo>
                  <a:pt x="4131" y="13618"/>
                </a:lnTo>
                <a:lnTo>
                  <a:pt x="1140" y="13618"/>
                </a:lnTo>
                <a:cubicBezTo>
                  <a:pt x="769" y="12735"/>
                  <a:pt x="484" y="11880"/>
                  <a:pt x="285" y="11025"/>
                </a:cubicBezTo>
                <a:cubicBezTo>
                  <a:pt x="114" y="10199"/>
                  <a:pt x="0" y="9373"/>
                  <a:pt x="0" y="8575"/>
                </a:cubicBezTo>
                <a:cubicBezTo>
                  <a:pt x="0" y="6524"/>
                  <a:pt x="513" y="4986"/>
                  <a:pt x="1538" y="3903"/>
                </a:cubicBezTo>
                <a:cubicBezTo>
                  <a:pt x="2564" y="2820"/>
                  <a:pt x="4017" y="2279"/>
                  <a:pt x="5954" y="227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607C09-1609-4791-96B0-CF8105B0C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4041" y="1076870"/>
            <a:ext cx="14786" cy="16068"/>
          </a:xfrm>
          <a:custGeom xmlns:a="http://schemas.openxmlformats.org/drawingml/2006/main">
            <a:pathLst>
              <a:path w="14786" h="16068">
                <a:moveTo>
                  <a:pt x="14786" y="8974"/>
                </a:moveTo>
                <a:lnTo>
                  <a:pt x="1481" y="14416"/>
                </a:lnTo>
                <a:lnTo>
                  <a:pt x="1481" y="16068"/>
                </a:lnTo>
                <a:lnTo>
                  <a:pt x="0" y="16068"/>
                </a:lnTo>
                <a:lnTo>
                  <a:pt x="0" y="9288"/>
                </a:lnTo>
                <a:lnTo>
                  <a:pt x="1481" y="9288"/>
                </a:lnTo>
                <a:lnTo>
                  <a:pt x="1481" y="11652"/>
                </a:lnTo>
                <a:lnTo>
                  <a:pt x="11652" y="7493"/>
                </a:lnTo>
                <a:lnTo>
                  <a:pt x="1481" y="3333"/>
                </a:lnTo>
                <a:lnTo>
                  <a:pt x="1481" y="5555"/>
                </a:lnTo>
                <a:lnTo>
                  <a:pt x="0" y="5555"/>
                </a:lnTo>
                <a:lnTo>
                  <a:pt x="0" y="0"/>
                </a:lnTo>
                <a:lnTo>
                  <a:pt x="1481" y="0"/>
                </a:lnTo>
                <a:lnTo>
                  <a:pt x="1481" y="1652"/>
                </a:lnTo>
                <a:lnTo>
                  <a:pt x="14786" y="7094"/>
                </a:lnTo>
                <a:lnTo>
                  <a:pt x="14786" y="897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DC1E7B-1417-4A33-A184-747CDF0F4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643" y="1060603"/>
            <a:ext cx="15555" cy="14757"/>
          </a:xfrm>
          <a:custGeom xmlns:a="http://schemas.openxmlformats.org/drawingml/2006/main">
            <a:pathLst>
              <a:path w="15555" h="14757">
                <a:moveTo>
                  <a:pt x="10541" y="4843"/>
                </a:moveTo>
                <a:lnTo>
                  <a:pt x="7407" y="4843"/>
                </a:lnTo>
                <a:lnTo>
                  <a:pt x="7407" y="8148"/>
                </a:lnTo>
                <a:cubicBezTo>
                  <a:pt x="7407" y="9430"/>
                  <a:pt x="7692" y="10370"/>
                  <a:pt x="8233" y="10997"/>
                </a:cubicBezTo>
                <a:cubicBezTo>
                  <a:pt x="8803" y="11624"/>
                  <a:pt x="9629" y="11909"/>
                  <a:pt x="10740" y="11909"/>
                </a:cubicBezTo>
                <a:cubicBezTo>
                  <a:pt x="11766" y="11909"/>
                  <a:pt x="12592" y="11595"/>
                  <a:pt x="13191" y="10968"/>
                </a:cubicBezTo>
                <a:cubicBezTo>
                  <a:pt x="13817" y="10342"/>
                  <a:pt x="14102" y="9487"/>
                  <a:pt x="14102" y="8404"/>
                </a:cubicBezTo>
                <a:cubicBezTo>
                  <a:pt x="14102" y="7350"/>
                  <a:pt x="13789" y="6496"/>
                  <a:pt x="13134" y="5840"/>
                </a:cubicBezTo>
                <a:cubicBezTo>
                  <a:pt x="12478" y="5185"/>
                  <a:pt x="11624" y="4843"/>
                  <a:pt x="10541" y="4843"/>
                </a:cubicBezTo>
                <a:close/>
                <a:moveTo>
                  <a:pt x="5954" y="2279"/>
                </a:moveTo>
                <a:lnTo>
                  <a:pt x="13703" y="2279"/>
                </a:lnTo>
                <a:lnTo>
                  <a:pt x="13703" y="0"/>
                </a:lnTo>
                <a:lnTo>
                  <a:pt x="15185" y="0"/>
                </a:lnTo>
                <a:lnTo>
                  <a:pt x="15185" y="4843"/>
                </a:lnTo>
                <a:lnTo>
                  <a:pt x="13589" y="4843"/>
                </a:lnTo>
                <a:cubicBezTo>
                  <a:pt x="14273" y="5413"/>
                  <a:pt x="14786" y="6068"/>
                  <a:pt x="15099" y="6809"/>
                </a:cubicBezTo>
                <a:cubicBezTo>
                  <a:pt x="15384" y="7550"/>
                  <a:pt x="15555" y="8433"/>
                  <a:pt x="15555" y="9401"/>
                </a:cubicBezTo>
                <a:cubicBezTo>
                  <a:pt x="15555" y="11054"/>
                  <a:pt x="15128" y="12364"/>
                  <a:pt x="14273" y="13333"/>
                </a:cubicBezTo>
                <a:cubicBezTo>
                  <a:pt x="13418" y="14302"/>
                  <a:pt x="12222" y="14757"/>
                  <a:pt x="10740" y="14757"/>
                </a:cubicBezTo>
                <a:cubicBezTo>
                  <a:pt x="9231" y="14757"/>
                  <a:pt x="8062" y="14216"/>
                  <a:pt x="7208" y="13105"/>
                </a:cubicBezTo>
                <a:cubicBezTo>
                  <a:pt x="6353" y="12022"/>
                  <a:pt x="5926" y="10456"/>
                  <a:pt x="5926" y="8433"/>
                </a:cubicBezTo>
                <a:lnTo>
                  <a:pt x="5926" y="4843"/>
                </a:lnTo>
                <a:lnTo>
                  <a:pt x="4900" y="4843"/>
                </a:lnTo>
                <a:cubicBezTo>
                  <a:pt x="3789" y="4843"/>
                  <a:pt x="2934" y="5185"/>
                  <a:pt x="2308" y="5869"/>
                </a:cubicBezTo>
                <a:cubicBezTo>
                  <a:pt x="1681" y="6553"/>
                  <a:pt x="1367" y="7521"/>
                  <a:pt x="1367" y="8746"/>
                </a:cubicBezTo>
                <a:cubicBezTo>
                  <a:pt x="1367" y="9772"/>
                  <a:pt x="1624" y="10570"/>
                  <a:pt x="2080" y="11168"/>
                </a:cubicBezTo>
                <a:cubicBezTo>
                  <a:pt x="2536" y="11795"/>
                  <a:pt x="3219" y="12165"/>
                  <a:pt x="4131" y="12307"/>
                </a:cubicBezTo>
                <a:lnTo>
                  <a:pt x="4131" y="13618"/>
                </a:lnTo>
                <a:lnTo>
                  <a:pt x="1140" y="13618"/>
                </a:lnTo>
                <a:cubicBezTo>
                  <a:pt x="769" y="12735"/>
                  <a:pt x="484" y="11880"/>
                  <a:pt x="285" y="11025"/>
                </a:cubicBezTo>
                <a:cubicBezTo>
                  <a:pt x="114" y="10199"/>
                  <a:pt x="0" y="9373"/>
                  <a:pt x="0" y="8575"/>
                </a:cubicBezTo>
                <a:cubicBezTo>
                  <a:pt x="0" y="6524"/>
                  <a:pt x="513" y="4986"/>
                  <a:pt x="1538" y="3903"/>
                </a:cubicBezTo>
                <a:cubicBezTo>
                  <a:pt x="2564" y="2820"/>
                  <a:pt x="4017" y="2279"/>
                  <a:pt x="5954" y="227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3569D2-94F5-4339-89C0-ED38CFDEC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4719" y="1298183"/>
            <a:ext cx="9971" cy="10"/>
          </a:xfrm>
          <a:custGeom xmlns:a="http://schemas.openxmlformats.org/drawingml/2006/main">
            <a:pathLst>
              <a:path w="9971" h="1">
                <a:moveTo>
                  <a:pt x="9971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6C6598-871E-4134-8AC7-F3A1C3991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4719" y="1298183"/>
            <a:ext cx="9971" cy="10"/>
          </a:xfrm>
          <a:custGeom xmlns:a="http://schemas.openxmlformats.org/drawingml/2006/main">
            <a:pathLst>
              <a:path w="9971" h="1" fill="none">
                <a:moveTo>
                  <a:pt x="9971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9" cap="flat">
            <a:solidFill>
              <a:srgbClr val="000000"/>
            </a:solidFill>
            <a:round/>
          </a:ln>
        </p:spPr>
      </p:sp>
      <p:sp>
        <p:nvSpPr>
          <p:cNvPr id="13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B64452-817E-4072-AD15-3EB2FECDB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8059" y="1360383"/>
            <a:ext cx="26666" cy="12478"/>
          </a:xfrm>
          <a:custGeom xmlns:a="http://schemas.openxmlformats.org/drawingml/2006/main">
            <a:pathLst>
              <a:path w="26666" h="12478">
                <a:moveTo>
                  <a:pt x="25726" y="12478"/>
                </a:moveTo>
                <a:lnTo>
                  <a:pt x="22450" y="12478"/>
                </a:lnTo>
                <a:lnTo>
                  <a:pt x="22450" y="10883"/>
                </a:lnTo>
                <a:cubicBezTo>
                  <a:pt x="23361" y="10854"/>
                  <a:pt x="24045" y="10655"/>
                  <a:pt x="24501" y="10256"/>
                </a:cubicBezTo>
                <a:cubicBezTo>
                  <a:pt x="24957" y="9857"/>
                  <a:pt x="25185" y="9259"/>
                  <a:pt x="25185" y="8433"/>
                </a:cubicBezTo>
                <a:cubicBezTo>
                  <a:pt x="25185" y="7350"/>
                  <a:pt x="24814" y="6581"/>
                  <a:pt x="24130" y="6125"/>
                </a:cubicBezTo>
                <a:cubicBezTo>
                  <a:pt x="23447" y="5698"/>
                  <a:pt x="22079" y="5470"/>
                  <a:pt x="20085" y="5470"/>
                </a:cubicBezTo>
                <a:lnTo>
                  <a:pt x="1481" y="5470"/>
                </a:lnTo>
                <a:lnTo>
                  <a:pt x="1481" y="8689"/>
                </a:lnTo>
                <a:lnTo>
                  <a:pt x="0" y="8689"/>
                </a:lnTo>
                <a:lnTo>
                  <a:pt x="0" y="0"/>
                </a:lnTo>
                <a:lnTo>
                  <a:pt x="1481" y="0"/>
                </a:lnTo>
                <a:lnTo>
                  <a:pt x="1481" y="2650"/>
                </a:lnTo>
                <a:lnTo>
                  <a:pt x="20199" y="2650"/>
                </a:lnTo>
                <a:cubicBezTo>
                  <a:pt x="22478" y="2650"/>
                  <a:pt x="24102" y="3105"/>
                  <a:pt x="25128" y="4017"/>
                </a:cubicBezTo>
                <a:cubicBezTo>
                  <a:pt x="26153" y="4929"/>
                  <a:pt x="26666" y="6410"/>
                  <a:pt x="26666" y="8461"/>
                </a:cubicBezTo>
                <a:cubicBezTo>
                  <a:pt x="26666" y="9145"/>
                  <a:pt x="26580" y="9800"/>
                  <a:pt x="26410" y="10456"/>
                </a:cubicBezTo>
                <a:cubicBezTo>
                  <a:pt x="26239" y="11111"/>
                  <a:pt x="26011" y="11795"/>
                  <a:pt x="25726" y="1247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D1294F-6482-4DEF-8745-1E8A364B4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643" y="1342891"/>
            <a:ext cx="15555" cy="14757"/>
          </a:xfrm>
          <a:custGeom xmlns:a="http://schemas.openxmlformats.org/drawingml/2006/main">
            <a:pathLst>
              <a:path w="15555" h="14757">
                <a:moveTo>
                  <a:pt x="10541" y="4843"/>
                </a:moveTo>
                <a:lnTo>
                  <a:pt x="7407" y="4843"/>
                </a:lnTo>
                <a:lnTo>
                  <a:pt x="7407" y="8148"/>
                </a:lnTo>
                <a:cubicBezTo>
                  <a:pt x="7407" y="9430"/>
                  <a:pt x="7692" y="10370"/>
                  <a:pt x="8233" y="10997"/>
                </a:cubicBezTo>
                <a:cubicBezTo>
                  <a:pt x="8803" y="11624"/>
                  <a:pt x="9629" y="11909"/>
                  <a:pt x="10740" y="11909"/>
                </a:cubicBezTo>
                <a:cubicBezTo>
                  <a:pt x="11766" y="11909"/>
                  <a:pt x="12592" y="11595"/>
                  <a:pt x="13191" y="10968"/>
                </a:cubicBezTo>
                <a:cubicBezTo>
                  <a:pt x="13817" y="10342"/>
                  <a:pt x="14102" y="9487"/>
                  <a:pt x="14102" y="8404"/>
                </a:cubicBezTo>
                <a:cubicBezTo>
                  <a:pt x="14102" y="7350"/>
                  <a:pt x="13789" y="6496"/>
                  <a:pt x="13134" y="5840"/>
                </a:cubicBezTo>
                <a:cubicBezTo>
                  <a:pt x="12478" y="5185"/>
                  <a:pt x="11624" y="4843"/>
                  <a:pt x="10541" y="4843"/>
                </a:cubicBezTo>
                <a:close/>
                <a:moveTo>
                  <a:pt x="5954" y="2279"/>
                </a:moveTo>
                <a:lnTo>
                  <a:pt x="13703" y="2279"/>
                </a:lnTo>
                <a:lnTo>
                  <a:pt x="13703" y="0"/>
                </a:lnTo>
                <a:lnTo>
                  <a:pt x="15185" y="0"/>
                </a:lnTo>
                <a:lnTo>
                  <a:pt x="15185" y="4843"/>
                </a:lnTo>
                <a:lnTo>
                  <a:pt x="13589" y="4843"/>
                </a:lnTo>
                <a:cubicBezTo>
                  <a:pt x="14273" y="5413"/>
                  <a:pt x="14786" y="6068"/>
                  <a:pt x="15099" y="6809"/>
                </a:cubicBezTo>
                <a:cubicBezTo>
                  <a:pt x="15384" y="7550"/>
                  <a:pt x="15555" y="8433"/>
                  <a:pt x="15555" y="9401"/>
                </a:cubicBezTo>
                <a:cubicBezTo>
                  <a:pt x="15555" y="11054"/>
                  <a:pt x="15128" y="12364"/>
                  <a:pt x="14273" y="13333"/>
                </a:cubicBezTo>
                <a:cubicBezTo>
                  <a:pt x="13418" y="14302"/>
                  <a:pt x="12222" y="14757"/>
                  <a:pt x="10740" y="14757"/>
                </a:cubicBezTo>
                <a:cubicBezTo>
                  <a:pt x="9231" y="14757"/>
                  <a:pt x="8062" y="14216"/>
                  <a:pt x="7208" y="13105"/>
                </a:cubicBezTo>
                <a:cubicBezTo>
                  <a:pt x="6353" y="12022"/>
                  <a:pt x="5926" y="10456"/>
                  <a:pt x="5926" y="8433"/>
                </a:cubicBezTo>
                <a:lnTo>
                  <a:pt x="5926" y="4843"/>
                </a:lnTo>
                <a:lnTo>
                  <a:pt x="4900" y="4843"/>
                </a:lnTo>
                <a:cubicBezTo>
                  <a:pt x="3789" y="4843"/>
                  <a:pt x="2934" y="5185"/>
                  <a:pt x="2308" y="5869"/>
                </a:cubicBezTo>
                <a:cubicBezTo>
                  <a:pt x="1681" y="6553"/>
                  <a:pt x="1367" y="7521"/>
                  <a:pt x="1367" y="8746"/>
                </a:cubicBezTo>
                <a:cubicBezTo>
                  <a:pt x="1367" y="9772"/>
                  <a:pt x="1624" y="10570"/>
                  <a:pt x="2080" y="11168"/>
                </a:cubicBezTo>
                <a:cubicBezTo>
                  <a:pt x="2536" y="11795"/>
                  <a:pt x="3219" y="12165"/>
                  <a:pt x="4131" y="12307"/>
                </a:cubicBezTo>
                <a:lnTo>
                  <a:pt x="4131" y="13618"/>
                </a:lnTo>
                <a:lnTo>
                  <a:pt x="1140" y="13618"/>
                </a:lnTo>
                <a:cubicBezTo>
                  <a:pt x="769" y="12735"/>
                  <a:pt x="484" y="11880"/>
                  <a:pt x="285" y="11025"/>
                </a:cubicBezTo>
                <a:cubicBezTo>
                  <a:pt x="114" y="10199"/>
                  <a:pt x="0" y="9373"/>
                  <a:pt x="0" y="8575"/>
                </a:cubicBezTo>
                <a:cubicBezTo>
                  <a:pt x="0" y="6524"/>
                  <a:pt x="513" y="4986"/>
                  <a:pt x="1538" y="3903"/>
                </a:cubicBezTo>
                <a:cubicBezTo>
                  <a:pt x="2564" y="2820"/>
                  <a:pt x="4017" y="2279"/>
                  <a:pt x="5954" y="227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A9E6A8-E496-4730-B9B6-366CF22A0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4041" y="1326082"/>
            <a:ext cx="14786" cy="16068"/>
          </a:xfrm>
          <a:custGeom xmlns:a="http://schemas.openxmlformats.org/drawingml/2006/main">
            <a:pathLst>
              <a:path w="14786" h="16068">
                <a:moveTo>
                  <a:pt x="14786" y="8974"/>
                </a:moveTo>
                <a:lnTo>
                  <a:pt x="1481" y="14416"/>
                </a:lnTo>
                <a:lnTo>
                  <a:pt x="1481" y="16068"/>
                </a:lnTo>
                <a:lnTo>
                  <a:pt x="0" y="16068"/>
                </a:lnTo>
                <a:lnTo>
                  <a:pt x="0" y="9288"/>
                </a:lnTo>
                <a:lnTo>
                  <a:pt x="1481" y="9288"/>
                </a:lnTo>
                <a:lnTo>
                  <a:pt x="1481" y="11652"/>
                </a:lnTo>
                <a:lnTo>
                  <a:pt x="11652" y="7493"/>
                </a:lnTo>
                <a:lnTo>
                  <a:pt x="1481" y="3333"/>
                </a:lnTo>
                <a:lnTo>
                  <a:pt x="1481" y="5555"/>
                </a:lnTo>
                <a:lnTo>
                  <a:pt x="0" y="5555"/>
                </a:lnTo>
                <a:lnTo>
                  <a:pt x="0" y="0"/>
                </a:lnTo>
                <a:lnTo>
                  <a:pt x="1481" y="0"/>
                </a:lnTo>
                <a:lnTo>
                  <a:pt x="1481" y="1652"/>
                </a:lnTo>
                <a:lnTo>
                  <a:pt x="14786" y="7094"/>
                </a:lnTo>
                <a:lnTo>
                  <a:pt x="14786" y="897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AF6E76-EC3A-496A-885B-FB937C34A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643" y="1309815"/>
            <a:ext cx="15555" cy="14757"/>
          </a:xfrm>
          <a:custGeom xmlns:a="http://schemas.openxmlformats.org/drawingml/2006/main">
            <a:pathLst>
              <a:path w="15555" h="14757">
                <a:moveTo>
                  <a:pt x="10541" y="4843"/>
                </a:moveTo>
                <a:lnTo>
                  <a:pt x="7407" y="4843"/>
                </a:lnTo>
                <a:lnTo>
                  <a:pt x="7407" y="8148"/>
                </a:lnTo>
                <a:cubicBezTo>
                  <a:pt x="7407" y="9430"/>
                  <a:pt x="7692" y="10370"/>
                  <a:pt x="8233" y="10997"/>
                </a:cubicBezTo>
                <a:cubicBezTo>
                  <a:pt x="8803" y="11624"/>
                  <a:pt x="9629" y="11909"/>
                  <a:pt x="10740" y="11909"/>
                </a:cubicBezTo>
                <a:cubicBezTo>
                  <a:pt x="11766" y="11909"/>
                  <a:pt x="12592" y="11595"/>
                  <a:pt x="13191" y="10968"/>
                </a:cubicBezTo>
                <a:cubicBezTo>
                  <a:pt x="13817" y="10342"/>
                  <a:pt x="14102" y="9487"/>
                  <a:pt x="14102" y="8404"/>
                </a:cubicBezTo>
                <a:cubicBezTo>
                  <a:pt x="14102" y="7350"/>
                  <a:pt x="13789" y="6496"/>
                  <a:pt x="13134" y="5840"/>
                </a:cubicBezTo>
                <a:cubicBezTo>
                  <a:pt x="12478" y="5185"/>
                  <a:pt x="11624" y="4843"/>
                  <a:pt x="10541" y="4843"/>
                </a:cubicBezTo>
                <a:close/>
                <a:moveTo>
                  <a:pt x="5954" y="2279"/>
                </a:moveTo>
                <a:lnTo>
                  <a:pt x="13703" y="2279"/>
                </a:lnTo>
                <a:lnTo>
                  <a:pt x="13703" y="0"/>
                </a:lnTo>
                <a:lnTo>
                  <a:pt x="15185" y="0"/>
                </a:lnTo>
                <a:lnTo>
                  <a:pt x="15185" y="4843"/>
                </a:lnTo>
                <a:lnTo>
                  <a:pt x="13589" y="4843"/>
                </a:lnTo>
                <a:cubicBezTo>
                  <a:pt x="14273" y="5413"/>
                  <a:pt x="14786" y="6068"/>
                  <a:pt x="15099" y="6809"/>
                </a:cubicBezTo>
                <a:cubicBezTo>
                  <a:pt x="15384" y="7550"/>
                  <a:pt x="15555" y="8433"/>
                  <a:pt x="15555" y="9401"/>
                </a:cubicBezTo>
                <a:cubicBezTo>
                  <a:pt x="15555" y="11054"/>
                  <a:pt x="15128" y="12364"/>
                  <a:pt x="14273" y="13333"/>
                </a:cubicBezTo>
                <a:cubicBezTo>
                  <a:pt x="13418" y="14302"/>
                  <a:pt x="12222" y="14757"/>
                  <a:pt x="10740" y="14757"/>
                </a:cubicBezTo>
                <a:cubicBezTo>
                  <a:pt x="9231" y="14757"/>
                  <a:pt x="8062" y="14216"/>
                  <a:pt x="7208" y="13105"/>
                </a:cubicBezTo>
                <a:cubicBezTo>
                  <a:pt x="6353" y="12022"/>
                  <a:pt x="5926" y="10456"/>
                  <a:pt x="5926" y="8433"/>
                </a:cubicBezTo>
                <a:lnTo>
                  <a:pt x="5926" y="4843"/>
                </a:lnTo>
                <a:lnTo>
                  <a:pt x="4900" y="4843"/>
                </a:lnTo>
                <a:cubicBezTo>
                  <a:pt x="3789" y="4843"/>
                  <a:pt x="2934" y="5185"/>
                  <a:pt x="2308" y="5869"/>
                </a:cubicBezTo>
                <a:cubicBezTo>
                  <a:pt x="1681" y="6553"/>
                  <a:pt x="1367" y="7521"/>
                  <a:pt x="1367" y="8746"/>
                </a:cubicBezTo>
                <a:cubicBezTo>
                  <a:pt x="1367" y="9772"/>
                  <a:pt x="1624" y="10570"/>
                  <a:pt x="2080" y="11168"/>
                </a:cubicBezTo>
                <a:cubicBezTo>
                  <a:pt x="2536" y="11795"/>
                  <a:pt x="3219" y="12165"/>
                  <a:pt x="4131" y="12307"/>
                </a:cubicBezTo>
                <a:lnTo>
                  <a:pt x="4131" y="13618"/>
                </a:lnTo>
                <a:lnTo>
                  <a:pt x="1140" y="13618"/>
                </a:lnTo>
                <a:cubicBezTo>
                  <a:pt x="769" y="12735"/>
                  <a:pt x="484" y="11880"/>
                  <a:pt x="285" y="11025"/>
                </a:cubicBezTo>
                <a:cubicBezTo>
                  <a:pt x="114" y="10199"/>
                  <a:pt x="0" y="9373"/>
                  <a:pt x="0" y="8575"/>
                </a:cubicBezTo>
                <a:cubicBezTo>
                  <a:pt x="0" y="6524"/>
                  <a:pt x="513" y="4986"/>
                  <a:pt x="1538" y="3903"/>
                </a:cubicBezTo>
                <a:cubicBezTo>
                  <a:pt x="2564" y="2820"/>
                  <a:pt x="4017" y="2279"/>
                  <a:pt x="5954" y="227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E75E82-26AA-4E4D-B3F6-033CB0246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643" y="1295855"/>
            <a:ext cx="15555" cy="11567"/>
          </a:xfrm>
          <a:custGeom xmlns:a="http://schemas.openxmlformats.org/drawingml/2006/main">
            <a:pathLst>
              <a:path w="15555" h="11567">
                <a:moveTo>
                  <a:pt x="14359" y="11567"/>
                </a:moveTo>
                <a:lnTo>
                  <a:pt x="10911" y="11567"/>
                </a:lnTo>
                <a:lnTo>
                  <a:pt x="10911" y="10085"/>
                </a:lnTo>
                <a:cubicBezTo>
                  <a:pt x="12022" y="10057"/>
                  <a:pt x="12849" y="9715"/>
                  <a:pt x="13390" y="9060"/>
                </a:cubicBezTo>
                <a:cubicBezTo>
                  <a:pt x="13960" y="8404"/>
                  <a:pt x="14216" y="7436"/>
                  <a:pt x="14216" y="6154"/>
                </a:cubicBezTo>
                <a:cubicBezTo>
                  <a:pt x="14216" y="5014"/>
                  <a:pt x="14017" y="4131"/>
                  <a:pt x="13561" y="3533"/>
                </a:cubicBezTo>
                <a:cubicBezTo>
                  <a:pt x="13134" y="2934"/>
                  <a:pt x="12507" y="2621"/>
                  <a:pt x="11681" y="2621"/>
                </a:cubicBezTo>
                <a:cubicBezTo>
                  <a:pt x="11054" y="2621"/>
                  <a:pt x="10513" y="2849"/>
                  <a:pt x="10114" y="3276"/>
                </a:cubicBezTo>
                <a:cubicBezTo>
                  <a:pt x="9715" y="3732"/>
                  <a:pt x="9288" y="4644"/>
                  <a:pt x="8832" y="6068"/>
                </a:cubicBezTo>
                <a:lnTo>
                  <a:pt x="8205" y="7920"/>
                </a:lnTo>
                <a:cubicBezTo>
                  <a:pt x="7806" y="9202"/>
                  <a:pt x="7293" y="10114"/>
                  <a:pt x="6666" y="10683"/>
                </a:cubicBezTo>
                <a:cubicBezTo>
                  <a:pt x="6068" y="11253"/>
                  <a:pt x="5299" y="11538"/>
                  <a:pt x="4330" y="11538"/>
                </a:cubicBezTo>
                <a:cubicBezTo>
                  <a:pt x="2991" y="11538"/>
                  <a:pt x="1937" y="11054"/>
                  <a:pt x="1168" y="10057"/>
                </a:cubicBezTo>
                <a:cubicBezTo>
                  <a:pt x="399" y="9060"/>
                  <a:pt x="0" y="7692"/>
                  <a:pt x="0" y="5926"/>
                </a:cubicBezTo>
                <a:cubicBezTo>
                  <a:pt x="0" y="5157"/>
                  <a:pt x="114" y="4330"/>
                  <a:pt x="313" y="3476"/>
                </a:cubicBezTo>
                <a:cubicBezTo>
                  <a:pt x="513" y="2621"/>
                  <a:pt x="798" y="1709"/>
                  <a:pt x="1197" y="798"/>
                </a:cubicBezTo>
                <a:lnTo>
                  <a:pt x="4416" y="798"/>
                </a:lnTo>
                <a:lnTo>
                  <a:pt x="4416" y="2279"/>
                </a:lnTo>
                <a:cubicBezTo>
                  <a:pt x="3476" y="2336"/>
                  <a:pt x="2735" y="2650"/>
                  <a:pt x="2194" y="3276"/>
                </a:cubicBezTo>
                <a:cubicBezTo>
                  <a:pt x="1652" y="3903"/>
                  <a:pt x="1367" y="4758"/>
                  <a:pt x="1367" y="5840"/>
                </a:cubicBezTo>
                <a:cubicBezTo>
                  <a:pt x="1367" y="6923"/>
                  <a:pt x="1567" y="7749"/>
                  <a:pt x="1937" y="8290"/>
                </a:cubicBezTo>
                <a:cubicBezTo>
                  <a:pt x="2336" y="8860"/>
                  <a:pt x="2906" y="9117"/>
                  <a:pt x="3647" y="9117"/>
                </a:cubicBezTo>
                <a:cubicBezTo>
                  <a:pt x="4273" y="9117"/>
                  <a:pt x="4786" y="8917"/>
                  <a:pt x="5157" y="8490"/>
                </a:cubicBezTo>
                <a:cubicBezTo>
                  <a:pt x="5527" y="8091"/>
                  <a:pt x="5897" y="7236"/>
                  <a:pt x="6296" y="5983"/>
                </a:cubicBezTo>
                <a:lnTo>
                  <a:pt x="6923" y="3960"/>
                </a:lnTo>
                <a:cubicBezTo>
                  <a:pt x="7379" y="2564"/>
                  <a:pt x="7920" y="1567"/>
                  <a:pt x="8575" y="940"/>
                </a:cubicBezTo>
                <a:cubicBezTo>
                  <a:pt x="9231" y="313"/>
                  <a:pt x="10057" y="0"/>
                  <a:pt x="11082" y="0"/>
                </a:cubicBezTo>
                <a:cubicBezTo>
                  <a:pt x="12507" y="0"/>
                  <a:pt x="13589" y="541"/>
                  <a:pt x="14387" y="1624"/>
                </a:cubicBezTo>
                <a:cubicBezTo>
                  <a:pt x="15185" y="2706"/>
                  <a:pt x="15555" y="4159"/>
                  <a:pt x="15555" y="6040"/>
                </a:cubicBezTo>
                <a:cubicBezTo>
                  <a:pt x="15555" y="7008"/>
                  <a:pt x="15441" y="7920"/>
                  <a:pt x="15270" y="8832"/>
                </a:cubicBezTo>
                <a:cubicBezTo>
                  <a:pt x="15099" y="9743"/>
                  <a:pt x="14786" y="10655"/>
                  <a:pt x="14359" y="1156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F3B7AF-31FE-4BB6-B421-30F0D7063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643" y="1279759"/>
            <a:ext cx="15555" cy="13219"/>
          </a:xfrm>
          <a:custGeom xmlns:a="http://schemas.openxmlformats.org/drawingml/2006/main">
            <a:pathLst>
              <a:path w="15555" h="13219">
                <a:moveTo>
                  <a:pt x="10740" y="0"/>
                </a:moveTo>
                <a:cubicBezTo>
                  <a:pt x="12336" y="370"/>
                  <a:pt x="13532" y="1054"/>
                  <a:pt x="14330" y="2080"/>
                </a:cubicBezTo>
                <a:cubicBezTo>
                  <a:pt x="15156" y="3105"/>
                  <a:pt x="15555" y="4444"/>
                  <a:pt x="15555" y="6068"/>
                </a:cubicBezTo>
                <a:cubicBezTo>
                  <a:pt x="15555" y="8233"/>
                  <a:pt x="14871" y="9943"/>
                  <a:pt x="13447" y="11253"/>
                </a:cubicBezTo>
                <a:cubicBezTo>
                  <a:pt x="12022" y="12564"/>
                  <a:pt x="10142" y="13219"/>
                  <a:pt x="7778" y="13219"/>
                </a:cubicBezTo>
                <a:cubicBezTo>
                  <a:pt x="5441" y="13219"/>
                  <a:pt x="3561" y="12564"/>
                  <a:pt x="2137" y="11253"/>
                </a:cubicBezTo>
                <a:cubicBezTo>
                  <a:pt x="712" y="9943"/>
                  <a:pt x="0" y="8233"/>
                  <a:pt x="0" y="6068"/>
                </a:cubicBezTo>
                <a:cubicBezTo>
                  <a:pt x="0" y="5157"/>
                  <a:pt x="114" y="4216"/>
                  <a:pt x="342" y="3276"/>
                </a:cubicBezTo>
                <a:cubicBezTo>
                  <a:pt x="570" y="2365"/>
                  <a:pt x="883" y="1424"/>
                  <a:pt x="1311" y="484"/>
                </a:cubicBezTo>
                <a:lnTo>
                  <a:pt x="5100" y="484"/>
                </a:lnTo>
                <a:lnTo>
                  <a:pt x="5100" y="1966"/>
                </a:lnTo>
                <a:cubicBezTo>
                  <a:pt x="3818" y="2165"/>
                  <a:pt x="2877" y="2593"/>
                  <a:pt x="2279" y="3248"/>
                </a:cubicBezTo>
                <a:cubicBezTo>
                  <a:pt x="1681" y="3903"/>
                  <a:pt x="1367" y="4843"/>
                  <a:pt x="1367" y="6040"/>
                </a:cubicBezTo>
                <a:cubicBezTo>
                  <a:pt x="1367" y="7436"/>
                  <a:pt x="1909" y="8490"/>
                  <a:pt x="2991" y="9174"/>
                </a:cubicBezTo>
                <a:cubicBezTo>
                  <a:pt x="4074" y="9886"/>
                  <a:pt x="5669" y="10228"/>
                  <a:pt x="7806" y="10228"/>
                </a:cubicBezTo>
                <a:cubicBezTo>
                  <a:pt x="9943" y="10228"/>
                  <a:pt x="11538" y="9886"/>
                  <a:pt x="12621" y="9174"/>
                </a:cubicBezTo>
                <a:cubicBezTo>
                  <a:pt x="13703" y="8490"/>
                  <a:pt x="14216" y="7436"/>
                  <a:pt x="14216" y="6040"/>
                </a:cubicBezTo>
                <a:cubicBezTo>
                  <a:pt x="14216" y="4957"/>
                  <a:pt x="13931" y="4074"/>
                  <a:pt x="13361" y="3419"/>
                </a:cubicBezTo>
                <a:cubicBezTo>
                  <a:pt x="12792" y="2763"/>
                  <a:pt x="11909" y="2308"/>
                  <a:pt x="10740" y="2051"/>
                </a:cubicBezTo>
                <a:lnTo>
                  <a:pt x="1074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2DE280-51B8-48E5-8607-2337843B0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643" y="1264830"/>
            <a:ext cx="15185" cy="12592"/>
          </a:xfrm>
          <a:custGeom xmlns:a="http://schemas.openxmlformats.org/drawingml/2006/main">
            <a:pathLst>
              <a:path w="15185" h="12592">
                <a:moveTo>
                  <a:pt x="370" y="0"/>
                </a:moveTo>
                <a:lnTo>
                  <a:pt x="4074" y="0"/>
                </a:lnTo>
                <a:lnTo>
                  <a:pt x="4074" y="1481"/>
                </a:lnTo>
                <a:cubicBezTo>
                  <a:pt x="3333" y="1538"/>
                  <a:pt x="2792" y="1738"/>
                  <a:pt x="2422" y="2080"/>
                </a:cubicBezTo>
                <a:cubicBezTo>
                  <a:pt x="2080" y="2450"/>
                  <a:pt x="1880" y="2991"/>
                  <a:pt x="1880" y="3675"/>
                </a:cubicBezTo>
                <a:cubicBezTo>
                  <a:pt x="1880" y="4929"/>
                  <a:pt x="2336" y="5897"/>
                  <a:pt x="3191" y="6581"/>
                </a:cubicBezTo>
                <a:cubicBezTo>
                  <a:pt x="4074" y="7265"/>
                  <a:pt x="5327" y="7578"/>
                  <a:pt x="6951" y="7578"/>
                </a:cubicBezTo>
                <a:lnTo>
                  <a:pt x="13703" y="7578"/>
                </a:lnTo>
                <a:lnTo>
                  <a:pt x="13703" y="4615"/>
                </a:lnTo>
                <a:lnTo>
                  <a:pt x="15185" y="4615"/>
                </a:lnTo>
                <a:lnTo>
                  <a:pt x="15185" y="12450"/>
                </a:lnTo>
                <a:lnTo>
                  <a:pt x="13703" y="12450"/>
                </a:lnTo>
                <a:lnTo>
                  <a:pt x="13703" y="10142"/>
                </a:lnTo>
                <a:lnTo>
                  <a:pt x="1852" y="10142"/>
                </a:lnTo>
                <a:lnTo>
                  <a:pt x="1852" y="12592"/>
                </a:lnTo>
                <a:lnTo>
                  <a:pt x="399" y="12592"/>
                </a:lnTo>
                <a:lnTo>
                  <a:pt x="399" y="7578"/>
                </a:lnTo>
                <a:lnTo>
                  <a:pt x="3020" y="7578"/>
                </a:lnTo>
                <a:cubicBezTo>
                  <a:pt x="1994" y="7094"/>
                  <a:pt x="1254" y="6467"/>
                  <a:pt x="741" y="5669"/>
                </a:cubicBezTo>
                <a:cubicBezTo>
                  <a:pt x="256" y="4872"/>
                  <a:pt x="0" y="3903"/>
                  <a:pt x="0" y="2763"/>
                </a:cubicBezTo>
                <a:cubicBezTo>
                  <a:pt x="0" y="2365"/>
                  <a:pt x="57" y="1909"/>
                  <a:pt x="114" y="1453"/>
                </a:cubicBezTo>
                <a:cubicBezTo>
                  <a:pt x="171" y="997"/>
                  <a:pt x="256" y="513"/>
                  <a:pt x="370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C7C91C-3F00-4019-ABA7-D4AFCE8BA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859" y="1256369"/>
            <a:ext cx="20968" cy="7436"/>
          </a:xfrm>
          <a:custGeom xmlns:a="http://schemas.openxmlformats.org/drawingml/2006/main">
            <a:pathLst>
              <a:path w="20968" h="7436">
                <a:moveTo>
                  <a:pt x="1595" y="5698"/>
                </a:moveTo>
                <a:cubicBezTo>
                  <a:pt x="1168" y="5698"/>
                  <a:pt x="798" y="5555"/>
                  <a:pt x="484" y="5242"/>
                </a:cubicBezTo>
                <a:cubicBezTo>
                  <a:pt x="171" y="4929"/>
                  <a:pt x="0" y="4558"/>
                  <a:pt x="0" y="4102"/>
                </a:cubicBezTo>
                <a:cubicBezTo>
                  <a:pt x="0" y="3704"/>
                  <a:pt x="171" y="3333"/>
                  <a:pt x="484" y="3020"/>
                </a:cubicBezTo>
                <a:cubicBezTo>
                  <a:pt x="798" y="2706"/>
                  <a:pt x="1168" y="2536"/>
                  <a:pt x="1595" y="2536"/>
                </a:cubicBezTo>
                <a:cubicBezTo>
                  <a:pt x="2051" y="2536"/>
                  <a:pt x="2422" y="2706"/>
                  <a:pt x="2706" y="2991"/>
                </a:cubicBezTo>
                <a:cubicBezTo>
                  <a:pt x="3020" y="3305"/>
                  <a:pt x="3162" y="3675"/>
                  <a:pt x="3162" y="4102"/>
                </a:cubicBezTo>
                <a:cubicBezTo>
                  <a:pt x="3162" y="4558"/>
                  <a:pt x="3020" y="4929"/>
                  <a:pt x="2706" y="5242"/>
                </a:cubicBezTo>
                <a:cubicBezTo>
                  <a:pt x="2422" y="5555"/>
                  <a:pt x="2051" y="5698"/>
                  <a:pt x="1595" y="5698"/>
                </a:cubicBezTo>
                <a:close/>
                <a:moveTo>
                  <a:pt x="19487" y="2422"/>
                </a:moveTo>
                <a:lnTo>
                  <a:pt x="19487" y="0"/>
                </a:lnTo>
                <a:lnTo>
                  <a:pt x="20968" y="0"/>
                </a:lnTo>
                <a:lnTo>
                  <a:pt x="20968" y="7436"/>
                </a:lnTo>
                <a:lnTo>
                  <a:pt x="19487" y="7436"/>
                </a:lnTo>
                <a:lnTo>
                  <a:pt x="19487" y="4986"/>
                </a:lnTo>
                <a:lnTo>
                  <a:pt x="7664" y="4986"/>
                </a:lnTo>
                <a:lnTo>
                  <a:pt x="7664" y="7436"/>
                </a:lnTo>
                <a:lnTo>
                  <a:pt x="6182" y="7436"/>
                </a:lnTo>
                <a:lnTo>
                  <a:pt x="6182" y="2422"/>
                </a:lnTo>
                <a:lnTo>
                  <a:pt x="19487" y="242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30031A-C289-49E9-84C7-EC9311914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643" y="1238905"/>
            <a:ext cx="21082" cy="15982"/>
          </a:xfrm>
          <a:custGeom xmlns:a="http://schemas.openxmlformats.org/drawingml/2006/main">
            <a:pathLst>
              <a:path w="21082" h="15982">
                <a:moveTo>
                  <a:pt x="7065" y="10968"/>
                </a:moveTo>
                <a:lnTo>
                  <a:pt x="8518" y="10968"/>
                </a:lnTo>
                <a:cubicBezTo>
                  <a:pt x="10313" y="10968"/>
                  <a:pt x="11681" y="10626"/>
                  <a:pt x="12592" y="9943"/>
                </a:cubicBezTo>
                <a:cubicBezTo>
                  <a:pt x="13532" y="9259"/>
                  <a:pt x="13988" y="8290"/>
                  <a:pt x="13988" y="6980"/>
                </a:cubicBezTo>
                <a:cubicBezTo>
                  <a:pt x="13988" y="5669"/>
                  <a:pt x="13475" y="4701"/>
                  <a:pt x="12421" y="4017"/>
                </a:cubicBezTo>
                <a:cubicBezTo>
                  <a:pt x="11396" y="3333"/>
                  <a:pt x="9829" y="2991"/>
                  <a:pt x="7778" y="2991"/>
                </a:cubicBezTo>
                <a:cubicBezTo>
                  <a:pt x="5726" y="2991"/>
                  <a:pt x="4188" y="3333"/>
                  <a:pt x="3162" y="4017"/>
                </a:cubicBezTo>
                <a:cubicBezTo>
                  <a:pt x="2137" y="4701"/>
                  <a:pt x="1595" y="5669"/>
                  <a:pt x="1595" y="6980"/>
                </a:cubicBezTo>
                <a:cubicBezTo>
                  <a:pt x="1595" y="8290"/>
                  <a:pt x="2080" y="9259"/>
                  <a:pt x="3020" y="9943"/>
                </a:cubicBezTo>
                <a:cubicBezTo>
                  <a:pt x="3960" y="10626"/>
                  <a:pt x="5299" y="10968"/>
                  <a:pt x="7065" y="10968"/>
                </a:cubicBezTo>
                <a:close/>
                <a:moveTo>
                  <a:pt x="1880" y="13532"/>
                </a:moveTo>
                <a:lnTo>
                  <a:pt x="1880" y="15982"/>
                </a:lnTo>
                <a:lnTo>
                  <a:pt x="399" y="15982"/>
                </a:lnTo>
                <a:lnTo>
                  <a:pt x="399" y="10968"/>
                </a:lnTo>
                <a:lnTo>
                  <a:pt x="2706" y="10968"/>
                </a:lnTo>
                <a:cubicBezTo>
                  <a:pt x="1795" y="10484"/>
                  <a:pt x="1111" y="9857"/>
                  <a:pt x="655" y="9060"/>
                </a:cubicBezTo>
                <a:cubicBezTo>
                  <a:pt x="228" y="8290"/>
                  <a:pt x="0" y="7322"/>
                  <a:pt x="0" y="6182"/>
                </a:cubicBezTo>
                <a:cubicBezTo>
                  <a:pt x="0" y="4359"/>
                  <a:pt x="741" y="2877"/>
                  <a:pt x="2165" y="1738"/>
                </a:cubicBezTo>
                <a:cubicBezTo>
                  <a:pt x="3590" y="598"/>
                  <a:pt x="5470" y="0"/>
                  <a:pt x="7778" y="0"/>
                </a:cubicBezTo>
                <a:cubicBezTo>
                  <a:pt x="10114" y="0"/>
                  <a:pt x="11994" y="598"/>
                  <a:pt x="13418" y="1738"/>
                </a:cubicBezTo>
                <a:cubicBezTo>
                  <a:pt x="14843" y="2877"/>
                  <a:pt x="15555" y="4359"/>
                  <a:pt x="15555" y="6182"/>
                </a:cubicBezTo>
                <a:cubicBezTo>
                  <a:pt x="15555" y="7322"/>
                  <a:pt x="15327" y="8290"/>
                  <a:pt x="14928" y="9060"/>
                </a:cubicBezTo>
                <a:cubicBezTo>
                  <a:pt x="14501" y="9857"/>
                  <a:pt x="13817" y="10484"/>
                  <a:pt x="12877" y="10968"/>
                </a:cubicBezTo>
                <a:lnTo>
                  <a:pt x="19601" y="10968"/>
                </a:lnTo>
                <a:lnTo>
                  <a:pt x="19601" y="8547"/>
                </a:lnTo>
                <a:lnTo>
                  <a:pt x="21082" y="8547"/>
                </a:lnTo>
                <a:lnTo>
                  <a:pt x="21082" y="15982"/>
                </a:lnTo>
                <a:lnTo>
                  <a:pt x="19601" y="15982"/>
                </a:lnTo>
                <a:lnTo>
                  <a:pt x="19601" y="13532"/>
                </a:lnTo>
                <a:lnTo>
                  <a:pt x="1880" y="1353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CDF0D9-ABEF-48D7-AAE4-CE04F4C40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9455" y="1226256"/>
            <a:ext cx="19743" cy="10399"/>
          </a:xfrm>
          <a:custGeom xmlns:a="http://schemas.openxmlformats.org/drawingml/2006/main">
            <a:pathLst>
              <a:path w="19743" h="10399">
                <a:moveTo>
                  <a:pt x="6068" y="8148"/>
                </a:moveTo>
                <a:lnTo>
                  <a:pt x="6068" y="10399"/>
                </a:lnTo>
                <a:lnTo>
                  <a:pt x="4587" y="10399"/>
                </a:lnTo>
                <a:lnTo>
                  <a:pt x="4587" y="8148"/>
                </a:lnTo>
                <a:lnTo>
                  <a:pt x="0" y="8148"/>
                </a:lnTo>
                <a:lnTo>
                  <a:pt x="0" y="5584"/>
                </a:lnTo>
                <a:lnTo>
                  <a:pt x="4587" y="5584"/>
                </a:lnTo>
                <a:lnTo>
                  <a:pt x="4587" y="769"/>
                </a:lnTo>
                <a:lnTo>
                  <a:pt x="6068" y="769"/>
                </a:lnTo>
                <a:lnTo>
                  <a:pt x="6068" y="5584"/>
                </a:lnTo>
                <a:lnTo>
                  <a:pt x="15470" y="5584"/>
                </a:lnTo>
                <a:cubicBezTo>
                  <a:pt x="16723" y="5584"/>
                  <a:pt x="17549" y="5470"/>
                  <a:pt x="17891" y="5214"/>
                </a:cubicBezTo>
                <a:cubicBezTo>
                  <a:pt x="18233" y="4986"/>
                  <a:pt x="18404" y="4530"/>
                  <a:pt x="18404" y="3875"/>
                </a:cubicBezTo>
                <a:cubicBezTo>
                  <a:pt x="18404" y="3219"/>
                  <a:pt x="18205" y="2735"/>
                  <a:pt x="17806" y="2422"/>
                </a:cubicBezTo>
                <a:cubicBezTo>
                  <a:pt x="17407" y="2137"/>
                  <a:pt x="16780" y="1966"/>
                  <a:pt x="15897" y="1937"/>
                </a:cubicBezTo>
                <a:lnTo>
                  <a:pt x="15897" y="0"/>
                </a:lnTo>
                <a:cubicBezTo>
                  <a:pt x="17265" y="85"/>
                  <a:pt x="18233" y="456"/>
                  <a:pt x="18831" y="1111"/>
                </a:cubicBezTo>
                <a:cubicBezTo>
                  <a:pt x="19430" y="1766"/>
                  <a:pt x="19743" y="2763"/>
                  <a:pt x="19743" y="4102"/>
                </a:cubicBezTo>
                <a:cubicBezTo>
                  <a:pt x="19743" y="5584"/>
                  <a:pt x="19401" y="6638"/>
                  <a:pt x="18774" y="7236"/>
                </a:cubicBezTo>
                <a:cubicBezTo>
                  <a:pt x="18148" y="7863"/>
                  <a:pt x="17037" y="8148"/>
                  <a:pt x="15470" y="8148"/>
                </a:cubicBezTo>
                <a:lnTo>
                  <a:pt x="6068" y="814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593F08-2C53-4B1E-B9E1-D923C29F9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4719" y="1505863"/>
            <a:ext cx="9971" cy="10"/>
          </a:xfrm>
          <a:custGeom xmlns:a="http://schemas.openxmlformats.org/drawingml/2006/main">
            <a:pathLst>
              <a:path w="9971" h="1">
                <a:moveTo>
                  <a:pt x="9971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44D870-3270-4184-AECB-34C7999AC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4719" y="1505863"/>
            <a:ext cx="9971" cy="10"/>
          </a:xfrm>
          <a:custGeom xmlns:a="http://schemas.openxmlformats.org/drawingml/2006/main">
            <a:pathLst>
              <a:path w="9971" h="1" fill="none">
                <a:moveTo>
                  <a:pt x="9971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9" cap="flat">
            <a:solidFill>
              <a:srgbClr val="000000"/>
            </a:solidFill>
            <a:round/>
          </a:ln>
        </p:spPr>
      </p:sp>
      <p:sp>
        <p:nvSpPr>
          <p:cNvPr id="13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976906-420C-4959-BD95-A5D556110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8059" y="1519320"/>
            <a:ext cx="20769" cy="16581"/>
          </a:xfrm>
          <a:custGeom xmlns:a="http://schemas.openxmlformats.org/drawingml/2006/main">
            <a:pathLst>
              <a:path w="20769" h="16581">
                <a:moveTo>
                  <a:pt x="10199" y="11111"/>
                </a:moveTo>
                <a:lnTo>
                  <a:pt x="10199" y="7436"/>
                </a:lnTo>
                <a:cubicBezTo>
                  <a:pt x="10199" y="6068"/>
                  <a:pt x="9829" y="5014"/>
                  <a:pt x="9088" y="4273"/>
                </a:cubicBezTo>
                <a:cubicBezTo>
                  <a:pt x="8347" y="3561"/>
                  <a:pt x="7265" y="3191"/>
                  <a:pt x="5840" y="3191"/>
                </a:cubicBezTo>
                <a:cubicBezTo>
                  <a:pt x="4416" y="3191"/>
                  <a:pt x="3333" y="3561"/>
                  <a:pt x="2593" y="4273"/>
                </a:cubicBezTo>
                <a:cubicBezTo>
                  <a:pt x="1852" y="5014"/>
                  <a:pt x="1481" y="6068"/>
                  <a:pt x="1481" y="7436"/>
                </a:cubicBezTo>
                <a:lnTo>
                  <a:pt x="1481" y="11111"/>
                </a:lnTo>
                <a:lnTo>
                  <a:pt x="10199" y="11111"/>
                </a:lnTo>
                <a:close/>
                <a:moveTo>
                  <a:pt x="20769" y="16581"/>
                </a:moveTo>
                <a:lnTo>
                  <a:pt x="19287" y="16581"/>
                </a:lnTo>
                <a:lnTo>
                  <a:pt x="19287" y="13931"/>
                </a:lnTo>
                <a:lnTo>
                  <a:pt x="1481" y="13931"/>
                </a:lnTo>
                <a:lnTo>
                  <a:pt x="1481" y="16581"/>
                </a:lnTo>
                <a:lnTo>
                  <a:pt x="0" y="16581"/>
                </a:lnTo>
                <a:lnTo>
                  <a:pt x="0" y="6752"/>
                </a:lnTo>
                <a:cubicBezTo>
                  <a:pt x="0" y="4701"/>
                  <a:pt x="541" y="3048"/>
                  <a:pt x="1595" y="1823"/>
                </a:cubicBezTo>
                <a:cubicBezTo>
                  <a:pt x="2650" y="627"/>
                  <a:pt x="4074" y="0"/>
                  <a:pt x="5840" y="0"/>
                </a:cubicBezTo>
                <a:cubicBezTo>
                  <a:pt x="7635" y="0"/>
                  <a:pt x="9060" y="627"/>
                  <a:pt x="10114" y="1823"/>
                </a:cubicBezTo>
                <a:cubicBezTo>
                  <a:pt x="11168" y="3048"/>
                  <a:pt x="11681" y="4701"/>
                  <a:pt x="11681" y="6752"/>
                </a:cubicBezTo>
                <a:lnTo>
                  <a:pt x="11681" y="11111"/>
                </a:lnTo>
                <a:lnTo>
                  <a:pt x="19287" y="11111"/>
                </a:lnTo>
                <a:lnTo>
                  <a:pt x="19287" y="7892"/>
                </a:lnTo>
                <a:lnTo>
                  <a:pt x="20769" y="7892"/>
                </a:lnTo>
                <a:lnTo>
                  <a:pt x="20769" y="1658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0DF7B2-651A-4831-9257-B59C56C78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8059" y="1495019"/>
            <a:ext cx="20769" cy="21709"/>
          </a:xfrm>
          <a:custGeom xmlns:a="http://schemas.openxmlformats.org/drawingml/2006/main">
            <a:pathLst>
              <a:path w="20769" h="21709">
                <a:moveTo>
                  <a:pt x="20769" y="21709"/>
                </a:moveTo>
                <a:lnTo>
                  <a:pt x="19287" y="21709"/>
                </a:lnTo>
                <a:lnTo>
                  <a:pt x="19287" y="19059"/>
                </a:lnTo>
                <a:lnTo>
                  <a:pt x="1481" y="19059"/>
                </a:lnTo>
                <a:lnTo>
                  <a:pt x="1481" y="21709"/>
                </a:lnTo>
                <a:lnTo>
                  <a:pt x="0" y="21709"/>
                </a:lnTo>
                <a:lnTo>
                  <a:pt x="0" y="13589"/>
                </a:lnTo>
                <a:lnTo>
                  <a:pt x="1481" y="13589"/>
                </a:lnTo>
                <a:lnTo>
                  <a:pt x="1481" y="16239"/>
                </a:lnTo>
                <a:lnTo>
                  <a:pt x="8661" y="16239"/>
                </a:lnTo>
                <a:lnTo>
                  <a:pt x="8661" y="5470"/>
                </a:lnTo>
                <a:lnTo>
                  <a:pt x="1481" y="5470"/>
                </a:lnTo>
                <a:lnTo>
                  <a:pt x="1481" y="8119"/>
                </a:lnTo>
                <a:lnTo>
                  <a:pt x="0" y="8119"/>
                </a:lnTo>
                <a:lnTo>
                  <a:pt x="0" y="0"/>
                </a:lnTo>
                <a:lnTo>
                  <a:pt x="1481" y="0"/>
                </a:lnTo>
                <a:lnTo>
                  <a:pt x="1481" y="2650"/>
                </a:lnTo>
                <a:lnTo>
                  <a:pt x="19287" y="2650"/>
                </a:lnTo>
                <a:lnTo>
                  <a:pt x="19287" y="0"/>
                </a:lnTo>
                <a:lnTo>
                  <a:pt x="20769" y="0"/>
                </a:lnTo>
                <a:lnTo>
                  <a:pt x="20769" y="8119"/>
                </a:lnTo>
                <a:lnTo>
                  <a:pt x="19287" y="8119"/>
                </a:lnTo>
                <a:lnTo>
                  <a:pt x="19287" y="5470"/>
                </a:lnTo>
                <a:lnTo>
                  <a:pt x="10370" y="5470"/>
                </a:lnTo>
                <a:lnTo>
                  <a:pt x="10370" y="16239"/>
                </a:lnTo>
                <a:lnTo>
                  <a:pt x="19287" y="16239"/>
                </a:lnTo>
                <a:lnTo>
                  <a:pt x="19287" y="13589"/>
                </a:lnTo>
                <a:lnTo>
                  <a:pt x="20769" y="13589"/>
                </a:lnTo>
                <a:lnTo>
                  <a:pt x="20769" y="2170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57FC46-AA73-412E-A3F2-4C61C5F98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8059" y="1475305"/>
            <a:ext cx="20769" cy="16581"/>
          </a:xfrm>
          <a:custGeom xmlns:a="http://schemas.openxmlformats.org/drawingml/2006/main">
            <a:pathLst>
              <a:path w="20769" h="16581">
                <a:moveTo>
                  <a:pt x="10199" y="11111"/>
                </a:moveTo>
                <a:lnTo>
                  <a:pt x="10199" y="7436"/>
                </a:lnTo>
                <a:cubicBezTo>
                  <a:pt x="10199" y="6068"/>
                  <a:pt x="9829" y="5014"/>
                  <a:pt x="9088" y="4273"/>
                </a:cubicBezTo>
                <a:cubicBezTo>
                  <a:pt x="8347" y="3561"/>
                  <a:pt x="7265" y="3191"/>
                  <a:pt x="5840" y="3191"/>
                </a:cubicBezTo>
                <a:cubicBezTo>
                  <a:pt x="4416" y="3191"/>
                  <a:pt x="3333" y="3561"/>
                  <a:pt x="2593" y="4273"/>
                </a:cubicBezTo>
                <a:cubicBezTo>
                  <a:pt x="1852" y="5014"/>
                  <a:pt x="1481" y="6068"/>
                  <a:pt x="1481" y="7436"/>
                </a:cubicBezTo>
                <a:lnTo>
                  <a:pt x="1481" y="11111"/>
                </a:lnTo>
                <a:lnTo>
                  <a:pt x="10199" y="11111"/>
                </a:lnTo>
                <a:close/>
                <a:moveTo>
                  <a:pt x="20769" y="16581"/>
                </a:moveTo>
                <a:lnTo>
                  <a:pt x="19287" y="16581"/>
                </a:lnTo>
                <a:lnTo>
                  <a:pt x="19287" y="13931"/>
                </a:lnTo>
                <a:lnTo>
                  <a:pt x="1481" y="13931"/>
                </a:lnTo>
                <a:lnTo>
                  <a:pt x="1481" y="16581"/>
                </a:lnTo>
                <a:lnTo>
                  <a:pt x="0" y="16581"/>
                </a:lnTo>
                <a:lnTo>
                  <a:pt x="0" y="6752"/>
                </a:lnTo>
                <a:cubicBezTo>
                  <a:pt x="0" y="4701"/>
                  <a:pt x="541" y="3048"/>
                  <a:pt x="1595" y="1823"/>
                </a:cubicBezTo>
                <a:cubicBezTo>
                  <a:pt x="2650" y="627"/>
                  <a:pt x="4074" y="0"/>
                  <a:pt x="5840" y="0"/>
                </a:cubicBezTo>
                <a:cubicBezTo>
                  <a:pt x="7635" y="0"/>
                  <a:pt x="9060" y="627"/>
                  <a:pt x="10114" y="1823"/>
                </a:cubicBezTo>
                <a:cubicBezTo>
                  <a:pt x="11168" y="3048"/>
                  <a:pt x="11681" y="4701"/>
                  <a:pt x="11681" y="6752"/>
                </a:cubicBezTo>
                <a:lnTo>
                  <a:pt x="11681" y="11111"/>
                </a:lnTo>
                <a:lnTo>
                  <a:pt x="19287" y="11111"/>
                </a:lnTo>
                <a:lnTo>
                  <a:pt x="19287" y="7892"/>
                </a:lnTo>
                <a:lnTo>
                  <a:pt x="20769" y="7892"/>
                </a:lnTo>
                <a:lnTo>
                  <a:pt x="20769" y="1658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062690-4473-4CD0-AF46-0941A5163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4719" y="1713543"/>
            <a:ext cx="9971" cy="10"/>
          </a:xfrm>
          <a:custGeom xmlns:a="http://schemas.openxmlformats.org/drawingml/2006/main">
            <a:pathLst>
              <a:path w="9971" h="1">
                <a:moveTo>
                  <a:pt x="9971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846D96-4832-4516-AD0F-B91666BC2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4719" y="1713543"/>
            <a:ext cx="9971" cy="10"/>
          </a:xfrm>
          <a:custGeom xmlns:a="http://schemas.openxmlformats.org/drawingml/2006/main">
            <a:pathLst>
              <a:path w="9971" h="1" fill="none">
                <a:moveTo>
                  <a:pt x="9971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9" cap="flat">
            <a:solidFill>
              <a:srgbClr val="000000"/>
            </a:solidFill>
            <a:round/>
          </a:ln>
        </p:spPr>
      </p:sp>
      <p:sp>
        <p:nvSpPr>
          <p:cNvPr id="13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FD7DE2-1D69-4B0F-AB8E-24ED5362C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658" y="1745674"/>
            <a:ext cx="20769" cy="16581"/>
          </a:xfrm>
          <a:custGeom xmlns:a="http://schemas.openxmlformats.org/drawingml/2006/main">
            <a:pathLst>
              <a:path w="20769" h="16581">
                <a:moveTo>
                  <a:pt x="10199" y="11111"/>
                </a:moveTo>
                <a:lnTo>
                  <a:pt x="10199" y="7436"/>
                </a:lnTo>
                <a:cubicBezTo>
                  <a:pt x="10199" y="6068"/>
                  <a:pt x="9829" y="5014"/>
                  <a:pt x="9088" y="4273"/>
                </a:cubicBezTo>
                <a:cubicBezTo>
                  <a:pt x="8347" y="3561"/>
                  <a:pt x="7265" y="3191"/>
                  <a:pt x="5840" y="3191"/>
                </a:cubicBezTo>
                <a:cubicBezTo>
                  <a:pt x="4416" y="3191"/>
                  <a:pt x="3333" y="3561"/>
                  <a:pt x="2593" y="4273"/>
                </a:cubicBezTo>
                <a:cubicBezTo>
                  <a:pt x="1852" y="5014"/>
                  <a:pt x="1481" y="6068"/>
                  <a:pt x="1481" y="7436"/>
                </a:cubicBezTo>
                <a:lnTo>
                  <a:pt x="1481" y="11111"/>
                </a:lnTo>
                <a:lnTo>
                  <a:pt x="10199" y="11111"/>
                </a:lnTo>
                <a:close/>
                <a:moveTo>
                  <a:pt x="20769" y="16581"/>
                </a:moveTo>
                <a:lnTo>
                  <a:pt x="19287" y="16581"/>
                </a:lnTo>
                <a:lnTo>
                  <a:pt x="19287" y="13931"/>
                </a:lnTo>
                <a:lnTo>
                  <a:pt x="1481" y="13931"/>
                </a:lnTo>
                <a:lnTo>
                  <a:pt x="1481" y="16581"/>
                </a:lnTo>
                <a:lnTo>
                  <a:pt x="0" y="16581"/>
                </a:lnTo>
                <a:lnTo>
                  <a:pt x="0" y="6752"/>
                </a:lnTo>
                <a:cubicBezTo>
                  <a:pt x="0" y="4701"/>
                  <a:pt x="541" y="3048"/>
                  <a:pt x="1595" y="1823"/>
                </a:cubicBezTo>
                <a:cubicBezTo>
                  <a:pt x="2650" y="627"/>
                  <a:pt x="4074" y="0"/>
                  <a:pt x="5840" y="0"/>
                </a:cubicBezTo>
                <a:cubicBezTo>
                  <a:pt x="7635" y="0"/>
                  <a:pt x="9060" y="627"/>
                  <a:pt x="10114" y="1823"/>
                </a:cubicBezTo>
                <a:cubicBezTo>
                  <a:pt x="11168" y="3048"/>
                  <a:pt x="11681" y="4701"/>
                  <a:pt x="11681" y="6752"/>
                </a:cubicBezTo>
                <a:lnTo>
                  <a:pt x="11681" y="11111"/>
                </a:lnTo>
                <a:lnTo>
                  <a:pt x="19287" y="11111"/>
                </a:lnTo>
                <a:lnTo>
                  <a:pt x="19287" y="7892"/>
                </a:lnTo>
                <a:lnTo>
                  <a:pt x="20769" y="7892"/>
                </a:lnTo>
                <a:lnTo>
                  <a:pt x="20769" y="1658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4F2CD2-D4BA-43FB-8C17-6E1B4288E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641" y="1728638"/>
            <a:ext cx="21082" cy="16068"/>
          </a:xfrm>
          <a:custGeom xmlns:a="http://schemas.openxmlformats.org/drawingml/2006/main">
            <a:pathLst>
              <a:path w="21082" h="16068">
                <a:moveTo>
                  <a:pt x="17464" y="9857"/>
                </a:moveTo>
                <a:lnTo>
                  <a:pt x="15014" y="8889"/>
                </a:lnTo>
                <a:lnTo>
                  <a:pt x="1481" y="14416"/>
                </a:lnTo>
                <a:lnTo>
                  <a:pt x="1481" y="16068"/>
                </a:lnTo>
                <a:lnTo>
                  <a:pt x="0" y="16068"/>
                </a:lnTo>
                <a:lnTo>
                  <a:pt x="0" y="9288"/>
                </a:lnTo>
                <a:lnTo>
                  <a:pt x="1481" y="9288"/>
                </a:lnTo>
                <a:lnTo>
                  <a:pt x="1481" y="11652"/>
                </a:lnTo>
                <a:lnTo>
                  <a:pt x="11652" y="7493"/>
                </a:lnTo>
                <a:lnTo>
                  <a:pt x="1481" y="3333"/>
                </a:lnTo>
                <a:lnTo>
                  <a:pt x="1481" y="5555"/>
                </a:lnTo>
                <a:lnTo>
                  <a:pt x="0" y="5555"/>
                </a:lnTo>
                <a:lnTo>
                  <a:pt x="0" y="0"/>
                </a:lnTo>
                <a:lnTo>
                  <a:pt x="1481" y="0"/>
                </a:lnTo>
                <a:lnTo>
                  <a:pt x="1481" y="1652"/>
                </a:lnTo>
                <a:lnTo>
                  <a:pt x="18091" y="8433"/>
                </a:lnTo>
                <a:cubicBezTo>
                  <a:pt x="19230" y="8889"/>
                  <a:pt x="20028" y="9401"/>
                  <a:pt x="20455" y="9971"/>
                </a:cubicBezTo>
                <a:cubicBezTo>
                  <a:pt x="20854" y="10541"/>
                  <a:pt x="21082" y="11339"/>
                  <a:pt x="21082" y="12364"/>
                </a:cubicBezTo>
                <a:cubicBezTo>
                  <a:pt x="21082" y="12820"/>
                  <a:pt x="21025" y="13248"/>
                  <a:pt x="20968" y="13703"/>
                </a:cubicBezTo>
                <a:cubicBezTo>
                  <a:pt x="20883" y="14159"/>
                  <a:pt x="20769" y="14643"/>
                  <a:pt x="20655" y="15099"/>
                </a:cubicBezTo>
                <a:lnTo>
                  <a:pt x="17834" y="15099"/>
                </a:lnTo>
                <a:lnTo>
                  <a:pt x="17834" y="13789"/>
                </a:lnTo>
                <a:cubicBezTo>
                  <a:pt x="18461" y="13732"/>
                  <a:pt x="18888" y="13589"/>
                  <a:pt x="19173" y="13304"/>
                </a:cubicBezTo>
                <a:cubicBezTo>
                  <a:pt x="19458" y="13048"/>
                  <a:pt x="19601" y="12649"/>
                  <a:pt x="19601" y="12079"/>
                </a:cubicBezTo>
                <a:cubicBezTo>
                  <a:pt x="19601" y="11567"/>
                  <a:pt x="19458" y="11168"/>
                  <a:pt x="19173" y="10854"/>
                </a:cubicBezTo>
                <a:cubicBezTo>
                  <a:pt x="18888" y="10541"/>
                  <a:pt x="18319" y="10199"/>
                  <a:pt x="17464" y="985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DC3F53-E658-467D-AE97-3CE10D2BD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9054" y="1717328"/>
            <a:ext cx="19743" cy="10399"/>
          </a:xfrm>
          <a:custGeom xmlns:a="http://schemas.openxmlformats.org/drawingml/2006/main">
            <a:pathLst>
              <a:path w="19743" h="10399">
                <a:moveTo>
                  <a:pt x="6068" y="8148"/>
                </a:moveTo>
                <a:lnTo>
                  <a:pt x="6068" y="10399"/>
                </a:lnTo>
                <a:lnTo>
                  <a:pt x="4587" y="10399"/>
                </a:lnTo>
                <a:lnTo>
                  <a:pt x="4587" y="8148"/>
                </a:lnTo>
                <a:lnTo>
                  <a:pt x="0" y="8148"/>
                </a:lnTo>
                <a:lnTo>
                  <a:pt x="0" y="5584"/>
                </a:lnTo>
                <a:lnTo>
                  <a:pt x="4587" y="5584"/>
                </a:lnTo>
                <a:lnTo>
                  <a:pt x="4587" y="769"/>
                </a:lnTo>
                <a:lnTo>
                  <a:pt x="6068" y="769"/>
                </a:lnTo>
                <a:lnTo>
                  <a:pt x="6068" y="5584"/>
                </a:lnTo>
                <a:lnTo>
                  <a:pt x="15470" y="5584"/>
                </a:lnTo>
                <a:cubicBezTo>
                  <a:pt x="16723" y="5584"/>
                  <a:pt x="17549" y="5470"/>
                  <a:pt x="17891" y="5214"/>
                </a:cubicBezTo>
                <a:cubicBezTo>
                  <a:pt x="18233" y="4986"/>
                  <a:pt x="18404" y="4530"/>
                  <a:pt x="18404" y="3875"/>
                </a:cubicBezTo>
                <a:cubicBezTo>
                  <a:pt x="18404" y="3219"/>
                  <a:pt x="18205" y="2735"/>
                  <a:pt x="17806" y="2422"/>
                </a:cubicBezTo>
                <a:cubicBezTo>
                  <a:pt x="17407" y="2137"/>
                  <a:pt x="16780" y="1966"/>
                  <a:pt x="15897" y="1937"/>
                </a:cubicBezTo>
                <a:lnTo>
                  <a:pt x="15897" y="0"/>
                </a:lnTo>
                <a:cubicBezTo>
                  <a:pt x="17265" y="85"/>
                  <a:pt x="18233" y="456"/>
                  <a:pt x="18831" y="1111"/>
                </a:cubicBezTo>
                <a:cubicBezTo>
                  <a:pt x="19430" y="1766"/>
                  <a:pt x="19743" y="2763"/>
                  <a:pt x="19743" y="4102"/>
                </a:cubicBezTo>
                <a:cubicBezTo>
                  <a:pt x="19743" y="5584"/>
                  <a:pt x="19401" y="6638"/>
                  <a:pt x="18774" y="7236"/>
                </a:cubicBezTo>
                <a:cubicBezTo>
                  <a:pt x="18148" y="7863"/>
                  <a:pt x="17037" y="8148"/>
                  <a:pt x="15470" y="8148"/>
                </a:cubicBezTo>
                <a:lnTo>
                  <a:pt x="6068" y="814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E77EBD-2812-497D-9712-C574EE70A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6775" y="1699550"/>
            <a:ext cx="21652" cy="16524"/>
          </a:xfrm>
          <a:custGeom xmlns:a="http://schemas.openxmlformats.org/drawingml/2006/main">
            <a:pathLst>
              <a:path w="21652" h="16524">
                <a:moveTo>
                  <a:pt x="21652" y="16381"/>
                </a:moveTo>
                <a:lnTo>
                  <a:pt x="20170" y="16381"/>
                </a:lnTo>
                <a:lnTo>
                  <a:pt x="20170" y="14074"/>
                </a:lnTo>
                <a:lnTo>
                  <a:pt x="1481" y="14074"/>
                </a:lnTo>
                <a:lnTo>
                  <a:pt x="1481" y="16524"/>
                </a:lnTo>
                <a:lnTo>
                  <a:pt x="0" y="16524"/>
                </a:lnTo>
                <a:lnTo>
                  <a:pt x="0" y="11510"/>
                </a:lnTo>
                <a:lnTo>
                  <a:pt x="9487" y="11510"/>
                </a:lnTo>
                <a:cubicBezTo>
                  <a:pt x="8518" y="11054"/>
                  <a:pt x="7749" y="10427"/>
                  <a:pt x="7236" y="9686"/>
                </a:cubicBezTo>
                <a:cubicBezTo>
                  <a:pt x="6723" y="8946"/>
                  <a:pt x="6467" y="8062"/>
                  <a:pt x="6467" y="7037"/>
                </a:cubicBezTo>
                <a:cubicBezTo>
                  <a:pt x="6467" y="5413"/>
                  <a:pt x="6951" y="4216"/>
                  <a:pt x="7863" y="3447"/>
                </a:cubicBezTo>
                <a:cubicBezTo>
                  <a:pt x="8803" y="2678"/>
                  <a:pt x="10256" y="2279"/>
                  <a:pt x="12250" y="2279"/>
                </a:cubicBezTo>
                <a:lnTo>
                  <a:pt x="20170" y="2279"/>
                </a:lnTo>
                <a:lnTo>
                  <a:pt x="20170" y="0"/>
                </a:lnTo>
                <a:lnTo>
                  <a:pt x="21652" y="0"/>
                </a:lnTo>
                <a:lnTo>
                  <a:pt x="21652" y="7065"/>
                </a:lnTo>
                <a:lnTo>
                  <a:pt x="20170" y="7065"/>
                </a:lnTo>
                <a:lnTo>
                  <a:pt x="20170" y="4843"/>
                </a:lnTo>
                <a:lnTo>
                  <a:pt x="13048" y="4843"/>
                </a:lnTo>
                <a:cubicBezTo>
                  <a:pt x="11253" y="4843"/>
                  <a:pt x="10028" y="5071"/>
                  <a:pt x="9344" y="5527"/>
                </a:cubicBezTo>
                <a:cubicBezTo>
                  <a:pt x="8689" y="5983"/>
                  <a:pt x="8347" y="6752"/>
                  <a:pt x="8347" y="7863"/>
                </a:cubicBezTo>
                <a:cubicBezTo>
                  <a:pt x="8347" y="9060"/>
                  <a:pt x="8803" y="9971"/>
                  <a:pt x="9658" y="10598"/>
                </a:cubicBezTo>
                <a:cubicBezTo>
                  <a:pt x="10513" y="11225"/>
                  <a:pt x="11766" y="11510"/>
                  <a:pt x="13418" y="11510"/>
                </a:cubicBezTo>
                <a:lnTo>
                  <a:pt x="20170" y="11510"/>
                </a:lnTo>
                <a:lnTo>
                  <a:pt x="20170" y="9288"/>
                </a:lnTo>
                <a:lnTo>
                  <a:pt x="21652" y="9288"/>
                </a:lnTo>
                <a:lnTo>
                  <a:pt x="21652" y="1638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B248D4-C663-469F-96FB-0FB30EEFC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2" y="1683027"/>
            <a:ext cx="15555" cy="14302"/>
          </a:xfrm>
          <a:custGeom xmlns:a="http://schemas.openxmlformats.org/drawingml/2006/main">
            <a:pathLst>
              <a:path w="15555" h="14302">
                <a:moveTo>
                  <a:pt x="14216" y="7151"/>
                </a:moveTo>
                <a:cubicBezTo>
                  <a:pt x="14216" y="5783"/>
                  <a:pt x="13675" y="4758"/>
                  <a:pt x="12592" y="4045"/>
                </a:cubicBezTo>
                <a:cubicBezTo>
                  <a:pt x="11510" y="3362"/>
                  <a:pt x="9914" y="2991"/>
                  <a:pt x="7806" y="2991"/>
                </a:cubicBezTo>
                <a:cubicBezTo>
                  <a:pt x="5698" y="2991"/>
                  <a:pt x="4074" y="3362"/>
                  <a:pt x="2991" y="4045"/>
                </a:cubicBezTo>
                <a:cubicBezTo>
                  <a:pt x="1909" y="4758"/>
                  <a:pt x="1367" y="5783"/>
                  <a:pt x="1367" y="7151"/>
                </a:cubicBezTo>
                <a:cubicBezTo>
                  <a:pt x="1367" y="8518"/>
                  <a:pt x="1909" y="9572"/>
                  <a:pt x="2991" y="10256"/>
                </a:cubicBezTo>
                <a:cubicBezTo>
                  <a:pt x="4074" y="10968"/>
                  <a:pt x="5698" y="11310"/>
                  <a:pt x="7806" y="11310"/>
                </a:cubicBezTo>
                <a:cubicBezTo>
                  <a:pt x="9914" y="11310"/>
                  <a:pt x="11510" y="10968"/>
                  <a:pt x="12592" y="10256"/>
                </a:cubicBezTo>
                <a:cubicBezTo>
                  <a:pt x="13675" y="9572"/>
                  <a:pt x="14216" y="8518"/>
                  <a:pt x="14216" y="7151"/>
                </a:cubicBezTo>
                <a:close/>
                <a:moveTo>
                  <a:pt x="15555" y="7151"/>
                </a:moveTo>
                <a:cubicBezTo>
                  <a:pt x="15555" y="9316"/>
                  <a:pt x="14871" y="11025"/>
                  <a:pt x="13447" y="12336"/>
                </a:cubicBezTo>
                <a:cubicBezTo>
                  <a:pt x="12022" y="13646"/>
                  <a:pt x="10142" y="14302"/>
                  <a:pt x="7778" y="14302"/>
                </a:cubicBezTo>
                <a:cubicBezTo>
                  <a:pt x="5441" y="14302"/>
                  <a:pt x="3561" y="13675"/>
                  <a:pt x="2137" y="12364"/>
                </a:cubicBezTo>
                <a:cubicBezTo>
                  <a:pt x="712" y="11054"/>
                  <a:pt x="0" y="9316"/>
                  <a:pt x="0" y="7151"/>
                </a:cubicBezTo>
                <a:cubicBezTo>
                  <a:pt x="0" y="4986"/>
                  <a:pt x="712" y="3276"/>
                  <a:pt x="2137" y="1966"/>
                </a:cubicBezTo>
                <a:cubicBezTo>
                  <a:pt x="3561" y="655"/>
                  <a:pt x="5441" y="0"/>
                  <a:pt x="7778" y="0"/>
                </a:cubicBezTo>
                <a:cubicBezTo>
                  <a:pt x="10142" y="0"/>
                  <a:pt x="12022" y="655"/>
                  <a:pt x="13447" y="1966"/>
                </a:cubicBezTo>
                <a:cubicBezTo>
                  <a:pt x="14871" y="3276"/>
                  <a:pt x="15555" y="4986"/>
                  <a:pt x="15555" y="715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175B5A-000C-45B8-8B96-663BD343B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2" y="1664053"/>
            <a:ext cx="15185" cy="16524"/>
          </a:xfrm>
          <a:custGeom xmlns:a="http://schemas.openxmlformats.org/drawingml/2006/main">
            <a:pathLst>
              <a:path w="15185" h="16524">
                <a:moveTo>
                  <a:pt x="15185" y="16381"/>
                </a:moveTo>
                <a:lnTo>
                  <a:pt x="13703" y="16381"/>
                </a:lnTo>
                <a:lnTo>
                  <a:pt x="13703" y="14074"/>
                </a:lnTo>
                <a:lnTo>
                  <a:pt x="1880" y="14074"/>
                </a:lnTo>
                <a:lnTo>
                  <a:pt x="1880" y="16524"/>
                </a:lnTo>
                <a:lnTo>
                  <a:pt x="399" y="16524"/>
                </a:lnTo>
                <a:lnTo>
                  <a:pt x="399" y="11510"/>
                </a:lnTo>
                <a:lnTo>
                  <a:pt x="3020" y="11510"/>
                </a:lnTo>
                <a:cubicBezTo>
                  <a:pt x="2051" y="11054"/>
                  <a:pt x="1282" y="10427"/>
                  <a:pt x="769" y="9686"/>
                </a:cubicBezTo>
                <a:cubicBezTo>
                  <a:pt x="256" y="8946"/>
                  <a:pt x="0" y="8062"/>
                  <a:pt x="0" y="7037"/>
                </a:cubicBezTo>
                <a:cubicBezTo>
                  <a:pt x="0" y="5413"/>
                  <a:pt x="484" y="4216"/>
                  <a:pt x="1396" y="3447"/>
                </a:cubicBezTo>
                <a:cubicBezTo>
                  <a:pt x="2336" y="2678"/>
                  <a:pt x="3789" y="2279"/>
                  <a:pt x="5783" y="2279"/>
                </a:cubicBezTo>
                <a:lnTo>
                  <a:pt x="13703" y="2279"/>
                </a:lnTo>
                <a:lnTo>
                  <a:pt x="13703" y="0"/>
                </a:lnTo>
                <a:lnTo>
                  <a:pt x="15185" y="0"/>
                </a:lnTo>
                <a:lnTo>
                  <a:pt x="15185" y="7065"/>
                </a:lnTo>
                <a:lnTo>
                  <a:pt x="13703" y="7065"/>
                </a:lnTo>
                <a:lnTo>
                  <a:pt x="13703" y="4843"/>
                </a:lnTo>
                <a:lnTo>
                  <a:pt x="6581" y="4843"/>
                </a:lnTo>
                <a:cubicBezTo>
                  <a:pt x="4786" y="4843"/>
                  <a:pt x="3561" y="5071"/>
                  <a:pt x="2877" y="5527"/>
                </a:cubicBezTo>
                <a:cubicBezTo>
                  <a:pt x="2194" y="5983"/>
                  <a:pt x="1852" y="6752"/>
                  <a:pt x="1852" y="7863"/>
                </a:cubicBezTo>
                <a:cubicBezTo>
                  <a:pt x="1852" y="9060"/>
                  <a:pt x="2308" y="9971"/>
                  <a:pt x="3162" y="10598"/>
                </a:cubicBezTo>
                <a:cubicBezTo>
                  <a:pt x="4045" y="11225"/>
                  <a:pt x="5299" y="11510"/>
                  <a:pt x="6951" y="11510"/>
                </a:cubicBezTo>
                <a:lnTo>
                  <a:pt x="13703" y="11510"/>
                </a:lnTo>
                <a:lnTo>
                  <a:pt x="13703" y="9288"/>
                </a:lnTo>
                <a:lnTo>
                  <a:pt x="15185" y="9288"/>
                </a:lnTo>
                <a:lnTo>
                  <a:pt x="15185" y="1638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64492B-1B62-4283-8EA8-DA7AEE780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4719" y="1921223"/>
            <a:ext cx="9971" cy="10"/>
          </a:xfrm>
          <a:custGeom xmlns:a="http://schemas.openxmlformats.org/drawingml/2006/main">
            <a:pathLst>
              <a:path w="9971" h="1">
                <a:moveTo>
                  <a:pt x="9971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F27AC4-E506-4898-A2D3-18E494B29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4719" y="1921223"/>
            <a:ext cx="9971" cy="10"/>
          </a:xfrm>
          <a:custGeom xmlns:a="http://schemas.openxmlformats.org/drawingml/2006/main">
            <a:pathLst>
              <a:path w="9971" h="1" fill="none">
                <a:moveTo>
                  <a:pt x="9971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9" cap="flat">
            <a:solidFill>
              <a:srgbClr val="000000"/>
            </a:solidFill>
            <a:round/>
          </a:ln>
        </p:spPr>
      </p:sp>
      <p:sp>
        <p:nvSpPr>
          <p:cNvPr id="13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DBB8B4-E2A5-4E5D-80E0-BF5933B85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658" y="1936167"/>
            <a:ext cx="20769" cy="20569"/>
          </a:xfrm>
          <a:custGeom xmlns:a="http://schemas.openxmlformats.org/drawingml/2006/main">
            <a:pathLst>
              <a:path w="20769" h="20569">
                <a:moveTo>
                  <a:pt x="10456" y="8490"/>
                </a:moveTo>
                <a:cubicBezTo>
                  <a:pt x="10626" y="7863"/>
                  <a:pt x="10940" y="7293"/>
                  <a:pt x="11367" y="6809"/>
                </a:cubicBezTo>
                <a:cubicBezTo>
                  <a:pt x="11795" y="6353"/>
                  <a:pt x="12393" y="5926"/>
                  <a:pt x="13134" y="5555"/>
                </a:cubicBezTo>
                <a:lnTo>
                  <a:pt x="19287" y="2536"/>
                </a:lnTo>
                <a:lnTo>
                  <a:pt x="19287" y="0"/>
                </a:lnTo>
                <a:lnTo>
                  <a:pt x="20769" y="0"/>
                </a:lnTo>
                <a:lnTo>
                  <a:pt x="20769" y="4900"/>
                </a:lnTo>
                <a:lnTo>
                  <a:pt x="14159" y="8148"/>
                </a:lnTo>
                <a:cubicBezTo>
                  <a:pt x="12906" y="8775"/>
                  <a:pt x="12079" y="9344"/>
                  <a:pt x="11681" y="9857"/>
                </a:cubicBezTo>
                <a:cubicBezTo>
                  <a:pt x="11310" y="10370"/>
                  <a:pt x="11111" y="11082"/>
                  <a:pt x="11111" y="11994"/>
                </a:cubicBezTo>
                <a:lnTo>
                  <a:pt x="11111" y="15099"/>
                </a:lnTo>
                <a:lnTo>
                  <a:pt x="19287" y="15099"/>
                </a:lnTo>
                <a:lnTo>
                  <a:pt x="19287" y="12165"/>
                </a:lnTo>
                <a:lnTo>
                  <a:pt x="20769" y="12165"/>
                </a:lnTo>
                <a:lnTo>
                  <a:pt x="20769" y="20569"/>
                </a:lnTo>
                <a:lnTo>
                  <a:pt x="19287" y="20569"/>
                </a:lnTo>
                <a:lnTo>
                  <a:pt x="19287" y="17920"/>
                </a:lnTo>
                <a:lnTo>
                  <a:pt x="1481" y="17920"/>
                </a:lnTo>
                <a:lnTo>
                  <a:pt x="1481" y="20569"/>
                </a:lnTo>
                <a:lnTo>
                  <a:pt x="0" y="20569"/>
                </a:lnTo>
                <a:lnTo>
                  <a:pt x="0" y="10028"/>
                </a:lnTo>
                <a:cubicBezTo>
                  <a:pt x="0" y="8034"/>
                  <a:pt x="484" y="6467"/>
                  <a:pt x="1453" y="5356"/>
                </a:cubicBezTo>
                <a:cubicBezTo>
                  <a:pt x="2422" y="4273"/>
                  <a:pt x="3789" y="3704"/>
                  <a:pt x="5555" y="3704"/>
                </a:cubicBezTo>
                <a:cubicBezTo>
                  <a:pt x="6980" y="3704"/>
                  <a:pt x="8119" y="4102"/>
                  <a:pt x="8917" y="4900"/>
                </a:cubicBezTo>
                <a:cubicBezTo>
                  <a:pt x="9743" y="5698"/>
                  <a:pt x="10256" y="6894"/>
                  <a:pt x="10456" y="8490"/>
                </a:cubicBezTo>
                <a:close/>
                <a:moveTo>
                  <a:pt x="9629" y="15099"/>
                </a:moveTo>
                <a:lnTo>
                  <a:pt x="9629" y="10997"/>
                </a:lnTo>
                <a:cubicBezTo>
                  <a:pt x="9629" y="9601"/>
                  <a:pt x="9316" y="8575"/>
                  <a:pt x="8632" y="7892"/>
                </a:cubicBezTo>
                <a:cubicBezTo>
                  <a:pt x="7977" y="7236"/>
                  <a:pt x="6951" y="6894"/>
                  <a:pt x="5555" y="6894"/>
                </a:cubicBezTo>
                <a:cubicBezTo>
                  <a:pt x="4188" y="6894"/>
                  <a:pt x="3162" y="7236"/>
                  <a:pt x="2479" y="7892"/>
                </a:cubicBezTo>
                <a:cubicBezTo>
                  <a:pt x="1823" y="8575"/>
                  <a:pt x="1481" y="9601"/>
                  <a:pt x="1481" y="10997"/>
                </a:cubicBezTo>
                <a:lnTo>
                  <a:pt x="1481" y="15099"/>
                </a:lnTo>
                <a:lnTo>
                  <a:pt x="9629" y="1509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EFB3CF-96C5-459A-895A-699928DB2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641" y="1919558"/>
            <a:ext cx="15156" cy="16524"/>
          </a:xfrm>
          <a:custGeom xmlns:a="http://schemas.openxmlformats.org/drawingml/2006/main">
            <a:pathLst>
              <a:path w="15156" h="16524">
                <a:moveTo>
                  <a:pt x="0" y="7208"/>
                </a:moveTo>
                <a:lnTo>
                  <a:pt x="0" y="2422"/>
                </a:lnTo>
                <a:lnTo>
                  <a:pt x="13304" y="2422"/>
                </a:lnTo>
                <a:lnTo>
                  <a:pt x="13304" y="0"/>
                </a:lnTo>
                <a:lnTo>
                  <a:pt x="14786" y="0"/>
                </a:lnTo>
                <a:lnTo>
                  <a:pt x="14786" y="4986"/>
                </a:lnTo>
                <a:lnTo>
                  <a:pt x="12165" y="4986"/>
                </a:lnTo>
                <a:cubicBezTo>
                  <a:pt x="13162" y="5470"/>
                  <a:pt x="13903" y="6097"/>
                  <a:pt x="14416" y="6837"/>
                </a:cubicBezTo>
                <a:cubicBezTo>
                  <a:pt x="14900" y="7578"/>
                  <a:pt x="15156" y="8461"/>
                  <a:pt x="15156" y="9430"/>
                </a:cubicBezTo>
                <a:cubicBezTo>
                  <a:pt x="15156" y="11082"/>
                  <a:pt x="14700" y="12307"/>
                  <a:pt x="13789" y="13077"/>
                </a:cubicBezTo>
                <a:cubicBezTo>
                  <a:pt x="12877" y="13846"/>
                  <a:pt x="11396" y="14216"/>
                  <a:pt x="9401" y="14216"/>
                </a:cubicBezTo>
                <a:lnTo>
                  <a:pt x="1481" y="14216"/>
                </a:lnTo>
                <a:lnTo>
                  <a:pt x="1481" y="16524"/>
                </a:lnTo>
                <a:lnTo>
                  <a:pt x="0" y="16524"/>
                </a:lnTo>
                <a:lnTo>
                  <a:pt x="0" y="11652"/>
                </a:lnTo>
                <a:lnTo>
                  <a:pt x="8604" y="11652"/>
                </a:lnTo>
                <a:cubicBezTo>
                  <a:pt x="10427" y="11652"/>
                  <a:pt x="11652" y="11453"/>
                  <a:pt x="12307" y="10997"/>
                </a:cubicBezTo>
                <a:cubicBezTo>
                  <a:pt x="12991" y="10541"/>
                  <a:pt x="13304" y="9772"/>
                  <a:pt x="13304" y="8632"/>
                </a:cubicBezTo>
                <a:cubicBezTo>
                  <a:pt x="13304" y="7436"/>
                  <a:pt x="12877" y="6553"/>
                  <a:pt x="11994" y="5926"/>
                </a:cubicBezTo>
                <a:cubicBezTo>
                  <a:pt x="11139" y="5299"/>
                  <a:pt x="9857" y="4986"/>
                  <a:pt x="8205" y="4986"/>
                </a:cubicBezTo>
                <a:lnTo>
                  <a:pt x="1481" y="4986"/>
                </a:lnTo>
                <a:lnTo>
                  <a:pt x="1481" y="7208"/>
                </a:lnTo>
                <a:lnTo>
                  <a:pt x="0" y="720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5A24B5-99F0-4ADF-903E-87F4200AB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6775" y="1901695"/>
            <a:ext cx="22022" cy="15982"/>
          </a:xfrm>
          <a:custGeom xmlns:a="http://schemas.openxmlformats.org/drawingml/2006/main">
            <a:pathLst>
              <a:path w="22022" h="15982">
                <a:moveTo>
                  <a:pt x="20170" y="13532"/>
                </a:moveTo>
                <a:lnTo>
                  <a:pt x="1481" y="13532"/>
                </a:lnTo>
                <a:lnTo>
                  <a:pt x="1481" y="15982"/>
                </a:lnTo>
                <a:lnTo>
                  <a:pt x="0" y="15982"/>
                </a:lnTo>
                <a:lnTo>
                  <a:pt x="0" y="10968"/>
                </a:lnTo>
                <a:lnTo>
                  <a:pt x="9174" y="10968"/>
                </a:lnTo>
                <a:cubicBezTo>
                  <a:pt x="8262" y="10484"/>
                  <a:pt x="7578" y="9857"/>
                  <a:pt x="7122" y="9060"/>
                </a:cubicBezTo>
                <a:cubicBezTo>
                  <a:pt x="6695" y="8290"/>
                  <a:pt x="6467" y="7322"/>
                  <a:pt x="6467" y="6182"/>
                </a:cubicBezTo>
                <a:cubicBezTo>
                  <a:pt x="6467" y="4359"/>
                  <a:pt x="7208" y="2877"/>
                  <a:pt x="8632" y="1738"/>
                </a:cubicBezTo>
                <a:cubicBezTo>
                  <a:pt x="10057" y="598"/>
                  <a:pt x="11937" y="0"/>
                  <a:pt x="14245" y="0"/>
                </a:cubicBezTo>
                <a:cubicBezTo>
                  <a:pt x="16581" y="0"/>
                  <a:pt x="18461" y="598"/>
                  <a:pt x="19886" y="1738"/>
                </a:cubicBezTo>
                <a:cubicBezTo>
                  <a:pt x="21310" y="2877"/>
                  <a:pt x="22022" y="4359"/>
                  <a:pt x="22022" y="6182"/>
                </a:cubicBezTo>
                <a:cubicBezTo>
                  <a:pt x="22022" y="7322"/>
                  <a:pt x="21794" y="8290"/>
                  <a:pt x="21395" y="9060"/>
                </a:cubicBezTo>
                <a:cubicBezTo>
                  <a:pt x="20968" y="9857"/>
                  <a:pt x="20284" y="10484"/>
                  <a:pt x="19344" y="10968"/>
                </a:cubicBezTo>
                <a:lnTo>
                  <a:pt x="21652" y="10968"/>
                </a:lnTo>
                <a:lnTo>
                  <a:pt x="21652" y="15982"/>
                </a:lnTo>
                <a:lnTo>
                  <a:pt x="20170" y="15982"/>
                </a:lnTo>
                <a:lnTo>
                  <a:pt x="20170" y="13532"/>
                </a:lnTo>
                <a:close/>
                <a:moveTo>
                  <a:pt x="14985" y="10968"/>
                </a:moveTo>
                <a:cubicBezTo>
                  <a:pt x="16780" y="10968"/>
                  <a:pt x="18148" y="10626"/>
                  <a:pt x="19059" y="9943"/>
                </a:cubicBezTo>
                <a:cubicBezTo>
                  <a:pt x="19999" y="9259"/>
                  <a:pt x="20455" y="8290"/>
                  <a:pt x="20455" y="6980"/>
                </a:cubicBezTo>
                <a:cubicBezTo>
                  <a:pt x="20455" y="5669"/>
                  <a:pt x="19942" y="4701"/>
                  <a:pt x="18888" y="4017"/>
                </a:cubicBezTo>
                <a:cubicBezTo>
                  <a:pt x="17863" y="3333"/>
                  <a:pt x="16296" y="2991"/>
                  <a:pt x="14245" y="2991"/>
                </a:cubicBezTo>
                <a:cubicBezTo>
                  <a:pt x="12193" y="2991"/>
                  <a:pt x="10655" y="3333"/>
                  <a:pt x="9629" y="4017"/>
                </a:cubicBezTo>
                <a:cubicBezTo>
                  <a:pt x="8604" y="4701"/>
                  <a:pt x="8062" y="5669"/>
                  <a:pt x="8062" y="6980"/>
                </a:cubicBezTo>
                <a:cubicBezTo>
                  <a:pt x="8062" y="8290"/>
                  <a:pt x="8547" y="9259"/>
                  <a:pt x="9487" y="9943"/>
                </a:cubicBezTo>
                <a:cubicBezTo>
                  <a:pt x="10427" y="10626"/>
                  <a:pt x="11766" y="10968"/>
                  <a:pt x="13532" y="10968"/>
                </a:cubicBezTo>
                <a:lnTo>
                  <a:pt x="14985" y="1096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942CFE-1FE1-4CEF-9598-8646653DD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641" y="1884260"/>
            <a:ext cx="21082" cy="16068"/>
          </a:xfrm>
          <a:custGeom xmlns:a="http://schemas.openxmlformats.org/drawingml/2006/main">
            <a:pathLst>
              <a:path w="21082" h="16068">
                <a:moveTo>
                  <a:pt x="17464" y="9857"/>
                </a:moveTo>
                <a:lnTo>
                  <a:pt x="15014" y="8889"/>
                </a:lnTo>
                <a:lnTo>
                  <a:pt x="1481" y="14416"/>
                </a:lnTo>
                <a:lnTo>
                  <a:pt x="1481" y="16068"/>
                </a:lnTo>
                <a:lnTo>
                  <a:pt x="0" y="16068"/>
                </a:lnTo>
                <a:lnTo>
                  <a:pt x="0" y="9288"/>
                </a:lnTo>
                <a:lnTo>
                  <a:pt x="1481" y="9288"/>
                </a:lnTo>
                <a:lnTo>
                  <a:pt x="1481" y="11652"/>
                </a:lnTo>
                <a:lnTo>
                  <a:pt x="11652" y="7493"/>
                </a:lnTo>
                <a:lnTo>
                  <a:pt x="1481" y="3333"/>
                </a:lnTo>
                <a:lnTo>
                  <a:pt x="1481" y="5555"/>
                </a:lnTo>
                <a:lnTo>
                  <a:pt x="0" y="5555"/>
                </a:lnTo>
                <a:lnTo>
                  <a:pt x="0" y="0"/>
                </a:lnTo>
                <a:lnTo>
                  <a:pt x="1481" y="0"/>
                </a:lnTo>
                <a:lnTo>
                  <a:pt x="1481" y="1652"/>
                </a:lnTo>
                <a:lnTo>
                  <a:pt x="18091" y="8433"/>
                </a:lnTo>
                <a:cubicBezTo>
                  <a:pt x="19230" y="8889"/>
                  <a:pt x="20028" y="9401"/>
                  <a:pt x="20455" y="9971"/>
                </a:cubicBezTo>
                <a:cubicBezTo>
                  <a:pt x="20854" y="10541"/>
                  <a:pt x="21082" y="11339"/>
                  <a:pt x="21082" y="12364"/>
                </a:cubicBezTo>
                <a:cubicBezTo>
                  <a:pt x="21082" y="12820"/>
                  <a:pt x="21025" y="13248"/>
                  <a:pt x="20968" y="13703"/>
                </a:cubicBezTo>
                <a:cubicBezTo>
                  <a:pt x="20883" y="14159"/>
                  <a:pt x="20769" y="14643"/>
                  <a:pt x="20655" y="15099"/>
                </a:cubicBezTo>
                <a:lnTo>
                  <a:pt x="17834" y="15099"/>
                </a:lnTo>
                <a:lnTo>
                  <a:pt x="17834" y="13789"/>
                </a:lnTo>
                <a:cubicBezTo>
                  <a:pt x="18461" y="13732"/>
                  <a:pt x="18888" y="13589"/>
                  <a:pt x="19173" y="13304"/>
                </a:cubicBezTo>
                <a:cubicBezTo>
                  <a:pt x="19458" y="13048"/>
                  <a:pt x="19601" y="12649"/>
                  <a:pt x="19601" y="12079"/>
                </a:cubicBezTo>
                <a:cubicBezTo>
                  <a:pt x="19601" y="11567"/>
                  <a:pt x="19458" y="11168"/>
                  <a:pt x="19173" y="10854"/>
                </a:cubicBezTo>
                <a:cubicBezTo>
                  <a:pt x="18888" y="10541"/>
                  <a:pt x="18319" y="10199"/>
                  <a:pt x="17464" y="985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236AB0-E1AF-4EE7-81A5-F9DFE2814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4719" y="2128903"/>
            <a:ext cx="9971" cy="10"/>
          </a:xfrm>
          <a:custGeom xmlns:a="http://schemas.openxmlformats.org/drawingml/2006/main">
            <a:pathLst>
              <a:path w="9971" h="1">
                <a:moveTo>
                  <a:pt x="9971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4CD809-FE26-4DC9-BFCA-B73197B44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4719" y="2128903"/>
            <a:ext cx="9971" cy="10"/>
          </a:xfrm>
          <a:custGeom xmlns:a="http://schemas.openxmlformats.org/drawingml/2006/main">
            <a:pathLst>
              <a:path w="9971" h="1" fill="none">
                <a:moveTo>
                  <a:pt x="9971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9" cap="flat">
            <a:solidFill>
              <a:srgbClr val="000000"/>
            </a:solidFill>
            <a:round/>
          </a:ln>
        </p:spPr>
      </p:sp>
      <p:sp>
        <p:nvSpPr>
          <p:cNvPr id="13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13095C-8F53-4767-B8C5-69B618F24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8059" y="2139707"/>
            <a:ext cx="20769" cy="20569"/>
          </a:xfrm>
          <a:custGeom xmlns:a="http://schemas.openxmlformats.org/drawingml/2006/main">
            <a:pathLst>
              <a:path w="20769" h="20569">
                <a:moveTo>
                  <a:pt x="10456" y="8490"/>
                </a:moveTo>
                <a:cubicBezTo>
                  <a:pt x="10626" y="7863"/>
                  <a:pt x="10940" y="7293"/>
                  <a:pt x="11367" y="6809"/>
                </a:cubicBezTo>
                <a:cubicBezTo>
                  <a:pt x="11795" y="6353"/>
                  <a:pt x="12393" y="5926"/>
                  <a:pt x="13134" y="5555"/>
                </a:cubicBezTo>
                <a:lnTo>
                  <a:pt x="19287" y="2536"/>
                </a:lnTo>
                <a:lnTo>
                  <a:pt x="19287" y="0"/>
                </a:lnTo>
                <a:lnTo>
                  <a:pt x="20769" y="0"/>
                </a:lnTo>
                <a:lnTo>
                  <a:pt x="20769" y="4900"/>
                </a:lnTo>
                <a:lnTo>
                  <a:pt x="14159" y="8148"/>
                </a:lnTo>
                <a:cubicBezTo>
                  <a:pt x="12906" y="8775"/>
                  <a:pt x="12079" y="9344"/>
                  <a:pt x="11681" y="9857"/>
                </a:cubicBezTo>
                <a:cubicBezTo>
                  <a:pt x="11310" y="10370"/>
                  <a:pt x="11111" y="11082"/>
                  <a:pt x="11111" y="11994"/>
                </a:cubicBezTo>
                <a:lnTo>
                  <a:pt x="11111" y="15099"/>
                </a:lnTo>
                <a:lnTo>
                  <a:pt x="19287" y="15099"/>
                </a:lnTo>
                <a:lnTo>
                  <a:pt x="19287" y="12165"/>
                </a:lnTo>
                <a:lnTo>
                  <a:pt x="20769" y="12165"/>
                </a:lnTo>
                <a:lnTo>
                  <a:pt x="20769" y="20569"/>
                </a:lnTo>
                <a:lnTo>
                  <a:pt x="19287" y="20569"/>
                </a:lnTo>
                <a:lnTo>
                  <a:pt x="19287" y="17920"/>
                </a:lnTo>
                <a:lnTo>
                  <a:pt x="1481" y="17920"/>
                </a:lnTo>
                <a:lnTo>
                  <a:pt x="1481" y="20569"/>
                </a:lnTo>
                <a:lnTo>
                  <a:pt x="0" y="20569"/>
                </a:lnTo>
                <a:lnTo>
                  <a:pt x="0" y="10028"/>
                </a:lnTo>
                <a:cubicBezTo>
                  <a:pt x="0" y="8034"/>
                  <a:pt x="484" y="6467"/>
                  <a:pt x="1453" y="5356"/>
                </a:cubicBezTo>
                <a:cubicBezTo>
                  <a:pt x="2422" y="4273"/>
                  <a:pt x="3789" y="3704"/>
                  <a:pt x="5555" y="3704"/>
                </a:cubicBezTo>
                <a:cubicBezTo>
                  <a:pt x="6980" y="3704"/>
                  <a:pt x="8119" y="4102"/>
                  <a:pt x="8917" y="4900"/>
                </a:cubicBezTo>
                <a:cubicBezTo>
                  <a:pt x="9743" y="5698"/>
                  <a:pt x="10256" y="6894"/>
                  <a:pt x="10456" y="8490"/>
                </a:cubicBezTo>
                <a:close/>
                <a:moveTo>
                  <a:pt x="9629" y="15099"/>
                </a:moveTo>
                <a:lnTo>
                  <a:pt x="9629" y="10997"/>
                </a:lnTo>
                <a:cubicBezTo>
                  <a:pt x="9629" y="9601"/>
                  <a:pt x="9316" y="8575"/>
                  <a:pt x="8632" y="7892"/>
                </a:cubicBezTo>
                <a:cubicBezTo>
                  <a:pt x="7977" y="7236"/>
                  <a:pt x="6951" y="6894"/>
                  <a:pt x="5555" y="6894"/>
                </a:cubicBezTo>
                <a:cubicBezTo>
                  <a:pt x="4188" y="6894"/>
                  <a:pt x="3162" y="7236"/>
                  <a:pt x="2479" y="7892"/>
                </a:cubicBezTo>
                <a:cubicBezTo>
                  <a:pt x="1823" y="8575"/>
                  <a:pt x="1481" y="9601"/>
                  <a:pt x="1481" y="10997"/>
                </a:cubicBezTo>
                <a:lnTo>
                  <a:pt x="1481" y="15099"/>
                </a:lnTo>
                <a:lnTo>
                  <a:pt x="9629" y="1509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DE8413-3C2F-404E-AEE9-54D82D32D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4041" y="2123098"/>
            <a:ext cx="15156" cy="16524"/>
          </a:xfrm>
          <a:custGeom xmlns:a="http://schemas.openxmlformats.org/drawingml/2006/main">
            <a:pathLst>
              <a:path w="15156" h="16524">
                <a:moveTo>
                  <a:pt x="0" y="7208"/>
                </a:moveTo>
                <a:lnTo>
                  <a:pt x="0" y="2422"/>
                </a:lnTo>
                <a:lnTo>
                  <a:pt x="13304" y="2422"/>
                </a:lnTo>
                <a:lnTo>
                  <a:pt x="13304" y="0"/>
                </a:lnTo>
                <a:lnTo>
                  <a:pt x="14786" y="0"/>
                </a:lnTo>
                <a:lnTo>
                  <a:pt x="14786" y="4986"/>
                </a:lnTo>
                <a:lnTo>
                  <a:pt x="12165" y="4986"/>
                </a:lnTo>
                <a:cubicBezTo>
                  <a:pt x="13162" y="5470"/>
                  <a:pt x="13903" y="6097"/>
                  <a:pt x="14416" y="6837"/>
                </a:cubicBezTo>
                <a:cubicBezTo>
                  <a:pt x="14900" y="7578"/>
                  <a:pt x="15156" y="8461"/>
                  <a:pt x="15156" y="9430"/>
                </a:cubicBezTo>
                <a:cubicBezTo>
                  <a:pt x="15156" y="11082"/>
                  <a:pt x="14700" y="12307"/>
                  <a:pt x="13789" y="13077"/>
                </a:cubicBezTo>
                <a:cubicBezTo>
                  <a:pt x="12877" y="13846"/>
                  <a:pt x="11396" y="14216"/>
                  <a:pt x="9401" y="14216"/>
                </a:cubicBezTo>
                <a:lnTo>
                  <a:pt x="1481" y="14216"/>
                </a:lnTo>
                <a:lnTo>
                  <a:pt x="1481" y="16524"/>
                </a:lnTo>
                <a:lnTo>
                  <a:pt x="0" y="16524"/>
                </a:lnTo>
                <a:lnTo>
                  <a:pt x="0" y="11652"/>
                </a:lnTo>
                <a:lnTo>
                  <a:pt x="8604" y="11652"/>
                </a:lnTo>
                <a:cubicBezTo>
                  <a:pt x="10427" y="11652"/>
                  <a:pt x="11652" y="11453"/>
                  <a:pt x="12307" y="10997"/>
                </a:cubicBezTo>
                <a:cubicBezTo>
                  <a:pt x="12991" y="10541"/>
                  <a:pt x="13304" y="9772"/>
                  <a:pt x="13304" y="8632"/>
                </a:cubicBezTo>
                <a:cubicBezTo>
                  <a:pt x="13304" y="7436"/>
                  <a:pt x="12877" y="6553"/>
                  <a:pt x="11994" y="5926"/>
                </a:cubicBezTo>
                <a:cubicBezTo>
                  <a:pt x="11139" y="5299"/>
                  <a:pt x="9857" y="4986"/>
                  <a:pt x="8205" y="4986"/>
                </a:cubicBezTo>
                <a:lnTo>
                  <a:pt x="1481" y="4986"/>
                </a:lnTo>
                <a:lnTo>
                  <a:pt x="1481" y="7208"/>
                </a:lnTo>
                <a:lnTo>
                  <a:pt x="0" y="720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E38AFD-58A7-4D00-8A91-59623FB0D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643" y="2108882"/>
            <a:ext cx="15555" cy="11567"/>
          </a:xfrm>
          <a:custGeom xmlns:a="http://schemas.openxmlformats.org/drawingml/2006/main">
            <a:pathLst>
              <a:path w="15555" h="11567">
                <a:moveTo>
                  <a:pt x="14359" y="11567"/>
                </a:moveTo>
                <a:lnTo>
                  <a:pt x="10911" y="11567"/>
                </a:lnTo>
                <a:lnTo>
                  <a:pt x="10911" y="10085"/>
                </a:lnTo>
                <a:cubicBezTo>
                  <a:pt x="12022" y="10057"/>
                  <a:pt x="12849" y="9715"/>
                  <a:pt x="13390" y="9060"/>
                </a:cubicBezTo>
                <a:cubicBezTo>
                  <a:pt x="13960" y="8404"/>
                  <a:pt x="14216" y="7436"/>
                  <a:pt x="14216" y="6154"/>
                </a:cubicBezTo>
                <a:cubicBezTo>
                  <a:pt x="14216" y="5014"/>
                  <a:pt x="14017" y="4131"/>
                  <a:pt x="13561" y="3533"/>
                </a:cubicBezTo>
                <a:cubicBezTo>
                  <a:pt x="13134" y="2934"/>
                  <a:pt x="12507" y="2621"/>
                  <a:pt x="11681" y="2621"/>
                </a:cubicBezTo>
                <a:cubicBezTo>
                  <a:pt x="11054" y="2621"/>
                  <a:pt x="10513" y="2849"/>
                  <a:pt x="10114" y="3276"/>
                </a:cubicBezTo>
                <a:cubicBezTo>
                  <a:pt x="9715" y="3732"/>
                  <a:pt x="9288" y="4644"/>
                  <a:pt x="8832" y="6068"/>
                </a:cubicBezTo>
                <a:lnTo>
                  <a:pt x="8205" y="7920"/>
                </a:lnTo>
                <a:cubicBezTo>
                  <a:pt x="7806" y="9202"/>
                  <a:pt x="7293" y="10114"/>
                  <a:pt x="6666" y="10683"/>
                </a:cubicBezTo>
                <a:cubicBezTo>
                  <a:pt x="6068" y="11253"/>
                  <a:pt x="5299" y="11538"/>
                  <a:pt x="4330" y="11538"/>
                </a:cubicBezTo>
                <a:cubicBezTo>
                  <a:pt x="2991" y="11538"/>
                  <a:pt x="1937" y="11054"/>
                  <a:pt x="1168" y="10057"/>
                </a:cubicBezTo>
                <a:cubicBezTo>
                  <a:pt x="399" y="9060"/>
                  <a:pt x="0" y="7692"/>
                  <a:pt x="0" y="5926"/>
                </a:cubicBezTo>
                <a:cubicBezTo>
                  <a:pt x="0" y="5157"/>
                  <a:pt x="114" y="4330"/>
                  <a:pt x="313" y="3476"/>
                </a:cubicBezTo>
                <a:cubicBezTo>
                  <a:pt x="513" y="2621"/>
                  <a:pt x="798" y="1709"/>
                  <a:pt x="1197" y="798"/>
                </a:cubicBezTo>
                <a:lnTo>
                  <a:pt x="4416" y="798"/>
                </a:lnTo>
                <a:lnTo>
                  <a:pt x="4416" y="2279"/>
                </a:lnTo>
                <a:cubicBezTo>
                  <a:pt x="3476" y="2336"/>
                  <a:pt x="2735" y="2650"/>
                  <a:pt x="2194" y="3276"/>
                </a:cubicBezTo>
                <a:cubicBezTo>
                  <a:pt x="1652" y="3903"/>
                  <a:pt x="1367" y="4758"/>
                  <a:pt x="1367" y="5840"/>
                </a:cubicBezTo>
                <a:cubicBezTo>
                  <a:pt x="1367" y="6923"/>
                  <a:pt x="1567" y="7749"/>
                  <a:pt x="1937" y="8290"/>
                </a:cubicBezTo>
                <a:cubicBezTo>
                  <a:pt x="2336" y="8860"/>
                  <a:pt x="2906" y="9117"/>
                  <a:pt x="3647" y="9117"/>
                </a:cubicBezTo>
                <a:cubicBezTo>
                  <a:pt x="4273" y="9117"/>
                  <a:pt x="4786" y="8917"/>
                  <a:pt x="5157" y="8490"/>
                </a:cubicBezTo>
                <a:cubicBezTo>
                  <a:pt x="5527" y="8091"/>
                  <a:pt x="5897" y="7236"/>
                  <a:pt x="6296" y="5983"/>
                </a:cubicBezTo>
                <a:lnTo>
                  <a:pt x="6923" y="3960"/>
                </a:lnTo>
                <a:cubicBezTo>
                  <a:pt x="7379" y="2564"/>
                  <a:pt x="7920" y="1567"/>
                  <a:pt x="8575" y="940"/>
                </a:cubicBezTo>
                <a:cubicBezTo>
                  <a:pt x="9231" y="313"/>
                  <a:pt x="10057" y="0"/>
                  <a:pt x="11082" y="0"/>
                </a:cubicBezTo>
                <a:cubicBezTo>
                  <a:pt x="12507" y="0"/>
                  <a:pt x="13589" y="541"/>
                  <a:pt x="14387" y="1624"/>
                </a:cubicBezTo>
                <a:cubicBezTo>
                  <a:pt x="15185" y="2706"/>
                  <a:pt x="15555" y="4159"/>
                  <a:pt x="15555" y="6040"/>
                </a:cubicBezTo>
                <a:cubicBezTo>
                  <a:pt x="15555" y="7008"/>
                  <a:pt x="15441" y="7920"/>
                  <a:pt x="15270" y="8832"/>
                </a:cubicBezTo>
                <a:cubicBezTo>
                  <a:pt x="15099" y="9743"/>
                  <a:pt x="14786" y="10655"/>
                  <a:pt x="14359" y="1156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B51A45-D0AC-42D7-9A53-E56C0A2F3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9455" y="2096204"/>
            <a:ext cx="19743" cy="10399"/>
          </a:xfrm>
          <a:custGeom xmlns:a="http://schemas.openxmlformats.org/drawingml/2006/main">
            <a:pathLst>
              <a:path w="19743" h="10399">
                <a:moveTo>
                  <a:pt x="6068" y="8148"/>
                </a:moveTo>
                <a:lnTo>
                  <a:pt x="6068" y="10399"/>
                </a:lnTo>
                <a:lnTo>
                  <a:pt x="4587" y="10399"/>
                </a:lnTo>
                <a:lnTo>
                  <a:pt x="4587" y="8148"/>
                </a:lnTo>
                <a:lnTo>
                  <a:pt x="0" y="8148"/>
                </a:lnTo>
                <a:lnTo>
                  <a:pt x="0" y="5584"/>
                </a:lnTo>
                <a:lnTo>
                  <a:pt x="4587" y="5584"/>
                </a:lnTo>
                <a:lnTo>
                  <a:pt x="4587" y="769"/>
                </a:lnTo>
                <a:lnTo>
                  <a:pt x="6068" y="769"/>
                </a:lnTo>
                <a:lnTo>
                  <a:pt x="6068" y="5584"/>
                </a:lnTo>
                <a:lnTo>
                  <a:pt x="15470" y="5584"/>
                </a:lnTo>
                <a:cubicBezTo>
                  <a:pt x="16723" y="5584"/>
                  <a:pt x="17549" y="5470"/>
                  <a:pt x="17891" y="5214"/>
                </a:cubicBezTo>
                <a:cubicBezTo>
                  <a:pt x="18233" y="4986"/>
                  <a:pt x="18404" y="4530"/>
                  <a:pt x="18404" y="3875"/>
                </a:cubicBezTo>
                <a:cubicBezTo>
                  <a:pt x="18404" y="3219"/>
                  <a:pt x="18205" y="2735"/>
                  <a:pt x="17806" y="2422"/>
                </a:cubicBezTo>
                <a:cubicBezTo>
                  <a:pt x="17407" y="2137"/>
                  <a:pt x="16780" y="1966"/>
                  <a:pt x="15897" y="1937"/>
                </a:cubicBezTo>
                <a:lnTo>
                  <a:pt x="15897" y="0"/>
                </a:lnTo>
                <a:cubicBezTo>
                  <a:pt x="17265" y="85"/>
                  <a:pt x="18233" y="456"/>
                  <a:pt x="18831" y="1111"/>
                </a:cubicBezTo>
                <a:cubicBezTo>
                  <a:pt x="19430" y="1766"/>
                  <a:pt x="19743" y="2763"/>
                  <a:pt x="19743" y="4102"/>
                </a:cubicBezTo>
                <a:cubicBezTo>
                  <a:pt x="19743" y="5584"/>
                  <a:pt x="19401" y="6638"/>
                  <a:pt x="18774" y="7236"/>
                </a:cubicBezTo>
                <a:cubicBezTo>
                  <a:pt x="18148" y="7863"/>
                  <a:pt x="17037" y="8148"/>
                  <a:pt x="15470" y="8148"/>
                </a:cubicBezTo>
                <a:lnTo>
                  <a:pt x="6068" y="814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AB4165-94CB-47CC-8D26-470CA5D62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4719" y="2336583"/>
            <a:ext cx="9971" cy="10"/>
          </a:xfrm>
          <a:custGeom xmlns:a="http://schemas.openxmlformats.org/drawingml/2006/main">
            <a:pathLst>
              <a:path w="9971" h="1">
                <a:moveTo>
                  <a:pt x="9971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DB31AC-5CB5-4B48-AF80-9857AF1BC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4719" y="2336583"/>
            <a:ext cx="9971" cy="10"/>
          </a:xfrm>
          <a:custGeom xmlns:a="http://schemas.openxmlformats.org/drawingml/2006/main">
            <a:pathLst>
              <a:path w="9971" h="1" fill="none">
                <a:moveTo>
                  <a:pt x="9971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9" cap="flat">
            <a:solidFill>
              <a:srgbClr val="000000"/>
            </a:solidFill>
            <a:round/>
          </a:ln>
        </p:spPr>
      </p:sp>
      <p:sp>
        <p:nvSpPr>
          <p:cNvPr id="13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6A31B7-41BF-4A20-9630-B67734358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688" y="2358476"/>
            <a:ext cx="21509" cy="15042"/>
          </a:xfrm>
          <a:custGeom xmlns:a="http://schemas.openxmlformats.org/drawingml/2006/main">
            <a:pathLst>
              <a:path w="21509" h="15042">
                <a:moveTo>
                  <a:pt x="20142" y="14786"/>
                </a:moveTo>
                <a:lnTo>
                  <a:pt x="15413" y="14786"/>
                </a:lnTo>
                <a:lnTo>
                  <a:pt x="15413" y="13191"/>
                </a:lnTo>
                <a:cubicBezTo>
                  <a:pt x="17008" y="13162"/>
                  <a:pt x="18176" y="12706"/>
                  <a:pt x="18917" y="11823"/>
                </a:cubicBezTo>
                <a:cubicBezTo>
                  <a:pt x="19686" y="10968"/>
                  <a:pt x="20056" y="9629"/>
                  <a:pt x="20056" y="7863"/>
                </a:cubicBezTo>
                <a:cubicBezTo>
                  <a:pt x="20056" y="6211"/>
                  <a:pt x="19743" y="4957"/>
                  <a:pt x="19088" y="4102"/>
                </a:cubicBezTo>
                <a:cubicBezTo>
                  <a:pt x="18433" y="3248"/>
                  <a:pt x="17464" y="2792"/>
                  <a:pt x="16210" y="2792"/>
                </a:cubicBezTo>
                <a:cubicBezTo>
                  <a:pt x="15213" y="2792"/>
                  <a:pt x="14444" y="3077"/>
                  <a:pt x="13903" y="3590"/>
                </a:cubicBezTo>
                <a:cubicBezTo>
                  <a:pt x="13390" y="4102"/>
                  <a:pt x="12849" y="5214"/>
                  <a:pt x="12336" y="6894"/>
                </a:cubicBezTo>
                <a:lnTo>
                  <a:pt x="11510" y="9629"/>
                </a:lnTo>
                <a:cubicBezTo>
                  <a:pt x="10911" y="11624"/>
                  <a:pt x="10171" y="13048"/>
                  <a:pt x="9259" y="13846"/>
                </a:cubicBezTo>
                <a:cubicBezTo>
                  <a:pt x="8376" y="14643"/>
                  <a:pt x="7151" y="15042"/>
                  <a:pt x="5555" y="15042"/>
                </a:cubicBezTo>
                <a:cubicBezTo>
                  <a:pt x="3789" y="15042"/>
                  <a:pt x="2422" y="14416"/>
                  <a:pt x="1453" y="13162"/>
                </a:cubicBezTo>
                <a:cubicBezTo>
                  <a:pt x="484" y="11909"/>
                  <a:pt x="0" y="10171"/>
                  <a:pt x="0" y="7892"/>
                </a:cubicBezTo>
                <a:cubicBezTo>
                  <a:pt x="0" y="6923"/>
                  <a:pt x="114" y="5869"/>
                  <a:pt x="313" y="4729"/>
                </a:cubicBezTo>
                <a:cubicBezTo>
                  <a:pt x="541" y="3590"/>
                  <a:pt x="826" y="2365"/>
                  <a:pt x="1225" y="1054"/>
                </a:cubicBezTo>
                <a:lnTo>
                  <a:pt x="5641" y="1054"/>
                </a:lnTo>
                <a:lnTo>
                  <a:pt x="5641" y="2621"/>
                </a:lnTo>
                <a:cubicBezTo>
                  <a:pt x="4188" y="2792"/>
                  <a:pt x="3134" y="3276"/>
                  <a:pt x="2479" y="4102"/>
                </a:cubicBezTo>
                <a:cubicBezTo>
                  <a:pt x="1823" y="4929"/>
                  <a:pt x="1481" y="6182"/>
                  <a:pt x="1481" y="7835"/>
                </a:cubicBezTo>
                <a:cubicBezTo>
                  <a:pt x="1481" y="9316"/>
                  <a:pt x="1795" y="10427"/>
                  <a:pt x="2393" y="11196"/>
                </a:cubicBezTo>
                <a:cubicBezTo>
                  <a:pt x="2991" y="11965"/>
                  <a:pt x="3846" y="12336"/>
                  <a:pt x="4986" y="12336"/>
                </a:cubicBezTo>
                <a:cubicBezTo>
                  <a:pt x="5983" y="12336"/>
                  <a:pt x="6752" y="12051"/>
                  <a:pt x="7322" y="11481"/>
                </a:cubicBezTo>
                <a:cubicBezTo>
                  <a:pt x="7892" y="10911"/>
                  <a:pt x="8461" y="9686"/>
                  <a:pt x="9003" y="7806"/>
                </a:cubicBezTo>
                <a:lnTo>
                  <a:pt x="9772" y="5242"/>
                </a:lnTo>
                <a:cubicBezTo>
                  <a:pt x="10342" y="3362"/>
                  <a:pt x="11082" y="2023"/>
                  <a:pt x="11937" y="1225"/>
                </a:cubicBezTo>
                <a:cubicBezTo>
                  <a:pt x="12820" y="427"/>
                  <a:pt x="13988" y="0"/>
                  <a:pt x="15470" y="0"/>
                </a:cubicBezTo>
                <a:cubicBezTo>
                  <a:pt x="17492" y="0"/>
                  <a:pt x="19002" y="655"/>
                  <a:pt x="19999" y="1937"/>
                </a:cubicBezTo>
                <a:cubicBezTo>
                  <a:pt x="21025" y="3248"/>
                  <a:pt x="21509" y="5157"/>
                  <a:pt x="21509" y="7692"/>
                </a:cubicBezTo>
                <a:cubicBezTo>
                  <a:pt x="21509" y="8832"/>
                  <a:pt x="21395" y="10000"/>
                  <a:pt x="21168" y="11196"/>
                </a:cubicBezTo>
                <a:cubicBezTo>
                  <a:pt x="20968" y="12393"/>
                  <a:pt x="20626" y="13589"/>
                  <a:pt x="20142" y="147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5787C2-F6E2-44DB-BA0D-A62C28391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643" y="2341752"/>
            <a:ext cx="15555" cy="13219"/>
          </a:xfrm>
          <a:custGeom xmlns:a="http://schemas.openxmlformats.org/drawingml/2006/main">
            <a:pathLst>
              <a:path w="15555" h="13219">
                <a:moveTo>
                  <a:pt x="10740" y="0"/>
                </a:moveTo>
                <a:cubicBezTo>
                  <a:pt x="12336" y="370"/>
                  <a:pt x="13532" y="1054"/>
                  <a:pt x="14330" y="2080"/>
                </a:cubicBezTo>
                <a:cubicBezTo>
                  <a:pt x="15156" y="3105"/>
                  <a:pt x="15555" y="4444"/>
                  <a:pt x="15555" y="6068"/>
                </a:cubicBezTo>
                <a:cubicBezTo>
                  <a:pt x="15555" y="8233"/>
                  <a:pt x="14871" y="9943"/>
                  <a:pt x="13447" y="11253"/>
                </a:cubicBezTo>
                <a:cubicBezTo>
                  <a:pt x="12022" y="12564"/>
                  <a:pt x="10142" y="13219"/>
                  <a:pt x="7778" y="13219"/>
                </a:cubicBezTo>
                <a:cubicBezTo>
                  <a:pt x="5441" y="13219"/>
                  <a:pt x="3561" y="12564"/>
                  <a:pt x="2137" y="11253"/>
                </a:cubicBezTo>
                <a:cubicBezTo>
                  <a:pt x="712" y="9943"/>
                  <a:pt x="0" y="8233"/>
                  <a:pt x="0" y="6068"/>
                </a:cubicBezTo>
                <a:cubicBezTo>
                  <a:pt x="0" y="5157"/>
                  <a:pt x="114" y="4216"/>
                  <a:pt x="342" y="3276"/>
                </a:cubicBezTo>
                <a:cubicBezTo>
                  <a:pt x="570" y="2365"/>
                  <a:pt x="883" y="1424"/>
                  <a:pt x="1311" y="484"/>
                </a:cubicBezTo>
                <a:lnTo>
                  <a:pt x="5100" y="484"/>
                </a:lnTo>
                <a:lnTo>
                  <a:pt x="5100" y="1966"/>
                </a:lnTo>
                <a:cubicBezTo>
                  <a:pt x="3818" y="2165"/>
                  <a:pt x="2877" y="2593"/>
                  <a:pt x="2279" y="3248"/>
                </a:cubicBezTo>
                <a:cubicBezTo>
                  <a:pt x="1681" y="3903"/>
                  <a:pt x="1367" y="4843"/>
                  <a:pt x="1367" y="6040"/>
                </a:cubicBezTo>
                <a:cubicBezTo>
                  <a:pt x="1367" y="7436"/>
                  <a:pt x="1909" y="8490"/>
                  <a:pt x="2991" y="9174"/>
                </a:cubicBezTo>
                <a:cubicBezTo>
                  <a:pt x="4074" y="9886"/>
                  <a:pt x="5669" y="10228"/>
                  <a:pt x="7806" y="10228"/>
                </a:cubicBezTo>
                <a:cubicBezTo>
                  <a:pt x="9943" y="10228"/>
                  <a:pt x="11538" y="9886"/>
                  <a:pt x="12621" y="9174"/>
                </a:cubicBezTo>
                <a:cubicBezTo>
                  <a:pt x="13703" y="8490"/>
                  <a:pt x="14216" y="7436"/>
                  <a:pt x="14216" y="6040"/>
                </a:cubicBezTo>
                <a:cubicBezTo>
                  <a:pt x="14216" y="4957"/>
                  <a:pt x="13931" y="4074"/>
                  <a:pt x="13361" y="3419"/>
                </a:cubicBezTo>
                <a:cubicBezTo>
                  <a:pt x="12792" y="2763"/>
                  <a:pt x="11909" y="2308"/>
                  <a:pt x="10740" y="2051"/>
                </a:cubicBezTo>
                <a:lnTo>
                  <a:pt x="1074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D8456F-4042-4F68-B36D-2B4EEDA54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643" y="2324260"/>
            <a:ext cx="15555" cy="14757"/>
          </a:xfrm>
          <a:custGeom xmlns:a="http://schemas.openxmlformats.org/drawingml/2006/main">
            <a:pathLst>
              <a:path w="15555" h="14757">
                <a:moveTo>
                  <a:pt x="10541" y="4843"/>
                </a:moveTo>
                <a:lnTo>
                  <a:pt x="7407" y="4843"/>
                </a:lnTo>
                <a:lnTo>
                  <a:pt x="7407" y="8148"/>
                </a:lnTo>
                <a:cubicBezTo>
                  <a:pt x="7407" y="9430"/>
                  <a:pt x="7692" y="10370"/>
                  <a:pt x="8233" y="10997"/>
                </a:cubicBezTo>
                <a:cubicBezTo>
                  <a:pt x="8803" y="11624"/>
                  <a:pt x="9629" y="11909"/>
                  <a:pt x="10740" y="11909"/>
                </a:cubicBezTo>
                <a:cubicBezTo>
                  <a:pt x="11766" y="11909"/>
                  <a:pt x="12592" y="11595"/>
                  <a:pt x="13191" y="10968"/>
                </a:cubicBezTo>
                <a:cubicBezTo>
                  <a:pt x="13817" y="10342"/>
                  <a:pt x="14102" y="9487"/>
                  <a:pt x="14102" y="8404"/>
                </a:cubicBezTo>
                <a:cubicBezTo>
                  <a:pt x="14102" y="7350"/>
                  <a:pt x="13789" y="6496"/>
                  <a:pt x="13134" y="5840"/>
                </a:cubicBezTo>
                <a:cubicBezTo>
                  <a:pt x="12478" y="5185"/>
                  <a:pt x="11624" y="4843"/>
                  <a:pt x="10541" y="4843"/>
                </a:cubicBezTo>
                <a:close/>
                <a:moveTo>
                  <a:pt x="5954" y="2279"/>
                </a:moveTo>
                <a:lnTo>
                  <a:pt x="13703" y="2279"/>
                </a:lnTo>
                <a:lnTo>
                  <a:pt x="13703" y="0"/>
                </a:lnTo>
                <a:lnTo>
                  <a:pt x="15185" y="0"/>
                </a:lnTo>
                <a:lnTo>
                  <a:pt x="15185" y="4843"/>
                </a:lnTo>
                <a:lnTo>
                  <a:pt x="13589" y="4843"/>
                </a:lnTo>
                <a:cubicBezTo>
                  <a:pt x="14273" y="5413"/>
                  <a:pt x="14786" y="6068"/>
                  <a:pt x="15099" y="6809"/>
                </a:cubicBezTo>
                <a:cubicBezTo>
                  <a:pt x="15384" y="7550"/>
                  <a:pt x="15555" y="8433"/>
                  <a:pt x="15555" y="9401"/>
                </a:cubicBezTo>
                <a:cubicBezTo>
                  <a:pt x="15555" y="11054"/>
                  <a:pt x="15128" y="12364"/>
                  <a:pt x="14273" y="13333"/>
                </a:cubicBezTo>
                <a:cubicBezTo>
                  <a:pt x="13418" y="14302"/>
                  <a:pt x="12222" y="14757"/>
                  <a:pt x="10740" y="14757"/>
                </a:cubicBezTo>
                <a:cubicBezTo>
                  <a:pt x="9231" y="14757"/>
                  <a:pt x="8062" y="14216"/>
                  <a:pt x="7208" y="13105"/>
                </a:cubicBezTo>
                <a:cubicBezTo>
                  <a:pt x="6353" y="12022"/>
                  <a:pt x="5926" y="10456"/>
                  <a:pt x="5926" y="8433"/>
                </a:cubicBezTo>
                <a:lnTo>
                  <a:pt x="5926" y="4843"/>
                </a:lnTo>
                <a:lnTo>
                  <a:pt x="4900" y="4843"/>
                </a:lnTo>
                <a:cubicBezTo>
                  <a:pt x="3789" y="4843"/>
                  <a:pt x="2934" y="5185"/>
                  <a:pt x="2308" y="5869"/>
                </a:cubicBezTo>
                <a:cubicBezTo>
                  <a:pt x="1681" y="6553"/>
                  <a:pt x="1367" y="7521"/>
                  <a:pt x="1367" y="8746"/>
                </a:cubicBezTo>
                <a:cubicBezTo>
                  <a:pt x="1367" y="9772"/>
                  <a:pt x="1624" y="10570"/>
                  <a:pt x="2080" y="11168"/>
                </a:cubicBezTo>
                <a:cubicBezTo>
                  <a:pt x="2536" y="11795"/>
                  <a:pt x="3219" y="12165"/>
                  <a:pt x="4131" y="12307"/>
                </a:cubicBezTo>
                <a:lnTo>
                  <a:pt x="4131" y="13618"/>
                </a:lnTo>
                <a:lnTo>
                  <a:pt x="1140" y="13618"/>
                </a:lnTo>
                <a:cubicBezTo>
                  <a:pt x="769" y="12735"/>
                  <a:pt x="484" y="11880"/>
                  <a:pt x="285" y="11025"/>
                </a:cubicBezTo>
                <a:cubicBezTo>
                  <a:pt x="114" y="10199"/>
                  <a:pt x="0" y="9373"/>
                  <a:pt x="0" y="8575"/>
                </a:cubicBezTo>
                <a:cubicBezTo>
                  <a:pt x="0" y="6524"/>
                  <a:pt x="513" y="4986"/>
                  <a:pt x="1538" y="3903"/>
                </a:cubicBezTo>
                <a:cubicBezTo>
                  <a:pt x="2564" y="2820"/>
                  <a:pt x="4017" y="2279"/>
                  <a:pt x="5954" y="227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BCD5A1-30DC-4666-A93E-DB3A690E9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176" y="2315200"/>
            <a:ext cx="21652" cy="7436"/>
          </a:xfrm>
          <a:custGeom xmlns:a="http://schemas.openxmlformats.org/drawingml/2006/main">
            <a:pathLst>
              <a:path w="21652" h="7436">
                <a:moveTo>
                  <a:pt x="20170" y="2422"/>
                </a:moveTo>
                <a:lnTo>
                  <a:pt x="20170" y="0"/>
                </a:lnTo>
                <a:lnTo>
                  <a:pt x="21652" y="0"/>
                </a:lnTo>
                <a:lnTo>
                  <a:pt x="21652" y="7436"/>
                </a:lnTo>
                <a:lnTo>
                  <a:pt x="20170" y="7436"/>
                </a:lnTo>
                <a:lnTo>
                  <a:pt x="20170" y="4986"/>
                </a:lnTo>
                <a:lnTo>
                  <a:pt x="1481" y="4986"/>
                </a:lnTo>
                <a:lnTo>
                  <a:pt x="1481" y="7436"/>
                </a:lnTo>
                <a:lnTo>
                  <a:pt x="0" y="7436"/>
                </a:lnTo>
                <a:lnTo>
                  <a:pt x="0" y="2422"/>
                </a:lnTo>
                <a:lnTo>
                  <a:pt x="20170" y="242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EDB027-8174-47F3-ABE8-A93C787B5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643" y="2298164"/>
            <a:ext cx="15555" cy="14757"/>
          </a:xfrm>
          <a:custGeom xmlns:a="http://schemas.openxmlformats.org/drawingml/2006/main">
            <a:pathLst>
              <a:path w="15555" h="14757">
                <a:moveTo>
                  <a:pt x="10541" y="4843"/>
                </a:moveTo>
                <a:lnTo>
                  <a:pt x="7407" y="4843"/>
                </a:lnTo>
                <a:lnTo>
                  <a:pt x="7407" y="8148"/>
                </a:lnTo>
                <a:cubicBezTo>
                  <a:pt x="7407" y="9430"/>
                  <a:pt x="7692" y="10370"/>
                  <a:pt x="8233" y="10997"/>
                </a:cubicBezTo>
                <a:cubicBezTo>
                  <a:pt x="8803" y="11624"/>
                  <a:pt x="9629" y="11909"/>
                  <a:pt x="10740" y="11909"/>
                </a:cubicBezTo>
                <a:cubicBezTo>
                  <a:pt x="11766" y="11909"/>
                  <a:pt x="12592" y="11595"/>
                  <a:pt x="13191" y="10968"/>
                </a:cubicBezTo>
                <a:cubicBezTo>
                  <a:pt x="13817" y="10342"/>
                  <a:pt x="14102" y="9487"/>
                  <a:pt x="14102" y="8404"/>
                </a:cubicBezTo>
                <a:cubicBezTo>
                  <a:pt x="14102" y="7350"/>
                  <a:pt x="13789" y="6496"/>
                  <a:pt x="13134" y="5840"/>
                </a:cubicBezTo>
                <a:cubicBezTo>
                  <a:pt x="12478" y="5185"/>
                  <a:pt x="11624" y="4843"/>
                  <a:pt x="10541" y="4843"/>
                </a:cubicBezTo>
                <a:close/>
                <a:moveTo>
                  <a:pt x="5954" y="2279"/>
                </a:moveTo>
                <a:lnTo>
                  <a:pt x="13703" y="2279"/>
                </a:lnTo>
                <a:lnTo>
                  <a:pt x="13703" y="0"/>
                </a:lnTo>
                <a:lnTo>
                  <a:pt x="15185" y="0"/>
                </a:lnTo>
                <a:lnTo>
                  <a:pt x="15185" y="4843"/>
                </a:lnTo>
                <a:lnTo>
                  <a:pt x="13589" y="4843"/>
                </a:lnTo>
                <a:cubicBezTo>
                  <a:pt x="14273" y="5413"/>
                  <a:pt x="14786" y="6068"/>
                  <a:pt x="15099" y="6809"/>
                </a:cubicBezTo>
                <a:cubicBezTo>
                  <a:pt x="15384" y="7550"/>
                  <a:pt x="15555" y="8433"/>
                  <a:pt x="15555" y="9401"/>
                </a:cubicBezTo>
                <a:cubicBezTo>
                  <a:pt x="15555" y="11054"/>
                  <a:pt x="15128" y="12364"/>
                  <a:pt x="14273" y="13333"/>
                </a:cubicBezTo>
                <a:cubicBezTo>
                  <a:pt x="13418" y="14302"/>
                  <a:pt x="12222" y="14757"/>
                  <a:pt x="10740" y="14757"/>
                </a:cubicBezTo>
                <a:cubicBezTo>
                  <a:pt x="9231" y="14757"/>
                  <a:pt x="8062" y="14216"/>
                  <a:pt x="7208" y="13105"/>
                </a:cubicBezTo>
                <a:cubicBezTo>
                  <a:pt x="6353" y="12022"/>
                  <a:pt x="5926" y="10456"/>
                  <a:pt x="5926" y="8433"/>
                </a:cubicBezTo>
                <a:lnTo>
                  <a:pt x="5926" y="4843"/>
                </a:lnTo>
                <a:lnTo>
                  <a:pt x="4900" y="4843"/>
                </a:lnTo>
                <a:cubicBezTo>
                  <a:pt x="3789" y="4843"/>
                  <a:pt x="2934" y="5185"/>
                  <a:pt x="2308" y="5869"/>
                </a:cubicBezTo>
                <a:cubicBezTo>
                  <a:pt x="1681" y="6553"/>
                  <a:pt x="1367" y="7521"/>
                  <a:pt x="1367" y="8746"/>
                </a:cubicBezTo>
                <a:cubicBezTo>
                  <a:pt x="1367" y="9772"/>
                  <a:pt x="1624" y="10570"/>
                  <a:pt x="2080" y="11168"/>
                </a:cubicBezTo>
                <a:cubicBezTo>
                  <a:pt x="2536" y="11795"/>
                  <a:pt x="3219" y="12165"/>
                  <a:pt x="4131" y="12307"/>
                </a:cubicBezTo>
                <a:lnTo>
                  <a:pt x="4131" y="13618"/>
                </a:lnTo>
                <a:lnTo>
                  <a:pt x="1140" y="13618"/>
                </a:lnTo>
                <a:cubicBezTo>
                  <a:pt x="769" y="12735"/>
                  <a:pt x="484" y="11880"/>
                  <a:pt x="285" y="11025"/>
                </a:cubicBezTo>
                <a:cubicBezTo>
                  <a:pt x="114" y="10199"/>
                  <a:pt x="0" y="9373"/>
                  <a:pt x="0" y="8575"/>
                </a:cubicBezTo>
                <a:cubicBezTo>
                  <a:pt x="0" y="6524"/>
                  <a:pt x="513" y="4986"/>
                  <a:pt x="1538" y="3903"/>
                </a:cubicBezTo>
                <a:cubicBezTo>
                  <a:pt x="2564" y="2820"/>
                  <a:pt x="4017" y="2279"/>
                  <a:pt x="5954" y="227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B40250-7ABB-49B0-BE73-D6603CFC6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6328" y="24650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243186-B047-4680-A309-250B2FC50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4305" y="246501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CBEBF5-0BA6-47E5-97AB-570956BA4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3307" y="264336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57495C-1927-4879-972B-6199761B5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572" y="246501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68E8F5-C260-46F1-83C3-070331AA8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9688" y="246501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01511D-1D4F-4F6D-B57E-58E24A470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8818" y="24650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B10864-3577-44FD-A703-729789CEC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627" y="246501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9F3DC7-63F8-45AB-8A22-B73B9DE5E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4258" y="264336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927DA5-92C2-496F-AFE0-CB1045F78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3062" y="246872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60FA24-96C6-4309-95E2-4A2E0F6E9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235" y="24650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E8CABF-E0E7-4913-9218-5E044D906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9769" y="24650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19D3CC-A11D-4ACF-966D-4FC7A2C7F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6293" y="246501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AFBA41-C1E1-4D64-BB4A-35F62F627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5210" y="264336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6DC2C4-15F5-4FBF-8105-4021F9974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3500" y="24650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FA0AE5-C139-4E1E-8C83-7D57B83EB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3186" y="24650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875E16-CE27-430C-9DEE-53984EE87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0720" y="24650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ABE970-E67F-422B-B293-49A01A646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7785" y="246872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FDAB0F-DD6C-4751-BE73-B85EF0156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6161" y="264336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887415-704D-4762-AE5B-C20EC0AAC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4423" y="246501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79AFFB-5B46-42CB-8B66-D61D7C789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2827" y="246501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625165-FC10-4F83-ABED-D3996626E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1671" y="24650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DE19E7-2318-4565-BD22-C23741313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8224" y="246501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0E0122-2249-4940-8206-4FB139FB1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7112" y="264336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8E07CB-14D0-4BDB-AB84-C8921C4DD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5374" y="246501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65B40C-B92A-473A-9995-CDC7E538C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4006" y="246872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B88630-296E-4DAA-9CA8-707E1C313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2623" y="24650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F1175C-3A5E-48D7-8C28-FDFC5A1F3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9660" y="246872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41D053-1BFB-4C20-B7FB-7E43B928B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8064" y="264336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8F36B2-FC45-47AF-8B0A-9A942AD3D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7921" y="24650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5DB352-3B21-4248-ABCF-1C4A52DC9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4958" y="246872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CAC564-51BB-49CB-9236-3AD646B83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3574" y="24650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0280EF-4553-4A30-8ACD-2206B066B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0610" y="246872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28954E-1ED4-43F0-87B8-7DC01D121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9015" y="264336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3442CE-E75D-460D-82A3-3C7D3E0EE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7277" y="246501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71E88B-C63E-4A67-8D87-E482CB68D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5937" y="246872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6D4646-9561-4540-85FF-50C7D2815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4525" y="24650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D4A843-47D2-4929-86AE-085549560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1077" y="24650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0B1389-6FEA-4035-9787-30F1CDA07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9966" y="264336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BDA62A-FE36-43DF-A5FB-E45CA523A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8740" y="246872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8D0351-C8B3-4D1E-AB11-7780AB50E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75" y="24650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C36A67-CEF4-459F-A196-E6DF997DB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5476" y="24650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12E77B-C5C0-404D-8FE3-F269AAB18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2028" y="24650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B94D36-A125-49E9-922D-02796D980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0916" y="264336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FBF3FB-96CE-48D2-9A22-023E6A06F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9207" y="24650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4ACE1B-E1E9-4554-8EE1-876EB4614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7839" y="246872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BD7AFC-3678-4D3F-9F88-4687E9BAD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805" y="246501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769684-6DB0-49A4-ACB9-6AD4AC456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808" y="264336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77BF2F-402E-479C-89B2-2E83E45AB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583" y="246872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29AF9D-3AF3-4AC3-8213-A9C95BC36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8192" y="246501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C1EDE4-553F-49BD-8FCA-6128EDBFA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7378" y="24650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D3E240-B28B-42CB-9EF4-B6C932E0C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2905" y="246501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D4199B-0C4D-494C-822E-B7A741CB9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2819" y="264336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5C5572-2EC8-4182-952B-816476D28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1110" y="24650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F80DC0-AB29-4251-8FCF-AF36FFA3E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203" y="246501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663AAD-3787-4A29-A4EB-942A8E453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7866" y="45418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432650-3EF2-4CAC-B23A-5C5536EA4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3393" y="454181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3E93ED-C166-4E5A-A384-AB53CE37A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3307" y="47201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E20884-FDA2-4814-B3AE-15607C224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3164" y="45418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715547-B70B-40F4-B498-3798E7A31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1284" y="45418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3C8086-DAFC-483E-A94E-BB65438CE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279" y="45418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0FD2C6-20E1-4F01-9C88-281CE4BDD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370" y="45418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366730-5737-4E4E-8F1B-EDBDA0A67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4258" y="47201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06301E-3656-4965-9778-5B22960E0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549" y="45418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0A7FCC-8813-48CB-8A08-85D838144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9642" y="454181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829488-3B95-4161-9DCD-CF482114C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7745" y="45455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56F6D4-68C0-4061-A58F-6E2BD213D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6149" y="47201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5571CA-69E1-4FB0-84C7-648D75E6C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4440" y="454181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14F8B4-503C-4EA6-8E28-B16D96089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2559" y="45418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57F3AA-C46D-42C9-B9F6-CCF062766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0720" y="45418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7CE716-8034-4A13-9867-867DB1D9C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7272" y="454181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62DA42-1BBF-4CE5-9B1F-88EB7555A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6161" y="47201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5D4A11-B715-40DB-A683-6C5832711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6018" y="45418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794065-64A8-4C80-81F2-97E6EE72F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4138" y="45418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BB6BBF-355B-416D-A168-7243D2F00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0133" y="45418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B83B18-CD94-4121-9736-F5B5BA801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9791" y="45418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EC9B8E-BAFE-4B8E-9127-52B711C49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7112" y="47201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25A2B2-B60C-4306-8315-65D06CF3C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5288" y="454181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5688E5-2FFF-4957-990B-0AB6AFD49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3408" y="454181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BEA4C0-25B0-4F32-A65E-C6C801317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1084" y="45418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C86DAE-E478-4010-BE15-792A80C11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0742" y="45418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D4EBAE-C94D-4ED2-9BC7-2D9C99FFB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8064" y="47201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B339C3-409F-47A7-B07C-7178B0A70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6867" y="454551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B3D1D2-E74A-4AE3-A4C3-38F7C42BB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4473" y="454181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CCA73D-11BE-41AD-B754-A7229AC0E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3574" y="45418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5E38CE-67FC-4074-904F-EE1B744C1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0126" y="454181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33B64D-4333-4048-9333-51EF6632F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9015" y="47201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5C08B7-18C1-44CE-9902-F52D112AD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7818" y="454551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59D94A-DC0E-47CE-B886-DF218EF15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5909" y="45455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DAD5F0-E815-4B48-BD34-ADE1C2FF9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4525" y="45418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57BF78-9DD8-49CE-BA4F-CD5F7AABF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1077" y="45418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B76BCB-76AB-4CAA-90B4-EFB54F680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9966" y="47201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ED69BB-EA7E-43F8-BCBA-B72F7AE13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8256" y="45418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A4418D-ABCA-4D59-AF4A-28B52ED6C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75" y="45418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9EEBF3-8531-4342-91AA-14D937E5C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5476" y="45418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5CDD1E-8475-49E5-9268-EDCB92EBE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2512" y="45455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AC11A8-48A3-45D3-BB15-6A8B7B561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0916" y="47201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058ECE-8243-4233-9C38-0B03E7DD8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0774" y="45418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B0F031-594C-4C67-9DE6-894EEA32C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8893" y="45418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6FB086-FB9F-4961-AE54-A5AA90E3D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6428" y="45418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E84641-96D6-4292-8AC4-646E767F1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3008" y="45418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9DD309-3E29-43FC-B292-D7142F201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868" y="47201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DABC60-317A-4F09-A06C-BAE1BA357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0130" y="454181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164CC5-D639-48E7-9DC7-EDD0D7E03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8278" y="45418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305F79-BADF-45A2-8AA1-F05936F8E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7378" y="45418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535BF3-D774-4996-95AB-AE5AF60FC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3817" y="454181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4FD8D7-4C6E-4B83-BEF4-14A495694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2819" y="47201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56CBC8-F072-415E-BB2C-52431023A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1110" y="454181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67CFB1-1F5F-41F5-A38A-4DEF58CB9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9742" y="454551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D1E0AF-47CD-4E9C-A870-A55C9E138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7866" y="66186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74774B-58B6-43AB-86DE-05C34A60F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986" y="66186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26E974-63C4-4735-A05A-C88F3BB3F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3307" y="679696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EB7276-8F77-4121-BBDD-C7B39EEEF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1483" y="661861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EACA31-FCE4-4873-8B99-F3F790396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9717" y="66186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13A8A5-B9E2-4FEB-8F33-2C5BEB50B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8818" y="66186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970183-7D56-4E68-9DAF-5FD534A1D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937" y="66186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BD38E5-8860-41D7-8E30-FE37E1717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4258" y="679696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937490-DBED-4C15-B2BE-0610A9F02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3033" y="662232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A0A498-15D2-4C84-90C0-8BEC94A67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696" y="66186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F05DFC-6263-4511-A33D-6245C944C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9769" y="66186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AB1078-156E-4D86-BBBF-15BC0F663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6806" y="662232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B950A8-4A92-4FB0-A699-6D32B9A35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5210" y="679696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B69A07-5063-4954-924A-493980DC2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3984" y="662232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B4299F-C481-4DE8-9FD7-B71A90162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875" y="661861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FC0F33-FF48-44C7-A588-5075A7200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0720" y="66186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A0159A-8FD6-4C70-BEBC-27C1415BD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7244" y="661861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23AAAA-2CBE-4764-A6DF-F2A1A2243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6161" y="679696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473397-6D97-404B-A8C8-8FB2F6FF9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4452" y="66186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A5F556-2639-4AEF-9A05-6C996A325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4138" y="66186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9A9D07-D53F-4EC3-9132-771438C49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1671" y="66186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869C8C-00C6-409B-B407-564816726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8252" y="66186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786D28-D005-465B-A8E0-52EB49742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7112" y="679696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954F4A-C508-4E8E-A8CD-250F70364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5402" y="661861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47416F-324D-40AD-9164-8E5908B6A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4034" y="662232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2D7B94-AB9F-4B1F-B59C-7133E068E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2623" y="66186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146BED-0C55-4A06-9A51-16BC68F11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9432" y="661861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6E2876-0AA0-467E-A772-E5D46C035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8064" y="679696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ED0165-991E-4F3E-86FE-44EF115B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6610" y="661861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374CA9-0B56-40B0-9569-B668C7C61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4359" y="661861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1C2A2E-EE4B-49DC-A962-C5915D027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3574" y="66186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CF6646-DF1D-49D9-A815-7B5ECF933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9100" y="661861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D45E72-EF81-4188-AB5A-55E39A037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9015" y="679696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550993-8152-4187-85BD-4FFB4529F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7334" y="66186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618BF2-F7F3-4F03-ABCC-5EEC5E73C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991" y="66186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5FB11F-8AF2-4963-8BE9-8A786C66F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4525" y="66186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335D0F-C43F-448D-8544-F44DA6E18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2644" y="66186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322CA5-0F77-408E-B9F4-F582F20A9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9966" y="679696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EF22A3-B268-4C9C-8BCE-1128924D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8256" y="661861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AD3D88-A535-45C7-BD8F-F135B051C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75" y="661861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34F47C-29FE-48A9-B2B6-D850B6673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5476" y="66186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8C602C-BB6B-4AC0-B8EF-8E527B490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2284" y="661861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53D582-EAC8-4112-924D-0E467ECBA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0916" y="679696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811DCC-3CE5-41FB-8077-2EA357C99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8181" y="661861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3C6507-417C-451B-AD0B-7E1A77657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8893" y="66186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916444-550C-47F2-BCCF-EC42DC595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919" y="661861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47827E-D7D4-4009-A898-654433F38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808" y="679696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4AC4B4-93AC-4E72-9780-A2B53B42B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11" y="662232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0B48CC-CBCC-4CA1-837D-738369041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9104" y="661861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6F7BDC-5739-4666-9EE7-B654078CB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7378" y="66186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283659-E7D8-4D02-901E-4377C1766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187" y="661861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952D83-50D4-4CA8-8CFB-33A58E302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2819" y="679696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F8474E-022C-466F-8D27-E5BC2F544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1366" y="661861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52FD34-EAB0-403D-BB3F-06DEFEBE9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9257" y="66186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F91631-0251-43D3-8C36-EE4E8C834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7866" y="86954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247AE1-90D1-48FA-9220-762E5A691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4932" y="869911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810601-F65A-47CF-B4E0-5BF1253B2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3307" y="88737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970724-6932-449B-A993-54CC0CF27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1483" y="869541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C95144-C64A-4E6B-8333-D71B9335F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0201" y="86991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D9D7C1-D9E7-4AE1-A65D-51BEDA244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8818" y="86954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ED5C03-EA53-42C5-A3EE-CE1482218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370" y="86954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395CEA-4BC0-4E9B-B643-F40C1FBF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4258" y="88737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8B5123-4084-454E-8457-CFFCA52B5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520" y="869541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FC14A8-4C0E-4D00-B0C6-E38DC58CE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924" y="869541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626685-4199-4AE4-B473-FF3CC2806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7261" y="869541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4E651F-8435-45E7-80E8-F2F09F532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6149" y="88737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583BFE-6688-4965-A7A6-7FC98DD8F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4924" y="86991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05C9FE-39C5-4BD5-A693-1B7A3F99E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2530" y="869541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8298AB-6F4F-4A3D-ABB8-7C254B11A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9410" y="869541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766978-2ADA-4B71-8F48-4042B9490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7529" y="869541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5B092A-154E-4AFD-B25D-D5CFB0C6D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6161" y="88737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0593C3-8076-49EC-913C-0EEEB5BA4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426" y="869541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3DB0DD-8072-4895-8CA4-52D907EC2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4138" y="86954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FB428E-5A4C-4C4C-9228-3C513826E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0133" y="86954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3F2813-C17C-4FE8-84CA-1BE245CEE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9791" y="86954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584FC9-88A5-48F5-889D-7D58C8BA4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7112" y="88737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0490CE-17F6-446B-A32B-6D5C496CD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5374" y="869541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1C05B8-3EAC-4D8D-B9E1-81C1B8EC2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4006" y="86991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0D4C69-6A26-47F2-9439-C25621CEE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1084" y="86954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7D988E-DB93-4E8F-BDB3-B5DA3829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9204" y="86954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C797E4-3F1E-4742-B387-F3161DA94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8064" y="88737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5DEA42-73B0-4E84-95E0-F1486F2DD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6325" y="869541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C5181E-D933-4569-A810-5DDE1EC55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4359" y="869541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DBDDC1-F84C-447C-945C-98DD5E8EB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035" y="86954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4B25E1-5AFA-407E-B047-FABF0B5FF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0097" y="869541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A3F6A2-6B6B-47B6-9371-A046E41D8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9015" y="88737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534AD1-1232-4F62-B107-E0A56AC57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7191" y="869541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E0EDFF-60A3-408D-AF80-E4BBA5892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991" y="86954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B73EC2-9E1F-489E-B93D-96A128D5D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4525" y="86954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5FF895-F114-4556-8014-2E96CB740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0963" y="869541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71352C-4EF4-47C1-A057-BE509B826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9966" y="88737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B7D3CA-44DF-481C-954E-8D8EB9687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8284" y="86954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AC1A58-7C49-444C-8E1B-C52A6492D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75" y="869541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A5C0FB-6350-4839-AD6A-48D9F0110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3937" y="86954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E03370-5585-43FA-8763-4FA27B4D1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2000" y="869541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A7B0D1-3AF1-401C-B990-094B7F119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0916" y="88737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37D2DC-7ACB-4B49-837E-88F131396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9463" y="869541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CF550A-F819-4027-A713-7FBC835B5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301" y="869541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924697-D329-45E0-AAC7-018F52370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6428" y="86954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1CCA4A-9D03-476F-B148-6777F208A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3008" y="86954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8FF7EB-2C59-4844-B41C-E1733E709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868" y="88737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6BA6F8-8A11-4901-A3B2-880C52CE4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0671" y="869911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9B4401-68B4-403D-990F-B6EEFDB8E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7252" y="869541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C0A209-E454-4D64-91AC-FBEBB7A71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7378" y="86954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1C6BDA-F1C7-4604-8076-1026A93F0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3931" y="86954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53B8FC-D4A9-4C23-B23A-15D7C17B9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2819" y="88737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893A36-4E50-4A15-8549-71863B350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1594" y="86991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E3DE4C-191A-429A-B58C-87ED63C9D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9485" y="869541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AF6AD9-A846-4EE1-BCB7-46B8B36FE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7866" y="107722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1E32A6-D1FF-4E5C-81F9-273E83F74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3393" y="1077221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EADE88-3319-4330-8C3B-E931D3E6D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3307" y="109505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056C97-A2F8-4869-9182-C97D2E002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1597" y="107722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F03AA0-DF76-4DEB-AB76-13FA7427A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8691" y="1077221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D7ECDD-9D3B-43E9-8EA1-4147C2D26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8818" y="107722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CE8AF4-69CB-4C36-9EC8-513673AEA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855" y="107759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2AB6B2-E5C6-461D-89E8-A171B2045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4258" y="109505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A4A795-B108-4114-8A16-29F30DF6D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549" y="107722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A6CBFA-5AA4-4865-8684-98B767E99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668" y="107722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24D0F4-0E70-41B0-8986-B064560C1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7147" y="1077221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DB39E1-40EF-4CA3-9131-85573B37D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6149" y="109505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E704D7-7AD3-4ABD-8BC7-46278A563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4696" y="1077221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59721E-36C0-49E3-989C-1FF24BCB1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533" y="1077221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1F57E0-2104-4970-A850-7428AD40E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0720" y="107722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FA4A72-3DD7-40A6-B5A4-8CB0EF04E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7757" y="107759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F46E8F-7706-4A4D-B606-DB3758841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6161" y="109505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8193D7-B03B-4B04-B6F5-B95E2F402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4936" y="107759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5D24DB-BD50-4128-9B00-B910B659F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2599" y="107722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E5348B-06E2-4571-9772-807BEC33C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0361" y="1077221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E654B6-33F5-47B3-841A-7B73399E1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8252" y="107722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0F5AFA-38CB-4DE8-84BA-6BE1C55E9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7112" y="109505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743E2C-4F9A-4E12-BF94-CA00A044A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969" y="107722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C33160-36C7-4BED-BF7B-AD09F012B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4006" y="107759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BCE0E9-DD8A-41D3-8CBC-75783FD12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2623" y="107722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177063-F8C3-40D1-9D6B-359B8F79E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9175" y="1077221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8183D1-98EE-4383-9106-5786BCBD8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8064" y="109505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682CB1-16D8-4D9F-BEB9-D22FA2866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6240" y="1077221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C1528F-CDE3-40A0-B983-F6C8CDDAC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4359" y="1077221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FB91AD-01A3-4E9D-9611-1F4C23FEE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3574" y="107722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B897A1-1C77-4E54-BC88-1B4FD9DA1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0610" y="107759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AAED22-A75F-4E11-ACA0-C4B1B63B3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9015" y="109505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16B84D-9E34-4701-9141-342D2B110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7789" y="107759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D1F077-599B-4016-BDFB-B590982E1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5310" y="1077221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549CCC-4AA4-4835-B104-8B13AE579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2986" y="107722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0F4374-2C9C-4645-97B6-302C89724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1049" y="1077221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D55633-640F-4946-BBEA-C51BF01AF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9966" y="109505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5430FB-E467-435E-8EB3-EDB47BF60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8769" y="1077591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F82126-378B-456F-9E98-2693CED3C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75" y="1077221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90654C-D40C-4C53-9AC9-755E94BFA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5476" y="107722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4A71CA-7FC8-43EC-B9E5-B3DEBC70D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2028" y="1077221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EC9212-B9BD-4CE9-AF4F-C88FAB2F8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0916" y="109505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D09574-B466-470B-95D8-311780AC3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9178" y="1077221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42498F-BEE6-4F93-A081-54581E443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7212" y="1077221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5E33B0-29AD-47CF-8445-D6801B76A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6428" y="107722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BB36AF-ED94-4829-81AB-7E12EDEF5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951" y="1077221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0B4794-AF45-423A-A616-E4BBE7130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868" y="109505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0FA51B-1945-4B47-95E7-1D559C7B3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0671" y="1077591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6E1A91-F22B-40C0-A43D-6248D3F35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8250" y="1077221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22496D-56CE-4CBB-99E5-AF25410FC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7378" y="107722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6840BF-5067-4866-A9D3-946EAC644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415" y="107759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1E35D7-84DF-4ADF-AB8A-165BA8F19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2819" y="109505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E5586F-DB5E-47E7-989D-7B4A9F19E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676" y="107722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F5D666-284B-4D78-BE5C-BCBBA1E77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9115" y="1077221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8AEEFC-A1E3-4DEB-916E-CABB93D4D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7866" y="128490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B078DC-FC02-4975-8B39-0ECC8AB88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4932" y="1285271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30BAB0-4747-4D58-8F4F-4C0E1C21D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3307" y="130273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6223C1-2DB6-49D6-94BA-EBB37DBC0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2110" y="1285271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D21DE1-81CE-4F21-B0C4-BA3DE8BE0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9973" y="1284901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74FCBA-F9BF-4DD7-96A3-50AEFAD0B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8818" y="128490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7110A9-F888-4B50-B12C-4DC02657B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256" y="1284901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B6F7CB-13E3-421A-BDC6-E5445FEB3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4258" y="130273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0DC1C6-56CD-4674-9754-460E70A93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4116" y="128490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99BC31-9E8E-4766-8772-A27C1BF80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668" y="1284901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5864EE-B7C2-445F-A659-764DB1D85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7147" y="1284901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4F55EC-763F-4AFA-8E73-096709345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6149" y="130273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948852-000A-4CC3-8613-70B468C62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4440" y="1284901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8EF190-7FD5-430A-A99F-5B059FAE4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3043" y="128527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210790-C968-42D5-9507-E58721FD7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9182" y="128490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29C25C-0E80-417D-88A6-633160D84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839" y="128490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105EB6-9D49-4E33-B935-1141E5FF0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6161" y="130273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8250FF-CE52-4485-9133-2C6AC1DF6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4936" y="128527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79FEB6-B664-4388-AAB9-43A650656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2571" y="1284901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1D3DCD-EBC3-49B6-8250-4DEDEE347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0133" y="128490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B67593-6AB4-42FF-88B5-FF9D03928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9791" y="128490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4B949C-4282-4EBA-A248-7C84E33A4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7112" y="130273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CC6678-AA4F-459C-BFA4-29107D61C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4377" y="1284901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F4187D-5841-4F06-AC4A-FF26130BD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2496" y="1284901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AA77BD-A0CA-405F-A213-8EEEAEB4B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1312" y="1284901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27F11D-937C-43ED-847A-40AB3CB3F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9688" y="1285271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00CA94-804B-4C6E-ADCC-74A9FEE61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8064" y="130273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908DE6-132D-415B-A72D-B7FFB7791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6382" y="128490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9FCC71-E61D-4A61-931C-287A3C9A2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4445" y="1284901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AFD9D1-E34B-480C-8C63-1A8B9A049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035" y="128490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0E98D0-A060-43C4-B394-4FC9B865D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9100" y="1284901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9009C8-0893-4F1F-9C7F-F4A86F2B5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9015" y="130273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2EC5C7-35E3-4679-9344-BEFC5C6B5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7561" y="1284901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620D43-A7A9-4470-9912-E565535AE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5396" y="1284901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077659-84DB-4E2A-8AD3-E2C7012C2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2986" y="128490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37AA36-CA1D-4415-BEA5-B33A26ECD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1106" y="128490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2996A2-955D-42AD-9B0E-83BDF368A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9966" y="130273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50C18B-239B-41AE-AE25-4A34C7F5A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8142" y="1284901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E61A26-885F-4357-8996-23829DCCB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75" y="128490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9B8A25-90BF-4DB6-8209-39F905DDB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3937" y="128490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7F1959-D498-48AB-BC22-42BC637E9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2057" y="128490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42CB12-8DC7-47BC-8F0A-C74974F9A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0916" y="130273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EC3624-2BC1-4298-9EBA-40FBBA368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8181" y="1284901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24474D-868D-4A83-BE4C-4FF6B32EB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7212" y="1284901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8932A9-E173-4744-8AAF-11CBC36DB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6428" y="128490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0C4C29-7E7C-46C8-8883-B23E27E5B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3493" y="1285271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FED098-47A0-4EFF-94A0-E9834F515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868" y="130273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EB9454-0034-4AF2-B6AC-93EA62001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0187" y="128490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EF49E6-0EAD-4652-88E8-BF0070865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8164" y="1284901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59E092-118D-460B-BF3F-75BF9ABEE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5840" y="128490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8FC354-9E55-4275-958A-5BA76B3BC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3902" y="1284901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12C65E-D2EE-4330-9150-599B490DA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2819" y="130273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4C8B10-D54C-48F0-BC05-0D7119ED2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1594" y="128527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CE0A19-D514-4D73-9434-15319D77A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9713" y="128527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8B8A0F-A09E-48FA-BA80-013DE51F1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7866" y="149258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773128-D948-4890-A95F-AA19F9ADD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4419" y="1492581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CE9C23-442C-4827-BE6C-E40C1A9C9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3307" y="151041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E7236C-76A0-49AD-B41B-9BA846DE1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1483" y="1492581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63D30E-7856-4676-AB14-8BE72F2A0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9745" y="149258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5B249B-045E-463C-A9CE-A56617633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8818" y="149258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EDC31E-097D-47ED-B5C2-B7A84A4A6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256" y="1492581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F495B4-E2DB-48B1-8F1C-544FF8F95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4258" y="151041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554E8F-76CC-493F-A8F3-99AF592A2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3062" y="1492951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2DCBE7-9225-44D7-894C-A507D24D1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235" y="149258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B3F19D-E9B0-4158-821A-F69912908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9769" y="149258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E0EFFC-AB02-43AC-897B-61C8A1B4A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6578" y="1492581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D218F6-B0B9-46C7-B2B8-F681E3D91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5210" y="151041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DB11DD-4169-4107-9552-7E8BE8CC1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4013" y="1492951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E76CF6-10A5-49C6-8B23-80234878F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2132" y="1492951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E81DC0-4442-4EA5-9A92-CF3A27AF3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9182" y="149258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4226B0-080C-4698-A250-8A1D93CE8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7785" y="1492951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FBCABC-0208-4D0A-B03F-C8F0F196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6161" y="151041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0EDBCB-C8F1-4986-BD0D-5FCC9F861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4936" y="149295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10DD66-E5E4-48FE-ADD3-234973482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2571" y="1492581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145551-E2E1-4711-922A-2012AE279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0133" y="149258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C7E80C-F815-431D-BF91-E5B896EF5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8252" y="149258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BD9851-908C-4917-A24A-647CA854B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7112" y="151041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E46B0F-52C1-44D8-BD9B-CDC8BB2CC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5887" y="149295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533749-257A-4BBE-9C2D-791F4CC85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3522" y="149258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0A81C0-8B2E-4D79-A967-8B43521EF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1084" y="149258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F9F470-7CEA-40B5-BABF-D0E8A4234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9175" y="1492581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A847F7-BBA7-412B-B67C-F7A5F3660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8064" y="151041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87876A-D751-44BE-9859-851F9E2F7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6867" y="1492951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18EC03-77DD-486C-AF32-72B902C30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4986" y="1492951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F54F93-1EDC-4A22-8C12-BE3F1C92B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263" y="1492581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2D70D9-2F92-4AEC-A3A0-C8FDBE82A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0610" y="149295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CBD189-9A21-4DBB-A682-1EAB95BBB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9015" y="151041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80DE5C-B140-46B3-9F1C-F95F8D2E8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7818" y="1492951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EEFD3B-9E81-49B2-855E-12F1C6570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5310" y="1492581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953EA2-B9BF-4F80-B909-0646F5D86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2986" y="149258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197FA6-19F3-4D64-A396-67D4CE70A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1561" y="149295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B13897-6B3C-4990-B30D-5BCD68FFF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9966" y="151041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FD3844-849A-4BC8-AA40-2B1E6F9CC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8284" y="149258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8331A7-F1BB-481D-BEA5-62282A498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5350" y="1492581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AABE57-A075-40C4-8728-B9BE314F5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3937" y="149258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1C27B2-240A-4616-B7B3-0E4D3F75C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2028" y="1492581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256986-4CE6-4E9D-81C1-6045BF83D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0916" y="151041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E7C41D-BA1D-4D78-8E9D-F0AE2B21B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8181" y="1492581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E7DC01-3376-4D65-9E23-1625DC3E1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7298" y="1492581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0336D3-8E2F-4A56-827D-C02D2061F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6428" y="149258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7FC8B9-FC3F-46F2-9F88-A69E4C85D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866" y="1492581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49E285-4916-4C2F-A265-DF270C3EA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868" y="151041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EEDC65-8F90-474A-8F76-809C878E9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0130" y="1492581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BE8096-4774-42D0-BED8-6481AC6D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8534" y="1492581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1B43B1-6FFA-488C-A70E-6B249DB35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5840" y="149258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798167-E8CC-44AD-9483-29FBD790F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3959" y="149258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4E5562-CD9B-4CA3-A001-036A03095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2819" y="151041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F96234-0AC3-4EFC-88F7-2C055503D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1110" y="149258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028531-79AB-42ED-96C2-75CC9DB87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203" y="1492581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8B710F-0E7B-4316-803F-9F7125331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7866" y="170026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9A5C77-1A5F-465C-949C-0CC23AF71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4675" y="1700261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8C3A50-D98E-46FF-BAEA-50233CCB1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3307" y="171809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CDBEFA-7437-4AF5-B263-C5ED7542D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1597" y="170026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CE334A-B849-4C70-8CB4-EC7473F74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9717" y="1700261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159716-1E1B-4AD7-9B20-7723AD567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8818" y="170026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63C65F-3596-43CB-A2D7-5B5084F71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883" y="1700631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5C9227-0BE6-415E-8FAA-7D5D917B2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4258" y="171809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386F18-E72D-4E91-95F6-79FA58362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520" y="1700261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2245A4-D120-4694-899C-476DA5502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640" y="1700261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2E3E38-ADA2-4EF0-A0A2-56E0213FB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7147" y="1700261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5A509A-456A-4273-BFFA-C27A00F63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6149" y="171809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1903AF-7473-463B-ADCD-FE65D6EBC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4924" y="170063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C97118-8CDE-4842-B660-B30C844C1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2559" y="1700261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EF35A4-46F8-49E1-A8B0-C1321FB30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0720" y="170026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E978F2-9ADE-4604-8ED0-BC82A3B4D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7272" y="170026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419C8E-F7F1-4D80-951D-2CC1968FE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6161" y="171809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AAE73C-D4CE-4FEE-B205-364ECC38B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4480" y="170026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7E1539-56C0-489C-B29B-AFA958C88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2599" y="170026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4BF2FD-B293-4A0C-B4BF-02BD299D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1671" y="170026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B861D7-30BE-439A-8052-6650DEE8E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8224" y="1700261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C5B7F1-23FD-4AE4-A4C1-C013EEFE7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7112" y="171809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A4687A-51DC-4263-9A49-BC3B7CB26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5887" y="170063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1BFC80-44F1-4E70-8C8F-A8AC91B2D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2496" y="1700261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CDE185-6806-4888-8689-AB067BB1C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1084" y="170026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63242A-3062-4F97-B6EE-80237FE41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9147" y="1700261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88DE38-42FA-430B-A810-AE4D260DA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8064" y="171809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74D776-6C7D-462F-8B5D-0BD34C21A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6382" y="170026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216DAB-F20C-4077-A0B9-5DF7D5C18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4958" y="170063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73DCA8-D91E-468D-A7DC-08B487B1C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035" y="170026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7D89B7-BCE0-4167-A953-E24D31987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0097" y="1700261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8E0F24-A8B7-4DBF-B8D7-936D68939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9015" y="171809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61ADDD-9B44-41AC-84F9-B03EA676A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7334" y="170026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AE6592-6DE4-4BD7-B0B6-61314CCD9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5453" y="170026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93139D-95D5-4800-9DF8-D86D0DDF1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3214" y="1700261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02F162-1050-4387-B4D3-8E1C9EE68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1106" y="170026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C38A3A-60E9-4FFE-959B-14877A7B5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9966" y="171809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76D590-BCC4-4419-8126-B5C078499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9823" y="170026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A7B1DC-39E7-4676-B7B2-05B4B04BE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888" y="1700631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EE786B-DC71-448A-BCA5-D029BB30F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3937" y="170026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B105E3-45B0-456A-AEE3-839ED6BA5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2057" y="170026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76003F-C901-48FD-BCF5-9A3ED562C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0916" y="171809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592C55-F644-4C0C-B663-D6A91611C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9720" y="1700631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B0A23A-18E6-494E-8D71-71CC9CCCC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7212" y="1700261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057025-EF84-4B6A-B8EE-898F4D154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6428" y="170026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ECC0A2-463A-4A90-840D-F2EA7F10E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951" y="1700261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F72118-A738-494E-BAF5-838417CAD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868" y="171809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5280DE-1D30-4AB1-9F41-5C869EF4A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0671" y="1700631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8A9DB1-5EA5-4652-9207-AA945B061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8534" y="1700261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AC76B5-D1C0-4F3E-8241-DA773A6B2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7378" y="170026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C95BC6-59A1-461E-9C27-EB9804402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3931" y="170026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198DE0-5D17-4E50-AF11-D5E6316DB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2819" y="171809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2D6ED3-411C-4A79-B5BD-2616C8097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0996" y="1700261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58356B-3A55-43D3-9EAE-521325448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9257" y="170026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827567-7A4D-4F49-BF68-06542B450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7866" y="190794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4226D9-BB49-4BF7-AD95-1A22F0436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4903" y="190831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299781-AE31-4D52-A5A5-A4A0C59F6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3307" y="192577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CAB216-F26F-4950-A009-0582CF2F4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1483" y="1907941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54E99E-D67A-4C36-BA75-598F2FB62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1284" y="190794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0019AC-6CF3-43D0-9E7B-7B6F8570B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8818" y="190794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ECF61E-04D8-4617-9485-71E2DD2A5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370" y="1907941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183599-3A3E-4A01-9C2F-7CF2B8CC2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4258" y="192577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DDF235-1AB3-445A-A9A4-AA95FA9E7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435" y="1907941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D13F13-0906-449F-8CEE-52B516D38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668" y="190794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9B5546-A6CC-4402-A160-E9FE07C7D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9769" y="190794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A588A1-4CB4-4B9D-B430-7C4033FBC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7888" y="190794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F73311-6515-42D4-90B0-D28EDE823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5210" y="192577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7C5096-BD42-40E9-93ED-7CAE6C6A7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3386" y="1907941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402A9C-22E5-4F28-86E8-D93FB5C08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619" y="1907941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447769-24E7-404B-801E-6A73A2DD0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9182" y="190794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CC65F8-705F-4D48-AEB0-9517081D6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6247" y="1907941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B64DD6-50B2-4004-B761-F0C933514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6161" y="192577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4BACD1-BE38-4E01-A649-8F507A4B5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426" y="1907941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3214DD-DE63-48D0-B08C-56BA7F9D0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2827" y="1907941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314ADD-8C29-465B-9446-8C611BEFB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0133" y="190794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5439B0-B256-4FDB-A583-C864C07C0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8252" y="190794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AA8E23-56B3-4D7E-81CA-F7703CAA9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7112" y="192577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BC4ED6-B194-4F0B-9CF8-1CEB3BFEF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5402" y="190794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70DDAB-D7AC-45B0-8578-7D015BB52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4034" y="1908311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A0516E-F3A6-4294-9EC2-80109F13A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1084" y="190794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1692B4-52EF-4B01-88BA-E023EAF2C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9660" y="190831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08A897-ECAB-420A-8957-052EE4DC4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8064" y="192577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AAE5CA-14F7-4A1F-8ED7-FB9217D6C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5328" y="1907941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3DB9DC-3E58-4A21-A606-DCD871909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3448" y="1907941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5B4B87-F545-4D24-8D41-07F256983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035" y="190794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DC3DDF-7C44-40F2-9FD6-33034CB0B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0639" y="1908311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6C05FD-9E7D-4B15-B6C3-43C61913F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9015" y="192577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1601ED-4CB3-4002-817D-52F95E360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7191" y="1907941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5BD905-D67F-4267-B0BD-3FCF44E42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5310" y="1907941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D1ADC3-F350-4267-B142-5C6B0AD13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3214" y="1907941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58A37D-034B-4908-B499-1BE16C23A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1049" y="1907941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DE38CF-F5BD-4A86-B36A-DF54D1F73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9966" y="192577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9AE393-932D-4004-9A36-574F12156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8256" y="190794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D5A739-E84C-4F32-85A5-AFC475ACB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5350" y="1907941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A31494-BA53-4ADB-847F-9A6AD9BD7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2883" y="1907941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77A702-F2C5-4153-A3DC-0852E3A5E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95" y="190794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04667F-6BB4-4B5B-BB9B-E4B1665A6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0916" y="192577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BE5640-07A0-4FBC-96ED-E93ED9023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9178" y="1907941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B27C67-E1BA-439D-9A92-0FC5BDE17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301" y="1907941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88A882-D892-4B3F-9F3E-2F7A28E55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6428" y="190794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31F75F-BFA0-4788-9345-FFC064244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980" y="190794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6630EA-9BF7-4B3E-8EB5-B89EBC237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868" y="192577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99AF10-463F-4BFA-B655-48040CEAD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0415" y="1907941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8BE6E7-B728-4202-B8B6-540BD9224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8278" y="1907941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75645A-00B2-4621-8366-CFA43CAC7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5840" y="190794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09AA6E-0A9D-46D9-A936-B5129622D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187" y="1907941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DFCA52-C3D2-408C-819E-ACB77898E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2819" y="192577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F167D7-8116-43DC-9379-081B54F67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1081" y="1907941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D9B05C-4B65-48C7-9AEB-7E7478633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9229" y="1907941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0ABC22-3457-49C2-AFB9-081D02E8E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5244" y="2115621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1C17CE-9A8B-42FC-9607-58011CBCC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4247" y="213345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DD8EE0-CD8D-4A3F-8906-A10F42B0E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2537" y="211562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278809-F8C0-4FB6-AC31-08BDA6DB7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0656" y="211562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CDE8D9-2116-428C-9D89-5B8A26F6B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8818" y="211562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F58701-24E3-4F5E-BC0F-0B7F54A33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370" y="211562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168D83-D966-4D64-8176-135EF5BAB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4258" y="213345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088FC5-6369-4523-9FC0-7A00117BC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1523" y="2115621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BEE8EF-A34F-4611-9937-491F255EC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1152" y="211599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E3BC59-5110-4FE4-93DC-71A641CFF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7261" y="211562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C82A81-7258-4C2C-877F-7165E3B10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6149" y="213345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E593D7-7179-47CE-95D9-095143CA4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4952" y="2115991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68D159-A19E-4109-B17F-A3A6F02C4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4126" y="211562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F44CAC-40C4-4351-9407-BE7F916CE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0720" y="211562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222CF8-200C-48FA-AEA2-1D87F2BFC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7785" y="2115991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9F0403-E68F-4EF5-876F-48E5EB4BC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6161" y="213345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054EBD-7D62-4388-A1F4-EA72308B5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4452" y="2115621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B84202-50EB-4813-AF4C-129A64AC6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2542" y="2115621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0046FB-F2CA-41FE-A9BC-3377BDB7B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1671" y="211562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1AF94D-914B-49D1-9C54-92D19395C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198" y="2115621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399629-0AFF-4A02-A8BB-DB39D0E69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7112" y="213345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C995DD-4574-4BF4-9203-AE3A75783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5374" y="2115621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186FB6-47CD-48D1-ABCF-B0420BCEF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4006" y="211599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7144E7-6A44-4D6A-9CAE-FBEB88F9E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2623" y="211562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0A37A9-6F6F-4EC9-9E72-D417CEF58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9175" y="2115621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66D350-FC0E-44B1-901D-F6843F9AD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8064" y="213345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837D0B-9DC4-43AF-BD71-FC6CAFE11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6838" y="211599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614ABB-8046-4D3B-8C7B-8821FFA4C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4473" y="211562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21144E-BA17-4A4E-BA58-4C6A34EF8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3574" y="211562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640545-F918-4F20-BB7B-B20648BFF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0012" y="2115621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B5EA79-F3E3-4EAC-8589-6EAB773F9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9015" y="213345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EF62C7-5A26-427E-9A67-8151A0062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7818" y="2115991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BF29D5-EFFA-4017-AB82-BF5C1FD59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991" y="211562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0FE0B3-5646-4F49-922F-21B7B075A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4525" y="211562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99DE96-4F07-4D17-8C5A-C228910CB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1049" y="2115621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F0393B-7CEF-422F-9A5B-E2CDBCD5B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9966" y="213345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BD52A6-7481-4484-9C6F-9D698896E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8769" y="2115991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517D2A-38F8-4B65-8B2D-50BA49709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7942" y="211562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878ECE-EE90-44BC-B7A5-7F9E7362A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5476" y="211562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E9710C-DC29-4CCE-AFF0-7E5C5A4F5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2541" y="2115991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A1E14C-661B-4C60-B155-69CC9B471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0916" y="213345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BD9215-4CBC-4AA4-9FA5-1A7E38F8A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9178" y="2115621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5FC583-2847-4AE6-997A-3EB97BF76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7583" y="2115621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F8DE4A-DD95-4A23-857F-CB7EA5F8B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4889" y="211562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DA846D-E382-4C47-B9CE-36B41C722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980" y="211562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8F86F0-5609-4B8B-AE3E-C6893220F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868" y="213345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A1BBD0-07E9-4AA8-9FD7-C5D785A4C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0045" y="2115621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670FA1-0189-4DB1-9CE2-10D544112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9845" y="211562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972B06-2575-4AEA-B678-ACF4CA0EF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7378" y="211562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AB61AB-3F8F-4640-B040-090884273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3931" y="211562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DB3845-AAEC-46F5-88F7-B8CD04B60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2819" y="213345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96A5D9-8BEC-44B6-84BA-1F495577F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676" y="211562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1DE24D-CE8F-4687-964E-CBC08AC61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9115" y="2115621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28A97C-1725-4517-B5B5-9F7E714D3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7866" y="232330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0E65B7-C14E-4862-84C3-31F6E1F9A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3393" y="2323301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134ED6-963A-40A5-93B9-FC0045C01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3307" y="234113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DD05ED-ACC1-4E20-A8A3-A09A026EF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1483" y="2323301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AD5A57-8268-4F26-BE87-54E5C6C15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9688" y="2323301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83C5E5-F8EF-4F12-9D47-71F13EC62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279" y="232330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BF1BFE-3202-4273-A499-C01C627DE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399" y="232330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1F1883-696F-4D07-A971-070A6B4FC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4258" y="234113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48CFBF-104D-4260-BDCB-5EB5DBAA2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3062" y="2323671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C786B9-30CF-4DC6-9F8C-E45AF319C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668" y="2323301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8CF071-8A0B-4D92-B036-A912A8560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9769" y="232330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D02F31-8EB1-4DAC-9EAE-CCC5DA529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6293" y="2323301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485FD8-3BDA-4C50-961D-2BCCA6CE7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5210" y="234113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865187-9DB1-4862-A8BE-2362FE020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5067" y="232330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CA1B3F-9E24-4A7D-9B84-578B34E65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619" y="232330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B74A44-8D67-4840-AD3F-99B374041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9182" y="232330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FA014C-F1FE-4BDA-BF37-98558C7BE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7244" y="2323301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D1B1D0-B891-41DF-8DE8-050F69E2D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6161" y="234113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3580CC-DBFD-4EB5-A126-A5881F38F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426" y="2323301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88E551-B200-4948-841D-430D7E7E9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2571" y="232330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193011-87C2-4FB5-A252-1409DEFCA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0133" y="232330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D127B9-06AE-4BAC-92DB-B360DBD54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8480" y="2323301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36D120-03EC-4197-B9D4-B142ED1E4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7112" y="234113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CF3E1D-D8D8-4388-A7D8-54833D30F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5915" y="2323671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D93AAC-B466-45D9-B704-ED5D6FE71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4034" y="2323671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231803-5444-45E9-B80D-0F3CA9E04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1084" y="232330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7C3ABC-210F-41D5-B7F5-3B6FA0E6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8150" y="2323301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A83DF2-E496-4B1A-8127-CF5465E73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8064" y="234113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F68668-A6B8-4BB4-869E-E7F2FAB3A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7921" y="232330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06B4FA-FA6C-4577-8A0F-E66475B58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4958" y="232367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4A634F-E86D-453D-968D-F1287EC09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035" y="232330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EC00AC-A40D-47EC-886F-9CA0ECB90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0382" y="2323301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C76AEB-484E-44A8-BA64-A12C1195B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9015" y="234113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8AC52D-2778-46D8-AFDC-4183D5672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7818" y="2323671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28E30F-CCB1-4512-95A8-4D1C29E32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4399" y="2323301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9D2D79-086D-46BE-A1BC-29891C963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4525" y="232330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5F342F-F032-4CDF-B5D2-F78505796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0963" y="2323301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E28233-9284-4625-B8E4-E1EAB7578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9966" y="234113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7CD4FC-A18C-49BA-A5A9-22241A213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8256" y="232330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F4133A-F446-4CCD-8E83-050BD4DDA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75" y="232330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9CD344-59DE-4AC6-B2D4-52DF70FC6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3937" y="232330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8BC699-9269-4E9E-B1C1-562C2EEE0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1002" y="2323301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2549A3-E951-4E50-A6ED-245249F61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0916" y="234113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DE02C9-1ECB-43D2-B129-41D2C909B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8181" y="2323301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275391-F0D8-4421-A60B-0A74C135F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7298" y="2323301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B77E70-002D-4457-A3AF-189537BA4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6428" y="232330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3B7B42-2F76-430E-AE81-65CDA1237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980" y="2323301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BBFEC2-3F4D-4633-A99F-F2D2B0B17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868" y="234113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C5574D-F9A6-42D3-ABAA-64A3BCB07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0187" y="232330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A30D92-F20F-4311-B5E6-792D19095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8278" y="2323301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038FA7-1A91-4A53-9AE5-00F344558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068" y="2323301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024680-43FF-49E9-8A45-963348364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187" y="2323301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4A3755-6257-4524-B790-B7E32CF18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2819" y="234113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837A04-4DBF-421D-AA71-43D1B9E83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1622" y="2323671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53FD43-028B-43A2-8120-D807CA42E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9713" y="232367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26FE0A-5EDB-4FE9-9CAC-A05249204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4344" y="80698"/>
            <a:ext cx="59907" cy="59189"/>
          </a:xfrm>
          <a:custGeom xmlns:a="http://schemas.openxmlformats.org/drawingml/2006/main">
            <a:pathLst>
              <a:path w="59907" h="59189">
                <a:moveTo>
                  <a:pt x="7419" y="4148"/>
                </a:moveTo>
                <a:lnTo>
                  <a:pt x="0" y="4148"/>
                </a:lnTo>
                <a:lnTo>
                  <a:pt x="0" y="0"/>
                </a:lnTo>
                <a:lnTo>
                  <a:pt x="22734" y="0"/>
                </a:lnTo>
                <a:lnTo>
                  <a:pt x="22734" y="4148"/>
                </a:lnTo>
                <a:lnTo>
                  <a:pt x="15316" y="4148"/>
                </a:lnTo>
                <a:lnTo>
                  <a:pt x="15316" y="34221"/>
                </a:lnTo>
                <a:cubicBezTo>
                  <a:pt x="15316" y="41720"/>
                  <a:pt x="16512" y="46905"/>
                  <a:pt x="18905" y="49776"/>
                </a:cubicBezTo>
                <a:cubicBezTo>
                  <a:pt x="21299" y="52728"/>
                  <a:pt x="25526" y="54164"/>
                  <a:pt x="31509" y="54164"/>
                </a:cubicBezTo>
                <a:cubicBezTo>
                  <a:pt x="37412" y="54164"/>
                  <a:pt x="41640" y="52728"/>
                  <a:pt x="44033" y="49776"/>
                </a:cubicBezTo>
                <a:cubicBezTo>
                  <a:pt x="46426" y="46905"/>
                  <a:pt x="47702" y="41720"/>
                  <a:pt x="47702" y="34221"/>
                </a:cubicBezTo>
                <a:lnTo>
                  <a:pt x="47702" y="4148"/>
                </a:lnTo>
                <a:lnTo>
                  <a:pt x="40284" y="4148"/>
                </a:lnTo>
                <a:lnTo>
                  <a:pt x="40284" y="0"/>
                </a:lnTo>
                <a:lnTo>
                  <a:pt x="59907" y="0"/>
                </a:lnTo>
                <a:lnTo>
                  <a:pt x="59907" y="4148"/>
                </a:lnTo>
                <a:lnTo>
                  <a:pt x="52489" y="4148"/>
                </a:lnTo>
                <a:lnTo>
                  <a:pt x="52489" y="35019"/>
                </a:lnTo>
                <a:cubicBezTo>
                  <a:pt x="52489" y="43873"/>
                  <a:pt x="50734" y="50096"/>
                  <a:pt x="47383" y="53765"/>
                </a:cubicBezTo>
                <a:cubicBezTo>
                  <a:pt x="43953" y="57434"/>
                  <a:pt x="38210" y="59189"/>
                  <a:pt x="30073" y="59189"/>
                </a:cubicBezTo>
                <a:cubicBezTo>
                  <a:pt x="21937" y="59189"/>
                  <a:pt x="16114" y="57355"/>
                  <a:pt x="12604" y="53685"/>
                </a:cubicBezTo>
                <a:cubicBezTo>
                  <a:pt x="9094" y="50016"/>
                  <a:pt x="7419" y="43794"/>
                  <a:pt x="7419" y="35019"/>
                </a:cubicBezTo>
                <a:lnTo>
                  <a:pt x="7419" y="414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B17567-1250-43C7-B8BC-A2ADB70C6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0712" y="96333"/>
            <a:ext cx="46267" cy="42517"/>
          </a:xfrm>
          <a:custGeom xmlns:a="http://schemas.openxmlformats.org/drawingml/2006/main">
            <a:pathLst>
              <a:path w="46267" h="42517">
                <a:moveTo>
                  <a:pt x="399" y="42517"/>
                </a:moveTo>
                <a:lnTo>
                  <a:pt x="399" y="38369"/>
                </a:lnTo>
                <a:lnTo>
                  <a:pt x="6860" y="38369"/>
                </a:lnTo>
                <a:lnTo>
                  <a:pt x="6860" y="5265"/>
                </a:lnTo>
                <a:lnTo>
                  <a:pt x="0" y="5265"/>
                </a:lnTo>
                <a:lnTo>
                  <a:pt x="0" y="1117"/>
                </a:lnTo>
                <a:lnTo>
                  <a:pt x="14040" y="1117"/>
                </a:lnTo>
                <a:lnTo>
                  <a:pt x="14040" y="8456"/>
                </a:lnTo>
                <a:cubicBezTo>
                  <a:pt x="15316" y="5743"/>
                  <a:pt x="17071" y="3590"/>
                  <a:pt x="19145" y="2154"/>
                </a:cubicBezTo>
                <a:cubicBezTo>
                  <a:pt x="21219" y="718"/>
                  <a:pt x="23692" y="0"/>
                  <a:pt x="26563" y="0"/>
                </a:cubicBezTo>
                <a:cubicBezTo>
                  <a:pt x="31110" y="0"/>
                  <a:pt x="34461" y="1356"/>
                  <a:pt x="36614" y="3909"/>
                </a:cubicBezTo>
                <a:cubicBezTo>
                  <a:pt x="38768" y="6541"/>
                  <a:pt x="39885" y="10609"/>
                  <a:pt x="39885" y="16193"/>
                </a:cubicBezTo>
                <a:lnTo>
                  <a:pt x="39885" y="38369"/>
                </a:lnTo>
                <a:lnTo>
                  <a:pt x="46267" y="38369"/>
                </a:lnTo>
                <a:lnTo>
                  <a:pt x="46267" y="42517"/>
                </a:lnTo>
                <a:lnTo>
                  <a:pt x="26484" y="42517"/>
                </a:lnTo>
                <a:lnTo>
                  <a:pt x="26484" y="38369"/>
                </a:lnTo>
                <a:lnTo>
                  <a:pt x="32706" y="38369"/>
                </a:lnTo>
                <a:lnTo>
                  <a:pt x="32706" y="18427"/>
                </a:lnTo>
                <a:cubicBezTo>
                  <a:pt x="32706" y="13401"/>
                  <a:pt x="32068" y="9971"/>
                  <a:pt x="30791" y="8057"/>
                </a:cubicBezTo>
                <a:cubicBezTo>
                  <a:pt x="29515" y="6142"/>
                  <a:pt x="27361" y="5185"/>
                  <a:pt x="24250" y="5185"/>
                </a:cubicBezTo>
                <a:cubicBezTo>
                  <a:pt x="20900" y="5185"/>
                  <a:pt x="18347" y="6461"/>
                  <a:pt x="16592" y="8854"/>
                </a:cubicBezTo>
                <a:cubicBezTo>
                  <a:pt x="14837" y="11327"/>
                  <a:pt x="14040" y="14837"/>
                  <a:pt x="14040" y="19464"/>
                </a:cubicBezTo>
                <a:lnTo>
                  <a:pt x="14040" y="38369"/>
                </a:lnTo>
                <a:lnTo>
                  <a:pt x="20262" y="38369"/>
                </a:lnTo>
                <a:lnTo>
                  <a:pt x="20262" y="42517"/>
                </a:lnTo>
                <a:lnTo>
                  <a:pt x="399" y="4251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FD1BD6-04B0-4294-B882-21F4DCE65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084" y="80139"/>
            <a:ext cx="20820" cy="58711"/>
          </a:xfrm>
          <a:custGeom xmlns:a="http://schemas.openxmlformats.org/drawingml/2006/main">
            <a:pathLst>
              <a:path w="20820" h="58711">
                <a:moveTo>
                  <a:pt x="4866" y="4467"/>
                </a:moveTo>
                <a:cubicBezTo>
                  <a:pt x="4866" y="3271"/>
                  <a:pt x="5265" y="2234"/>
                  <a:pt x="6142" y="1356"/>
                </a:cubicBezTo>
                <a:cubicBezTo>
                  <a:pt x="7020" y="479"/>
                  <a:pt x="8057" y="0"/>
                  <a:pt x="9333" y="0"/>
                </a:cubicBezTo>
                <a:cubicBezTo>
                  <a:pt x="10450" y="0"/>
                  <a:pt x="11487" y="479"/>
                  <a:pt x="12364" y="1356"/>
                </a:cubicBezTo>
                <a:cubicBezTo>
                  <a:pt x="13242" y="2234"/>
                  <a:pt x="13720" y="3271"/>
                  <a:pt x="13720" y="4467"/>
                </a:cubicBezTo>
                <a:cubicBezTo>
                  <a:pt x="13720" y="5743"/>
                  <a:pt x="13242" y="6780"/>
                  <a:pt x="12444" y="7578"/>
                </a:cubicBezTo>
                <a:cubicBezTo>
                  <a:pt x="11567" y="8456"/>
                  <a:pt x="10530" y="8854"/>
                  <a:pt x="9333" y="8854"/>
                </a:cubicBezTo>
                <a:cubicBezTo>
                  <a:pt x="8057" y="8854"/>
                  <a:pt x="7020" y="8456"/>
                  <a:pt x="6142" y="7578"/>
                </a:cubicBezTo>
                <a:cubicBezTo>
                  <a:pt x="5265" y="6780"/>
                  <a:pt x="4866" y="5743"/>
                  <a:pt x="4866" y="4467"/>
                </a:cubicBezTo>
                <a:close/>
                <a:moveTo>
                  <a:pt x="14040" y="54563"/>
                </a:moveTo>
                <a:lnTo>
                  <a:pt x="20820" y="54563"/>
                </a:lnTo>
                <a:lnTo>
                  <a:pt x="20820" y="58711"/>
                </a:lnTo>
                <a:lnTo>
                  <a:pt x="0" y="58711"/>
                </a:lnTo>
                <a:lnTo>
                  <a:pt x="0" y="54563"/>
                </a:lnTo>
                <a:lnTo>
                  <a:pt x="6860" y="54563"/>
                </a:lnTo>
                <a:lnTo>
                  <a:pt x="6860" y="21458"/>
                </a:lnTo>
                <a:lnTo>
                  <a:pt x="0" y="21458"/>
                </a:lnTo>
                <a:lnTo>
                  <a:pt x="0" y="17310"/>
                </a:lnTo>
                <a:lnTo>
                  <a:pt x="14040" y="17310"/>
                </a:lnTo>
                <a:lnTo>
                  <a:pt x="14040" y="5456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B31E16-A169-47E5-ADFC-F1D486610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5696" y="97449"/>
            <a:ext cx="43076" cy="41401"/>
          </a:xfrm>
          <a:custGeom xmlns:a="http://schemas.openxmlformats.org/drawingml/2006/main">
            <a:pathLst>
              <a:path w="43076" h="41401">
                <a:moveTo>
                  <a:pt x="22256" y="16114"/>
                </a:moveTo>
                <a:lnTo>
                  <a:pt x="30951" y="4148"/>
                </a:lnTo>
                <a:lnTo>
                  <a:pt x="25367" y="4148"/>
                </a:lnTo>
                <a:lnTo>
                  <a:pt x="25367" y="0"/>
                </a:lnTo>
                <a:lnTo>
                  <a:pt x="41321" y="0"/>
                </a:lnTo>
                <a:lnTo>
                  <a:pt x="41321" y="4148"/>
                </a:lnTo>
                <a:lnTo>
                  <a:pt x="35817" y="4148"/>
                </a:lnTo>
                <a:lnTo>
                  <a:pt x="24729" y="19464"/>
                </a:lnTo>
                <a:lnTo>
                  <a:pt x="37651" y="37253"/>
                </a:lnTo>
                <a:lnTo>
                  <a:pt x="43076" y="37253"/>
                </a:lnTo>
                <a:lnTo>
                  <a:pt x="43076" y="41401"/>
                </a:lnTo>
                <a:lnTo>
                  <a:pt x="23931" y="41401"/>
                </a:lnTo>
                <a:lnTo>
                  <a:pt x="23931" y="37253"/>
                </a:lnTo>
                <a:lnTo>
                  <a:pt x="29196" y="37253"/>
                </a:lnTo>
                <a:lnTo>
                  <a:pt x="20182" y="24888"/>
                </a:lnTo>
                <a:lnTo>
                  <a:pt x="11168" y="37253"/>
                </a:lnTo>
                <a:lnTo>
                  <a:pt x="16512" y="37253"/>
                </a:lnTo>
                <a:lnTo>
                  <a:pt x="16512" y="41401"/>
                </a:lnTo>
                <a:lnTo>
                  <a:pt x="798" y="41401"/>
                </a:lnTo>
                <a:lnTo>
                  <a:pt x="798" y="37253"/>
                </a:lnTo>
                <a:lnTo>
                  <a:pt x="6302" y="37253"/>
                </a:lnTo>
                <a:lnTo>
                  <a:pt x="17709" y="21538"/>
                </a:lnTo>
                <a:lnTo>
                  <a:pt x="5105" y="4148"/>
                </a:lnTo>
                <a:lnTo>
                  <a:pt x="0" y="4148"/>
                </a:lnTo>
                <a:lnTo>
                  <a:pt x="0" y="0"/>
                </a:lnTo>
                <a:lnTo>
                  <a:pt x="18507" y="0"/>
                </a:lnTo>
                <a:lnTo>
                  <a:pt x="18507" y="4148"/>
                </a:lnTo>
                <a:lnTo>
                  <a:pt x="13561" y="4148"/>
                </a:lnTo>
                <a:lnTo>
                  <a:pt x="22256" y="1611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9CD0A4-28A2-4CB9-BEB8-CC63C6788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3717" y="96333"/>
            <a:ext cx="37013" cy="43554"/>
          </a:xfrm>
          <a:custGeom xmlns:a="http://schemas.openxmlformats.org/drawingml/2006/main">
            <a:pathLst>
              <a:path w="37013" h="43554">
                <a:moveTo>
                  <a:pt x="37013" y="30073"/>
                </a:moveTo>
                <a:cubicBezTo>
                  <a:pt x="35976" y="34540"/>
                  <a:pt x="34062" y="37891"/>
                  <a:pt x="31190" y="40124"/>
                </a:cubicBezTo>
                <a:cubicBezTo>
                  <a:pt x="28318" y="42438"/>
                  <a:pt x="24569" y="43554"/>
                  <a:pt x="20022" y="43554"/>
                </a:cubicBezTo>
                <a:cubicBezTo>
                  <a:pt x="13960" y="43554"/>
                  <a:pt x="9174" y="41640"/>
                  <a:pt x="5504" y="37651"/>
                </a:cubicBezTo>
                <a:cubicBezTo>
                  <a:pt x="1835" y="33663"/>
                  <a:pt x="0" y="28398"/>
                  <a:pt x="0" y="21777"/>
                </a:cubicBezTo>
                <a:cubicBezTo>
                  <a:pt x="0" y="15236"/>
                  <a:pt x="1835" y="9971"/>
                  <a:pt x="5504" y="5983"/>
                </a:cubicBezTo>
                <a:cubicBezTo>
                  <a:pt x="9174" y="1994"/>
                  <a:pt x="13960" y="0"/>
                  <a:pt x="20022" y="0"/>
                </a:cubicBezTo>
                <a:cubicBezTo>
                  <a:pt x="22575" y="0"/>
                  <a:pt x="25207" y="319"/>
                  <a:pt x="27840" y="957"/>
                </a:cubicBezTo>
                <a:cubicBezTo>
                  <a:pt x="30392" y="1595"/>
                  <a:pt x="33025" y="2473"/>
                  <a:pt x="35657" y="3669"/>
                </a:cubicBezTo>
                <a:lnTo>
                  <a:pt x="35657" y="14279"/>
                </a:lnTo>
                <a:lnTo>
                  <a:pt x="31509" y="14279"/>
                </a:lnTo>
                <a:cubicBezTo>
                  <a:pt x="30951" y="10689"/>
                  <a:pt x="29754" y="8057"/>
                  <a:pt x="27919" y="6382"/>
                </a:cubicBezTo>
                <a:cubicBezTo>
                  <a:pt x="26085" y="4706"/>
                  <a:pt x="23452" y="3829"/>
                  <a:pt x="20102" y="3829"/>
                </a:cubicBezTo>
                <a:cubicBezTo>
                  <a:pt x="16193" y="3829"/>
                  <a:pt x="13242" y="5345"/>
                  <a:pt x="11327" y="8376"/>
                </a:cubicBezTo>
                <a:cubicBezTo>
                  <a:pt x="9333" y="11407"/>
                  <a:pt x="8376" y="15874"/>
                  <a:pt x="8376" y="21857"/>
                </a:cubicBezTo>
                <a:cubicBezTo>
                  <a:pt x="8376" y="27840"/>
                  <a:pt x="9333" y="32307"/>
                  <a:pt x="11327" y="35338"/>
                </a:cubicBezTo>
                <a:cubicBezTo>
                  <a:pt x="13242" y="38369"/>
                  <a:pt x="16193" y="39805"/>
                  <a:pt x="20102" y="39805"/>
                </a:cubicBezTo>
                <a:cubicBezTo>
                  <a:pt x="23133" y="39805"/>
                  <a:pt x="25606" y="39008"/>
                  <a:pt x="27441" y="37412"/>
                </a:cubicBezTo>
                <a:cubicBezTo>
                  <a:pt x="29276" y="35817"/>
                  <a:pt x="30552" y="33344"/>
                  <a:pt x="31270" y="30073"/>
                </a:cubicBezTo>
                <a:lnTo>
                  <a:pt x="37013" y="3007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7E5E5A-8DE7-4FBA-8D05-A67E5AF00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8388" y="96333"/>
            <a:ext cx="40045" cy="43554"/>
          </a:xfrm>
          <a:custGeom xmlns:a="http://schemas.openxmlformats.org/drawingml/2006/main">
            <a:pathLst>
              <a:path w="40045" h="43554">
                <a:moveTo>
                  <a:pt x="20022" y="39805"/>
                </a:moveTo>
                <a:cubicBezTo>
                  <a:pt x="23851" y="39805"/>
                  <a:pt x="26723" y="38290"/>
                  <a:pt x="28717" y="35258"/>
                </a:cubicBezTo>
                <a:cubicBezTo>
                  <a:pt x="30632" y="32227"/>
                  <a:pt x="31669" y="27760"/>
                  <a:pt x="31669" y="21857"/>
                </a:cubicBezTo>
                <a:cubicBezTo>
                  <a:pt x="31669" y="15954"/>
                  <a:pt x="30632" y="11407"/>
                  <a:pt x="28717" y="8376"/>
                </a:cubicBezTo>
                <a:cubicBezTo>
                  <a:pt x="26723" y="5345"/>
                  <a:pt x="23851" y="3829"/>
                  <a:pt x="20022" y="3829"/>
                </a:cubicBezTo>
                <a:cubicBezTo>
                  <a:pt x="16193" y="3829"/>
                  <a:pt x="13242" y="5345"/>
                  <a:pt x="11327" y="8376"/>
                </a:cubicBezTo>
                <a:cubicBezTo>
                  <a:pt x="9333" y="11407"/>
                  <a:pt x="8376" y="15954"/>
                  <a:pt x="8376" y="21857"/>
                </a:cubicBezTo>
                <a:cubicBezTo>
                  <a:pt x="8376" y="27760"/>
                  <a:pt x="9333" y="32227"/>
                  <a:pt x="11327" y="35258"/>
                </a:cubicBezTo>
                <a:cubicBezTo>
                  <a:pt x="13242" y="38290"/>
                  <a:pt x="16193" y="39805"/>
                  <a:pt x="20022" y="39805"/>
                </a:cubicBezTo>
                <a:close/>
                <a:moveTo>
                  <a:pt x="20022" y="43554"/>
                </a:moveTo>
                <a:cubicBezTo>
                  <a:pt x="13960" y="43554"/>
                  <a:pt x="9174" y="41640"/>
                  <a:pt x="5504" y="37651"/>
                </a:cubicBezTo>
                <a:cubicBezTo>
                  <a:pt x="1835" y="33663"/>
                  <a:pt x="0" y="28398"/>
                  <a:pt x="0" y="21777"/>
                </a:cubicBezTo>
                <a:cubicBezTo>
                  <a:pt x="0" y="15236"/>
                  <a:pt x="1755" y="9971"/>
                  <a:pt x="5424" y="5983"/>
                </a:cubicBezTo>
                <a:cubicBezTo>
                  <a:pt x="9094" y="1994"/>
                  <a:pt x="13960" y="0"/>
                  <a:pt x="20022" y="0"/>
                </a:cubicBezTo>
                <a:cubicBezTo>
                  <a:pt x="26085" y="0"/>
                  <a:pt x="30871" y="1994"/>
                  <a:pt x="34540" y="5983"/>
                </a:cubicBezTo>
                <a:cubicBezTo>
                  <a:pt x="38210" y="9971"/>
                  <a:pt x="40045" y="15236"/>
                  <a:pt x="40045" y="21777"/>
                </a:cubicBezTo>
                <a:cubicBezTo>
                  <a:pt x="40045" y="28398"/>
                  <a:pt x="38210" y="33663"/>
                  <a:pt x="34540" y="37651"/>
                </a:cubicBezTo>
                <a:cubicBezTo>
                  <a:pt x="30871" y="41640"/>
                  <a:pt x="26085" y="43554"/>
                  <a:pt x="20022" y="4355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78C747-8338-48AC-B4BB-ADEFDAE0A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410" y="78225"/>
            <a:ext cx="44751" cy="61662"/>
          </a:xfrm>
          <a:custGeom xmlns:a="http://schemas.openxmlformats.org/drawingml/2006/main">
            <a:pathLst>
              <a:path w="44751" h="61662">
                <a:moveTo>
                  <a:pt x="37891" y="56477"/>
                </a:moveTo>
                <a:lnTo>
                  <a:pt x="44751" y="56477"/>
                </a:lnTo>
                <a:lnTo>
                  <a:pt x="44751" y="60625"/>
                </a:lnTo>
                <a:lnTo>
                  <a:pt x="30711" y="60625"/>
                </a:lnTo>
                <a:lnTo>
                  <a:pt x="30711" y="54164"/>
                </a:lnTo>
                <a:cubicBezTo>
                  <a:pt x="29276" y="56796"/>
                  <a:pt x="27521" y="58711"/>
                  <a:pt x="25367" y="59907"/>
                </a:cubicBezTo>
                <a:cubicBezTo>
                  <a:pt x="23133" y="61024"/>
                  <a:pt x="20501" y="61662"/>
                  <a:pt x="17310" y="61662"/>
                </a:cubicBezTo>
                <a:cubicBezTo>
                  <a:pt x="12205" y="61662"/>
                  <a:pt x="7977" y="59668"/>
                  <a:pt x="4786" y="55679"/>
                </a:cubicBezTo>
                <a:cubicBezTo>
                  <a:pt x="1595" y="51691"/>
                  <a:pt x="0" y="46426"/>
                  <a:pt x="0" y="39885"/>
                </a:cubicBezTo>
                <a:cubicBezTo>
                  <a:pt x="0" y="33424"/>
                  <a:pt x="1595" y="28159"/>
                  <a:pt x="4786" y="24170"/>
                </a:cubicBezTo>
                <a:cubicBezTo>
                  <a:pt x="7977" y="20182"/>
                  <a:pt x="12205" y="18108"/>
                  <a:pt x="17310" y="18108"/>
                </a:cubicBezTo>
                <a:cubicBezTo>
                  <a:pt x="20501" y="18108"/>
                  <a:pt x="23133" y="18746"/>
                  <a:pt x="25367" y="19942"/>
                </a:cubicBezTo>
                <a:cubicBezTo>
                  <a:pt x="27521" y="21219"/>
                  <a:pt x="29276" y="23133"/>
                  <a:pt x="30711" y="25686"/>
                </a:cubicBezTo>
                <a:lnTo>
                  <a:pt x="30711" y="4148"/>
                </a:lnTo>
                <a:lnTo>
                  <a:pt x="23931" y="4148"/>
                </a:lnTo>
                <a:lnTo>
                  <a:pt x="23931" y="0"/>
                </a:lnTo>
                <a:lnTo>
                  <a:pt x="37891" y="0"/>
                </a:lnTo>
                <a:lnTo>
                  <a:pt x="37891" y="56477"/>
                </a:lnTo>
                <a:close/>
                <a:moveTo>
                  <a:pt x="30711" y="41959"/>
                </a:moveTo>
                <a:lnTo>
                  <a:pt x="30711" y="37891"/>
                </a:lnTo>
                <a:cubicBezTo>
                  <a:pt x="30711" y="32945"/>
                  <a:pt x="29754" y="29196"/>
                  <a:pt x="27840" y="26563"/>
                </a:cubicBezTo>
                <a:cubicBezTo>
                  <a:pt x="25925" y="23931"/>
                  <a:pt x="23133" y="22575"/>
                  <a:pt x="19544" y="22575"/>
                </a:cubicBezTo>
                <a:cubicBezTo>
                  <a:pt x="15874" y="22575"/>
                  <a:pt x="13082" y="24091"/>
                  <a:pt x="11168" y="26962"/>
                </a:cubicBezTo>
                <a:cubicBezTo>
                  <a:pt x="9253" y="29834"/>
                  <a:pt x="8376" y="34142"/>
                  <a:pt x="8376" y="39885"/>
                </a:cubicBezTo>
                <a:cubicBezTo>
                  <a:pt x="8376" y="45628"/>
                  <a:pt x="9253" y="50016"/>
                  <a:pt x="11168" y="52887"/>
                </a:cubicBezTo>
                <a:cubicBezTo>
                  <a:pt x="13082" y="55839"/>
                  <a:pt x="15874" y="57275"/>
                  <a:pt x="19544" y="57275"/>
                </a:cubicBezTo>
                <a:cubicBezTo>
                  <a:pt x="23133" y="57275"/>
                  <a:pt x="25925" y="55999"/>
                  <a:pt x="27840" y="53366"/>
                </a:cubicBezTo>
                <a:cubicBezTo>
                  <a:pt x="29754" y="50813"/>
                  <a:pt x="30711" y="46985"/>
                  <a:pt x="30711" y="4195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89539C-2B03-49CF-9C47-C787E4BB7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463" y="96333"/>
            <a:ext cx="39247" cy="43554"/>
          </a:xfrm>
          <a:custGeom xmlns:a="http://schemas.openxmlformats.org/drawingml/2006/main">
            <a:pathLst>
              <a:path w="39247" h="43554">
                <a:moveTo>
                  <a:pt x="39247" y="22575"/>
                </a:moveTo>
                <a:lnTo>
                  <a:pt x="8376" y="22575"/>
                </a:lnTo>
                <a:lnTo>
                  <a:pt x="8376" y="22894"/>
                </a:lnTo>
                <a:cubicBezTo>
                  <a:pt x="8376" y="28478"/>
                  <a:pt x="9413" y="32706"/>
                  <a:pt x="11487" y="35577"/>
                </a:cubicBezTo>
                <a:cubicBezTo>
                  <a:pt x="13561" y="38449"/>
                  <a:pt x="16672" y="39805"/>
                  <a:pt x="20820" y="39805"/>
                </a:cubicBezTo>
                <a:cubicBezTo>
                  <a:pt x="23931" y="39805"/>
                  <a:pt x="26484" y="39008"/>
                  <a:pt x="28558" y="37332"/>
                </a:cubicBezTo>
                <a:cubicBezTo>
                  <a:pt x="30552" y="35737"/>
                  <a:pt x="31988" y="33264"/>
                  <a:pt x="32785" y="29994"/>
                </a:cubicBezTo>
                <a:lnTo>
                  <a:pt x="38529" y="29994"/>
                </a:lnTo>
                <a:cubicBezTo>
                  <a:pt x="37412" y="34540"/>
                  <a:pt x="35258" y="37971"/>
                  <a:pt x="32227" y="40204"/>
                </a:cubicBezTo>
                <a:cubicBezTo>
                  <a:pt x="29116" y="42438"/>
                  <a:pt x="25048" y="43554"/>
                  <a:pt x="20102" y="43554"/>
                </a:cubicBezTo>
                <a:cubicBezTo>
                  <a:pt x="14040" y="43554"/>
                  <a:pt x="9174" y="41640"/>
                  <a:pt x="5504" y="37651"/>
                </a:cubicBezTo>
                <a:cubicBezTo>
                  <a:pt x="1835" y="33663"/>
                  <a:pt x="0" y="28398"/>
                  <a:pt x="0" y="21777"/>
                </a:cubicBezTo>
                <a:cubicBezTo>
                  <a:pt x="0" y="15236"/>
                  <a:pt x="1755" y="9971"/>
                  <a:pt x="5424" y="5983"/>
                </a:cubicBezTo>
                <a:cubicBezTo>
                  <a:pt x="9014" y="1994"/>
                  <a:pt x="13720" y="0"/>
                  <a:pt x="19623" y="0"/>
                </a:cubicBezTo>
                <a:cubicBezTo>
                  <a:pt x="25845" y="0"/>
                  <a:pt x="30711" y="1994"/>
                  <a:pt x="34062" y="5823"/>
                </a:cubicBezTo>
                <a:cubicBezTo>
                  <a:pt x="37412" y="9652"/>
                  <a:pt x="39087" y="15236"/>
                  <a:pt x="39247" y="22575"/>
                </a:cubicBezTo>
                <a:close/>
                <a:moveTo>
                  <a:pt x="30791" y="18427"/>
                </a:moveTo>
                <a:cubicBezTo>
                  <a:pt x="30632" y="13641"/>
                  <a:pt x="29595" y="9971"/>
                  <a:pt x="27680" y="7498"/>
                </a:cubicBezTo>
                <a:cubicBezTo>
                  <a:pt x="25766" y="5105"/>
                  <a:pt x="23133" y="3829"/>
                  <a:pt x="19623" y="3829"/>
                </a:cubicBezTo>
                <a:cubicBezTo>
                  <a:pt x="16273" y="3829"/>
                  <a:pt x="13720" y="5105"/>
                  <a:pt x="11806" y="7578"/>
                </a:cubicBezTo>
                <a:cubicBezTo>
                  <a:pt x="9891" y="10051"/>
                  <a:pt x="8775" y="13641"/>
                  <a:pt x="8376" y="18427"/>
                </a:cubicBezTo>
                <a:lnTo>
                  <a:pt x="30791" y="1842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FAAB3D-9B7A-4BC2-9298-4B8835B60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3570" y="96333"/>
            <a:ext cx="35258" cy="42517"/>
          </a:xfrm>
          <a:custGeom xmlns:a="http://schemas.openxmlformats.org/drawingml/2006/main">
            <a:pathLst>
              <a:path w="35258" h="42517">
                <a:moveTo>
                  <a:pt x="35258" y="1037"/>
                </a:moveTo>
                <a:lnTo>
                  <a:pt x="35258" y="11407"/>
                </a:lnTo>
                <a:lnTo>
                  <a:pt x="31110" y="11407"/>
                </a:lnTo>
                <a:cubicBezTo>
                  <a:pt x="30951" y="9333"/>
                  <a:pt x="30392" y="7817"/>
                  <a:pt x="29435" y="6780"/>
                </a:cubicBezTo>
                <a:cubicBezTo>
                  <a:pt x="28398" y="5823"/>
                  <a:pt x="26882" y="5265"/>
                  <a:pt x="24968" y="5265"/>
                </a:cubicBezTo>
                <a:cubicBezTo>
                  <a:pt x="21458" y="5265"/>
                  <a:pt x="18746" y="6541"/>
                  <a:pt x="16831" y="8934"/>
                </a:cubicBezTo>
                <a:cubicBezTo>
                  <a:pt x="14917" y="11407"/>
                  <a:pt x="14040" y="14917"/>
                  <a:pt x="14040" y="19464"/>
                </a:cubicBezTo>
                <a:lnTo>
                  <a:pt x="14040" y="38369"/>
                </a:lnTo>
                <a:lnTo>
                  <a:pt x="22336" y="38369"/>
                </a:lnTo>
                <a:lnTo>
                  <a:pt x="22336" y="42517"/>
                </a:lnTo>
                <a:lnTo>
                  <a:pt x="399" y="42517"/>
                </a:lnTo>
                <a:lnTo>
                  <a:pt x="399" y="38369"/>
                </a:lnTo>
                <a:lnTo>
                  <a:pt x="6860" y="38369"/>
                </a:lnTo>
                <a:lnTo>
                  <a:pt x="6860" y="5185"/>
                </a:lnTo>
                <a:lnTo>
                  <a:pt x="0" y="5185"/>
                </a:lnTo>
                <a:lnTo>
                  <a:pt x="0" y="1117"/>
                </a:lnTo>
                <a:lnTo>
                  <a:pt x="14040" y="1117"/>
                </a:lnTo>
                <a:lnTo>
                  <a:pt x="14040" y="8456"/>
                </a:lnTo>
                <a:cubicBezTo>
                  <a:pt x="15396" y="5584"/>
                  <a:pt x="17151" y="3510"/>
                  <a:pt x="19384" y="2074"/>
                </a:cubicBezTo>
                <a:cubicBezTo>
                  <a:pt x="21618" y="718"/>
                  <a:pt x="24330" y="0"/>
                  <a:pt x="27521" y="0"/>
                </a:cubicBezTo>
                <a:cubicBezTo>
                  <a:pt x="28637" y="0"/>
                  <a:pt x="29914" y="160"/>
                  <a:pt x="31190" y="319"/>
                </a:cubicBezTo>
                <a:cubicBezTo>
                  <a:pt x="32466" y="479"/>
                  <a:pt x="33822" y="718"/>
                  <a:pt x="35258" y="103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0B00D6-0AA0-4CF6-B753-782D0BCE7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338" y="114440"/>
            <a:ext cx="19942" cy="6063"/>
          </a:xfrm>
          <a:custGeom xmlns:a="http://schemas.openxmlformats.org/drawingml/2006/main">
            <a:pathLst>
              <a:path w="19942" h="6063">
                <a:moveTo>
                  <a:pt x="0" y="0"/>
                </a:moveTo>
                <a:lnTo>
                  <a:pt x="19942" y="0"/>
                </a:lnTo>
                <a:lnTo>
                  <a:pt x="19942" y="6063"/>
                </a:lnTo>
                <a:lnTo>
                  <a:pt x="0" y="60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C09F97-631D-435A-8CA3-A776DF7C0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0178" y="80698"/>
            <a:ext cx="57594" cy="58152"/>
          </a:xfrm>
          <a:custGeom xmlns:a="http://schemas.openxmlformats.org/drawingml/2006/main">
            <a:pathLst>
              <a:path w="57594" h="58152">
                <a:moveTo>
                  <a:pt x="33822" y="29276"/>
                </a:moveTo>
                <a:cubicBezTo>
                  <a:pt x="35577" y="29754"/>
                  <a:pt x="37173" y="30632"/>
                  <a:pt x="38529" y="31828"/>
                </a:cubicBezTo>
                <a:cubicBezTo>
                  <a:pt x="39805" y="33025"/>
                  <a:pt x="41002" y="34700"/>
                  <a:pt x="42039" y="36774"/>
                </a:cubicBezTo>
                <a:lnTo>
                  <a:pt x="50494" y="54004"/>
                </a:lnTo>
                <a:lnTo>
                  <a:pt x="57594" y="54004"/>
                </a:lnTo>
                <a:lnTo>
                  <a:pt x="57594" y="58152"/>
                </a:lnTo>
                <a:lnTo>
                  <a:pt x="43873" y="58152"/>
                </a:lnTo>
                <a:lnTo>
                  <a:pt x="34780" y="39646"/>
                </a:lnTo>
                <a:cubicBezTo>
                  <a:pt x="33025" y="36136"/>
                  <a:pt x="31429" y="33822"/>
                  <a:pt x="29994" y="32706"/>
                </a:cubicBezTo>
                <a:cubicBezTo>
                  <a:pt x="28558" y="31669"/>
                  <a:pt x="26563" y="31110"/>
                  <a:pt x="24011" y="31110"/>
                </a:cubicBezTo>
                <a:lnTo>
                  <a:pt x="15316" y="31110"/>
                </a:lnTo>
                <a:lnTo>
                  <a:pt x="15316" y="54004"/>
                </a:lnTo>
                <a:lnTo>
                  <a:pt x="23532" y="54004"/>
                </a:lnTo>
                <a:lnTo>
                  <a:pt x="23532" y="58152"/>
                </a:lnTo>
                <a:lnTo>
                  <a:pt x="0" y="58152"/>
                </a:lnTo>
                <a:lnTo>
                  <a:pt x="0" y="54004"/>
                </a:lnTo>
                <a:lnTo>
                  <a:pt x="7419" y="54004"/>
                </a:lnTo>
                <a:lnTo>
                  <a:pt x="7419" y="4148"/>
                </a:lnTo>
                <a:lnTo>
                  <a:pt x="0" y="4148"/>
                </a:lnTo>
                <a:lnTo>
                  <a:pt x="0" y="0"/>
                </a:lnTo>
                <a:lnTo>
                  <a:pt x="29515" y="0"/>
                </a:lnTo>
                <a:cubicBezTo>
                  <a:pt x="35099" y="0"/>
                  <a:pt x="39486" y="1356"/>
                  <a:pt x="42597" y="4068"/>
                </a:cubicBezTo>
                <a:cubicBezTo>
                  <a:pt x="45628" y="6780"/>
                  <a:pt x="47224" y="10609"/>
                  <a:pt x="47224" y="15555"/>
                </a:cubicBezTo>
                <a:cubicBezTo>
                  <a:pt x="47224" y="19544"/>
                  <a:pt x="46107" y="22734"/>
                  <a:pt x="43873" y="24968"/>
                </a:cubicBezTo>
                <a:cubicBezTo>
                  <a:pt x="41640" y="27281"/>
                  <a:pt x="38290" y="28717"/>
                  <a:pt x="33822" y="29276"/>
                </a:cubicBezTo>
                <a:close/>
                <a:moveTo>
                  <a:pt x="15316" y="26962"/>
                </a:moveTo>
                <a:lnTo>
                  <a:pt x="26803" y="26962"/>
                </a:lnTo>
                <a:cubicBezTo>
                  <a:pt x="30711" y="26962"/>
                  <a:pt x="33583" y="26085"/>
                  <a:pt x="35498" y="24170"/>
                </a:cubicBezTo>
                <a:cubicBezTo>
                  <a:pt x="37332" y="22336"/>
                  <a:pt x="38290" y="19464"/>
                  <a:pt x="38290" y="15555"/>
                </a:cubicBezTo>
                <a:cubicBezTo>
                  <a:pt x="38290" y="11726"/>
                  <a:pt x="37332" y="8854"/>
                  <a:pt x="35498" y="6940"/>
                </a:cubicBezTo>
                <a:cubicBezTo>
                  <a:pt x="33583" y="5105"/>
                  <a:pt x="30711" y="4148"/>
                  <a:pt x="26803" y="4148"/>
                </a:cubicBezTo>
                <a:lnTo>
                  <a:pt x="15316" y="4148"/>
                </a:lnTo>
                <a:lnTo>
                  <a:pt x="15316" y="2696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9DEB18-F58A-4D9F-9CD4-C16008690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846" y="96333"/>
            <a:ext cx="39247" cy="43554"/>
          </a:xfrm>
          <a:custGeom xmlns:a="http://schemas.openxmlformats.org/drawingml/2006/main">
            <a:pathLst>
              <a:path w="39247" h="43554">
                <a:moveTo>
                  <a:pt x="39247" y="22575"/>
                </a:moveTo>
                <a:lnTo>
                  <a:pt x="8376" y="22575"/>
                </a:lnTo>
                <a:lnTo>
                  <a:pt x="8376" y="22894"/>
                </a:lnTo>
                <a:cubicBezTo>
                  <a:pt x="8376" y="28478"/>
                  <a:pt x="9413" y="32706"/>
                  <a:pt x="11487" y="35577"/>
                </a:cubicBezTo>
                <a:cubicBezTo>
                  <a:pt x="13561" y="38449"/>
                  <a:pt x="16672" y="39805"/>
                  <a:pt x="20820" y="39805"/>
                </a:cubicBezTo>
                <a:cubicBezTo>
                  <a:pt x="23931" y="39805"/>
                  <a:pt x="26484" y="39008"/>
                  <a:pt x="28558" y="37332"/>
                </a:cubicBezTo>
                <a:cubicBezTo>
                  <a:pt x="30552" y="35737"/>
                  <a:pt x="31988" y="33264"/>
                  <a:pt x="32785" y="29994"/>
                </a:cubicBezTo>
                <a:lnTo>
                  <a:pt x="38529" y="29994"/>
                </a:lnTo>
                <a:cubicBezTo>
                  <a:pt x="37412" y="34540"/>
                  <a:pt x="35258" y="37971"/>
                  <a:pt x="32227" y="40204"/>
                </a:cubicBezTo>
                <a:cubicBezTo>
                  <a:pt x="29116" y="42438"/>
                  <a:pt x="25048" y="43554"/>
                  <a:pt x="20102" y="43554"/>
                </a:cubicBezTo>
                <a:cubicBezTo>
                  <a:pt x="14040" y="43554"/>
                  <a:pt x="9174" y="41640"/>
                  <a:pt x="5504" y="37651"/>
                </a:cubicBezTo>
                <a:cubicBezTo>
                  <a:pt x="1835" y="33663"/>
                  <a:pt x="0" y="28398"/>
                  <a:pt x="0" y="21777"/>
                </a:cubicBezTo>
                <a:cubicBezTo>
                  <a:pt x="0" y="15236"/>
                  <a:pt x="1755" y="9971"/>
                  <a:pt x="5424" y="5983"/>
                </a:cubicBezTo>
                <a:cubicBezTo>
                  <a:pt x="9014" y="1994"/>
                  <a:pt x="13720" y="0"/>
                  <a:pt x="19623" y="0"/>
                </a:cubicBezTo>
                <a:cubicBezTo>
                  <a:pt x="25845" y="0"/>
                  <a:pt x="30711" y="1994"/>
                  <a:pt x="34062" y="5823"/>
                </a:cubicBezTo>
                <a:cubicBezTo>
                  <a:pt x="37412" y="9652"/>
                  <a:pt x="39087" y="15236"/>
                  <a:pt x="39247" y="22575"/>
                </a:cubicBezTo>
                <a:close/>
                <a:moveTo>
                  <a:pt x="30791" y="18427"/>
                </a:moveTo>
                <a:cubicBezTo>
                  <a:pt x="30632" y="13641"/>
                  <a:pt x="29595" y="9971"/>
                  <a:pt x="27680" y="7498"/>
                </a:cubicBezTo>
                <a:cubicBezTo>
                  <a:pt x="25766" y="5105"/>
                  <a:pt x="23133" y="3829"/>
                  <a:pt x="19623" y="3829"/>
                </a:cubicBezTo>
                <a:cubicBezTo>
                  <a:pt x="16273" y="3829"/>
                  <a:pt x="13720" y="5105"/>
                  <a:pt x="11806" y="7578"/>
                </a:cubicBezTo>
                <a:cubicBezTo>
                  <a:pt x="9891" y="10051"/>
                  <a:pt x="8775" y="13641"/>
                  <a:pt x="8376" y="18427"/>
                </a:cubicBezTo>
                <a:lnTo>
                  <a:pt x="30791" y="1842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16C0F8-9D59-449A-9056-0ED9726E8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5953" y="96333"/>
            <a:ext cx="70596" cy="42517"/>
          </a:xfrm>
          <a:custGeom xmlns:a="http://schemas.openxmlformats.org/drawingml/2006/main">
            <a:pathLst>
              <a:path w="70596" h="42517">
                <a:moveTo>
                  <a:pt x="38449" y="9174"/>
                </a:moveTo>
                <a:cubicBezTo>
                  <a:pt x="39805" y="6142"/>
                  <a:pt x="41560" y="3909"/>
                  <a:pt x="43714" y="2313"/>
                </a:cubicBezTo>
                <a:cubicBezTo>
                  <a:pt x="45868" y="798"/>
                  <a:pt x="48341" y="0"/>
                  <a:pt x="51212" y="0"/>
                </a:cubicBezTo>
                <a:cubicBezTo>
                  <a:pt x="55520" y="0"/>
                  <a:pt x="58790" y="1356"/>
                  <a:pt x="60944" y="4068"/>
                </a:cubicBezTo>
                <a:cubicBezTo>
                  <a:pt x="63018" y="6780"/>
                  <a:pt x="64135" y="10769"/>
                  <a:pt x="64135" y="16193"/>
                </a:cubicBezTo>
                <a:lnTo>
                  <a:pt x="64135" y="38369"/>
                </a:lnTo>
                <a:lnTo>
                  <a:pt x="70596" y="38369"/>
                </a:lnTo>
                <a:lnTo>
                  <a:pt x="70596" y="42517"/>
                </a:lnTo>
                <a:lnTo>
                  <a:pt x="50734" y="42517"/>
                </a:lnTo>
                <a:lnTo>
                  <a:pt x="50734" y="38369"/>
                </a:lnTo>
                <a:lnTo>
                  <a:pt x="56956" y="38369"/>
                </a:lnTo>
                <a:lnTo>
                  <a:pt x="56956" y="16991"/>
                </a:lnTo>
                <a:cubicBezTo>
                  <a:pt x="56956" y="12843"/>
                  <a:pt x="56318" y="9812"/>
                  <a:pt x="55041" y="7977"/>
                </a:cubicBezTo>
                <a:cubicBezTo>
                  <a:pt x="53765" y="6222"/>
                  <a:pt x="51771" y="5265"/>
                  <a:pt x="48899" y="5265"/>
                </a:cubicBezTo>
                <a:cubicBezTo>
                  <a:pt x="45708" y="5265"/>
                  <a:pt x="43235" y="6541"/>
                  <a:pt x="41560" y="8934"/>
                </a:cubicBezTo>
                <a:cubicBezTo>
                  <a:pt x="39885" y="11327"/>
                  <a:pt x="39087" y="14837"/>
                  <a:pt x="39087" y="19464"/>
                </a:cubicBezTo>
                <a:lnTo>
                  <a:pt x="39087" y="38369"/>
                </a:lnTo>
                <a:lnTo>
                  <a:pt x="45309" y="38369"/>
                </a:lnTo>
                <a:lnTo>
                  <a:pt x="45309" y="42517"/>
                </a:lnTo>
                <a:lnTo>
                  <a:pt x="25686" y="42517"/>
                </a:lnTo>
                <a:lnTo>
                  <a:pt x="25686" y="38369"/>
                </a:lnTo>
                <a:lnTo>
                  <a:pt x="31908" y="38369"/>
                </a:lnTo>
                <a:lnTo>
                  <a:pt x="31908" y="16752"/>
                </a:lnTo>
                <a:cubicBezTo>
                  <a:pt x="31908" y="12604"/>
                  <a:pt x="31270" y="9652"/>
                  <a:pt x="29994" y="7897"/>
                </a:cubicBezTo>
                <a:cubicBezTo>
                  <a:pt x="28717" y="6142"/>
                  <a:pt x="26723" y="5265"/>
                  <a:pt x="23851" y="5265"/>
                </a:cubicBezTo>
                <a:cubicBezTo>
                  <a:pt x="20660" y="5265"/>
                  <a:pt x="18188" y="6541"/>
                  <a:pt x="16512" y="8934"/>
                </a:cubicBezTo>
                <a:cubicBezTo>
                  <a:pt x="14837" y="11327"/>
                  <a:pt x="14040" y="14837"/>
                  <a:pt x="14040" y="19464"/>
                </a:cubicBezTo>
                <a:lnTo>
                  <a:pt x="14040" y="38369"/>
                </a:lnTo>
                <a:lnTo>
                  <a:pt x="20262" y="38369"/>
                </a:lnTo>
                <a:lnTo>
                  <a:pt x="20262" y="42517"/>
                </a:lnTo>
                <a:lnTo>
                  <a:pt x="399" y="42517"/>
                </a:lnTo>
                <a:lnTo>
                  <a:pt x="399" y="38369"/>
                </a:lnTo>
                <a:lnTo>
                  <a:pt x="6860" y="38369"/>
                </a:lnTo>
                <a:lnTo>
                  <a:pt x="6860" y="5185"/>
                </a:lnTo>
                <a:lnTo>
                  <a:pt x="0" y="5185"/>
                </a:lnTo>
                <a:lnTo>
                  <a:pt x="0" y="1117"/>
                </a:lnTo>
                <a:lnTo>
                  <a:pt x="14040" y="1117"/>
                </a:lnTo>
                <a:lnTo>
                  <a:pt x="14040" y="8456"/>
                </a:lnTo>
                <a:cubicBezTo>
                  <a:pt x="15316" y="5743"/>
                  <a:pt x="16991" y="3590"/>
                  <a:pt x="19065" y="2154"/>
                </a:cubicBezTo>
                <a:cubicBezTo>
                  <a:pt x="21139" y="718"/>
                  <a:pt x="23452" y="0"/>
                  <a:pt x="26085" y="0"/>
                </a:cubicBezTo>
                <a:cubicBezTo>
                  <a:pt x="29276" y="0"/>
                  <a:pt x="31908" y="798"/>
                  <a:pt x="34062" y="2393"/>
                </a:cubicBezTo>
                <a:cubicBezTo>
                  <a:pt x="36216" y="3988"/>
                  <a:pt x="37651" y="6302"/>
                  <a:pt x="38449" y="917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A6ADBD-2487-4402-9E73-FFDC305E2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1575" y="80139"/>
            <a:ext cx="20820" cy="58711"/>
          </a:xfrm>
          <a:custGeom xmlns:a="http://schemas.openxmlformats.org/drawingml/2006/main">
            <a:pathLst>
              <a:path w="20820" h="58711">
                <a:moveTo>
                  <a:pt x="4866" y="4467"/>
                </a:moveTo>
                <a:cubicBezTo>
                  <a:pt x="4866" y="3271"/>
                  <a:pt x="5265" y="2234"/>
                  <a:pt x="6142" y="1356"/>
                </a:cubicBezTo>
                <a:cubicBezTo>
                  <a:pt x="7020" y="479"/>
                  <a:pt x="8057" y="0"/>
                  <a:pt x="9333" y="0"/>
                </a:cubicBezTo>
                <a:cubicBezTo>
                  <a:pt x="10450" y="0"/>
                  <a:pt x="11487" y="479"/>
                  <a:pt x="12364" y="1356"/>
                </a:cubicBezTo>
                <a:cubicBezTo>
                  <a:pt x="13242" y="2234"/>
                  <a:pt x="13720" y="3271"/>
                  <a:pt x="13720" y="4467"/>
                </a:cubicBezTo>
                <a:cubicBezTo>
                  <a:pt x="13720" y="5743"/>
                  <a:pt x="13242" y="6780"/>
                  <a:pt x="12444" y="7578"/>
                </a:cubicBezTo>
                <a:cubicBezTo>
                  <a:pt x="11567" y="8456"/>
                  <a:pt x="10530" y="8854"/>
                  <a:pt x="9333" y="8854"/>
                </a:cubicBezTo>
                <a:cubicBezTo>
                  <a:pt x="8057" y="8854"/>
                  <a:pt x="7020" y="8456"/>
                  <a:pt x="6142" y="7578"/>
                </a:cubicBezTo>
                <a:cubicBezTo>
                  <a:pt x="5265" y="6780"/>
                  <a:pt x="4866" y="5743"/>
                  <a:pt x="4866" y="4467"/>
                </a:cubicBezTo>
                <a:close/>
                <a:moveTo>
                  <a:pt x="14040" y="54563"/>
                </a:moveTo>
                <a:lnTo>
                  <a:pt x="20820" y="54563"/>
                </a:lnTo>
                <a:lnTo>
                  <a:pt x="20820" y="58711"/>
                </a:lnTo>
                <a:lnTo>
                  <a:pt x="0" y="58711"/>
                </a:lnTo>
                <a:lnTo>
                  <a:pt x="0" y="54563"/>
                </a:lnTo>
                <a:lnTo>
                  <a:pt x="6860" y="54563"/>
                </a:lnTo>
                <a:lnTo>
                  <a:pt x="6860" y="21458"/>
                </a:lnTo>
                <a:lnTo>
                  <a:pt x="0" y="21458"/>
                </a:lnTo>
                <a:lnTo>
                  <a:pt x="0" y="17310"/>
                </a:lnTo>
                <a:lnTo>
                  <a:pt x="14040" y="17310"/>
                </a:lnTo>
                <a:lnTo>
                  <a:pt x="14040" y="5456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AAC52B-1DDF-4925-A437-EFC472F14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5187" y="97449"/>
            <a:ext cx="43076" cy="41401"/>
          </a:xfrm>
          <a:custGeom xmlns:a="http://schemas.openxmlformats.org/drawingml/2006/main">
            <a:pathLst>
              <a:path w="43076" h="41401">
                <a:moveTo>
                  <a:pt x="22256" y="16114"/>
                </a:moveTo>
                <a:lnTo>
                  <a:pt x="30951" y="4148"/>
                </a:lnTo>
                <a:lnTo>
                  <a:pt x="25367" y="4148"/>
                </a:lnTo>
                <a:lnTo>
                  <a:pt x="25367" y="0"/>
                </a:lnTo>
                <a:lnTo>
                  <a:pt x="41321" y="0"/>
                </a:lnTo>
                <a:lnTo>
                  <a:pt x="41321" y="4148"/>
                </a:lnTo>
                <a:lnTo>
                  <a:pt x="35817" y="4148"/>
                </a:lnTo>
                <a:lnTo>
                  <a:pt x="24729" y="19464"/>
                </a:lnTo>
                <a:lnTo>
                  <a:pt x="37651" y="37253"/>
                </a:lnTo>
                <a:lnTo>
                  <a:pt x="43076" y="37253"/>
                </a:lnTo>
                <a:lnTo>
                  <a:pt x="43076" y="41401"/>
                </a:lnTo>
                <a:lnTo>
                  <a:pt x="23931" y="41401"/>
                </a:lnTo>
                <a:lnTo>
                  <a:pt x="23931" y="37253"/>
                </a:lnTo>
                <a:lnTo>
                  <a:pt x="29196" y="37253"/>
                </a:lnTo>
                <a:lnTo>
                  <a:pt x="20182" y="24888"/>
                </a:lnTo>
                <a:lnTo>
                  <a:pt x="11168" y="37253"/>
                </a:lnTo>
                <a:lnTo>
                  <a:pt x="16512" y="37253"/>
                </a:lnTo>
                <a:lnTo>
                  <a:pt x="16512" y="41401"/>
                </a:lnTo>
                <a:lnTo>
                  <a:pt x="798" y="41401"/>
                </a:lnTo>
                <a:lnTo>
                  <a:pt x="798" y="37253"/>
                </a:lnTo>
                <a:lnTo>
                  <a:pt x="6302" y="37253"/>
                </a:lnTo>
                <a:lnTo>
                  <a:pt x="17709" y="21538"/>
                </a:lnTo>
                <a:lnTo>
                  <a:pt x="5105" y="4148"/>
                </a:lnTo>
                <a:lnTo>
                  <a:pt x="0" y="4148"/>
                </a:lnTo>
                <a:lnTo>
                  <a:pt x="0" y="0"/>
                </a:lnTo>
                <a:lnTo>
                  <a:pt x="18507" y="0"/>
                </a:lnTo>
                <a:lnTo>
                  <a:pt x="18507" y="4148"/>
                </a:lnTo>
                <a:lnTo>
                  <a:pt x="13561" y="4148"/>
                </a:lnTo>
                <a:lnTo>
                  <a:pt x="22256" y="1611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2353C1-B9A1-429D-A958-1ED78FD58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05" y="2763023"/>
            <a:ext cx="2870463" cy="2284479"/>
          </a:xfrm>
          <a:custGeom xmlns:a="http://schemas.openxmlformats.org/drawingml/2006/main">
            <a:pathLst>
              <a:path w="2870463" h="2284479">
                <a:moveTo>
                  <a:pt x="0" y="2284479"/>
                </a:moveTo>
                <a:lnTo>
                  <a:pt x="2870463" y="2284479"/>
                </a:lnTo>
                <a:lnTo>
                  <a:pt x="2870463" y="0"/>
                </a:lnTo>
                <a:lnTo>
                  <a:pt x="0" y="0"/>
                </a:lnTo>
                <a:lnTo>
                  <a:pt x="0" y="228447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09BA47-5D47-4520-A255-71B2A7E49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05" y="276302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48C16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82F7C8-D5B8-4E09-A7D3-5BB7E956D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05" y="276302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9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6530B8-F2D3-4340-8BE2-AF265EF35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256" y="276302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F988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B44C72-DB2E-4E3E-8A54-F784CF917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256" y="276302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9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A10FD2-E244-45D5-BA55-C4F2AB538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208" y="276302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E9C8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109708-C3EF-45E4-B2D7-9C8682245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208" y="276302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9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F282DA-8949-472D-AA2A-13A675D37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59" y="276302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0A3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A02CD5-EC7C-4A6A-BF8A-28AD9AE8B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59" y="276302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9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CAF9AF-EA16-4E15-A230-49E7CB506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110" y="276302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FA18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792166-0E22-4C22-8BA3-DB78595C8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110" y="276302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9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70B059-ECB4-4F85-A998-7128FB3A2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061" y="276302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28D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EAAF04-430B-4ACD-BE42-65FCDFE14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061" y="276302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9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EE898D-E5D9-413C-9937-A117134EE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1013" y="276302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28B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18FD2A-A7E9-4B4F-B2AE-908AA22F6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1013" y="276302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9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18273A-B6C5-4C21-97A0-583C9816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963" y="276302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38A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FF90EB-4919-45B4-AF7E-E33F29D58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963" y="276302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9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3CE29B-08B2-4C1F-B8BC-387C0C632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2915" y="276302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388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C8457A-9031-42D7-BFE1-C611D0A15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2915" y="276302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19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DB23FE-9C13-4475-AB77-6AFF89E72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3866" y="276302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87D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ABB80D-E677-43D3-B4AC-5FCA72D30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3866" y="276302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0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D42027-6EC8-407C-A005-6A7AAF6E7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817" y="276302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F988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B6A714-C643-4119-A029-A8528BBD5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817" y="276302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0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CA17FE-352B-4AFF-8E90-A5E180DB2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05" y="297070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5AC8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F78104-30C9-4893-A9DA-5B281A934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05" y="297070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0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80FC9D-9B8F-4E02-B6E7-F2575062B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256" y="297070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77D15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BB7986-2564-4E48-A409-3C26D4223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256" y="297070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0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69F172-A32B-4C34-AFC6-AA7A708F3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208" y="297070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0928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EE5A65-6164-4501-BC9E-93D14907B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208" y="297070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0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28F981-466D-47BB-A8B5-D90B2855E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59" y="297070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5B7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40DECC-5707-40A3-AB84-3E0D66042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59" y="297070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0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98A06D-7B04-483A-B86A-83CFBE197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110" y="297070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5CC86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029BDA-2377-49DF-8611-E211AFCF6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110" y="297070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0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179641-2873-4B94-9A4A-E97A8CE80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061" y="297070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5B7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981226-49EE-45E5-9F53-144DD647A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061" y="297070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0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1D550D-924B-4DAD-8060-BD9C636DF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1013" y="297070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FA28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102AEA-BB51-4F3A-9722-88E7200FC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1013" y="297070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0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6CE307-6695-4E03-8373-8C0773E02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963" y="297070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5B7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CF0603-392C-4351-BCE5-43394C34A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963" y="297070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0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D21D6A-630F-4B8B-9064-E7D02BF65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2915" y="297070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5AB8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92720A-861E-420C-B830-819D359F8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2915" y="297070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0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0BF5B1-8B3C-4791-B4CE-80EBC31F9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3866" y="297070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1918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1BA619-3098-4938-B7F6-34191B0A7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3866" y="297070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0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D1DA4D-A3D5-45AF-B1F1-B73D2280C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817" y="297070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7B87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9181B9-5A66-4717-AE68-8DCC4BACC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817" y="297070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0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E9A846-D60C-42A1-A980-A3470B348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05" y="317838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77F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21E13F-37E4-4620-A047-2EAA37D1E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05" y="317838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0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B0A33F-1692-4A64-975A-B06194667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256" y="317838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77E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CC147E-548F-40E1-94CF-45466FD39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256" y="317838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0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B33562-02DC-4434-A6F8-DAEBF5E04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208" y="317838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F9A8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5A4847-4723-42A6-A84A-052D0382C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208" y="317838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0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499D97-C80F-46F6-9A8E-C66C7AFA8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59" y="317838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77E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268E2F-9AED-4B44-966B-0C30D514E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59" y="317838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0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A11C1B-EDE6-4BC0-9354-49EEEEF46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110" y="317838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77E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C91B4D-3409-4E3F-BCC4-910856EE0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110" y="317838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0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6327CB-5C57-44AB-B53B-13693EAC5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061" y="317838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C72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7CF245-B8FB-456E-BA09-A9CDB6476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061" y="317838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0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1F004B-E48C-4CF9-BA2B-BE2E1353C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1013" y="317838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C73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9281E8-D5EE-4ABC-B792-8E15EE6F5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1013" y="317838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0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DC3239-DAA9-48A9-8E81-70697B3B2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963" y="317838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F6B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5463A3-A6BD-44F6-9E54-9916DD068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963" y="317838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0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0B455B-5CE7-4A32-AA9B-7759EA801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2915" y="317838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A76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43DEC2-D9F9-4F13-9C33-2650B3604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2915" y="317838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0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7F01E5-BCD5-4CD6-9F8C-04BEA5623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3866" y="317838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06A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C3C0A5-7ABE-471B-82AA-75FB45294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3866" y="317838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0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7F2BE2-7AAA-4FAE-A64D-ABAC195A8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817" y="317838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682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F05C54-02DB-4494-B6CF-223E2DACE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817" y="317838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0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5BA57A-8BC4-4F19-8954-D8F31529B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05" y="338606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6AD8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6D6EC5-22C3-4C38-A05F-00FAE04BB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05" y="338606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0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EC2A7C-AA3A-47B3-8C28-DA2F5BDCE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256" y="338606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CB17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BFAA8A-379E-485B-B5D2-D5AE6D795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256" y="338606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0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350C68-FEC2-4527-9AF2-B3694240C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208" y="338606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F968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D10EE0-7FA9-4996-827B-2A2A81894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208" y="338606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0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5E7C18-50E0-4FEA-862C-B33113EF6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59" y="338606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54C56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C391FA-FD0B-45B7-8036-89FF8B545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59" y="338606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0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5A4A01-4610-4FBC-AE94-51360FC54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110" y="338606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DB27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CA2A99-6D7A-4CB1-B61D-FD2411828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110" y="338606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0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7D9115-C10E-4A28-A1C3-500D59CC4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061" y="338606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1A58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8DBACC-21D8-40B9-A01A-B66A9F5FE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061" y="338606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0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F060D8-C2AA-4E9D-AF60-A0F69481D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1013" y="338606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E9C8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CD626F-B74F-47E6-874A-56F31D36C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1013" y="338606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0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57E606-A9B4-42D6-8F0C-CAC2A7ECC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963" y="338606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F9F8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75F524-45A8-428C-801C-6BC661F30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963" y="338606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0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1557FC-1C62-4098-8A9F-D23186699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2915" y="338606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F9F8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252F1D-318C-4975-982D-B0CD9D30B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2915" y="338606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0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2DF4A9-4877-4E08-A04D-0C96DDDA0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3866" y="338606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389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468D78-27F8-4032-A96A-86F6486D7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3866" y="338606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0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3AB90A-5B51-4E2F-A7ED-9F509E9ED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817" y="338606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3A98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282336-8BFC-427C-9768-57AB7AA96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817" y="338606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0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9BBA9E-FFBC-4EAC-801E-06B726F56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05" y="359374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AB0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55B9E5-9EAF-457A-B3C5-6EFE41ADA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05" y="359374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0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7649BD-6A77-462D-819D-57CCD344D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256" y="359374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48C16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12A69C-E990-4CCD-84C9-C5EB16265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256" y="359374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0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DB99DD-5541-4647-96D4-2330C674C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208" y="359374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E9D8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A8F194-3957-4B62-B730-34986990C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208" y="359374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0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6A6835-954B-4DB3-9BAA-1F1968F91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59" y="359374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AB0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4211BD-D258-4E46-B742-6B7491E93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59" y="359374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0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3013A1-76C7-4A7A-8C23-91D16971C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110" y="359374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8ED64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768347-0DD1-46E6-81E1-F2AB7557A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110" y="359374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0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39B36D-4461-4839-9B3E-FDBFD6DFB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061" y="359374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3A98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F844E8-B143-4AB4-9529-20BEE21BE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061" y="359374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0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BC6DA3-EFB6-4AA8-8352-3CAF4B8EE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1013" y="359374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F988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C71718-4EAD-4195-97DB-BBDC48AEB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1013" y="359374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0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70B426-A85E-4D7C-8131-DAF6C8A3E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963" y="359374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1B57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7883D1-5408-4870-A04C-44ADFAF09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963" y="359374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0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DD39B4-B88C-4AE6-9669-8CEF552C8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2915" y="359374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0A4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E16AC1-079B-453A-93A8-42C40AD63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2915" y="359374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0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67783D-2285-4C85-9FC1-B42AE34D0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3866" y="359374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389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5B14E9-353C-404D-BCAE-162BBBB94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3866" y="359374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0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4F3151-443C-465C-B929-CF6D24A3C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817" y="359374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7AD8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DE88A1-5168-4DD1-BD40-23CA4AFF5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817" y="359374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0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099002-5133-4351-9FAB-DD9D4CABA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05" y="380142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E9B8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F5D1A4-C767-4BB7-B2F8-F66844EFF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05" y="380142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0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3C3894-3111-4FE9-BE74-C2323EC93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256" y="380142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DB27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5C801D-1BD3-4834-BAAD-15228CA72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256" y="380142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0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840359-CE07-47BE-AD88-F6150C5B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208" y="380142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388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E3EE92-2117-4034-A9D0-A78B85814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208" y="380142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0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8C35D5-7141-4C78-B280-D1365B2A5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59" y="380142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5AC8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4ECCE5-37A1-429E-A129-BCFC200DA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59" y="380142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0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DE471D-AC6C-449A-A3A9-22D86B0C3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110" y="380142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6AD8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AA7C46-2BBB-4184-BA21-3AD2C1799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110" y="380142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97B21B-82C3-442D-9326-CE43ABAA8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061" y="380142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46C06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91574E-ED1F-414B-945A-F743DE07C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061" y="380142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B083D3-9FBE-4CFB-8BD6-62532BB44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1013" y="380142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0A3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0D3A6E-4A00-42CC-BBD5-D03ECA636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1013" y="380142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D4DF5F-792C-4836-A849-32F637870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963" y="380142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4AA8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4D40DB-8C32-432A-9C89-F9CD5C854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963" y="380142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29CC19-DA3F-4156-916B-19125B079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2915" y="380142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0A4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FCF547-3149-4111-82A9-DD4E77436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2915" y="380142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510AFD-B19A-4FF3-8462-25B4EE6C4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3866" y="380142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28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7FEA33-5725-49DD-941D-ABC3D64C3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3866" y="380142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BD4FC0-382D-4F72-9578-A47293C18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817" y="380142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8AE8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8AB59A-5FF4-42EF-87D8-6C7B084E3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817" y="380142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1161E9-477E-4F3D-8633-A3C8266D8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05" y="4009102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0A4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A22048-C501-4CC9-965F-4A78271A8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05" y="4009102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09D287-3660-4610-A8F7-5644E02E3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256" y="4009102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7AD8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F2D738-9668-4937-B59F-9D6294652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256" y="4009102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04890C-DA7D-4A5C-8866-50501452D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208" y="4009102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28D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C1AC4E-65DE-4AB2-94E5-430DAE7AD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208" y="4009102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96942E-5F6F-43A6-97AA-4FDCDDF5B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59" y="4009102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5AB8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73CB39-5656-42B5-877E-15F5F1547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59" y="4009102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8BF5EB-D7BD-448C-8BAA-B67BF32A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110" y="4009102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2A78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EF5D80-3CC9-4372-B2AB-D66564FAC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110" y="4009102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A124A4-3110-4EE8-BFF4-734C48DBB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061" y="4009102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9A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98E6C1-28E8-430D-8A49-AF46EA2F7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061" y="4009102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7D2EA1-DB3E-4313-BA78-324D4C841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1013" y="4009102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44BF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2412D4-F9FA-4C49-9B30-B41A99991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1013" y="4009102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C67855-40FF-45A3-9AE1-723FCA7B2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963" y="4009102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2A88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7171DA-484D-4EA8-AA8A-BF578670F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963" y="4009102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0ABB0F-4CE9-40D2-9525-205BF6496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2915" y="4009102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2A78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998C21-8BB0-4D09-98D2-19BE91CDE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2915" y="4009102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1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EFB66D-632B-433E-BE91-E37EAE6A1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3866" y="4009102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F9A8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B30EC2-2195-44E9-ADD7-81452C16E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3866" y="4009102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5C3B52-5597-4A8F-BED8-4EFD33723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817" y="4009102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4AA8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62EE11-8E7C-4330-BCC2-5ABE62A28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817" y="4009102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1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53F6A8-A315-4249-B3E8-80D46564E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05" y="4216782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190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3E8964-7D9B-4A64-8F12-F8A41BC89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05" y="4216782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1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1E1AE7-6AD9-4A53-BD85-676012913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256" y="4216782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7AD8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B7B6A4-BA45-42A6-B0F5-384349E72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256" y="4216782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1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A1C206-C4EF-492E-9810-931A407BD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208" y="4216782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682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844BD4-2B80-41EF-B7B5-46E395ABB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208" y="4216782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1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0261D9-2D2C-4BB7-8F0D-BFFFBB483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59" y="4216782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F9A8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A6331D-1186-4D37-8928-09111D0BD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59" y="4216782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1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C57918-E596-4B8C-9084-0F5723D32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110" y="4216782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5AB8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297D1D-4D42-482D-8C36-3CAAE14A8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110" y="4216782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1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EE0376-A5AB-4032-BBF5-56CB37A35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061" y="4216782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1A68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62C1D0-A554-452C-8A32-51F5BAFD1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061" y="4216782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1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0C8B46-DCDB-4449-9B2C-9EDEB7CED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1013" y="4216782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F998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291838-CEB3-4129-B815-31E5AD4E0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1013" y="4216782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1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E14D68-23E4-4326-9003-308BCE064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963" y="4216782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7AD15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E2F150-E16A-4FF8-BCCE-D0852ABC0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963" y="4216782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1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EB8431-B1E8-48A6-ADAB-26828C68F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2915" y="4216782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5AC8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8FBF50-D217-4DD9-B358-B0FE529D2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2915" y="4216782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1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199C2F-3BBA-44D3-8A96-339925F04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3866" y="4216782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389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AB6008-5BE3-4E69-B2DE-4C93AFF23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3866" y="4216782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1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8B148B-DC7A-43F7-B04D-07DF385B3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817" y="4216782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CB17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994E43-D70E-4CAC-AF64-2A76CDE18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817" y="4216782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1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AC8671-684E-49F0-868D-AC3749061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05" y="4424462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F978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661FAC-AA72-400B-BF03-54FC221F5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05" y="4424462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1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4C5BFC-B3F1-435B-8B29-AF519AFD1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256" y="4424462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9A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C958C5-FFC6-461D-A1DF-F15EA1301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256" y="4424462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1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F45B8B-974C-4A4E-B13D-66E00E348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208" y="4424462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388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A7D3CC-1CFD-43FC-81D4-B8D944E78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208" y="4424462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1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7E1BA6-CE0E-49FF-BBB1-9A6BD7E8C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59" y="4424462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2A78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B36372-B66F-4CA6-9709-EA2B6DF7C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59" y="4424462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1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55E449-2091-4106-8560-3B3F235E5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110" y="4424462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2A88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26E04C-DB20-472F-8FF7-4AE3EAA01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110" y="4424462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1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06A228-3987-4EFF-BDDF-A415B70DC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061" y="4424462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3A98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5BFEF7-8BCC-4348-83BA-FDD83E348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061" y="4424462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1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5BEC15-2DE6-4D14-B182-203CD40C4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1013" y="4424462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E9C8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1FD850-AE4B-4775-AE19-D38F5E5AB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1013" y="4424462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1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4B1B26-1BAB-4ED5-A5C9-DCD053DEF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963" y="4424462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CB17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D651BB-A8AC-44C8-87F4-2E1E4DC50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963" y="4424462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1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886EBB-170D-4EA4-AD17-26CD0FD81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2915" y="4424462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4EC3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12B361-ACA5-473B-AF66-7F860348F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2915" y="4424462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1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1DBE35-25C1-48FF-BEAB-AB79C2AB8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3866" y="4424462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1918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426CCC-2093-456C-8A6C-C1A529247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3866" y="4424462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1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EEF824-1A1E-4388-95DA-0C63A1916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817" y="4424462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DB27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9424E9-FF58-47A0-81C8-6779746AE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817" y="4424462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1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2D1718-F42B-45E6-BA00-EBD95E8E5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05" y="4632142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28B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A32B67-5F37-4BD4-9435-C7C12D8D3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05" y="4632142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1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2F1EBB-3F2A-46B2-A349-02CB5BF48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256" y="4632142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FA08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4A8663-BC9E-4A70-B525-1AECBACE5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256" y="4632142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1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FB15D3-EC85-48B4-954A-C6CD8AE35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208" y="4632142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A76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A1B4DF-46BF-46F9-966F-70059C581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208" y="4632142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1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CBA26C-A134-4A96-8D86-6EE09AE72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59" y="4632142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F998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455DEB-DF2C-4DB7-B038-44BA126EB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59" y="4632142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1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FC59E8-A1FE-4F1E-8A2B-F0E4E92F8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110" y="4632142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18F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A8C54D-3E72-4B2B-8AB9-4B18153D6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110" y="4632142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1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79D345-79DA-4E0F-AFFF-A3173BBEC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061" y="4632142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E9C8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90DBE2-F7D8-4834-A14C-4FB754FB4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061" y="4632142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1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ACC2E1-FEED-4813-8D89-43AE8CA97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1013" y="4632142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0938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5E8CCF-D361-4D29-9BC1-A35C66B96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1013" y="4632142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1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A667D2-8149-4105-B4FC-3B4ADE354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963" y="4632142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585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6EE99F-38CA-422A-99C1-9AFB173EA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963" y="4632142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1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8074B9-DB65-484F-B7DE-E938835A9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2915" y="4632142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28D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A2C31E-409D-4E00-84B6-CD98D49F0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2915" y="4632142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1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0878B2-E7C7-44C8-91BC-9B1DF392B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3866" y="4632142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9A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CC517A-B38A-4DAB-9DFB-ED49E6466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3866" y="4632142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1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DF1C3D-C98F-4B97-A731-BCB9B75B1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817" y="4632142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F988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28BDBD-A95C-4A99-A08A-BCB57277E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817" y="4632142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2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A3033F-C84D-4DDE-9AE8-FB19128E6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05" y="4839822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FA18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317D06-AAE2-4F4A-893B-D86605B9F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05" y="4839822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2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A0CC33-2E01-48B5-9271-1D4C8F27D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256" y="4839822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DBC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FEA4CD-90E6-44C9-ADA3-DCB239ACA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256" y="4839822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2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85D271-1B29-4F61-B300-863F9F734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208" y="4839822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28D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8E50DA-33BA-4DA0-8707-9E3170DBE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208" y="4839822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2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CBAF0B-FD36-46EE-9CBD-E2F1E5F01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59" y="4839822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CB17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9B4C7E-7796-4FE3-AA3D-E6DA88780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59" y="4839822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2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B6B5AB-1EC4-4C85-B15E-BDAB5C351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110" y="4839822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CB17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D87826-C715-4266-9E5B-FD4BB0E99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110" y="4839822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2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69108F-C3C7-4B71-8D61-02577023C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061" y="4839822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FB47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F59AFA-3A88-47C9-8B04-BBBEFE9F4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061" y="4839822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2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4D55D0-10C3-4859-AB66-925F41DB5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1013" y="4839822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2A78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FE0C4C-29EC-4D07-AF5F-DDE830DA8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1013" y="4839822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2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005D15-99A0-4638-B813-0442315F6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963" y="4839822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CB17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7C3BC8-D144-4380-9708-516681F83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963" y="4839822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2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65CEE8-0872-41F8-A4FD-927FDD2C9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2915" y="4839822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7B87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92041C-49B9-432D-BD62-32188A80A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2915" y="4839822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2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9B463A-C770-40C0-B6B3-7A515F1D4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3866" y="4839822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F988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E5E74B-C1F5-4069-8D67-ABBC9980E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3866" y="4839822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2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E5BD92-A299-4D1E-9177-185519C11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817" y="4839822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CD5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841547-9EEF-476F-94AB-74B7DBA15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817" y="4839822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2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8E9392-F281-438C-B644-1E5157340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781" y="5047502"/>
            <a:ext cx="10" cy="9971"/>
          </a:xfrm>
          <a:custGeom xmlns:a="http://schemas.openxmlformats.org/drawingml/2006/main">
            <a:pathLst>
              <a:path w="1" h="9971">
                <a:moveTo>
                  <a:pt x="0" y="0"/>
                </a:moveTo>
                <a:lnTo>
                  <a:pt x="0" y="997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87626B-735D-430B-9FED-669588CF7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781" y="5047502"/>
            <a:ext cx="10" cy="9971"/>
          </a:xfrm>
          <a:custGeom xmlns:a="http://schemas.openxmlformats.org/drawingml/2006/main">
            <a:pathLst>
              <a:path w="1" h="9971" fill="none">
                <a:moveTo>
                  <a:pt x="0" y="0"/>
                </a:moveTo>
                <a:lnTo>
                  <a:pt x="0" y="9971"/>
                </a:lnTo>
              </a:path>
            </a:pathLst>
          </a:custGeom>
          <a:noFill xmlns:a="http://schemas.openxmlformats.org/drawingml/2006/main"/>
          <a:ln xmlns:a="http://schemas.openxmlformats.org/drawingml/2006/main" w="2279" cap="flat">
            <a:solidFill>
              <a:srgbClr val="000000"/>
            </a:solidFill>
            <a:round/>
          </a:ln>
        </p:spPr>
      </p:sp>
      <p:sp>
        <p:nvSpPr>
          <p:cNvPr id="22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45A9D2-C8A9-4208-AA00-2445799DF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794" y="5070688"/>
            <a:ext cx="21394" cy="22542"/>
          </a:xfrm>
          <a:custGeom xmlns:a="http://schemas.openxmlformats.org/drawingml/2006/main">
            <a:pathLst>
              <a:path w="21394" h="22542">
                <a:moveTo>
                  <a:pt x="20145" y="9388"/>
                </a:moveTo>
                <a:cubicBezTo>
                  <a:pt x="21072" y="11201"/>
                  <a:pt x="21394" y="12973"/>
                  <a:pt x="21072" y="14666"/>
                </a:cubicBezTo>
                <a:cubicBezTo>
                  <a:pt x="20749" y="16398"/>
                  <a:pt x="19802" y="18030"/>
                  <a:pt x="18251" y="19581"/>
                </a:cubicBezTo>
                <a:cubicBezTo>
                  <a:pt x="17284" y="20548"/>
                  <a:pt x="16217" y="21293"/>
                  <a:pt x="15089" y="21777"/>
                </a:cubicBezTo>
                <a:cubicBezTo>
                  <a:pt x="13940" y="22280"/>
                  <a:pt x="12752" y="22542"/>
                  <a:pt x="11483" y="22522"/>
                </a:cubicBezTo>
                <a:cubicBezTo>
                  <a:pt x="10012" y="22542"/>
                  <a:pt x="8622" y="22240"/>
                  <a:pt x="7333" y="21676"/>
                </a:cubicBezTo>
                <a:cubicBezTo>
                  <a:pt x="6043" y="21112"/>
                  <a:pt x="4815" y="20205"/>
                  <a:pt x="3626" y="19017"/>
                </a:cubicBezTo>
                <a:cubicBezTo>
                  <a:pt x="1350" y="16740"/>
                  <a:pt x="161" y="14263"/>
                  <a:pt x="81" y="11523"/>
                </a:cubicBezTo>
                <a:cubicBezTo>
                  <a:pt x="0" y="8823"/>
                  <a:pt x="1027" y="6386"/>
                  <a:pt x="3203" y="4210"/>
                </a:cubicBezTo>
                <a:cubicBezTo>
                  <a:pt x="4009" y="3404"/>
                  <a:pt x="4976" y="2679"/>
                  <a:pt x="6084" y="1974"/>
                </a:cubicBezTo>
                <a:cubicBezTo>
                  <a:pt x="7172" y="1289"/>
                  <a:pt x="8481" y="624"/>
                  <a:pt x="9952" y="0"/>
                </a:cubicBezTo>
                <a:lnTo>
                  <a:pt x="13336" y="3384"/>
                </a:lnTo>
                <a:lnTo>
                  <a:pt x="12228" y="4492"/>
                </a:lnTo>
                <a:cubicBezTo>
                  <a:pt x="10757" y="3505"/>
                  <a:pt x="9347" y="3102"/>
                  <a:pt x="8038" y="3243"/>
                </a:cubicBezTo>
                <a:cubicBezTo>
                  <a:pt x="6728" y="3384"/>
                  <a:pt x="5399" y="4110"/>
                  <a:pt x="4089" y="5419"/>
                </a:cubicBezTo>
                <a:cubicBezTo>
                  <a:pt x="2518" y="6990"/>
                  <a:pt x="1894" y="8743"/>
                  <a:pt x="2196" y="10657"/>
                </a:cubicBezTo>
                <a:cubicBezTo>
                  <a:pt x="2518" y="12591"/>
                  <a:pt x="3747" y="14625"/>
                  <a:pt x="5882" y="16761"/>
                </a:cubicBezTo>
                <a:cubicBezTo>
                  <a:pt x="8038" y="18916"/>
                  <a:pt x="10072" y="20145"/>
                  <a:pt x="11986" y="20447"/>
                </a:cubicBezTo>
                <a:cubicBezTo>
                  <a:pt x="13920" y="20769"/>
                  <a:pt x="15653" y="20125"/>
                  <a:pt x="17224" y="18554"/>
                </a:cubicBezTo>
                <a:cubicBezTo>
                  <a:pt x="18312" y="17466"/>
                  <a:pt x="18936" y="16317"/>
                  <a:pt x="19138" y="15068"/>
                </a:cubicBezTo>
                <a:cubicBezTo>
                  <a:pt x="19319" y="13840"/>
                  <a:pt x="19057" y="12570"/>
                  <a:pt x="18332" y="11201"/>
                </a:cubicBezTo>
                <a:lnTo>
                  <a:pt x="20145" y="938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555A21-3B85-49DE-9AE0-28C0788B0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732" y="5047502"/>
            <a:ext cx="10" cy="9971"/>
          </a:xfrm>
          <a:custGeom xmlns:a="http://schemas.openxmlformats.org/drawingml/2006/main">
            <a:pathLst>
              <a:path w="1" h="9971">
                <a:moveTo>
                  <a:pt x="0" y="0"/>
                </a:moveTo>
                <a:lnTo>
                  <a:pt x="0" y="997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897191-891B-4EB0-857C-03BEE4DEA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732" y="5047502"/>
            <a:ext cx="10" cy="9971"/>
          </a:xfrm>
          <a:custGeom xmlns:a="http://schemas.openxmlformats.org/drawingml/2006/main">
            <a:pathLst>
              <a:path w="1" h="9971" fill="none">
                <a:moveTo>
                  <a:pt x="0" y="0"/>
                </a:moveTo>
                <a:lnTo>
                  <a:pt x="0" y="9971"/>
                </a:lnTo>
              </a:path>
            </a:pathLst>
          </a:custGeom>
          <a:noFill xmlns:a="http://schemas.openxmlformats.org/drawingml/2006/main"/>
          <a:ln xmlns:a="http://schemas.openxmlformats.org/drawingml/2006/main" w="2279" cap="flat">
            <a:solidFill>
              <a:srgbClr val="000000"/>
            </a:solidFill>
            <a:round/>
          </a:ln>
        </p:spPr>
      </p:sp>
      <p:sp>
        <p:nvSpPr>
          <p:cNvPr id="22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12427F-4D3A-4BB1-AC5E-C1459EE8E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309" y="5087559"/>
            <a:ext cx="21394" cy="22542"/>
          </a:xfrm>
          <a:custGeom xmlns:a="http://schemas.openxmlformats.org/drawingml/2006/main">
            <a:pathLst>
              <a:path w="21394" h="22542">
                <a:moveTo>
                  <a:pt x="20145" y="9388"/>
                </a:moveTo>
                <a:cubicBezTo>
                  <a:pt x="21072" y="11201"/>
                  <a:pt x="21394" y="12973"/>
                  <a:pt x="21072" y="14666"/>
                </a:cubicBezTo>
                <a:cubicBezTo>
                  <a:pt x="20749" y="16398"/>
                  <a:pt x="19802" y="18030"/>
                  <a:pt x="18251" y="19581"/>
                </a:cubicBezTo>
                <a:cubicBezTo>
                  <a:pt x="17284" y="20548"/>
                  <a:pt x="16217" y="21293"/>
                  <a:pt x="15089" y="21777"/>
                </a:cubicBezTo>
                <a:cubicBezTo>
                  <a:pt x="13940" y="22280"/>
                  <a:pt x="12752" y="22542"/>
                  <a:pt x="11483" y="22522"/>
                </a:cubicBezTo>
                <a:cubicBezTo>
                  <a:pt x="10012" y="22542"/>
                  <a:pt x="8622" y="22240"/>
                  <a:pt x="7333" y="21676"/>
                </a:cubicBezTo>
                <a:cubicBezTo>
                  <a:pt x="6043" y="21112"/>
                  <a:pt x="4815" y="20205"/>
                  <a:pt x="3626" y="19017"/>
                </a:cubicBezTo>
                <a:cubicBezTo>
                  <a:pt x="1350" y="16740"/>
                  <a:pt x="161" y="14263"/>
                  <a:pt x="81" y="11523"/>
                </a:cubicBezTo>
                <a:cubicBezTo>
                  <a:pt x="0" y="8823"/>
                  <a:pt x="1027" y="6386"/>
                  <a:pt x="3203" y="4210"/>
                </a:cubicBezTo>
                <a:cubicBezTo>
                  <a:pt x="4009" y="3404"/>
                  <a:pt x="4976" y="2679"/>
                  <a:pt x="6084" y="1974"/>
                </a:cubicBezTo>
                <a:cubicBezTo>
                  <a:pt x="7172" y="1289"/>
                  <a:pt x="8481" y="624"/>
                  <a:pt x="9952" y="0"/>
                </a:cubicBezTo>
                <a:lnTo>
                  <a:pt x="13336" y="3384"/>
                </a:lnTo>
                <a:lnTo>
                  <a:pt x="12228" y="4492"/>
                </a:lnTo>
                <a:cubicBezTo>
                  <a:pt x="10757" y="3505"/>
                  <a:pt x="9347" y="3102"/>
                  <a:pt x="8038" y="3243"/>
                </a:cubicBezTo>
                <a:cubicBezTo>
                  <a:pt x="6728" y="3384"/>
                  <a:pt x="5399" y="4110"/>
                  <a:pt x="4089" y="5419"/>
                </a:cubicBezTo>
                <a:cubicBezTo>
                  <a:pt x="2518" y="6990"/>
                  <a:pt x="1894" y="8743"/>
                  <a:pt x="2196" y="10657"/>
                </a:cubicBezTo>
                <a:cubicBezTo>
                  <a:pt x="2518" y="12591"/>
                  <a:pt x="3747" y="14625"/>
                  <a:pt x="5882" y="16761"/>
                </a:cubicBezTo>
                <a:cubicBezTo>
                  <a:pt x="8038" y="18916"/>
                  <a:pt x="10072" y="20145"/>
                  <a:pt x="11986" y="20447"/>
                </a:cubicBezTo>
                <a:cubicBezTo>
                  <a:pt x="13920" y="20769"/>
                  <a:pt x="15653" y="20125"/>
                  <a:pt x="17224" y="18554"/>
                </a:cubicBezTo>
                <a:cubicBezTo>
                  <a:pt x="18312" y="17466"/>
                  <a:pt x="18936" y="16317"/>
                  <a:pt x="19138" y="15068"/>
                </a:cubicBezTo>
                <a:cubicBezTo>
                  <a:pt x="19319" y="13840"/>
                  <a:pt x="19057" y="12570"/>
                  <a:pt x="18332" y="11201"/>
                </a:cubicBezTo>
                <a:lnTo>
                  <a:pt x="20145" y="938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E319DE-9C35-41DD-8B80-5BA1060BD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856" y="5071826"/>
            <a:ext cx="17828" cy="24214"/>
          </a:xfrm>
          <a:custGeom xmlns:a="http://schemas.openxmlformats.org/drawingml/2006/main">
            <a:pathLst>
              <a:path w="17828" h="24214">
                <a:moveTo>
                  <a:pt x="9085" y="8682"/>
                </a:moveTo>
                <a:lnTo>
                  <a:pt x="6305" y="11462"/>
                </a:lnTo>
                <a:lnTo>
                  <a:pt x="8763" y="15572"/>
                </a:lnTo>
                <a:lnTo>
                  <a:pt x="11563" y="12772"/>
                </a:lnTo>
                <a:lnTo>
                  <a:pt x="9085" y="8682"/>
                </a:lnTo>
                <a:close/>
                <a:moveTo>
                  <a:pt x="2095" y="4472"/>
                </a:moveTo>
                <a:lnTo>
                  <a:pt x="5177" y="9569"/>
                </a:lnTo>
                <a:lnTo>
                  <a:pt x="7957" y="6789"/>
                </a:lnTo>
                <a:lnTo>
                  <a:pt x="4875" y="1692"/>
                </a:lnTo>
                <a:lnTo>
                  <a:pt x="6567" y="0"/>
                </a:lnTo>
                <a:lnTo>
                  <a:pt x="9629" y="5117"/>
                </a:lnTo>
                <a:lnTo>
                  <a:pt x="12651" y="2095"/>
                </a:lnTo>
                <a:lnTo>
                  <a:pt x="14162" y="3606"/>
                </a:lnTo>
                <a:lnTo>
                  <a:pt x="10757" y="7010"/>
                </a:lnTo>
                <a:lnTo>
                  <a:pt x="13235" y="11100"/>
                </a:lnTo>
                <a:lnTo>
                  <a:pt x="16317" y="8018"/>
                </a:lnTo>
                <a:lnTo>
                  <a:pt x="17828" y="9529"/>
                </a:lnTo>
                <a:lnTo>
                  <a:pt x="14363" y="12993"/>
                </a:lnTo>
                <a:lnTo>
                  <a:pt x="17425" y="18070"/>
                </a:lnTo>
                <a:lnTo>
                  <a:pt x="15733" y="19762"/>
                </a:lnTo>
                <a:lnTo>
                  <a:pt x="12691" y="14666"/>
                </a:lnTo>
                <a:lnTo>
                  <a:pt x="9911" y="17446"/>
                </a:lnTo>
                <a:lnTo>
                  <a:pt x="12953" y="22542"/>
                </a:lnTo>
                <a:lnTo>
                  <a:pt x="11281" y="24214"/>
                </a:lnTo>
                <a:lnTo>
                  <a:pt x="8219" y="19138"/>
                </a:lnTo>
                <a:lnTo>
                  <a:pt x="5177" y="22180"/>
                </a:lnTo>
                <a:lnTo>
                  <a:pt x="3666" y="20669"/>
                </a:lnTo>
                <a:lnTo>
                  <a:pt x="7091" y="17244"/>
                </a:lnTo>
                <a:lnTo>
                  <a:pt x="4613" y="13155"/>
                </a:lnTo>
                <a:lnTo>
                  <a:pt x="1511" y="16257"/>
                </a:lnTo>
                <a:lnTo>
                  <a:pt x="0" y="14746"/>
                </a:lnTo>
                <a:lnTo>
                  <a:pt x="3485" y="11261"/>
                </a:lnTo>
                <a:lnTo>
                  <a:pt x="423" y="6144"/>
                </a:lnTo>
                <a:lnTo>
                  <a:pt x="2095" y="447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D435A7-575D-4419-97F8-D76902353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683" y="5047502"/>
            <a:ext cx="10" cy="9971"/>
          </a:xfrm>
          <a:custGeom xmlns:a="http://schemas.openxmlformats.org/drawingml/2006/main">
            <a:pathLst>
              <a:path w="1" h="9971">
                <a:moveTo>
                  <a:pt x="0" y="0"/>
                </a:moveTo>
                <a:lnTo>
                  <a:pt x="0" y="997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7BDB19-CA9C-4AF6-BE83-92295FEEA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683" y="5047502"/>
            <a:ext cx="10" cy="9971"/>
          </a:xfrm>
          <a:custGeom xmlns:a="http://schemas.openxmlformats.org/drawingml/2006/main">
            <a:pathLst>
              <a:path w="1" h="9971" fill="none">
                <a:moveTo>
                  <a:pt x="0" y="0"/>
                </a:moveTo>
                <a:lnTo>
                  <a:pt x="0" y="9971"/>
                </a:lnTo>
              </a:path>
            </a:pathLst>
          </a:custGeom>
          <a:noFill xmlns:a="http://schemas.openxmlformats.org/drawingml/2006/main"/>
          <a:ln xmlns:a="http://schemas.openxmlformats.org/drawingml/2006/main" w="2279" cap="flat">
            <a:solidFill>
              <a:srgbClr val="000000"/>
            </a:solidFill>
            <a:round/>
          </a:ln>
        </p:spPr>
      </p:sp>
      <p:sp>
        <p:nvSpPr>
          <p:cNvPr id="22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FC174F-4436-4BD7-BFEA-EB4A1AB95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825" y="5104431"/>
            <a:ext cx="21394" cy="22542"/>
          </a:xfrm>
          <a:custGeom xmlns:a="http://schemas.openxmlformats.org/drawingml/2006/main">
            <a:pathLst>
              <a:path w="21394" h="22542">
                <a:moveTo>
                  <a:pt x="20145" y="9388"/>
                </a:moveTo>
                <a:cubicBezTo>
                  <a:pt x="21072" y="11201"/>
                  <a:pt x="21394" y="12973"/>
                  <a:pt x="21072" y="14666"/>
                </a:cubicBezTo>
                <a:cubicBezTo>
                  <a:pt x="20749" y="16398"/>
                  <a:pt x="19802" y="18030"/>
                  <a:pt x="18251" y="19581"/>
                </a:cubicBezTo>
                <a:cubicBezTo>
                  <a:pt x="17284" y="20548"/>
                  <a:pt x="16217" y="21293"/>
                  <a:pt x="15089" y="21777"/>
                </a:cubicBezTo>
                <a:cubicBezTo>
                  <a:pt x="13940" y="22280"/>
                  <a:pt x="12752" y="22542"/>
                  <a:pt x="11483" y="22522"/>
                </a:cubicBezTo>
                <a:cubicBezTo>
                  <a:pt x="10012" y="22542"/>
                  <a:pt x="8622" y="22240"/>
                  <a:pt x="7333" y="21676"/>
                </a:cubicBezTo>
                <a:cubicBezTo>
                  <a:pt x="6043" y="21112"/>
                  <a:pt x="4815" y="20205"/>
                  <a:pt x="3626" y="19017"/>
                </a:cubicBezTo>
                <a:cubicBezTo>
                  <a:pt x="1350" y="16740"/>
                  <a:pt x="161" y="14263"/>
                  <a:pt x="81" y="11523"/>
                </a:cubicBezTo>
                <a:cubicBezTo>
                  <a:pt x="0" y="8823"/>
                  <a:pt x="1027" y="6386"/>
                  <a:pt x="3203" y="4210"/>
                </a:cubicBezTo>
                <a:cubicBezTo>
                  <a:pt x="4009" y="3404"/>
                  <a:pt x="4976" y="2679"/>
                  <a:pt x="6084" y="1974"/>
                </a:cubicBezTo>
                <a:cubicBezTo>
                  <a:pt x="7172" y="1289"/>
                  <a:pt x="8481" y="624"/>
                  <a:pt x="9952" y="0"/>
                </a:cubicBezTo>
                <a:lnTo>
                  <a:pt x="13336" y="3384"/>
                </a:lnTo>
                <a:lnTo>
                  <a:pt x="12228" y="4492"/>
                </a:lnTo>
                <a:cubicBezTo>
                  <a:pt x="10757" y="3505"/>
                  <a:pt x="9347" y="3102"/>
                  <a:pt x="8038" y="3243"/>
                </a:cubicBezTo>
                <a:cubicBezTo>
                  <a:pt x="6728" y="3384"/>
                  <a:pt x="5399" y="4110"/>
                  <a:pt x="4089" y="5419"/>
                </a:cubicBezTo>
                <a:cubicBezTo>
                  <a:pt x="2518" y="6990"/>
                  <a:pt x="1894" y="8743"/>
                  <a:pt x="2196" y="10657"/>
                </a:cubicBezTo>
                <a:cubicBezTo>
                  <a:pt x="2518" y="12591"/>
                  <a:pt x="3747" y="14625"/>
                  <a:pt x="5882" y="16761"/>
                </a:cubicBezTo>
                <a:cubicBezTo>
                  <a:pt x="8038" y="18916"/>
                  <a:pt x="10072" y="20145"/>
                  <a:pt x="11986" y="20447"/>
                </a:cubicBezTo>
                <a:cubicBezTo>
                  <a:pt x="13920" y="20769"/>
                  <a:pt x="15653" y="20125"/>
                  <a:pt x="17224" y="18554"/>
                </a:cubicBezTo>
                <a:cubicBezTo>
                  <a:pt x="18312" y="17466"/>
                  <a:pt x="18936" y="16317"/>
                  <a:pt x="19138" y="15068"/>
                </a:cubicBezTo>
                <a:cubicBezTo>
                  <a:pt x="19319" y="13840"/>
                  <a:pt x="19057" y="12570"/>
                  <a:pt x="18332" y="11201"/>
                </a:cubicBezTo>
                <a:lnTo>
                  <a:pt x="20145" y="938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998965-E90F-4CF0-8A91-E5BB81D76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091" y="5094640"/>
            <a:ext cx="14202" cy="14202"/>
          </a:xfrm>
          <a:custGeom xmlns:a="http://schemas.openxmlformats.org/drawingml/2006/main">
            <a:pathLst>
              <a:path w="14202" h="14202">
                <a:moveTo>
                  <a:pt x="1571" y="0"/>
                </a:moveTo>
                <a:lnTo>
                  <a:pt x="7091" y="5520"/>
                </a:lnTo>
                <a:lnTo>
                  <a:pt x="12611" y="0"/>
                </a:lnTo>
                <a:lnTo>
                  <a:pt x="14202" y="1591"/>
                </a:lnTo>
                <a:lnTo>
                  <a:pt x="8682" y="7111"/>
                </a:lnTo>
                <a:lnTo>
                  <a:pt x="14202" y="12631"/>
                </a:lnTo>
                <a:lnTo>
                  <a:pt x="12631" y="14202"/>
                </a:lnTo>
                <a:lnTo>
                  <a:pt x="7111" y="8682"/>
                </a:lnTo>
                <a:lnTo>
                  <a:pt x="1591" y="14202"/>
                </a:lnTo>
                <a:lnTo>
                  <a:pt x="0" y="12611"/>
                </a:lnTo>
                <a:lnTo>
                  <a:pt x="5520" y="7091"/>
                </a:lnTo>
                <a:lnTo>
                  <a:pt x="0" y="1571"/>
                </a:lnTo>
                <a:lnTo>
                  <a:pt x="157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E51B43-30A8-4264-B1CD-975D542BD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972" y="5077759"/>
            <a:ext cx="14202" cy="14202"/>
          </a:xfrm>
          <a:custGeom xmlns:a="http://schemas.openxmlformats.org/drawingml/2006/main">
            <a:pathLst>
              <a:path w="14202" h="14202">
                <a:moveTo>
                  <a:pt x="1571" y="0"/>
                </a:moveTo>
                <a:lnTo>
                  <a:pt x="7091" y="5520"/>
                </a:lnTo>
                <a:lnTo>
                  <a:pt x="12611" y="0"/>
                </a:lnTo>
                <a:lnTo>
                  <a:pt x="14202" y="1591"/>
                </a:lnTo>
                <a:lnTo>
                  <a:pt x="8682" y="7111"/>
                </a:lnTo>
                <a:lnTo>
                  <a:pt x="14202" y="12631"/>
                </a:lnTo>
                <a:lnTo>
                  <a:pt x="12631" y="14202"/>
                </a:lnTo>
                <a:lnTo>
                  <a:pt x="7111" y="8682"/>
                </a:lnTo>
                <a:lnTo>
                  <a:pt x="1591" y="14202"/>
                </a:lnTo>
                <a:lnTo>
                  <a:pt x="0" y="12611"/>
                </a:lnTo>
                <a:lnTo>
                  <a:pt x="5520" y="7091"/>
                </a:lnTo>
                <a:lnTo>
                  <a:pt x="0" y="1571"/>
                </a:lnTo>
                <a:lnTo>
                  <a:pt x="157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0AAF85-26C6-4409-B93D-BE2199D78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34" y="5047502"/>
            <a:ext cx="10" cy="9971"/>
          </a:xfrm>
          <a:custGeom xmlns:a="http://schemas.openxmlformats.org/drawingml/2006/main">
            <a:pathLst>
              <a:path w="1" h="9971">
                <a:moveTo>
                  <a:pt x="0" y="0"/>
                </a:moveTo>
                <a:lnTo>
                  <a:pt x="0" y="997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67B86C-5C68-4B18-AD40-8BF44B3AB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34" y="5047502"/>
            <a:ext cx="10" cy="9971"/>
          </a:xfrm>
          <a:custGeom xmlns:a="http://schemas.openxmlformats.org/drawingml/2006/main">
            <a:pathLst>
              <a:path w="1" h="9971" fill="none">
                <a:moveTo>
                  <a:pt x="0" y="0"/>
                </a:moveTo>
                <a:lnTo>
                  <a:pt x="0" y="9971"/>
                </a:lnTo>
              </a:path>
            </a:pathLst>
          </a:custGeom>
          <a:noFill xmlns:a="http://schemas.openxmlformats.org/drawingml/2006/main"/>
          <a:ln xmlns:a="http://schemas.openxmlformats.org/drawingml/2006/main" w="2279" cap="flat">
            <a:solidFill>
              <a:srgbClr val="000000"/>
            </a:solidFill>
            <a:round/>
          </a:ln>
        </p:spPr>
      </p:sp>
      <p:sp>
        <p:nvSpPr>
          <p:cNvPr id="22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F10A56-0A90-426C-B025-AA998C3C7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298" y="5083165"/>
            <a:ext cx="23066" cy="22905"/>
          </a:xfrm>
          <a:custGeom xmlns:a="http://schemas.openxmlformats.org/drawingml/2006/main">
            <a:pathLst>
              <a:path w="23066" h="22905">
                <a:moveTo>
                  <a:pt x="12389" y="4593"/>
                </a:moveTo>
                <a:cubicBezTo>
                  <a:pt x="10919" y="3606"/>
                  <a:pt x="9549" y="3163"/>
                  <a:pt x="8239" y="3304"/>
                </a:cubicBezTo>
                <a:cubicBezTo>
                  <a:pt x="6930" y="3445"/>
                  <a:pt x="5600" y="4170"/>
                  <a:pt x="4311" y="5459"/>
                </a:cubicBezTo>
                <a:cubicBezTo>
                  <a:pt x="2619" y="7151"/>
                  <a:pt x="1894" y="8965"/>
                  <a:pt x="2156" y="10878"/>
                </a:cubicBezTo>
                <a:cubicBezTo>
                  <a:pt x="2397" y="12812"/>
                  <a:pt x="3646" y="14867"/>
                  <a:pt x="5842" y="17063"/>
                </a:cubicBezTo>
                <a:cubicBezTo>
                  <a:pt x="8018" y="19238"/>
                  <a:pt x="10072" y="20447"/>
                  <a:pt x="12047" y="20689"/>
                </a:cubicBezTo>
                <a:cubicBezTo>
                  <a:pt x="14001" y="20951"/>
                  <a:pt x="15814" y="20226"/>
                  <a:pt x="17486" y="18554"/>
                </a:cubicBezTo>
                <a:cubicBezTo>
                  <a:pt x="18211" y="17828"/>
                  <a:pt x="18836" y="17043"/>
                  <a:pt x="19339" y="16176"/>
                </a:cubicBezTo>
                <a:cubicBezTo>
                  <a:pt x="19843" y="15310"/>
                  <a:pt x="20205" y="14383"/>
                  <a:pt x="20427" y="13396"/>
                </a:cubicBezTo>
                <a:lnTo>
                  <a:pt x="16640" y="9609"/>
                </a:lnTo>
                <a:lnTo>
                  <a:pt x="13880" y="12369"/>
                </a:lnTo>
                <a:lnTo>
                  <a:pt x="12832" y="11321"/>
                </a:lnTo>
                <a:lnTo>
                  <a:pt x="17587" y="6567"/>
                </a:lnTo>
                <a:lnTo>
                  <a:pt x="23066" y="12047"/>
                </a:lnTo>
                <a:cubicBezTo>
                  <a:pt x="22703" y="13457"/>
                  <a:pt x="22139" y="14746"/>
                  <a:pt x="21374" y="15995"/>
                </a:cubicBezTo>
                <a:cubicBezTo>
                  <a:pt x="20608" y="17244"/>
                  <a:pt x="19641" y="18453"/>
                  <a:pt x="18513" y="19581"/>
                </a:cubicBezTo>
                <a:cubicBezTo>
                  <a:pt x="16297" y="21797"/>
                  <a:pt x="13819" y="22905"/>
                  <a:pt x="11120" y="22865"/>
                </a:cubicBezTo>
                <a:cubicBezTo>
                  <a:pt x="8421" y="22824"/>
                  <a:pt x="5902" y="21636"/>
                  <a:pt x="3586" y="19319"/>
                </a:cubicBezTo>
                <a:cubicBezTo>
                  <a:pt x="1269" y="17002"/>
                  <a:pt x="81" y="14484"/>
                  <a:pt x="40" y="11785"/>
                </a:cubicBezTo>
                <a:cubicBezTo>
                  <a:pt x="0" y="9085"/>
                  <a:pt x="1108" y="6567"/>
                  <a:pt x="3384" y="4291"/>
                </a:cubicBezTo>
                <a:cubicBezTo>
                  <a:pt x="4210" y="3465"/>
                  <a:pt x="5177" y="2699"/>
                  <a:pt x="6285" y="1994"/>
                </a:cubicBezTo>
                <a:cubicBezTo>
                  <a:pt x="7373" y="1309"/>
                  <a:pt x="8622" y="624"/>
                  <a:pt x="10012" y="0"/>
                </a:cubicBezTo>
                <a:lnTo>
                  <a:pt x="13497" y="3485"/>
                </a:lnTo>
                <a:lnTo>
                  <a:pt x="12389" y="45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3279EF-C451-4D0D-BD6F-1F4F78B10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254" y="5075812"/>
            <a:ext cx="15512" cy="15491"/>
          </a:xfrm>
          <a:custGeom xmlns:a="http://schemas.openxmlformats.org/drawingml/2006/main">
            <a:pathLst>
              <a:path w="15512" h="15491">
                <a:moveTo>
                  <a:pt x="12309" y="12288"/>
                </a:moveTo>
                <a:cubicBezTo>
                  <a:pt x="13276" y="11321"/>
                  <a:pt x="13618" y="10213"/>
                  <a:pt x="13356" y="8944"/>
                </a:cubicBezTo>
                <a:cubicBezTo>
                  <a:pt x="13074" y="7695"/>
                  <a:pt x="12208" y="6305"/>
                  <a:pt x="10717" y="4815"/>
                </a:cubicBezTo>
                <a:cubicBezTo>
                  <a:pt x="9226" y="3324"/>
                  <a:pt x="7816" y="2438"/>
                  <a:pt x="6567" y="2156"/>
                </a:cubicBezTo>
                <a:cubicBezTo>
                  <a:pt x="5298" y="1894"/>
                  <a:pt x="4190" y="2236"/>
                  <a:pt x="3223" y="3203"/>
                </a:cubicBezTo>
                <a:cubicBezTo>
                  <a:pt x="2256" y="4170"/>
                  <a:pt x="1894" y="5298"/>
                  <a:pt x="2176" y="6547"/>
                </a:cubicBezTo>
                <a:cubicBezTo>
                  <a:pt x="2438" y="7816"/>
                  <a:pt x="3344" y="9206"/>
                  <a:pt x="4835" y="10697"/>
                </a:cubicBezTo>
                <a:cubicBezTo>
                  <a:pt x="6326" y="12188"/>
                  <a:pt x="7695" y="13074"/>
                  <a:pt x="8965" y="13336"/>
                </a:cubicBezTo>
                <a:cubicBezTo>
                  <a:pt x="10213" y="13618"/>
                  <a:pt x="11342" y="13255"/>
                  <a:pt x="12309" y="12288"/>
                </a:cubicBezTo>
                <a:close/>
                <a:moveTo>
                  <a:pt x="13255" y="13235"/>
                </a:moveTo>
                <a:cubicBezTo>
                  <a:pt x="11724" y="14766"/>
                  <a:pt x="10032" y="15491"/>
                  <a:pt x="8098" y="15411"/>
                </a:cubicBezTo>
                <a:cubicBezTo>
                  <a:pt x="6164" y="15330"/>
                  <a:pt x="4371" y="14464"/>
                  <a:pt x="2699" y="12792"/>
                </a:cubicBezTo>
                <a:cubicBezTo>
                  <a:pt x="1048" y="11140"/>
                  <a:pt x="161" y="9367"/>
                  <a:pt x="81" y="7433"/>
                </a:cubicBezTo>
                <a:cubicBezTo>
                  <a:pt x="0" y="5500"/>
                  <a:pt x="725" y="3767"/>
                  <a:pt x="2256" y="2236"/>
                </a:cubicBezTo>
                <a:cubicBezTo>
                  <a:pt x="3787" y="705"/>
                  <a:pt x="5500" y="0"/>
                  <a:pt x="7433" y="81"/>
                </a:cubicBezTo>
                <a:cubicBezTo>
                  <a:pt x="9367" y="161"/>
                  <a:pt x="11160" y="1027"/>
                  <a:pt x="12812" y="2679"/>
                </a:cubicBezTo>
                <a:cubicBezTo>
                  <a:pt x="14484" y="4351"/>
                  <a:pt x="15350" y="6144"/>
                  <a:pt x="15431" y="8078"/>
                </a:cubicBezTo>
                <a:cubicBezTo>
                  <a:pt x="15512" y="10012"/>
                  <a:pt x="14786" y="11704"/>
                  <a:pt x="13255" y="1323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CDA62B-479A-45B1-B227-810193157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586" y="5047502"/>
            <a:ext cx="10" cy="9971"/>
          </a:xfrm>
          <a:custGeom xmlns:a="http://schemas.openxmlformats.org/drawingml/2006/main">
            <a:pathLst>
              <a:path w="1" h="9971">
                <a:moveTo>
                  <a:pt x="0" y="0"/>
                </a:moveTo>
                <a:lnTo>
                  <a:pt x="0" y="997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4C3C3B-A4BA-41A2-BE7F-CF0EBCEAC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586" y="5047502"/>
            <a:ext cx="10" cy="9971"/>
          </a:xfrm>
          <a:custGeom xmlns:a="http://schemas.openxmlformats.org/drawingml/2006/main">
            <a:pathLst>
              <a:path w="1" h="9971" fill="none">
                <a:moveTo>
                  <a:pt x="0" y="0"/>
                </a:moveTo>
                <a:lnTo>
                  <a:pt x="0" y="9971"/>
                </a:lnTo>
              </a:path>
            </a:pathLst>
          </a:custGeom>
          <a:noFill xmlns:a="http://schemas.openxmlformats.org/drawingml/2006/main"/>
          <a:ln xmlns:a="http://schemas.openxmlformats.org/drawingml/2006/main" w="2279" cap="flat">
            <a:solidFill>
              <a:srgbClr val="000000"/>
            </a:solidFill>
            <a:round/>
          </a:ln>
        </p:spPr>
      </p:sp>
      <p:sp>
        <p:nvSpPr>
          <p:cNvPr id="22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CFA8DE-87EC-441A-9C84-BB2DF7240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697" y="5104437"/>
            <a:ext cx="21152" cy="27014"/>
          </a:xfrm>
          <a:custGeom xmlns:a="http://schemas.openxmlformats.org/drawingml/2006/main">
            <a:pathLst>
              <a:path w="21152" h="27014">
                <a:moveTo>
                  <a:pt x="15512" y="27014"/>
                </a:moveTo>
                <a:lnTo>
                  <a:pt x="13195" y="24698"/>
                </a:lnTo>
                <a:lnTo>
                  <a:pt x="14323" y="23570"/>
                </a:lnTo>
                <a:cubicBezTo>
                  <a:pt x="14988" y="24194"/>
                  <a:pt x="15612" y="24537"/>
                  <a:pt x="16217" y="24577"/>
                </a:cubicBezTo>
                <a:cubicBezTo>
                  <a:pt x="16821" y="24617"/>
                  <a:pt x="17405" y="24355"/>
                  <a:pt x="17989" y="23771"/>
                </a:cubicBezTo>
                <a:cubicBezTo>
                  <a:pt x="18755" y="23006"/>
                  <a:pt x="19037" y="22200"/>
                  <a:pt x="18876" y="21394"/>
                </a:cubicBezTo>
                <a:cubicBezTo>
                  <a:pt x="18695" y="20608"/>
                  <a:pt x="17889" y="19480"/>
                  <a:pt x="16479" y="18070"/>
                </a:cubicBezTo>
                <a:lnTo>
                  <a:pt x="3324" y="4915"/>
                </a:lnTo>
                <a:lnTo>
                  <a:pt x="1048" y="7192"/>
                </a:lnTo>
                <a:lnTo>
                  <a:pt x="0" y="6144"/>
                </a:lnTo>
                <a:lnTo>
                  <a:pt x="6144" y="0"/>
                </a:lnTo>
                <a:lnTo>
                  <a:pt x="7192" y="1048"/>
                </a:lnTo>
                <a:lnTo>
                  <a:pt x="5318" y="2921"/>
                </a:lnTo>
                <a:lnTo>
                  <a:pt x="18554" y="16156"/>
                </a:lnTo>
                <a:cubicBezTo>
                  <a:pt x="20165" y="17768"/>
                  <a:pt x="20991" y="19238"/>
                  <a:pt x="21072" y="20608"/>
                </a:cubicBezTo>
                <a:cubicBezTo>
                  <a:pt x="21152" y="21978"/>
                  <a:pt x="20467" y="23388"/>
                  <a:pt x="19017" y="24839"/>
                </a:cubicBezTo>
                <a:cubicBezTo>
                  <a:pt x="18533" y="25322"/>
                  <a:pt x="18010" y="25725"/>
                  <a:pt x="17425" y="26068"/>
                </a:cubicBezTo>
                <a:cubicBezTo>
                  <a:pt x="16841" y="26410"/>
                  <a:pt x="16197" y="26732"/>
                  <a:pt x="15512" y="2701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9A6872-0C9B-47DA-8F9C-90B62C3BB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335" y="5099824"/>
            <a:ext cx="19561" cy="15794"/>
          </a:xfrm>
          <a:custGeom xmlns:a="http://schemas.openxmlformats.org/drawingml/2006/main">
            <a:pathLst>
              <a:path w="19561" h="15794">
                <a:moveTo>
                  <a:pt x="12852" y="7071"/>
                </a:moveTo>
                <a:lnTo>
                  <a:pt x="10637" y="4855"/>
                </a:lnTo>
                <a:lnTo>
                  <a:pt x="8300" y="7192"/>
                </a:lnTo>
                <a:cubicBezTo>
                  <a:pt x="7393" y="8098"/>
                  <a:pt x="6930" y="8965"/>
                  <a:pt x="6869" y="9790"/>
                </a:cubicBezTo>
                <a:cubicBezTo>
                  <a:pt x="6829" y="10637"/>
                  <a:pt x="7212" y="11422"/>
                  <a:pt x="7998" y="12208"/>
                </a:cubicBezTo>
                <a:cubicBezTo>
                  <a:pt x="8723" y="12933"/>
                  <a:pt x="9529" y="13296"/>
                  <a:pt x="10395" y="13276"/>
                </a:cubicBezTo>
                <a:cubicBezTo>
                  <a:pt x="11281" y="13276"/>
                  <a:pt x="12087" y="12873"/>
                  <a:pt x="12852" y="12107"/>
                </a:cubicBezTo>
                <a:cubicBezTo>
                  <a:pt x="13598" y="11362"/>
                  <a:pt x="13981" y="10536"/>
                  <a:pt x="13981" y="9609"/>
                </a:cubicBezTo>
                <a:cubicBezTo>
                  <a:pt x="13981" y="8682"/>
                  <a:pt x="13618" y="7836"/>
                  <a:pt x="12852" y="7071"/>
                </a:cubicBezTo>
                <a:close/>
                <a:moveTo>
                  <a:pt x="11422" y="2014"/>
                </a:moveTo>
                <a:lnTo>
                  <a:pt x="16902" y="7494"/>
                </a:lnTo>
                <a:lnTo>
                  <a:pt x="18513" y="5882"/>
                </a:lnTo>
                <a:lnTo>
                  <a:pt x="19561" y="6930"/>
                </a:lnTo>
                <a:lnTo>
                  <a:pt x="16136" y="10355"/>
                </a:lnTo>
                <a:lnTo>
                  <a:pt x="15008" y="9226"/>
                </a:lnTo>
                <a:cubicBezTo>
                  <a:pt x="15089" y="10113"/>
                  <a:pt x="14988" y="10939"/>
                  <a:pt x="14686" y="11684"/>
                </a:cubicBezTo>
                <a:cubicBezTo>
                  <a:pt x="14363" y="12409"/>
                  <a:pt x="13860" y="13155"/>
                  <a:pt x="13175" y="13840"/>
                </a:cubicBezTo>
                <a:cubicBezTo>
                  <a:pt x="12006" y="15008"/>
                  <a:pt x="10778" y="15632"/>
                  <a:pt x="9488" y="15713"/>
                </a:cubicBezTo>
                <a:cubicBezTo>
                  <a:pt x="8199" y="15794"/>
                  <a:pt x="7031" y="15270"/>
                  <a:pt x="5983" y="14222"/>
                </a:cubicBezTo>
                <a:cubicBezTo>
                  <a:pt x="4915" y="13155"/>
                  <a:pt x="4472" y="11946"/>
                  <a:pt x="4653" y="10556"/>
                </a:cubicBezTo>
                <a:cubicBezTo>
                  <a:pt x="4815" y="9186"/>
                  <a:pt x="5620" y="7776"/>
                  <a:pt x="7051" y="6346"/>
                </a:cubicBezTo>
                <a:lnTo>
                  <a:pt x="9589" y="3807"/>
                </a:lnTo>
                <a:lnTo>
                  <a:pt x="8864" y="3082"/>
                </a:lnTo>
                <a:cubicBezTo>
                  <a:pt x="8078" y="2297"/>
                  <a:pt x="7232" y="1934"/>
                  <a:pt x="6305" y="1974"/>
                </a:cubicBezTo>
                <a:cubicBezTo>
                  <a:pt x="5379" y="2014"/>
                  <a:pt x="4472" y="2478"/>
                  <a:pt x="3606" y="3344"/>
                </a:cubicBezTo>
                <a:cubicBezTo>
                  <a:pt x="2881" y="4069"/>
                  <a:pt x="2498" y="4815"/>
                  <a:pt x="2397" y="5560"/>
                </a:cubicBezTo>
                <a:cubicBezTo>
                  <a:pt x="2276" y="6326"/>
                  <a:pt x="2498" y="7071"/>
                  <a:pt x="3042" y="7816"/>
                </a:cubicBezTo>
                <a:lnTo>
                  <a:pt x="2115" y="8743"/>
                </a:lnTo>
                <a:lnTo>
                  <a:pt x="0" y="6628"/>
                </a:lnTo>
                <a:cubicBezTo>
                  <a:pt x="363" y="5741"/>
                  <a:pt x="766" y="4936"/>
                  <a:pt x="1229" y="4190"/>
                </a:cubicBezTo>
                <a:cubicBezTo>
                  <a:pt x="1692" y="3485"/>
                  <a:pt x="2196" y="2820"/>
                  <a:pt x="2760" y="2256"/>
                </a:cubicBezTo>
                <a:cubicBezTo>
                  <a:pt x="4210" y="806"/>
                  <a:pt x="5661" y="81"/>
                  <a:pt x="7151" y="40"/>
                </a:cubicBezTo>
                <a:cubicBezTo>
                  <a:pt x="8642" y="0"/>
                  <a:pt x="10052" y="645"/>
                  <a:pt x="11422" y="201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390B67-5529-4286-BEE9-A4D5A3810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964" y="5084413"/>
            <a:ext cx="16801" cy="16801"/>
          </a:xfrm>
          <a:custGeom xmlns:a="http://schemas.openxmlformats.org/drawingml/2006/main">
            <a:pathLst>
              <a:path w="16801" h="16801">
                <a:moveTo>
                  <a:pt x="15471" y="16801"/>
                </a:moveTo>
                <a:lnTo>
                  <a:pt x="2216" y="11241"/>
                </a:lnTo>
                <a:lnTo>
                  <a:pt x="1048" y="12409"/>
                </a:lnTo>
                <a:lnTo>
                  <a:pt x="0" y="11362"/>
                </a:lnTo>
                <a:lnTo>
                  <a:pt x="4794" y="6567"/>
                </a:lnTo>
                <a:lnTo>
                  <a:pt x="5842" y="7615"/>
                </a:lnTo>
                <a:lnTo>
                  <a:pt x="4170" y="9287"/>
                </a:lnTo>
                <a:lnTo>
                  <a:pt x="14303" y="13537"/>
                </a:lnTo>
                <a:lnTo>
                  <a:pt x="10052" y="3404"/>
                </a:lnTo>
                <a:lnTo>
                  <a:pt x="8481" y="4976"/>
                </a:lnTo>
                <a:lnTo>
                  <a:pt x="7433" y="3928"/>
                </a:lnTo>
                <a:lnTo>
                  <a:pt x="11362" y="0"/>
                </a:lnTo>
                <a:lnTo>
                  <a:pt x="12409" y="1048"/>
                </a:lnTo>
                <a:lnTo>
                  <a:pt x="11241" y="2216"/>
                </a:lnTo>
                <a:lnTo>
                  <a:pt x="16801" y="15471"/>
                </a:lnTo>
                <a:lnTo>
                  <a:pt x="15471" y="168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FE8626-2965-4533-97B0-D72DABAF3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723" y="5076436"/>
            <a:ext cx="19561" cy="15794"/>
          </a:xfrm>
          <a:custGeom xmlns:a="http://schemas.openxmlformats.org/drawingml/2006/main">
            <a:pathLst>
              <a:path w="19561" h="15794">
                <a:moveTo>
                  <a:pt x="12852" y="7071"/>
                </a:moveTo>
                <a:lnTo>
                  <a:pt x="10637" y="4855"/>
                </a:lnTo>
                <a:lnTo>
                  <a:pt x="8300" y="7192"/>
                </a:lnTo>
                <a:cubicBezTo>
                  <a:pt x="7393" y="8098"/>
                  <a:pt x="6930" y="8965"/>
                  <a:pt x="6869" y="9790"/>
                </a:cubicBezTo>
                <a:cubicBezTo>
                  <a:pt x="6829" y="10637"/>
                  <a:pt x="7212" y="11422"/>
                  <a:pt x="7998" y="12208"/>
                </a:cubicBezTo>
                <a:cubicBezTo>
                  <a:pt x="8723" y="12933"/>
                  <a:pt x="9529" y="13296"/>
                  <a:pt x="10395" y="13276"/>
                </a:cubicBezTo>
                <a:cubicBezTo>
                  <a:pt x="11281" y="13276"/>
                  <a:pt x="12087" y="12873"/>
                  <a:pt x="12852" y="12107"/>
                </a:cubicBezTo>
                <a:cubicBezTo>
                  <a:pt x="13598" y="11362"/>
                  <a:pt x="13981" y="10536"/>
                  <a:pt x="13981" y="9609"/>
                </a:cubicBezTo>
                <a:cubicBezTo>
                  <a:pt x="13981" y="8682"/>
                  <a:pt x="13618" y="7836"/>
                  <a:pt x="12852" y="7071"/>
                </a:cubicBezTo>
                <a:close/>
                <a:moveTo>
                  <a:pt x="11422" y="2014"/>
                </a:moveTo>
                <a:lnTo>
                  <a:pt x="16902" y="7494"/>
                </a:lnTo>
                <a:lnTo>
                  <a:pt x="18513" y="5882"/>
                </a:lnTo>
                <a:lnTo>
                  <a:pt x="19561" y="6930"/>
                </a:lnTo>
                <a:lnTo>
                  <a:pt x="16136" y="10355"/>
                </a:lnTo>
                <a:lnTo>
                  <a:pt x="15008" y="9226"/>
                </a:lnTo>
                <a:cubicBezTo>
                  <a:pt x="15089" y="10113"/>
                  <a:pt x="14988" y="10939"/>
                  <a:pt x="14686" y="11684"/>
                </a:cubicBezTo>
                <a:cubicBezTo>
                  <a:pt x="14363" y="12409"/>
                  <a:pt x="13860" y="13155"/>
                  <a:pt x="13175" y="13840"/>
                </a:cubicBezTo>
                <a:cubicBezTo>
                  <a:pt x="12006" y="15008"/>
                  <a:pt x="10778" y="15632"/>
                  <a:pt x="9488" y="15713"/>
                </a:cubicBezTo>
                <a:cubicBezTo>
                  <a:pt x="8199" y="15794"/>
                  <a:pt x="7031" y="15270"/>
                  <a:pt x="5983" y="14222"/>
                </a:cubicBezTo>
                <a:cubicBezTo>
                  <a:pt x="4915" y="13155"/>
                  <a:pt x="4472" y="11946"/>
                  <a:pt x="4653" y="10556"/>
                </a:cubicBezTo>
                <a:cubicBezTo>
                  <a:pt x="4815" y="9186"/>
                  <a:pt x="5620" y="7776"/>
                  <a:pt x="7051" y="6346"/>
                </a:cubicBezTo>
                <a:lnTo>
                  <a:pt x="9589" y="3807"/>
                </a:lnTo>
                <a:lnTo>
                  <a:pt x="8864" y="3082"/>
                </a:lnTo>
                <a:cubicBezTo>
                  <a:pt x="8078" y="2297"/>
                  <a:pt x="7232" y="1934"/>
                  <a:pt x="6305" y="1974"/>
                </a:cubicBezTo>
                <a:cubicBezTo>
                  <a:pt x="5379" y="2014"/>
                  <a:pt x="4472" y="2478"/>
                  <a:pt x="3606" y="3344"/>
                </a:cubicBezTo>
                <a:cubicBezTo>
                  <a:pt x="2881" y="4069"/>
                  <a:pt x="2498" y="4815"/>
                  <a:pt x="2397" y="5560"/>
                </a:cubicBezTo>
                <a:cubicBezTo>
                  <a:pt x="2276" y="6326"/>
                  <a:pt x="2498" y="7071"/>
                  <a:pt x="3042" y="7816"/>
                </a:cubicBezTo>
                <a:lnTo>
                  <a:pt x="2115" y="8743"/>
                </a:lnTo>
                <a:lnTo>
                  <a:pt x="0" y="6628"/>
                </a:lnTo>
                <a:cubicBezTo>
                  <a:pt x="363" y="5741"/>
                  <a:pt x="766" y="4936"/>
                  <a:pt x="1229" y="4190"/>
                </a:cubicBezTo>
                <a:cubicBezTo>
                  <a:pt x="1692" y="3485"/>
                  <a:pt x="2196" y="2820"/>
                  <a:pt x="2760" y="2256"/>
                </a:cubicBezTo>
                <a:cubicBezTo>
                  <a:pt x="4210" y="806"/>
                  <a:pt x="5661" y="81"/>
                  <a:pt x="7151" y="40"/>
                </a:cubicBezTo>
                <a:cubicBezTo>
                  <a:pt x="8642" y="0"/>
                  <a:pt x="10052" y="645"/>
                  <a:pt x="11422" y="201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5C2A7A-968D-4919-BD2B-A69C77AC5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0537" y="5047502"/>
            <a:ext cx="10" cy="9971"/>
          </a:xfrm>
          <a:custGeom xmlns:a="http://schemas.openxmlformats.org/drawingml/2006/main">
            <a:pathLst>
              <a:path w="1" h="9971">
                <a:moveTo>
                  <a:pt x="0" y="0"/>
                </a:moveTo>
                <a:lnTo>
                  <a:pt x="0" y="997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69213E-AF64-423B-93E3-6EC45991A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0537" y="5047502"/>
            <a:ext cx="10" cy="9971"/>
          </a:xfrm>
          <a:custGeom xmlns:a="http://schemas.openxmlformats.org/drawingml/2006/main">
            <a:pathLst>
              <a:path w="1" h="9971" fill="none">
                <a:moveTo>
                  <a:pt x="0" y="0"/>
                </a:moveTo>
                <a:lnTo>
                  <a:pt x="0" y="9971"/>
                </a:lnTo>
              </a:path>
            </a:pathLst>
          </a:custGeom>
          <a:noFill xmlns:a="http://schemas.openxmlformats.org/drawingml/2006/main"/>
          <a:ln xmlns:a="http://schemas.openxmlformats.org/drawingml/2006/main" w="2279" cap="flat">
            <a:solidFill>
              <a:srgbClr val="000000"/>
            </a:solidFill>
            <a:round/>
          </a:ln>
        </p:spPr>
      </p:sp>
      <p:sp>
        <p:nvSpPr>
          <p:cNvPr id="22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F49BCD-3D09-4D25-AD04-18D34B982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1280" y="5163172"/>
            <a:ext cx="21152" cy="27014"/>
          </a:xfrm>
          <a:custGeom xmlns:a="http://schemas.openxmlformats.org/drawingml/2006/main">
            <a:pathLst>
              <a:path w="21152" h="27014">
                <a:moveTo>
                  <a:pt x="15512" y="27014"/>
                </a:moveTo>
                <a:lnTo>
                  <a:pt x="13195" y="24698"/>
                </a:lnTo>
                <a:lnTo>
                  <a:pt x="14323" y="23570"/>
                </a:lnTo>
                <a:cubicBezTo>
                  <a:pt x="14988" y="24194"/>
                  <a:pt x="15612" y="24537"/>
                  <a:pt x="16217" y="24577"/>
                </a:cubicBezTo>
                <a:cubicBezTo>
                  <a:pt x="16821" y="24617"/>
                  <a:pt x="17405" y="24355"/>
                  <a:pt x="17989" y="23771"/>
                </a:cubicBezTo>
                <a:cubicBezTo>
                  <a:pt x="18755" y="23006"/>
                  <a:pt x="19037" y="22200"/>
                  <a:pt x="18876" y="21394"/>
                </a:cubicBezTo>
                <a:cubicBezTo>
                  <a:pt x="18695" y="20608"/>
                  <a:pt x="17889" y="19480"/>
                  <a:pt x="16479" y="18070"/>
                </a:cubicBezTo>
                <a:lnTo>
                  <a:pt x="3324" y="4915"/>
                </a:lnTo>
                <a:lnTo>
                  <a:pt x="1048" y="7192"/>
                </a:lnTo>
                <a:lnTo>
                  <a:pt x="0" y="6144"/>
                </a:lnTo>
                <a:lnTo>
                  <a:pt x="6144" y="0"/>
                </a:lnTo>
                <a:lnTo>
                  <a:pt x="7192" y="1048"/>
                </a:lnTo>
                <a:lnTo>
                  <a:pt x="5318" y="2921"/>
                </a:lnTo>
                <a:lnTo>
                  <a:pt x="18554" y="16156"/>
                </a:lnTo>
                <a:cubicBezTo>
                  <a:pt x="20165" y="17768"/>
                  <a:pt x="20991" y="19238"/>
                  <a:pt x="21072" y="20608"/>
                </a:cubicBezTo>
                <a:cubicBezTo>
                  <a:pt x="21152" y="21978"/>
                  <a:pt x="20467" y="23388"/>
                  <a:pt x="19017" y="24839"/>
                </a:cubicBezTo>
                <a:cubicBezTo>
                  <a:pt x="18533" y="25322"/>
                  <a:pt x="18010" y="25725"/>
                  <a:pt x="17425" y="26068"/>
                </a:cubicBezTo>
                <a:cubicBezTo>
                  <a:pt x="16841" y="26410"/>
                  <a:pt x="16197" y="26732"/>
                  <a:pt x="15512" y="2701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A33614-1DC3-41AF-B8E0-427877DE0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4919" y="5158559"/>
            <a:ext cx="19561" cy="15794"/>
          </a:xfrm>
          <a:custGeom xmlns:a="http://schemas.openxmlformats.org/drawingml/2006/main">
            <a:pathLst>
              <a:path w="19561" h="15794">
                <a:moveTo>
                  <a:pt x="12852" y="7071"/>
                </a:moveTo>
                <a:lnTo>
                  <a:pt x="10637" y="4855"/>
                </a:lnTo>
                <a:lnTo>
                  <a:pt x="8300" y="7192"/>
                </a:lnTo>
                <a:cubicBezTo>
                  <a:pt x="7393" y="8098"/>
                  <a:pt x="6930" y="8965"/>
                  <a:pt x="6869" y="9790"/>
                </a:cubicBezTo>
                <a:cubicBezTo>
                  <a:pt x="6829" y="10637"/>
                  <a:pt x="7212" y="11422"/>
                  <a:pt x="7998" y="12208"/>
                </a:cubicBezTo>
                <a:cubicBezTo>
                  <a:pt x="8723" y="12933"/>
                  <a:pt x="9529" y="13296"/>
                  <a:pt x="10395" y="13276"/>
                </a:cubicBezTo>
                <a:cubicBezTo>
                  <a:pt x="11281" y="13276"/>
                  <a:pt x="12087" y="12873"/>
                  <a:pt x="12852" y="12107"/>
                </a:cubicBezTo>
                <a:cubicBezTo>
                  <a:pt x="13598" y="11362"/>
                  <a:pt x="13981" y="10536"/>
                  <a:pt x="13981" y="9609"/>
                </a:cubicBezTo>
                <a:cubicBezTo>
                  <a:pt x="13981" y="8682"/>
                  <a:pt x="13618" y="7836"/>
                  <a:pt x="12852" y="7071"/>
                </a:cubicBezTo>
                <a:close/>
                <a:moveTo>
                  <a:pt x="11422" y="2014"/>
                </a:moveTo>
                <a:lnTo>
                  <a:pt x="16902" y="7494"/>
                </a:lnTo>
                <a:lnTo>
                  <a:pt x="18513" y="5882"/>
                </a:lnTo>
                <a:lnTo>
                  <a:pt x="19561" y="6930"/>
                </a:lnTo>
                <a:lnTo>
                  <a:pt x="16136" y="10355"/>
                </a:lnTo>
                <a:lnTo>
                  <a:pt x="15008" y="9226"/>
                </a:lnTo>
                <a:cubicBezTo>
                  <a:pt x="15089" y="10113"/>
                  <a:pt x="14988" y="10939"/>
                  <a:pt x="14686" y="11684"/>
                </a:cubicBezTo>
                <a:cubicBezTo>
                  <a:pt x="14363" y="12409"/>
                  <a:pt x="13860" y="13155"/>
                  <a:pt x="13175" y="13840"/>
                </a:cubicBezTo>
                <a:cubicBezTo>
                  <a:pt x="12006" y="15008"/>
                  <a:pt x="10778" y="15632"/>
                  <a:pt x="9488" y="15713"/>
                </a:cubicBezTo>
                <a:cubicBezTo>
                  <a:pt x="8199" y="15794"/>
                  <a:pt x="7031" y="15270"/>
                  <a:pt x="5983" y="14222"/>
                </a:cubicBezTo>
                <a:cubicBezTo>
                  <a:pt x="4915" y="13155"/>
                  <a:pt x="4472" y="11946"/>
                  <a:pt x="4653" y="10556"/>
                </a:cubicBezTo>
                <a:cubicBezTo>
                  <a:pt x="4815" y="9186"/>
                  <a:pt x="5620" y="7776"/>
                  <a:pt x="7051" y="6346"/>
                </a:cubicBezTo>
                <a:lnTo>
                  <a:pt x="9589" y="3807"/>
                </a:lnTo>
                <a:lnTo>
                  <a:pt x="8864" y="3082"/>
                </a:lnTo>
                <a:cubicBezTo>
                  <a:pt x="8078" y="2297"/>
                  <a:pt x="7232" y="1934"/>
                  <a:pt x="6305" y="1974"/>
                </a:cubicBezTo>
                <a:cubicBezTo>
                  <a:pt x="5379" y="2014"/>
                  <a:pt x="4472" y="2478"/>
                  <a:pt x="3606" y="3344"/>
                </a:cubicBezTo>
                <a:cubicBezTo>
                  <a:pt x="2881" y="4069"/>
                  <a:pt x="2498" y="4815"/>
                  <a:pt x="2397" y="5560"/>
                </a:cubicBezTo>
                <a:cubicBezTo>
                  <a:pt x="2276" y="6326"/>
                  <a:pt x="2498" y="7071"/>
                  <a:pt x="3042" y="7816"/>
                </a:cubicBezTo>
                <a:lnTo>
                  <a:pt x="2115" y="8743"/>
                </a:lnTo>
                <a:lnTo>
                  <a:pt x="0" y="6628"/>
                </a:lnTo>
                <a:cubicBezTo>
                  <a:pt x="363" y="5741"/>
                  <a:pt x="766" y="4936"/>
                  <a:pt x="1229" y="4190"/>
                </a:cubicBezTo>
                <a:cubicBezTo>
                  <a:pt x="1692" y="3485"/>
                  <a:pt x="2196" y="2820"/>
                  <a:pt x="2760" y="2256"/>
                </a:cubicBezTo>
                <a:cubicBezTo>
                  <a:pt x="4210" y="806"/>
                  <a:pt x="5661" y="81"/>
                  <a:pt x="7151" y="40"/>
                </a:cubicBezTo>
                <a:cubicBezTo>
                  <a:pt x="8642" y="0"/>
                  <a:pt x="10052" y="645"/>
                  <a:pt x="11422" y="201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1F3970-79BF-45F7-B59F-0C60DA6A1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548" y="5143148"/>
            <a:ext cx="16801" cy="16801"/>
          </a:xfrm>
          <a:custGeom xmlns:a="http://schemas.openxmlformats.org/drawingml/2006/main">
            <a:pathLst>
              <a:path w="16801" h="16801">
                <a:moveTo>
                  <a:pt x="15471" y="16801"/>
                </a:moveTo>
                <a:lnTo>
                  <a:pt x="2216" y="11241"/>
                </a:lnTo>
                <a:lnTo>
                  <a:pt x="1048" y="12409"/>
                </a:lnTo>
                <a:lnTo>
                  <a:pt x="0" y="11362"/>
                </a:lnTo>
                <a:lnTo>
                  <a:pt x="4794" y="6567"/>
                </a:lnTo>
                <a:lnTo>
                  <a:pt x="5842" y="7615"/>
                </a:lnTo>
                <a:lnTo>
                  <a:pt x="4170" y="9287"/>
                </a:lnTo>
                <a:lnTo>
                  <a:pt x="14303" y="13537"/>
                </a:lnTo>
                <a:lnTo>
                  <a:pt x="10052" y="3404"/>
                </a:lnTo>
                <a:lnTo>
                  <a:pt x="8481" y="4976"/>
                </a:lnTo>
                <a:lnTo>
                  <a:pt x="7433" y="3928"/>
                </a:lnTo>
                <a:lnTo>
                  <a:pt x="11362" y="0"/>
                </a:lnTo>
                <a:lnTo>
                  <a:pt x="12409" y="1048"/>
                </a:lnTo>
                <a:lnTo>
                  <a:pt x="11241" y="2216"/>
                </a:lnTo>
                <a:lnTo>
                  <a:pt x="16801" y="15471"/>
                </a:lnTo>
                <a:lnTo>
                  <a:pt x="15471" y="168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D1FC45-EB73-4163-BA26-79464BA86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8307" y="5135171"/>
            <a:ext cx="19561" cy="15794"/>
          </a:xfrm>
          <a:custGeom xmlns:a="http://schemas.openxmlformats.org/drawingml/2006/main">
            <a:pathLst>
              <a:path w="19561" h="15794">
                <a:moveTo>
                  <a:pt x="12852" y="7071"/>
                </a:moveTo>
                <a:lnTo>
                  <a:pt x="10637" y="4855"/>
                </a:lnTo>
                <a:lnTo>
                  <a:pt x="8300" y="7192"/>
                </a:lnTo>
                <a:cubicBezTo>
                  <a:pt x="7393" y="8098"/>
                  <a:pt x="6930" y="8965"/>
                  <a:pt x="6869" y="9790"/>
                </a:cubicBezTo>
                <a:cubicBezTo>
                  <a:pt x="6829" y="10637"/>
                  <a:pt x="7212" y="11422"/>
                  <a:pt x="7998" y="12208"/>
                </a:cubicBezTo>
                <a:cubicBezTo>
                  <a:pt x="8723" y="12933"/>
                  <a:pt x="9529" y="13296"/>
                  <a:pt x="10395" y="13276"/>
                </a:cubicBezTo>
                <a:cubicBezTo>
                  <a:pt x="11281" y="13276"/>
                  <a:pt x="12087" y="12873"/>
                  <a:pt x="12852" y="12107"/>
                </a:cubicBezTo>
                <a:cubicBezTo>
                  <a:pt x="13598" y="11362"/>
                  <a:pt x="13981" y="10536"/>
                  <a:pt x="13981" y="9609"/>
                </a:cubicBezTo>
                <a:cubicBezTo>
                  <a:pt x="13981" y="8682"/>
                  <a:pt x="13618" y="7836"/>
                  <a:pt x="12852" y="7071"/>
                </a:cubicBezTo>
                <a:close/>
                <a:moveTo>
                  <a:pt x="11422" y="2014"/>
                </a:moveTo>
                <a:lnTo>
                  <a:pt x="16902" y="7494"/>
                </a:lnTo>
                <a:lnTo>
                  <a:pt x="18513" y="5882"/>
                </a:lnTo>
                <a:lnTo>
                  <a:pt x="19561" y="6930"/>
                </a:lnTo>
                <a:lnTo>
                  <a:pt x="16136" y="10355"/>
                </a:lnTo>
                <a:lnTo>
                  <a:pt x="15008" y="9226"/>
                </a:lnTo>
                <a:cubicBezTo>
                  <a:pt x="15089" y="10113"/>
                  <a:pt x="14988" y="10939"/>
                  <a:pt x="14686" y="11684"/>
                </a:cubicBezTo>
                <a:cubicBezTo>
                  <a:pt x="14363" y="12409"/>
                  <a:pt x="13860" y="13155"/>
                  <a:pt x="13175" y="13840"/>
                </a:cubicBezTo>
                <a:cubicBezTo>
                  <a:pt x="12006" y="15008"/>
                  <a:pt x="10778" y="15632"/>
                  <a:pt x="9488" y="15713"/>
                </a:cubicBezTo>
                <a:cubicBezTo>
                  <a:pt x="8199" y="15794"/>
                  <a:pt x="7031" y="15270"/>
                  <a:pt x="5983" y="14222"/>
                </a:cubicBezTo>
                <a:cubicBezTo>
                  <a:pt x="4915" y="13155"/>
                  <a:pt x="4472" y="11946"/>
                  <a:pt x="4653" y="10556"/>
                </a:cubicBezTo>
                <a:cubicBezTo>
                  <a:pt x="4815" y="9186"/>
                  <a:pt x="5620" y="7776"/>
                  <a:pt x="7051" y="6346"/>
                </a:cubicBezTo>
                <a:lnTo>
                  <a:pt x="9589" y="3807"/>
                </a:lnTo>
                <a:lnTo>
                  <a:pt x="8864" y="3082"/>
                </a:lnTo>
                <a:cubicBezTo>
                  <a:pt x="8078" y="2297"/>
                  <a:pt x="7232" y="1934"/>
                  <a:pt x="6305" y="1974"/>
                </a:cubicBezTo>
                <a:cubicBezTo>
                  <a:pt x="5379" y="2014"/>
                  <a:pt x="4472" y="2478"/>
                  <a:pt x="3606" y="3344"/>
                </a:cubicBezTo>
                <a:cubicBezTo>
                  <a:pt x="2881" y="4069"/>
                  <a:pt x="2498" y="4815"/>
                  <a:pt x="2397" y="5560"/>
                </a:cubicBezTo>
                <a:cubicBezTo>
                  <a:pt x="2276" y="6326"/>
                  <a:pt x="2498" y="7071"/>
                  <a:pt x="3042" y="7816"/>
                </a:cubicBezTo>
                <a:lnTo>
                  <a:pt x="2115" y="8743"/>
                </a:lnTo>
                <a:lnTo>
                  <a:pt x="0" y="6628"/>
                </a:lnTo>
                <a:cubicBezTo>
                  <a:pt x="363" y="5741"/>
                  <a:pt x="766" y="4936"/>
                  <a:pt x="1229" y="4190"/>
                </a:cubicBezTo>
                <a:cubicBezTo>
                  <a:pt x="1692" y="3485"/>
                  <a:pt x="2196" y="2820"/>
                  <a:pt x="2760" y="2256"/>
                </a:cubicBezTo>
                <a:cubicBezTo>
                  <a:pt x="4210" y="806"/>
                  <a:pt x="5661" y="81"/>
                  <a:pt x="7151" y="40"/>
                </a:cubicBezTo>
                <a:cubicBezTo>
                  <a:pt x="8642" y="0"/>
                  <a:pt x="10052" y="645"/>
                  <a:pt x="11422" y="201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9E572B-1EC0-477F-B969-2773E8F58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555" y="5122902"/>
            <a:ext cx="15673" cy="16922"/>
          </a:xfrm>
          <a:custGeom xmlns:a="http://schemas.openxmlformats.org/drawingml/2006/main">
            <a:pathLst>
              <a:path w="15673" h="16922">
                <a:moveTo>
                  <a:pt x="8421" y="16922"/>
                </a:moveTo>
                <a:lnTo>
                  <a:pt x="5983" y="14484"/>
                </a:lnTo>
                <a:lnTo>
                  <a:pt x="7031" y="13437"/>
                </a:lnTo>
                <a:cubicBezTo>
                  <a:pt x="7836" y="14202"/>
                  <a:pt x="8662" y="14545"/>
                  <a:pt x="9508" y="14464"/>
                </a:cubicBezTo>
                <a:cubicBezTo>
                  <a:pt x="10375" y="14404"/>
                  <a:pt x="11241" y="13900"/>
                  <a:pt x="12147" y="12993"/>
                </a:cubicBezTo>
                <a:cubicBezTo>
                  <a:pt x="12953" y="12188"/>
                  <a:pt x="13437" y="11422"/>
                  <a:pt x="13537" y="10677"/>
                </a:cubicBezTo>
                <a:cubicBezTo>
                  <a:pt x="13658" y="9952"/>
                  <a:pt x="13437" y="9287"/>
                  <a:pt x="12852" y="8703"/>
                </a:cubicBezTo>
                <a:cubicBezTo>
                  <a:pt x="12409" y="8259"/>
                  <a:pt x="11865" y="8038"/>
                  <a:pt x="11281" y="8058"/>
                </a:cubicBezTo>
                <a:cubicBezTo>
                  <a:pt x="10677" y="8098"/>
                  <a:pt x="9730" y="8441"/>
                  <a:pt x="8400" y="9126"/>
                </a:cubicBezTo>
                <a:lnTo>
                  <a:pt x="6648" y="9992"/>
                </a:lnTo>
                <a:cubicBezTo>
                  <a:pt x="5459" y="10616"/>
                  <a:pt x="4452" y="10898"/>
                  <a:pt x="3606" y="10858"/>
                </a:cubicBezTo>
                <a:cubicBezTo>
                  <a:pt x="2780" y="10838"/>
                  <a:pt x="2035" y="10496"/>
                  <a:pt x="1350" y="9811"/>
                </a:cubicBezTo>
                <a:cubicBezTo>
                  <a:pt x="403" y="8864"/>
                  <a:pt x="0" y="7776"/>
                  <a:pt x="161" y="6527"/>
                </a:cubicBezTo>
                <a:cubicBezTo>
                  <a:pt x="322" y="5278"/>
                  <a:pt x="1007" y="4029"/>
                  <a:pt x="2256" y="2780"/>
                </a:cubicBezTo>
                <a:cubicBezTo>
                  <a:pt x="2800" y="2236"/>
                  <a:pt x="3465" y="1732"/>
                  <a:pt x="4210" y="1269"/>
                </a:cubicBezTo>
                <a:cubicBezTo>
                  <a:pt x="4956" y="806"/>
                  <a:pt x="5802" y="363"/>
                  <a:pt x="6728" y="0"/>
                </a:cubicBezTo>
                <a:lnTo>
                  <a:pt x="9005" y="2276"/>
                </a:lnTo>
                <a:lnTo>
                  <a:pt x="7957" y="3324"/>
                </a:lnTo>
                <a:cubicBezTo>
                  <a:pt x="7252" y="2699"/>
                  <a:pt x="6507" y="2397"/>
                  <a:pt x="5681" y="2458"/>
                </a:cubicBezTo>
                <a:cubicBezTo>
                  <a:pt x="4855" y="2518"/>
                  <a:pt x="4049" y="2921"/>
                  <a:pt x="3284" y="3687"/>
                </a:cubicBezTo>
                <a:cubicBezTo>
                  <a:pt x="2518" y="4452"/>
                  <a:pt x="2075" y="5177"/>
                  <a:pt x="1954" y="5822"/>
                </a:cubicBezTo>
                <a:cubicBezTo>
                  <a:pt x="1833" y="6507"/>
                  <a:pt x="2055" y="7091"/>
                  <a:pt x="2579" y="7615"/>
                </a:cubicBezTo>
                <a:cubicBezTo>
                  <a:pt x="3022" y="8058"/>
                  <a:pt x="3525" y="8280"/>
                  <a:pt x="4089" y="8239"/>
                </a:cubicBezTo>
                <a:cubicBezTo>
                  <a:pt x="4633" y="8219"/>
                  <a:pt x="5500" y="7877"/>
                  <a:pt x="6668" y="7272"/>
                </a:cubicBezTo>
                <a:lnTo>
                  <a:pt x="8541" y="6285"/>
                </a:lnTo>
                <a:cubicBezTo>
                  <a:pt x="9851" y="5620"/>
                  <a:pt x="10939" y="5298"/>
                  <a:pt x="11845" y="5318"/>
                </a:cubicBezTo>
                <a:cubicBezTo>
                  <a:pt x="12752" y="5338"/>
                  <a:pt x="13558" y="5701"/>
                  <a:pt x="14283" y="6426"/>
                </a:cubicBezTo>
                <a:cubicBezTo>
                  <a:pt x="15290" y="7433"/>
                  <a:pt x="15673" y="8582"/>
                  <a:pt x="15471" y="9911"/>
                </a:cubicBezTo>
                <a:cubicBezTo>
                  <a:pt x="15270" y="11241"/>
                  <a:pt x="14504" y="12530"/>
                  <a:pt x="13175" y="13860"/>
                </a:cubicBezTo>
                <a:cubicBezTo>
                  <a:pt x="12490" y="14545"/>
                  <a:pt x="11765" y="15109"/>
                  <a:pt x="10999" y="15632"/>
                </a:cubicBezTo>
                <a:cubicBezTo>
                  <a:pt x="10234" y="16156"/>
                  <a:pt x="9367" y="16579"/>
                  <a:pt x="8421" y="1692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2B56A6-DAC2-47B4-A150-3655A67DF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856" y="5111380"/>
            <a:ext cx="15350" cy="16277"/>
          </a:xfrm>
          <a:custGeom xmlns:a="http://schemas.openxmlformats.org/drawingml/2006/main">
            <a:pathLst>
              <a:path w="15350" h="16277">
                <a:moveTo>
                  <a:pt x="14122" y="6326"/>
                </a:moveTo>
                <a:cubicBezTo>
                  <a:pt x="14988" y="7716"/>
                  <a:pt x="15350" y="9045"/>
                  <a:pt x="15189" y="10334"/>
                </a:cubicBezTo>
                <a:cubicBezTo>
                  <a:pt x="15048" y="11644"/>
                  <a:pt x="14383" y="12873"/>
                  <a:pt x="13235" y="14021"/>
                </a:cubicBezTo>
                <a:cubicBezTo>
                  <a:pt x="11704" y="15552"/>
                  <a:pt x="10012" y="16277"/>
                  <a:pt x="8078" y="16197"/>
                </a:cubicBezTo>
                <a:cubicBezTo>
                  <a:pt x="6144" y="16116"/>
                  <a:pt x="4351" y="15250"/>
                  <a:pt x="2679" y="13578"/>
                </a:cubicBezTo>
                <a:cubicBezTo>
                  <a:pt x="1027" y="11926"/>
                  <a:pt x="161" y="10133"/>
                  <a:pt x="81" y="8199"/>
                </a:cubicBezTo>
                <a:cubicBezTo>
                  <a:pt x="0" y="6265"/>
                  <a:pt x="705" y="4553"/>
                  <a:pt x="2236" y="3022"/>
                </a:cubicBezTo>
                <a:cubicBezTo>
                  <a:pt x="2881" y="2377"/>
                  <a:pt x="3626" y="1793"/>
                  <a:pt x="4452" y="1289"/>
                </a:cubicBezTo>
                <a:cubicBezTo>
                  <a:pt x="5258" y="806"/>
                  <a:pt x="6144" y="363"/>
                  <a:pt x="7111" y="0"/>
                </a:cubicBezTo>
                <a:lnTo>
                  <a:pt x="9790" y="2679"/>
                </a:lnTo>
                <a:lnTo>
                  <a:pt x="8743" y="3727"/>
                </a:lnTo>
                <a:cubicBezTo>
                  <a:pt x="7695" y="2961"/>
                  <a:pt x="6728" y="2599"/>
                  <a:pt x="5842" y="2639"/>
                </a:cubicBezTo>
                <a:cubicBezTo>
                  <a:pt x="4956" y="2679"/>
                  <a:pt x="4069" y="3122"/>
                  <a:pt x="3223" y="3969"/>
                </a:cubicBezTo>
                <a:cubicBezTo>
                  <a:pt x="2236" y="4956"/>
                  <a:pt x="1873" y="6084"/>
                  <a:pt x="2156" y="7333"/>
                </a:cubicBezTo>
                <a:cubicBezTo>
                  <a:pt x="2417" y="8602"/>
                  <a:pt x="3304" y="9972"/>
                  <a:pt x="4815" y="11483"/>
                </a:cubicBezTo>
                <a:cubicBezTo>
                  <a:pt x="6326" y="12993"/>
                  <a:pt x="7695" y="13880"/>
                  <a:pt x="8965" y="14142"/>
                </a:cubicBezTo>
                <a:cubicBezTo>
                  <a:pt x="10213" y="14424"/>
                  <a:pt x="11321" y="14041"/>
                  <a:pt x="12309" y="13054"/>
                </a:cubicBezTo>
                <a:cubicBezTo>
                  <a:pt x="13074" y="12288"/>
                  <a:pt x="13497" y="11462"/>
                  <a:pt x="13558" y="10596"/>
                </a:cubicBezTo>
                <a:cubicBezTo>
                  <a:pt x="13618" y="9730"/>
                  <a:pt x="13316" y="8783"/>
                  <a:pt x="12671" y="7776"/>
                </a:cubicBezTo>
                <a:lnTo>
                  <a:pt x="14122" y="632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5752C2-9C7D-4A36-8AD0-663CB6292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317" y="5099816"/>
            <a:ext cx="16096" cy="19279"/>
          </a:xfrm>
          <a:custGeom xmlns:a="http://schemas.openxmlformats.org/drawingml/2006/main">
            <a:pathLst>
              <a:path w="16096" h="19279">
                <a:moveTo>
                  <a:pt x="8884" y="0"/>
                </a:moveTo>
                <a:lnTo>
                  <a:pt x="11503" y="2619"/>
                </a:lnTo>
                <a:lnTo>
                  <a:pt x="10455" y="3666"/>
                </a:lnTo>
                <a:cubicBezTo>
                  <a:pt x="9891" y="3183"/>
                  <a:pt x="9367" y="2941"/>
                  <a:pt x="8864" y="2921"/>
                </a:cubicBezTo>
                <a:cubicBezTo>
                  <a:pt x="8360" y="2941"/>
                  <a:pt x="7836" y="3183"/>
                  <a:pt x="7353" y="3666"/>
                </a:cubicBezTo>
                <a:cubicBezTo>
                  <a:pt x="6467" y="4553"/>
                  <a:pt x="6104" y="5560"/>
                  <a:pt x="6225" y="6648"/>
                </a:cubicBezTo>
                <a:cubicBezTo>
                  <a:pt x="6366" y="7756"/>
                  <a:pt x="7031" y="8864"/>
                  <a:pt x="8179" y="10012"/>
                </a:cubicBezTo>
                <a:lnTo>
                  <a:pt x="12953" y="14786"/>
                </a:lnTo>
                <a:lnTo>
                  <a:pt x="15048" y="12691"/>
                </a:lnTo>
                <a:lnTo>
                  <a:pt x="16096" y="13739"/>
                </a:lnTo>
                <a:lnTo>
                  <a:pt x="10556" y="19279"/>
                </a:lnTo>
                <a:lnTo>
                  <a:pt x="9508" y="18231"/>
                </a:lnTo>
                <a:lnTo>
                  <a:pt x="11140" y="16599"/>
                </a:lnTo>
                <a:lnTo>
                  <a:pt x="2760" y="8219"/>
                </a:lnTo>
                <a:lnTo>
                  <a:pt x="1027" y="9952"/>
                </a:lnTo>
                <a:lnTo>
                  <a:pt x="0" y="8924"/>
                </a:lnTo>
                <a:lnTo>
                  <a:pt x="3546" y="5379"/>
                </a:lnTo>
                <a:lnTo>
                  <a:pt x="5399" y="7232"/>
                </a:lnTo>
                <a:cubicBezTo>
                  <a:pt x="5016" y="6164"/>
                  <a:pt x="4936" y="5197"/>
                  <a:pt x="5137" y="4271"/>
                </a:cubicBezTo>
                <a:cubicBezTo>
                  <a:pt x="5359" y="3364"/>
                  <a:pt x="5862" y="2498"/>
                  <a:pt x="6668" y="1692"/>
                </a:cubicBezTo>
                <a:cubicBezTo>
                  <a:pt x="6950" y="1410"/>
                  <a:pt x="7313" y="1128"/>
                  <a:pt x="7675" y="846"/>
                </a:cubicBezTo>
                <a:cubicBezTo>
                  <a:pt x="8038" y="564"/>
                  <a:pt x="8441" y="282"/>
                  <a:pt x="8884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88A7C2-89B7-4DEB-A545-0978B9CF4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7469" y="5091960"/>
            <a:ext cx="18191" cy="17607"/>
          </a:xfrm>
          <a:custGeom xmlns:a="http://schemas.openxmlformats.org/drawingml/2006/main">
            <a:pathLst>
              <a:path w="18191" h="17607">
                <a:moveTo>
                  <a:pt x="463" y="2679"/>
                </a:moveTo>
                <a:cubicBezTo>
                  <a:pt x="161" y="2377"/>
                  <a:pt x="0" y="2014"/>
                  <a:pt x="0" y="1571"/>
                </a:cubicBezTo>
                <a:cubicBezTo>
                  <a:pt x="0" y="1128"/>
                  <a:pt x="141" y="745"/>
                  <a:pt x="463" y="423"/>
                </a:cubicBezTo>
                <a:cubicBezTo>
                  <a:pt x="745" y="141"/>
                  <a:pt x="1128" y="0"/>
                  <a:pt x="1571" y="0"/>
                </a:cubicBezTo>
                <a:cubicBezTo>
                  <a:pt x="2014" y="0"/>
                  <a:pt x="2397" y="141"/>
                  <a:pt x="2699" y="443"/>
                </a:cubicBezTo>
                <a:cubicBezTo>
                  <a:pt x="3022" y="766"/>
                  <a:pt x="3163" y="1148"/>
                  <a:pt x="3163" y="1551"/>
                </a:cubicBezTo>
                <a:cubicBezTo>
                  <a:pt x="3163" y="1994"/>
                  <a:pt x="3002" y="2357"/>
                  <a:pt x="2699" y="2659"/>
                </a:cubicBezTo>
                <a:cubicBezTo>
                  <a:pt x="2377" y="2981"/>
                  <a:pt x="2014" y="3143"/>
                  <a:pt x="1571" y="3143"/>
                </a:cubicBezTo>
                <a:cubicBezTo>
                  <a:pt x="1148" y="3163"/>
                  <a:pt x="786" y="3002"/>
                  <a:pt x="463" y="2679"/>
                </a:cubicBezTo>
                <a:close/>
                <a:moveTo>
                  <a:pt x="15431" y="13014"/>
                </a:moveTo>
                <a:lnTo>
                  <a:pt x="17143" y="11301"/>
                </a:lnTo>
                <a:lnTo>
                  <a:pt x="18191" y="12349"/>
                </a:lnTo>
                <a:lnTo>
                  <a:pt x="12933" y="17607"/>
                </a:lnTo>
                <a:lnTo>
                  <a:pt x="11886" y="16559"/>
                </a:lnTo>
                <a:lnTo>
                  <a:pt x="13618" y="14827"/>
                </a:lnTo>
                <a:lnTo>
                  <a:pt x="5258" y="6467"/>
                </a:lnTo>
                <a:lnTo>
                  <a:pt x="3525" y="8199"/>
                </a:lnTo>
                <a:lnTo>
                  <a:pt x="2478" y="7151"/>
                </a:lnTo>
                <a:lnTo>
                  <a:pt x="6023" y="3606"/>
                </a:lnTo>
                <a:lnTo>
                  <a:pt x="15431" y="1301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49C177-A6CA-4FC9-BF05-00A9C002D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6252" y="5083781"/>
            <a:ext cx="19883" cy="23650"/>
          </a:xfrm>
          <a:custGeom xmlns:a="http://schemas.openxmlformats.org/drawingml/2006/main">
            <a:pathLst>
              <a:path w="19883" h="23650">
                <a:moveTo>
                  <a:pt x="8259" y="10193"/>
                </a:moveTo>
                <a:lnTo>
                  <a:pt x="9287" y="11221"/>
                </a:lnTo>
                <a:cubicBezTo>
                  <a:pt x="10556" y="12490"/>
                  <a:pt x="11765" y="13215"/>
                  <a:pt x="12893" y="13376"/>
                </a:cubicBezTo>
                <a:cubicBezTo>
                  <a:pt x="14041" y="13558"/>
                  <a:pt x="15048" y="13195"/>
                  <a:pt x="15975" y="12268"/>
                </a:cubicBezTo>
                <a:cubicBezTo>
                  <a:pt x="16902" y="11342"/>
                  <a:pt x="17224" y="10294"/>
                  <a:pt x="16962" y="9065"/>
                </a:cubicBezTo>
                <a:cubicBezTo>
                  <a:pt x="16720" y="7857"/>
                  <a:pt x="15854" y="6507"/>
                  <a:pt x="14404" y="5056"/>
                </a:cubicBezTo>
                <a:cubicBezTo>
                  <a:pt x="12953" y="3606"/>
                  <a:pt x="11624" y="2760"/>
                  <a:pt x="10415" y="2518"/>
                </a:cubicBezTo>
                <a:cubicBezTo>
                  <a:pt x="9206" y="2276"/>
                  <a:pt x="8139" y="2579"/>
                  <a:pt x="7212" y="3505"/>
                </a:cubicBezTo>
                <a:cubicBezTo>
                  <a:pt x="6285" y="4432"/>
                  <a:pt x="5943" y="5459"/>
                  <a:pt x="6124" y="6608"/>
                </a:cubicBezTo>
                <a:cubicBezTo>
                  <a:pt x="6305" y="7756"/>
                  <a:pt x="7010" y="8944"/>
                  <a:pt x="8259" y="10193"/>
                </a:cubicBezTo>
                <a:close/>
                <a:moveTo>
                  <a:pt x="2780" y="8340"/>
                </a:moveTo>
                <a:lnTo>
                  <a:pt x="1048" y="10072"/>
                </a:lnTo>
                <a:lnTo>
                  <a:pt x="0" y="9025"/>
                </a:lnTo>
                <a:lnTo>
                  <a:pt x="3546" y="5479"/>
                </a:lnTo>
                <a:lnTo>
                  <a:pt x="5177" y="7111"/>
                </a:lnTo>
                <a:cubicBezTo>
                  <a:pt x="4875" y="6124"/>
                  <a:pt x="4835" y="5197"/>
                  <a:pt x="5077" y="4311"/>
                </a:cubicBezTo>
                <a:cubicBezTo>
                  <a:pt x="5318" y="3465"/>
                  <a:pt x="5842" y="2619"/>
                  <a:pt x="6648" y="1813"/>
                </a:cubicBezTo>
                <a:cubicBezTo>
                  <a:pt x="7937" y="524"/>
                  <a:pt x="9508" y="0"/>
                  <a:pt x="11321" y="201"/>
                </a:cubicBezTo>
                <a:cubicBezTo>
                  <a:pt x="13135" y="403"/>
                  <a:pt x="14887" y="1309"/>
                  <a:pt x="16519" y="2941"/>
                </a:cubicBezTo>
                <a:cubicBezTo>
                  <a:pt x="18171" y="4593"/>
                  <a:pt x="19077" y="6346"/>
                  <a:pt x="19279" y="8159"/>
                </a:cubicBezTo>
                <a:cubicBezTo>
                  <a:pt x="19480" y="9972"/>
                  <a:pt x="18936" y="11523"/>
                  <a:pt x="17647" y="12812"/>
                </a:cubicBezTo>
                <a:cubicBezTo>
                  <a:pt x="16841" y="13618"/>
                  <a:pt x="15995" y="14142"/>
                  <a:pt x="15169" y="14404"/>
                </a:cubicBezTo>
                <a:cubicBezTo>
                  <a:pt x="14303" y="14666"/>
                  <a:pt x="13376" y="14625"/>
                  <a:pt x="12369" y="14303"/>
                </a:cubicBezTo>
                <a:lnTo>
                  <a:pt x="17123" y="19057"/>
                </a:lnTo>
                <a:lnTo>
                  <a:pt x="18836" y="17345"/>
                </a:lnTo>
                <a:lnTo>
                  <a:pt x="19883" y="18392"/>
                </a:lnTo>
                <a:lnTo>
                  <a:pt x="14625" y="23650"/>
                </a:lnTo>
                <a:lnTo>
                  <a:pt x="13578" y="22603"/>
                </a:lnTo>
                <a:lnTo>
                  <a:pt x="15310" y="20870"/>
                </a:lnTo>
                <a:lnTo>
                  <a:pt x="2780" y="834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FD36EC-DD4A-41FE-9054-E91506DB4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493" y="5073104"/>
            <a:ext cx="18332" cy="14625"/>
          </a:xfrm>
          <a:custGeom xmlns:a="http://schemas.openxmlformats.org/drawingml/2006/main">
            <a:pathLst>
              <a:path w="18332" h="14625">
                <a:moveTo>
                  <a:pt x="4291" y="6265"/>
                </a:moveTo>
                <a:lnTo>
                  <a:pt x="2699" y="7857"/>
                </a:lnTo>
                <a:lnTo>
                  <a:pt x="1652" y="6809"/>
                </a:lnTo>
                <a:lnTo>
                  <a:pt x="3243" y="5218"/>
                </a:lnTo>
                <a:lnTo>
                  <a:pt x="0" y="1974"/>
                </a:lnTo>
                <a:lnTo>
                  <a:pt x="1813" y="161"/>
                </a:lnTo>
                <a:lnTo>
                  <a:pt x="5056" y="3404"/>
                </a:lnTo>
                <a:lnTo>
                  <a:pt x="8461" y="0"/>
                </a:lnTo>
                <a:lnTo>
                  <a:pt x="9508" y="1048"/>
                </a:lnTo>
                <a:lnTo>
                  <a:pt x="6104" y="4452"/>
                </a:lnTo>
                <a:lnTo>
                  <a:pt x="12752" y="11100"/>
                </a:lnTo>
                <a:cubicBezTo>
                  <a:pt x="13638" y="11986"/>
                  <a:pt x="14303" y="12490"/>
                  <a:pt x="14726" y="12550"/>
                </a:cubicBezTo>
                <a:cubicBezTo>
                  <a:pt x="15129" y="12631"/>
                  <a:pt x="15572" y="12429"/>
                  <a:pt x="16035" y="11966"/>
                </a:cubicBezTo>
                <a:cubicBezTo>
                  <a:pt x="16499" y="11503"/>
                  <a:pt x="16700" y="11019"/>
                  <a:pt x="16640" y="10516"/>
                </a:cubicBezTo>
                <a:cubicBezTo>
                  <a:pt x="16559" y="10032"/>
                  <a:pt x="16237" y="9468"/>
                  <a:pt x="15632" y="8823"/>
                </a:cubicBezTo>
                <a:lnTo>
                  <a:pt x="17002" y="7454"/>
                </a:lnTo>
                <a:cubicBezTo>
                  <a:pt x="17909" y="8481"/>
                  <a:pt x="18332" y="9428"/>
                  <a:pt x="18292" y="10314"/>
                </a:cubicBezTo>
                <a:cubicBezTo>
                  <a:pt x="18251" y="11201"/>
                  <a:pt x="17768" y="12127"/>
                  <a:pt x="16821" y="13074"/>
                </a:cubicBezTo>
                <a:cubicBezTo>
                  <a:pt x="15774" y="14122"/>
                  <a:pt x="14786" y="14625"/>
                  <a:pt x="13920" y="14605"/>
                </a:cubicBezTo>
                <a:cubicBezTo>
                  <a:pt x="13034" y="14605"/>
                  <a:pt x="12047" y="14021"/>
                  <a:pt x="10939" y="12913"/>
                </a:cubicBezTo>
                <a:lnTo>
                  <a:pt x="4291" y="626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55101B-EC4B-4E88-B264-F5B8392E7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488" y="5047502"/>
            <a:ext cx="10" cy="9971"/>
          </a:xfrm>
          <a:custGeom xmlns:a="http://schemas.openxmlformats.org/drawingml/2006/main">
            <a:pathLst>
              <a:path w="1" h="9971">
                <a:moveTo>
                  <a:pt x="0" y="0"/>
                </a:moveTo>
                <a:lnTo>
                  <a:pt x="0" y="997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992218-3BFD-4CC7-9395-8093B6003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488" y="5047502"/>
            <a:ext cx="10" cy="9971"/>
          </a:xfrm>
          <a:custGeom xmlns:a="http://schemas.openxmlformats.org/drawingml/2006/main">
            <a:pathLst>
              <a:path w="1" h="9971" fill="none">
                <a:moveTo>
                  <a:pt x="0" y="0"/>
                </a:moveTo>
                <a:lnTo>
                  <a:pt x="0" y="9971"/>
                </a:lnTo>
              </a:path>
            </a:pathLst>
          </a:custGeom>
          <a:noFill xmlns:a="http://schemas.openxmlformats.org/drawingml/2006/main"/>
          <a:ln xmlns:a="http://schemas.openxmlformats.org/drawingml/2006/main" w="2279" cap="flat">
            <a:solidFill>
              <a:srgbClr val="000000"/>
            </a:solidFill>
            <a:round/>
          </a:ln>
        </p:spPr>
      </p:sp>
      <p:sp>
        <p:nvSpPr>
          <p:cNvPr id="22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F15A2B-4A22-4ED7-AF9C-D2D0B3986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1118" y="5102238"/>
            <a:ext cx="20830" cy="24093"/>
          </a:xfrm>
          <a:custGeom xmlns:a="http://schemas.openxmlformats.org/drawingml/2006/main">
            <a:pathLst>
              <a:path w="20830" h="24093">
                <a:moveTo>
                  <a:pt x="11080" y="12752"/>
                </a:moveTo>
                <a:lnTo>
                  <a:pt x="13678" y="10153"/>
                </a:lnTo>
                <a:cubicBezTo>
                  <a:pt x="14645" y="9186"/>
                  <a:pt x="15129" y="8179"/>
                  <a:pt x="15129" y="7131"/>
                </a:cubicBezTo>
                <a:cubicBezTo>
                  <a:pt x="15109" y="6104"/>
                  <a:pt x="14605" y="5077"/>
                  <a:pt x="13598" y="4069"/>
                </a:cubicBezTo>
                <a:cubicBezTo>
                  <a:pt x="12591" y="3062"/>
                  <a:pt x="11563" y="2558"/>
                  <a:pt x="10536" y="2538"/>
                </a:cubicBezTo>
                <a:cubicBezTo>
                  <a:pt x="9488" y="2538"/>
                  <a:pt x="8481" y="3022"/>
                  <a:pt x="7514" y="3989"/>
                </a:cubicBezTo>
                <a:lnTo>
                  <a:pt x="4915" y="6587"/>
                </a:lnTo>
                <a:lnTo>
                  <a:pt x="11080" y="12752"/>
                </a:lnTo>
                <a:close/>
                <a:moveTo>
                  <a:pt x="14686" y="24093"/>
                </a:moveTo>
                <a:lnTo>
                  <a:pt x="13638" y="23046"/>
                </a:lnTo>
                <a:lnTo>
                  <a:pt x="15512" y="21172"/>
                </a:lnTo>
                <a:lnTo>
                  <a:pt x="2921" y="8582"/>
                </a:lnTo>
                <a:lnTo>
                  <a:pt x="1048" y="10455"/>
                </a:lnTo>
                <a:lnTo>
                  <a:pt x="0" y="9408"/>
                </a:lnTo>
                <a:lnTo>
                  <a:pt x="6950" y="2458"/>
                </a:lnTo>
                <a:cubicBezTo>
                  <a:pt x="8400" y="1007"/>
                  <a:pt x="9952" y="222"/>
                  <a:pt x="11563" y="101"/>
                </a:cubicBezTo>
                <a:cubicBezTo>
                  <a:pt x="13155" y="0"/>
                  <a:pt x="14605" y="564"/>
                  <a:pt x="15854" y="1813"/>
                </a:cubicBezTo>
                <a:cubicBezTo>
                  <a:pt x="17123" y="3082"/>
                  <a:pt x="17687" y="4533"/>
                  <a:pt x="17587" y="6124"/>
                </a:cubicBezTo>
                <a:cubicBezTo>
                  <a:pt x="17466" y="7736"/>
                  <a:pt x="16660" y="9267"/>
                  <a:pt x="15209" y="10717"/>
                </a:cubicBezTo>
                <a:lnTo>
                  <a:pt x="12127" y="13799"/>
                </a:lnTo>
                <a:lnTo>
                  <a:pt x="17506" y="19178"/>
                </a:lnTo>
                <a:lnTo>
                  <a:pt x="19782" y="16902"/>
                </a:lnTo>
                <a:lnTo>
                  <a:pt x="20830" y="17949"/>
                </a:lnTo>
                <a:lnTo>
                  <a:pt x="14686" y="240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AB493D-C163-4846-A795-74A68252F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4675" y="5082737"/>
            <a:ext cx="30036" cy="30036"/>
          </a:xfrm>
          <a:custGeom xmlns:a="http://schemas.openxmlformats.org/drawingml/2006/main">
            <a:pathLst>
              <a:path w="30036" h="30036">
                <a:moveTo>
                  <a:pt x="14686" y="30036"/>
                </a:moveTo>
                <a:lnTo>
                  <a:pt x="13638" y="28989"/>
                </a:lnTo>
                <a:lnTo>
                  <a:pt x="15512" y="27115"/>
                </a:lnTo>
                <a:lnTo>
                  <a:pt x="2921" y="14525"/>
                </a:lnTo>
                <a:lnTo>
                  <a:pt x="1048" y="16398"/>
                </a:lnTo>
                <a:lnTo>
                  <a:pt x="0" y="15350"/>
                </a:lnTo>
                <a:lnTo>
                  <a:pt x="5741" y="9609"/>
                </a:lnTo>
                <a:lnTo>
                  <a:pt x="6789" y="10657"/>
                </a:lnTo>
                <a:lnTo>
                  <a:pt x="4915" y="12530"/>
                </a:lnTo>
                <a:lnTo>
                  <a:pt x="9992" y="17607"/>
                </a:lnTo>
                <a:lnTo>
                  <a:pt x="17607" y="9992"/>
                </a:lnTo>
                <a:lnTo>
                  <a:pt x="12530" y="4915"/>
                </a:lnTo>
                <a:lnTo>
                  <a:pt x="10657" y="6789"/>
                </a:lnTo>
                <a:lnTo>
                  <a:pt x="9609" y="5741"/>
                </a:lnTo>
                <a:lnTo>
                  <a:pt x="15350" y="0"/>
                </a:lnTo>
                <a:lnTo>
                  <a:pt x="16398" y="1048"/>
                </a:lnTo>
                <a:lnTo>
                  <a:pt x="14525" y="2921"/>
                </a:lnTo>
                <a:lnTo>
                  <a:pt x="27115" y="15512"/>
                </a:lnTo>
                <a:lnTo>
                  <a:pt x="28989" y="13638"/>
                </a:lnTo>
                <a:lnTo>
                  <a:pt x="30036" y="14686"/>
                </a:lnTo>
                <a:lnTo>
                  <a:pt x="24295" y="20427"/>
                </a:lnTo>
                <a:lnTo>
                  <a:pt x="23247" y="19379"/>
                </a:lnTo>
                <a:lnTo>
                  <a:pt x="25121" y="17506"/>
                </a:lnTo>
                <a:lnTo>
                  <a:pt x="18815" y="11201"/>
                </a:lnTo>
                <a:lnTo>
                  <a:pt x="11201" y="18815"/>
                </a:lnTo>
                <a:lnTo>
                  <a:pt x="17506" y="25121"/>
                </a:lnTo>
                <a:lnTo>
                  <a:pt x="19379" y="23247"/>
                </a:lnTo>
                <a:lnTo>
                  <a:pt x="20427" y="24295"/>
                </a:lnTo>
                <a:lnTo>
                  <a:pt x="14686" y="300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7F771A-3B4A-42AA-8320-6D3B13E60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2242" y="5071114"/>
            <a:ext cx="20830" cy="24093"/>
          </a:xfrm>
          <a:custGeom xmlns:a="http://schemas.openxmlformats.org/drawingml/2006/main">
            <a:pathLst>
              <a:path w="20830" h="24093">
                <a:moveTo>
                  <a:pt x="11080" y="12752"/>
                </a:moveTo>
                <a:lnTo>
                  <a:pt x="13678" y="10153"/>
                </a:lnTo>
                <a:cubicBezTo>
                  <a:pt x="14645" y="9186"/>
                  <a:pt x="15129" y="8179"/>
                  <a:pt x="15129" y="7131"/>
                </a:cubicBezTo>
                <a:cubicBezTo>
                  <a:pt x="15109" y="6104"/>
                  <a:pt x="14605" y="5077"/>
                  <a:pt x="13598" y="4069"/>
                </a:cubicBezTo>
                <a:cubicBezTo>
                  <a:pt x="12591" y="3062"/>
                  <a:pt x="11563" y="2558"/>
                  <a:pt x="10536" y="2538"/>
                </a:cubicBezTo>
                <a:cubicBezTo>
                  <a:pt x="9488" y="2538"/>
                  <a:pt x="8481" y="3022"/>
                  <a:pt x="7514" y="3989"/>
                </a:cubicBezTo>
                <a:lnTo>
                  <a:pt x="4915" y="6587"/>
                </a:lnTo>
                <a:lnTo>
                  <a:pt x="11080" y="12752"/>
                </a:lnTo>
                <a:close/>
                <a:moveTo>
                  <a:pt x="14686" y="24093"/>
                </a:moveTo>
                <a:lnTo>
                  <a:pt x="13638" y="23046"/>
                </a:lnTo>
                <a:lnTo>
                  <a:pt x="15512" y="21172"/>
                </a:lnTo>
                <a:lnTo>
                  <a:pt x="2921" y="8582"/>
                </a:lnTo>
                <a:lnTo>
                  <a:pt x="1048" y="10455"/>
                </a:lnTo>
                <a:lnTo>
                  <a:pt x="0" y="9408"/>
                </a:lnTo>
                <a:lnTo>
                  <a:pt x="6950" y="2458"/>
                </a:lnTo>
                <a:cubicBezTo>
                  <a:pt x="8400" y="1007"/>
                  <a:pt x="9952" y="222"/>
                  <a:pt x="11563" y="101"/>
                </a:cubicBezTo>
                <a:cubicBezTo>
                  <a:pt x="13155" y="0"/>
                  <a:pt x="14605" y="564"/>
                  <a:pt x="15854" y="1813"/>
                </a:cubicBezTo>
                <a:cubicBezTo>
                  <a:pt x="17123" y="3082"/>
                  <a:pt x="17687" y="4533"/>
                  <a:pt x="17587" y="6124"/>
                </a:cubicBezTo>
                <a:cubicBezTo>
                  <a:pt x="17466" y="7736"/>
                  <a:pt x="16660" y="9267"/>
                  <a:pt x="15209" y="10717"/>
                </a:cubicBezTo>
                <a:lnTo>
                  <a:pt x="12127" y="13799"/>
                </a:lnTo>
                <a:lnTo>
                  <a:pt x="17506" y="19178"/>
                </a:lnTo>
                <a:lnTo>
                  <a:pt x="19782" y="16902"/>
                </a:lnTo>
                <a:lnTo>
                  <a:pt x="20830" y="17949"/>
                </a:lnTo>
                <a:lnTo>
                  <a:pt x="14686" y="240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4710D6-BBEB-40F9-B67F-7EAD80DF5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2439" y="5047502"/>
            <a:ext cx="10" cy="9971"/>
          </a:xfrm>
          <a:custGeom xmlns:a="http://schemas.openxmlformats.org/drawingml/2006/main">
            <a:pathLst>
              <a:path w="1" h="9971">
                <a:moveTo>
                  <a:pt x="0" y="0"/>
                </a:moveTo>
                <a:lnTo>
                  <a:pt x="0" y="997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2F63F8-B66F-4F75-8999-3BE9D6C56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2439" y="5047502"/>
            <a:ext cx="10" cy="9971"/>
          </a:xfrm>
          <a:custGeom xmlns:a="http://schemas.openxmlformats.org/drawingml/2006/main">
            <a:pathLst>
              <a:path w="1" h="9971" fill="none">
                <a:moveTo>
                  <a:pt x="0" y="0"/>
                </a:moveTo>
                <a:lnTo>
                  <a:pt x="0" y="9971"/>
                </a:lnTo>
              </a:path>
            </a:pathLst>
          </a:custGeom>
          <a:noFill xmlns:a="http://schemas.openxmlformats.org/drawingml/2006/main"/>
          <a:ln xmlns:a="http://schemas.openxmlformats.org/drawingml/2006/main" w="2279" cap="flat">
            <a:solidFill>
              <a:srgbClr val="000000"/>
            </a:solidFill>
            <a:round/>
          </a:ln>
        </p:spPr>
      </p:sp>
      <p:sp>
        <p:nvSpPr>
          <p:cNvPr id="22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2C3D54-F81B-4F9E-8DAB-44DA113F2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8723" y="5128646"/>
            <a:ext cx="20830" cy="24093"/>
          </a:xfrm>
          <a:custGeom xmlns:a="http://schemas.openxmlformats.org/drawingml/2006/main">
            <a:pathLst>
              <a:path w="20830" h="24093">
                <a:moveTo>
                  <a:pt x="11080" y="12752"/>
                </a:moveTo>
                <a:lnTo>
                  <a:pt x="13678" y="10153"/>
                </a:lnTo>
                <a:cubicBezTo>
                  <a:pt x="14645" y="9186"/>
                  <a:pt x="15129" y="8179"/>
                  <a:pt x="15129" y="7131"/>
                </a:cubicBezTo>
                <a:cubicBezTo>
                  <a:pt x="15109" y="6104"/>
                  <a:pt x="14605" y="5077"/>
                  <a:pt x="13598" y="4069"/>
                </a:cubicBezTo>
                <a:cubicBezTo>
                  <a:pt x="12591" y="3062"/>
                  <a:pt x="11563" y="2558"/>
                  <a:pt x="10536" y="2538"/>
                </a:cubicBezTo>
                <a:cubicBezTo>
                  <a:pt x="9488" y="2538"/>
                  <a:pt x="8481" y="3022"/>
                  <a:pt x="7514" y="3989"/>
                </a:cubicBezTo>
                <a:lnTo>
                  <a:pt x="4915" y="6587"/>
                </a:lnTo>
                <a:lnTo>
                  <a:pt x="11080" y="12752"/>
                </a:lnTo>
                <a:close/>
                <a:moveTo>
                  <a:pt x="14686" y="24093"/>
                </a:moveTo>
                <a:lnTo>
                  <a:pt x="13638" y="23046"/>
                </a:lnTo>
                <a:lnTo>
                  <a:pt x="15512" y="21172"/>
                </a:lnTo>
                <a:lnTo>
                  <a:pt x="2921" y="8582"/>
                </a:lnTo>
                <a:lnTo>
                  <a:pt x="1048" y="10455"/>
                </a:lnTo>
                <a:lnTo>
                  <a:pt x="0" y="9408"/>
                </a:lnTo>
                <a:lnTo>
                  <a:pt x="6950" y="2458"/>
                </a:lnTo>
                <a:cubicBezTo>
                  <a:pt x="8400" y="1007"/>
                  <a:pt x="9952" y="222"/>
                  <a:pt x="11563" y="101"/>
                </a:cubicBezTo>
                <a:cubicBezTo>
                  <a:pt x="13155" y="0"/>
                  <a:pt x="14605" y="564"/>
                  <a:pt x="15854" y="1813"/>
                </a:cubicBezTo>
                <a:cubicBezTo>
                  <a:pt x="17123" y="3082"/>
                  <a:pt x="17687" y="4533"/>
                  <a:pt x="17587" y="6124"/>
                </a:cubicBezTo>
                <a:cubicBezTo>
                  <a:pt x="17466" y="7736"/>
                  <a:pt x="16660" y="9267"/>
                  <a:pt x="15209" y="10717"/>
                </a:cubicBezTo>
                <a:lnTo>
                  <a:pt x="12127" y="13799"/>
                </a:lnTo>
                <a:lnTo>
                  <a:pt x="17506" y="19178"/>
                </a:lnTo>
                <a:lnTo>
                  <a:pt x="19782" y="16902"/>
                </a:lnTo>
                <a:lnTo>
                  <a:pt x="20830" y="17949"/>
                </a:lnTo>
                <a:lnTo>
                  <a:pt x="14686" y="240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12E0AF-5A3E-4219-ACCA-7744D1FBB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5362" y="5118513"/>
            <a:ext cx="18876" cy="25282"/>
          </a:xfrm>
          <a:custGeom xmlns:a="http://schemas.openxmlformats.org/drawingml/2006/main">
            <a:pathLst>
              <a:path w="18876" h="25282">
                <a:moveTo>
                  <a:pt x="16740" y="19319"/>
                </a:moveTo>
                <a:lnTo>
                  <a:pt x="15693" y="16902"/>
                </a:lnTo>
                <a:lnTo>
                  <a:pt x="2216" y="11241"/>
                </a:lnTo>
                <a:lnTo>
                  <a:pt x="1048" y="12409"/>
                </a:lnTo>
                <a:lnTo>
                  <a:pt x="0" y="11362"/>
                </a:lnTo>
                <a:lnTo>
                  <a:pt x="4794" y="6567"/>
                </a:lnTo>
                <a:lnTo>
                  <a:pt x="5842" y="7615"/>
                </a:lnTo>
                <a:lnTo>
                  <a:pt x="4170" y="9287"/>
                </a:lnTo>
                <a:lnTo>
                  <a:pt x="14303" y="13537"/>
                </a:lnTo>
                <a:lnTo>
                  <a:pt x="10052" y="3404"/>
                </a:lnTo>
                <a:lnTo>
                  <a:pt x="8481" y="4976"/>
                </a:lnTo>
                <a:lnTo>
                  <a:pt x="7433" y="3928"/>
                </a:lnTo>
                <a:lnTo>
                  <a:pt x="11362" y="0"/>
                </a:lnTo>
                <a:lnTo>
                  <a:pt x="12409" y="1048"/>
                </a:lnTo>
                <a:lnTo>
                  <a:pt x="11241" y="2216"/>
                </a:lnTo>
                <a:lnTo>
                  <a:pt x="18191" y="18755"/>
                </a:lnTo>
                <a:cubicBezTo>
                  <a:pt x="18674" y="19883"/>
                  <a:pt x="18876" y="20810"/>
                  <a:pt x="18775" y="21515"/>
                </a:cubicBezTo>
                <a:cubicBezTo>
                  <a:pt x="18654" y="22200"/>
                  <a:pt x="18251" y="22925"/>
                  <a:pt x="17526" y="23650"/>
                </a:cubicBezTo>
                <a:cubicBezTo>
                  <a:pt x="17204" y="23972"/>
                  <a:pt x="16861" y="24234"/>
                  <a:pt x="16499" y="24516"/>
                </a:cubicBezTo>
                <a:cubicBezTo>
                  <a:pt x="16116" y="24778"/>
                  <a:pt x="15693" y="25040"/>
                  <a:pt x="15290" y="25282"/>
                </a:cubicBezTo>
                <a:lnTo>
                  <a:pt x="13296" y="23288"/>
                </a:lnTo>
                <a:lnTo>
                  <a:pt x="14222" y="22361"/>
                </a:lnTo>
                <a:cubicBezTo>
                  <a:pt x="14706" y="22764"/>
                  <a:pt x="15109" y="22965"/>
                  <a:pt x="15512" y="22965"/>
                </a:cubicBezTo>
                <a:cubicBezTo>
                  <a:pt x="15894" y="22985"/>
                  <a:pt x="16277" y="22804"/>
                  <a:pt x="16680" y="22401"/>
                </a:cubicBezTo>
                <a:cubicBezTo>
                  <a:pt x="17043" y="22039"/>
                  <a:pt x="17224" y="21656"/>
                  <a:pt x="17244" y="21233"/>
                </a:cubicBezTo>
                <a:cubicBezTo>
                  <a:pt x="17264" y="20810"/>
                  <a:pt x="17103" y="20165"/>
                  <a:pt x="16740" y="1931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906D90-62AC-48EB-93C2-B37F1DB84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717" y="5111060"/>
            <a:ext cx="18332" cy="14625"/>
          </a:xfrm>
          <a:custGeom xmlns:a="http://schemas.openxmlformats.org/drawingml/2006/main">
            <a:pathLst>
              <a:path w="18332" h="14625">
                <a:moveTo>
                  <a:pt x="4291" y="6265"/>
                </a:moveTo>
                <a:lnTo>
                  <a:pt x="2699" y="7857"/>
                </a:lnTo>
                <a:lnTo>
                  <a:pt x="1652" y="6809"/>
                </a:lnTo>
                <a:lnTo>
                  <a:pt x="3243" y="5218"/>
                </a:lnTo>
                <a:lnTo>
                  <a:pt x="0" y="1974"/>
                </a:lnTo>
                <a:lnTo>
                  <a:pt x="1813" y="161"/>
                </a:lnTo>
                <a:lnTo>
                  <a:pt x="5056" y="3404"/>
                </a:lnTo>
                <a:lnTo>
                  <a:pt x="8461" y="0"/>
                </a:lnTo>
                <a:lnTo>
                  <a:pt x="9508" y="1048"/>
                </a:lnTo>
                <a:lnTo>
                  <a:pt x="6104" y="4452"/>
                </a:lnTo>
                <a:lnTo>
                  <a:pt x="12752" y="11100"/>
                </a:lnTo>
                <a:cubicBezTo>
                  <a:pt x="13638" y="11986"/>
                  <a:pt x="14303" y="12490"/>
                  <a:pt x="14726" y="12550"/>
                </a:cubicBezTo>
                <a:cubicBezTo>
                  <a:pt x="15129" y="12631"/>
                  <a:pt x="15572" y="12429"/>
                  <a:pt x="16035" y="11966"/>
                </a:cubicBezTo>
                <a:cubicBezTo>
                  <a:pt x="16499" y="11503"/>
                  <a:pt x="16700" y="11019"/>
                  <a:pt x="16640" y="10516"/>
                </a:cubicBezTo>
                <a:cubicBezTo>
                  <a:pt x="16559" y="10032"/>
                  <a:pt x="16237" y="9468"/>
                  <a:pt x="15632" y="8823"/>
                </a:cubicBezTo>
                <a:lnTo>
                  <a:pt x="17002" y="7454"/>
                </a:lnTo>
                <a:cubicBezTo>
                  <a:pt x="17909" y="8481"/>
                  <a:pt x="18332" y="9428"/>
                  <a:pt x="18292" y="10314"/>
                </a:cubicBezTo>
                <a:cubicBezTo>
                  <a:pt x="18251" y="11201"/>
                  <a:pt x="17768" y="12127"/>
                  <a:pt x="16821" y="13074"/>
                </a:cubicBezTo>
                <a:cubicBezTo>
                  <a:pt x="15774" y="14122"/>
                  <a:pt x="14786" y="14625"/>
                  <a:pt x="13920" y="14605"/>
                </a:cubicBezTo>
                <a:cubicBezTo>
                  <a:pt x="13034" y="14605"/>
                  <a:pt x="12047" y="14021"/>
                  <a:pt x="10939" y="12913"/>
                </a:cubicBezTo>
                <a:lnTo>
                  <a:pt x="4291" y="626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8178DA-1279-4E3A-B6D3-C3EF9DC53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0753" y="5100987"/>
            <a:ext cx="26994" cy="18997"/>
          </a:xfrm>
          <a:custGeom xmlns:a="http://schemas.openxmlformats.org/drawingml/2006/main">
            <a:pathLst>
              <a:path w="26994" h="18997">
                <a:moveTo>
                  <a:pt x="15411" y="18997"/>
                </a:moveTo>
                <a:lnTo>
                  <a:pt x="14363" y="17949"/>
                </a:lnTo>
                <a:lnTo>
                  <a:pt x="15995" y="16317"/>
                </a:lnTo>
                <a:lnTo>
                  <a:pt x="2780" y="3102"/>
                </a:lnTo>
                <a:lnTo>
                  <a:pt x="1048" y="4835"/>
                </a:lnTo>
                <a:lnTo>
                  <a:pt x="0" y="3787"/>
                </a:lnTo>
                <a:lnTo>
                  <a:pt x="3546" y="242"/>
                </a:lnTo>
                <a:lnTo>
                  <a:pt x="10254" y="6950"/>
                </a:lnTo>
                <a:cubicBezTo>
                  <a:pt x="9891" y="5943"/>
                  <a:pt x="9790" y="4956"/>
                  <a:pt x="9952" y="4069"/>
                </a:cubicBezTo>
                <a:cubicBezTo>
                  <a:pt x="10113" y="3183"/>
                  <a:pt x="10556" y="2377"/>
                  <a:pt x="11281" y="1652"/>
                </a:cubicBezTo>
                <a:cubicBezTo>
                  <a:pt x="12429" y="504"/>
                  <a:pt x="13618" y="0"/>
                  <a:pt x="14807" y="101"/>
                </a:cubicBezTo>
                <a:cubicBezTo>
                  <a:pt x="16015" y="222"/>
                  <a:pt x="17325" y="967"/>
                  <a:pt x="18735" y="2377"/>
                </a:cubicBezTo>
                <a:lnTo>
                  <a:pt x="24335" y="7977"/>
                </a:lnTo>
                <a:lnTo>
                  <a:pt x="25947" y="6366"/>
                </a:lnTo>
                <a:lnTo>
                  <a:pt x="26994" y="7413"/>
                </a:lnTo>
                <a:lnTo>
                  <a:pt x="21998" y="12409"/>
                </a:lnTo>
                <a:lnTo>
                  <a:pt x="20951" y="11362"/>
                </a:lnTo>
                <a:lnTo>
                  <a:pt x="22522" y="9790"/>
                </a:lnTo>
                <a:lnTo>
                  <a:pt x="17486" y="4754"/>
                </a:lnTo>
                <a:cubicBezTo>
                  <a:pt x="16217" y="3485"/>
                  <a:pt x="15189" y="2780"/>
                  <a:pt x="14383" y="2619"/>
                </a:cubicBezTo>
                <a:cubicBezTo>
                  <a:pt x="13598" y="2478"/>
                  <a:pt x="12812" y="2780"/>
                  <a:pt x="12027" y="3566"/>
                </a:cubicBezTo>
                <a:cubicBezTo>
                  <a:pt x="11180" y="4412"/>
                  <a:pt x="10858" y="5379"/>
                  <a:pt x="11019" y="6426"/>
                </a:cubicBezTo>
                <a:cubicBezTo>
                  <a:pt x="11180" y="7474"/>
                  <a:pt x="11865" y="8562"/>
                  <a:pt x="13034" y="9730"/>
                </a:cubicBezTo>
                <a:lnTo>
                  <a:pt x="17808" y="14504"/>
                </a:lnTo>
                <a:lnTo>
                  <a:pt x="19379" y="12933"/>
                </a:lnTo>
                <a:lnTo>
                  <a:pt x="20427" y="13981"/>
                </a:lnTo>
                <a:lnTo>
                  <a:pt x="15411" y="1899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0A3C17-D181-4419-A7B0-D91658E58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1381" y="5088800"/>
            <a:ext cx="15512" cy="15491"/>
          </a:xfrm>
          <a:custGeom xmlns:a="http://schemas.openxmlformats.org/drawingml/2006/main">
            <a:pathLst>
              <a:path w="15512" h="15491">
                <a:moveTo>
                  <a:pt x="12309" y="12288"/>
                </a:moveTo>
                <a:cubicBezTo>
                  <a:pt x="13276" y="11321"/>
                  <a:pt x="13618" y="10213"/>
                  <a:pt x="13356" y="8944"/>
                </a:cubicBezTo>
                <a:cubicBezTo>
                  <a:pt x="13074" y="7695"/>
                  <a:pt x="12208" y="6305"/>
                  <a:pt x="10717" y="4815"/>
                </a:cubicBezTo>
                <a:cubicBezTo>
                  <a:pt x="9226" y="3324"/>
                  <a:pt x="7816" y="2438"/>
                  <a:pt x="6567" y="2156"/>
                </a:cubicBezTo>
                <a:cubicBezTo>
                  <a:pt x="5298" y="1894"/>
                  <a:pt x="4190" y="2236"/>
                  <a:pt x="3223" y="3203"/>
                </a:cubicBezTo>
                <a:cubicBezTo>
                  <a:pt x="2256" y="4170"/>
                  <a:pt x="1894" y="5298"/>
                  <a:pt x="2176" y="6547"/>
                </a:cubicBezTo>
                <a:cubicBezTo>
                  <a:pt x="2438" y="7816"/>
                  <a:pt x="3344" y="9206"/>
                  <a:pt x="4835" y="10697"/>
                </a:cubicBezTo>
                <a:cubicBezTo>
                  <a:pt x="6326" y="12188"/>
                  <a:pt x="7695" y="13074"/>
                  <a:pt x="8965" y="13336"/>
                </a:cubicBezTo>
                <a:cubicBezTo>
                  <a:pt x="10213" y="13618"/>
                  <a:pt x="11342" y="13255"/>
                  <a:pt x="12309" y="12288"/>
                </a:cubicBezTo>
                <a:close/>
                <a:moveTo>
                  <a:pt x="13255" y="13235"/>
                </a:moveTo>
                <a:cubicBezTo>
                  <a:pt x="11724" y="14766"/>
                  <a:pt x="10032" y="15491"/>
                  <a:pt x="8098" y="15411"/>
                </a:cubicBezTo>
                <a:cubicBezTo>
                  <a:pt x="6164" y="15330"/>
                  <a:pt x="4371" y="14464"/>
                  <a:pt x="2699" y="12792"/>
                </a:cubicBezTo>
                <a:cubicBezTo>
                  <a:pt x="1048" y="11140"/>
                  <a:pt x="161" y="9367"/>
                  <a:pt x="81" y="7433"/>
                </a:cubicBezTo>
                <a:cubicBezTo>
                  <a:pt x="0" y="5500"/>
                  <a:pt x="725" y="3767"/>
                  <a:pt x="2256" y="2236"/>
                </a:cubicBezTo>
                <a:cubicBezTo>
                  <a:pt x="3787" y="705"/>
                  <a:pt x="5500" y="0"/>
                  <a:pt x="7433" y="81"/>
                </a:cubicBezTo>
                <a:cubicBezTo>
                  <a:pt x="9367" y="161"/>
                  <a:pt x="11160" y="1027"/>
                  <a:pt x="12812" y="2679"/>
                </a:cubicBezTo>
                <a:cubicBezTo>
                  <a:pt x="14484" y="4351"/>
                  <a:pt x="15350" y="6144"/>
                  <a:pt x="15431" y="8078"/>
                </a:cubicBezTo>
                <a:cubicBezTo>
                  <a:pt x="15512" y="10012"/>
                  <a:pt x="14786" y="11704"/>
                  <a:pt x="13255" y="1323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C46ECC-814C-4CF3-AAEF-48F0EA25B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0709" y="5075887"/>
            <a:ext cx="22139" cy="18997"/>
          </a:xfrm>
          <a:custGeom xmlns:a="http://schemas.openxmlformats.org/drawingml/2006/main">
            <a:pathLst>
              <a:path w="22139" h="18997">
                <a:moveTo>
                  <a:pt x="10556" y="18997"/>
                </a:moveTo>
                <a:lnTo>
                  <a:pt x="9508" y="17949"/>
                </a:lnTo>
                <a:lnTo>
                  <a:pt x="11140" y="16317"/>
                </a:lnTo>
                <a:lnTo>
                  <a:pt x="2780" y="7957"/>
                </a:lnTo>
                <a:lnTo>
                  <a:pt x="1048" y="9690"/>
                </a:lnTo>
                <a:lnTo>
                  <a:pt x="0" y="8642"/>
                </a:lnTo>
                <a:lnTo>
                  <a:pt x="3546" y="5097"/>
                </a:lnTo>
                <a:lnTo>
                  <a:pt x="5399" y="6950"/>
                </a:lnTo>
                <a:cubicBezTo>
                  <a:pt x="5036" y="5943"/>
                  <a:pt x="4936" y="4956"/>
                  <a:pt x="5097" y="4069"/>
                </a:cubicBezTo>
                <a:cubicBezTo>
                  <a:pt x="5258" y="3183"/>
                  <a:pt x="5701" y="2377"/>
                  <a:pt x="6426" y="1652"/>
                </a:cubicBezTo>
                <a:cubicBezTo>
                  <a:pt x="7575" y="504"/>
                  <a:pt x="8763" y="0"/>
                  <a:pt x="9952" y="101"/>
                </a:cubicBezTo>
                <a:cubicBezTo>
                  <a:pt x="11160" y="222"/>
                  <a:pt x="12470" y="967"/>
                  <a:pt x="13880" y="2377"/>
                </a:cubicBezTo>
                <a:lnTo>
                  <a:pt x="19480" y="7977"/>
                </a:lnTo>
                <a:lnTo>
                  <a:pt x="21092" y="6366"/>
                </a:lnTo>
                <a:lnTo>
                  <a:pt x="22139" y="7413"/>
                </a:lnTo>
                <a:lnTo>
                  <a:pt x="17143" y="12409"/>
                </a:lnTo>
                <a:lnTo>
                  <a:pt x="16096" y="11362"/>
                </a:lnTo>
                <a:lnTo>
                  <a:pt x="17667" y="9790"/>
                </a:lnTo>
                <a:lnTo>
                  <a:pt x="12631" y="4754"/>
                </a:lnTo>
                <a:cubicBezTo>
                  <a:pt x="11362" y="3485"/>
                  <a:pt x="10334" y="2780"/>
                  <a:pt x="9529" y="2619"/>
                </a:cubicBezTo>
                <a:cubicBezTo>
                  <a:pt x="8723" y="2458"/>
                  <a:pt x="7937" y="2760"/>
                  <a:pt x="7151" y="3546"/>
                </a:cubicBezTo>
                <a:cubicBezTo>
                  <a:pt x="6305" y="4392"/>
                  <a:pt x="5983" y="5359"/>
                  <a:pt x="6144" y="6406"/>
                </a:cubicBezTo>
                <a:cubicBezTo>
                  <a:pt x="6326" y="7474"/>
                  <a:pt x="7010" y="8562"/>
                  <a:pt x="8179" y="9730"/>
                </a:cubicBezTo>
                <a:lnTo>
                  <a:pt x="12953" y="14504"/>
                </a:lnTo>
                <a:lnTo>
                  <a:pt x="14525" y="12933"/>
                </a:lnTo>
                <a:lnTo>
                  <a:pt x="15572" y="13981"/>
                </a:lnTo>
                <a:lnTo>
                  <a:pt x="10556" y="1899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BF5EBA-BA4A-4578-8F72-3A5B6B1F5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3390" y="5047502"/>
            <a:ext cx="10" cy="9971"/>
          </a:xfrm>
          <a:custGeom xmlns:a="http://schemas.openxmlformats.org/drawingml/2006/main">
            <a:pathLst>
              <a:path w="1" h="9971">
                <a:moveTo>
                  <a:pt x="0" y="0"/>
                </a:moveTo>
                <a:lnTo>
                  <a:pt x="0" y="997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902B4D-9010-4FB7-9ADE-E314D1BC8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3390" y="5047502"/>
            <a:ext cx="10" cy="9971"/>
          </a:xfrm>
          <a:custGeom xmlns:a="http://schemas.openxmlformats.org/drawingml/2006/main">
            <a:pathLst>
              <a:path w="1" h="9971" fill="none">
                <a:moveTo>
                  <a:pt x="0" y="0"/>
                </a:moveTo>
                <a:lnTo>
                  <a:pt x="0" y="9971"/>
                </a:lnTo>
              </a:path>
            </a:pathLst>
          </a:custGeom>
          <a:noFill xmlns:a="http://schemas.openxmlformats.org/drawingml/2006/main"/>
          <a:ln xmlns:a="http://schemas.openxmlformats.org/drawingml/2006/main" w="2279" cap="flat">
            <a:solidFill>
              <a:srgbClr val="000000"/>
            </a:solidFill>
            <a:round/>
          </a:ln>
        </p:spPr>
      </p:sp>
      <p:sp>
        <p:nvSpPr>
          <p:cNvPr id="22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DFC17B-661F-4735-ADDA-2D900987E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9007" y="5109578"/>
            <a:ext cx="29230" cy="24496"/>
          </a:xfrm>
          <a:custGeom xmlns:a="http://schemas.openxmlformats.org/drawingml/2006/main">
            <a:pathLst>
              <a:path w="29230" h="24496">
                <a:moveTo>
                  <a:pt x="15935" y="8662"/>
                </a:moveTo>
                <a:cubicBezTo>
                  <a:pt x="16499" y="8340"/>
                  <a:pt x="17123" y="8159"/>
                  <a:pt x="17768" y="8118"/>
                </a:cubicBezTo>
                <a:cubicBezTo>
                  <a:pt x="18392" y="8098"/>
                  <a:pt x="19118" y="8219"/>
                  <a:pt x="19903" y="8481"/>
                </a:cubicBezTo>
                <a:lnTo>
                  <a:pt x="26390" y="10697"/>
                </a:lnTo>
                <a:lnTo>
                  <a:pt x="28183" y="8904"/>
                </a:lnTo>
                <a:lnTo>
                  <a:pt x="29230" y="9952"/>
                </a:lnTo>
                <a:lnTo>
                  <a:pt x="25765" y="13417"/>
                </a:lnTo>
                <a:lnTo>
                  <a:pt x="18795" y="11039"/>
                </a:lnTo>
                <a:cubicBezTo>
                  <a:pt x="17466" y="10596"/>
                  <a:pt x="16479" y="10415"/>
                  <a:pt x="15834" y="10496"/>
                </a:cubicBezTo>
                <a:cubicBezTo>
                  <a:pt x="15209" y="10596"/>
                  <a:pt x="14565" y="10959"/>
                  <a:pt x="13920" y="11603"/>
                </a:cubicBezTo>
                <a:lnTo>
                  <a:pt x="11724" y="13799"/>
                </a:lnTo>
                <a:lnTo>
                  <a:pt x="17506" y="19581"/>
                </a:lnTo>
                <a:lnTo>
                  <a:pt x="19581" y="17506"/>
                </a:lnTo>
                <a:lnTo>
                  <a:pt x="20628" y="18554"/>
                </a:lnTo>
                <a:lnTo>
                  <a:pt x="14686" y="24496"/>
                </a:lnTo>
                <a:lnTo>
                  <a:pt x="13638" y="23449"/>
                </a:lnTo>
                <a:lnTo>
                  <a:pt x="15512" y="21575"/>
                </a:lnTo>
                <a:lnTo>
                  <a:pt x="2921" y="8985"/>
                </a:lnTo>
                <a:lnTo>
                  <a:pt x="1048" y="10858"/>
                </a:lnTo>
                <a:lnTo>
                  <a:pt x="0" y="9811"/>
                </a:lnTo>
                <a:lnTo>
                  <a:pt x="7454" y="2357"/>
                </a:lnTo>
                <a:cubicBezTo>
                  <a:pt x="8864" y="947"/>
                  <a:pt x="10314" y="181"/>
                  <a:pt x="11785" y="81"/>
                </a:cubicBezTo>
                <a:cubicBezTo>
                  <a:pt x="13235" y="0"/>
                  <a:pt x="14605" y="564"/>
                  <a:pt x="15854" y="1813"/>
                </a:cubicBezTo>
                <a:cubicBezTo>
                  <a:pt x="16861" y="2820"/>
                  <a:pt x="17385" y="3908"/>
                  <a:pt x="17385" y="5036"/>
                </a:cubicBezTo>
                <a:cubicBezTo>
                  <a:pt x="17405" y="6185"/>
                  <a:pt x="16922" y="7393"/>
                  <a:pt x="15935" y="8662"/>
                </a:cubicBezTo>
                <a:close/>
                <a:moveTo>
                  <a:pt x="10677" y="12752"/>
                </a:moveTo>
                <a:lnTo>
                  <a:pt x="13578" y="9851"/>
                </a:lnTo>
                <a:cubicBezTo>
                  <a:pt x="14565" y="8864"/>
                  <a:pt x="15068" y="7917"/>
                  <a:pt x="15068" y="6950"/>
                </a:cubicBezTo>
                <a:cubicBezTo>
                  <a:pt x="15068" y="6023"/>
                  <a:pt x="14585" y="5056"/>
                  <a:pt x="13598" y="4069"/>
                </a:cubicBezTo>
                <a:cubicBezTo>
                  <a:pt x="12631" y="3102"/>
                  <a:pt x="11664" y="2619"/>
                  <a:pt x="10717" y="2599"/>
                </a:cubicBezTo>
                <a:cubicBezTo>
                  <a:pt x="9770" y="2619"/>
                  <a:pt x="8803" y="3102"/>
                  <a:pt x="7816" y="4089"/>
                </a:cubicBezTo>
                <a:lnTo>
                  <a:pt x="4915" y="6990"/>
                </a:lnTo>
                <a:lnTo>
                  <a:pt x="10677" y="1275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127828-B97D-401B-98CD-506E7D11D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842" y="5099042"/>
            <a:ext cx="22139" cy="17385"/>
          </a:xfrm>
          <a:custGeom xmlns:a="http://schemas.openxmlformats.org/drawingml/2006/main">
            <a:pathLst>
              <a:path w="22139" h="17385">
                <a:moveTo>
                  <a:pt x="6587" y="3384"/>
                </a:moveTo>
                <a:lnTo>
                  <a:pt x="9972" y="0"/>
                </a:lnTo>
                <a:lnTo>
                  <a:pt x="19379" y="9408"/>
                </a:lnTo>
                <a:lnTo>
                  <a:pt x="21092" y="7695"/>
                </a:lnTo>
                <a:lnTo>
                  <a:pt x="22139" y="8743"/>
                </a:lnTo>
                <a:lnTo>
                  <a:pt x="18614" y="12268"/>
                </a:lnTo>
                <a:lnTo>
                  <a:pt x="16761" y="10415"/>
                </a:lnTo>
                <a:cubicBezTo>
                  <a:pt x="17123" y="11462"/>
                  <a:pt x="17204" y="12429"/>
                  <a:pt x="17043" y="13316"/>
                </a:cubicBezTo>
                <a:cubicBezTo>
                  <a:pt x="16861" y="14182"/>
                  <a:pt x="16418" y="14988"/>
                  <a:pt x="15733" y="15673"/>
                </a:cubicBezTo>
                <a:cubicBezTo>
                  <a:pt x="14565" y="16841"/>
                  <a:pt x="13376" y="17385"/>
                  <a:pt x="12188" y="17284"/>
                </a:cubicBezTo>
                <a:cubicBezTo>
                  <a:pt x="10999" y="17184"/>
                  <a:pt x="9690" y="16398"/>
                  <a:pt x="8280" y="14988"/>
                </a:cubicBezTo>
                <a:lnTo>
                  <a:pt x="2679" y="9388"/>
                </a:lnTo>
                <a:lnTo>
                  <a:pt x="1048" y="11019"/>
                </a:lnTo>
                <a:lnTo>
                  <a:pt x="0" y="9972"/>
                </a:lnTo>
                <a:lnTo>
                  <a:pt x="3445" y="6527"/>
                </a:lnTo>
                <a:lnTo>
                  <a:pt x="9529" y="12611"/>
                </a:lnTo>
                <a:cubicBezTo>
                  <a:pt x="10818" y="13900"/>
                  <a:pt x="11825" y="14625"/>
                  <a:pt x="12611" y="14766"/>
                </a:cubicBezTo>
                <a:cubicBezTo>
                  <a:pt x="13417" y="14927"/>
                  <a:pt x="14182" y="14605"/>
                  <a:pt x="14988" y="13799"/>
                </a:cubicBezTo>
                <a:cubicBezTo>
                  <a:pt x="15834" y="12953"/>
                  <a:pt x="16156" y="12027"/>
                  <a:pt x="15975" y="10959"/>
                </a:cubicBezTo>
                <a:cubicBezTo>
                  <a:pt x="15814" y="9911"/>
                  <a:pt x="15129" y="8783"/>
                  <a:pt x="13960" y="7615"/>
                </a:cubicBezTo>
                <a:lnTo>
                  <a:pt x="9206" y="2861"/>
                </a:lnTo>
                <a:lnTo>
                  <a:pt x="7635" y="4432"/>
                </a:lnTo>
                <a:lnTo>
                  <a:pt x="6587" y="338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E4834D-D8AA-4291-BCAE-DD282E91A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6001" y="5086975"/>
            <a:ext cx="24335" cy="19480"/>
          </a:xfrm>
          <a:custGeom xmlns:a="http://schemas.openxmlformats.org/drawingml/2006/main">
            <a:pathLst>
              <a:path w="24335" h="19480">
                <a:moveTo>
                  <a:pt x="15995" y="16700"/>
                </a:moveTo>
                <a:lnTo>
                  <a:pt x="2780" y="3485"/>
                </a:lnTo>
                <a:lnTo>
                  <a:pt x="1048" y="5218"/>
                </a:lnTo>
                <a:lnTo>
                  <a:pt x="0" y="4170"/>
                </a:lnTo>
                <a:lnTo>
                  <a:pt x="3546" y="624"/>
                </a:lnTo>
                <a:lnTo>
                  <a:pt x="10032" y="7111"/>
                </a:lnTo>
                <a:cubicBezTo>
                  <a:pt x="9730" y="6124"/>
                  <a:pt x="9690" y="5197"/>
                  <a:pt x="9931" y="4311"/>
                </a:cubicBezTo>
                <a:cubicBezTo>
                  <a:pt x="10173" y="3465"/>
                  <a:pt x="10697" y="2619"/>
                  <a:pt x="11503" y="1813"/>
                </a:cubicBezTo>
                <a:cubicBezTo>
                  <a:pt x="12792" y="524"/>
                  <a:pt x="14363" y="0"/>
                  <a:pt x="16176" y="201"/>
                </a:cubicBezTo>
                <a:cubicBezTo>
                  <a:pt x="17989" y="403"/>
                  <a:pt x="19742" y="1309"/>
                  <a:pt x="21374" y="2941"/>
                </a:cubicBezTo>
                <a:cubicBezTo>
                  <a:pt x="23026" y="4593"/>
                  <a:pt x="23932" y="6346"/>
                  <a:pt x="24134" y="8159"/>
                </a:cubicBezTo>
                <a:cubicBezTo>
                  <a:pt x="24335" y="9972"/>
                  <a:pt x="23791" y="11523"/>
                  <a:pt x="22502" y="12812"/>
                </a:cubicBezTo>
                <a:cubicBezTo>
                  <a:pt x="21696" y="13618"/>
                  <a:pt x="20850" y="14142"/>
                  <a:pt x="20024" y="14404"/>
                </a:cubicBezTo>
                <a:cubicBezTo>
                  <a:pt x="19158" y="14666"/>
                  <a:pt x="18231" y="14625"/>
                  <a:pt x="17224" y="14303"/>
                </a:cubicBezTo>
                <a:lnTo>
                  <a:pt x="18856" y="15935"/>
                </a:lnTo>
                <a:lnTo>
                  <a:pt x="15310" y="19480"/>
                </a:lnTo>
                <a:lnTo>
                  <a:pt x="14263" y="18433"/>
                </a:lnTo>
                <a:lnTo>
                  <a:pt x="15995" y="16700"/>
                </a:lnTo>
                <a:close/>
                <a:moveTo>
                  <a:pt x="14142" y="11221"/>
                </a:moveTo>
                <a:cubicBezTo>
                  <a:pt x="15411" y="12490"/>
                  <a:pt x="16620" y="13215"/>
                  <a:pt x="17748" y="13376"/>
                </a:cubicBezTo>
                <a:cubicBezTo>
                  <a:pt x="18896" y="13558"/>
                  <a:pt x="19903" y="13195"/>
                  <a:pt x="20830" y="12268"/>
                </a:cubicBezTo>
                <a:cubicBezTo>
                  <a:pt x="21757" y="11342"/>
                  <a:pt x="22079" y="10294"/>
                  <a:pt x="21817" y="9065"/>
                </a:cubicBezTo>
                <a:cubicBezTo>
                  <a:pt x="21575" y="7857"/>
                  <a:pt x="20709" y="6507"/>
                  <a:pt x="19259" y="5056"/>
                </a:cubicBezTo>
                <a:cubicBezTo>
                  <a:pt x="17808" y="3606"/>
                  <a:pt x="16479" y="2760"/>
                  <a:pt x="15270" y="2518"/>
                </a:cubicBezTo>
                <a:cubicBezTo>
                  <a:pt x="14061" y="2276"/>
                  <a:pt x="12993" y="2579"/>
                  <a:pt x="12067" y="3505"/>
                </a:cubicBezTo>
                <a:cubicBezTo>
                  <a:pt x="11140" y="4432"/>
                  <a:pt x="10798" y="5459"/>
                  <a:pt x="10979" y="6608"/>
                </a:cubicBezTo>
                <a:cubicBezTo>
                  <a:pt x="11160" y="7756"/>
                  <a:pt x="11865" y="8944"/>
                  <a:pt x="13114" y="10193"/>
                </a:cubicBezTo>
                <a:lnTo>
                  <a:pt x="14142" y="1122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67EC55-CCE3-4B6E-840A-6C5DD5E22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3124" y="5072370"/>
            <a:ext cx="18876" cy="25282"/>
          </a:xfrm>
          <a:custGeom xmlns:a="http://schemas.openxmlformats.org/drawingml/2006/main">
            <a:pathLst>
              <a:path w="18876" h="25282">
                <a:moveTo>
                  <a:pt x="16740" y="19319"/>
                </a:moveTo>
                <a:lnTo>
                  <a:pt x="15693" y="16902"/>
                </a:lnTo>
                <a:lnTo>
                  <a:pt x="2216" y="11241"/>
                </a:lnTo>
                <a:lnTo>
                  <a:pt x="1048" y="12409"/>
                </a:lnTo>
                <a:lnTo>
                  <a:pt x="0" y="11362"/>
                </a:lnTo>
                <a:lnTo>
                  <a:pt x="4794" y="6567"/>
                </a:lnTo>
                <a:lnTo>
                  <a:pt x="5842" y="7615"/>
                </a:lnTo>
                <a:lnTo>
                  <a:pt x="4170" y="9287"/>
                </a:lnTo>
                <a:lnTo>
                  <a:pt x="14303" y="13537"/>
                </a:lnTo>
                <a:lnTo>
                  <a:pt x="10052" y="3404"/>
                </a:lnTo>
                <a:lnTo>
                  <a:pt x="8481" y="4976"/>
                </a:lnTo>
                <a:lnTo>
                  <a:pt x="7433" y="3928"/>
                </a:lnTo>
                <a:lnTo>
                  <a:pt x="11362" y="0"/>
                </a:lnTo>
                <a:lnTo>
                  <a:pt x="12409" y="1048"/>
                </a:lnTo>
                <a:lnTo>
                  <a:pt x="11241" y="2216"/>
                </a:lnTo>
                <a:lnTo>
                  <a:pt x="18191" y="18755"/>
                </a:lnTo>
                <a:cubicBezTo>
                  <a:pt x="18674" y="19883"/>
                  <a:pt x="18876" y="20810"/>
                  <a:pt x="18775" y="21515"/>
                </a:cubicBezTo>
                <a:cubicBezTo>
                  <a:pt x="18654" y="22200"/>
                  <a:pt x="18251" y="22925"/>
                  <a:pt x="17526" y="23650"/>
                </a:cubicBezTo>
                <a:cubicBezTo>
                  <a:pt x="17204" y="23972"/>
                  <a:pt x="16861" y="24234"/>
                  <a:pt x="16499" y="24516"/>
                </a:cubicBezTo>
                <a:cubicBezTo>
                  <a:pt x="16116" y="24778"/>
                  <a:pt x="15693" y="25040"/>
                  <a:pt x="15290" y="25282"/>
                </a:cubicBezTo>
                <a:lnTo>
                  <a:pt x="13296" y="23288"/>
                </a:lnTo>
                <a:lnTo>
                  <a:pt x="14222" y="22361"/>
                </a:lnTo>
                <a:cubicBezTo>
                  <a:pt x="14706" y="22764"/>
                  <a:pt x="15109" y="22965"/>
                  <a:pt x="15512" y="22965"/>
                </a:cubicBezTo>
                <a:cubicBezTo>
                  <a:pt x="15894" y="22985"/>
                  <a:pt x="16277" y="22804"/>
                  <a:pt x="16680" y="22401"/>
                </a:cubicBezTo>
                <a:cubicBezTo>
                  <a:pt x="17043" y="22039"/>
                  <a:pt x="17224" y="21656"/>
                  <a:pt x="17244" y="21233"/>
                </a:cubicBezTo>
                <a:cubicBezTo>
                  <a:pt x="17264" y="20810"/>
                  <a:pt x="17103" y="20165"/>
                  <a:pt x="16740" y="1931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34B051-FE6E-4326-8222-A67C90558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4342" y="5047502"/>
            <a:ext cx="10" cy="9971"/>
          </a:xfrm>
          <a:custGeom xmlns:a="http://schemas.openxmlformats.org/drawingml/2006/main">
            <a:pathLst>
              <a:path w="1" h="9971">
                <a:moveTo>
                  <a:pt x="0" y="0"/>
                </a:moveTo>
                <a:lnTo>
                  <a:pt x="0" y="997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1898E5-CE79-48E7-A21F-237BE5A08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4342" y="5047502"/>
            <a:ext cx="10" cy="9971"/>
          </a:xfrm>
          <a:custGeom xmlns:a="http://schemas.openxmlformats.org/drawingml/2006/main">
            <a:pathLst>
              <a:path w="1" h="9971" fill="none">
                <a:moveTo>
                  <a:pt x="0" y="0"/>
                </a:moveTo>
                <a:lnTo>
                  <a:pt x="0" y="9971"/>
                </a:lnTo>
              </a:path>
            </a:pathLst>
          </a:custGeom>
          <a:noFill xmlns:a="http://schemas.openxmlformats.org/drawingml/2006/main"/>
          <a:ln xmlns:a="http://schemas.openxmlformats.org/drawingml/2006/main" w="2279" cap="flat">
            <a:solidFill>
              <a:srgbClr val="000000"/>
            </a:solidFill>
            <a:round/>
          </a:ln>
        </p:spPr>
      </p:sp>
      <p:sp>
        <p:nvSpPr>
          <p:cNvPr id="22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AB6744-266C-4EFD-98E1-AD5459DCE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3027" y="5103723"/>
            <a:ext cx="29230" cy="24496"/>
          </a:xfrm>
          <a:custGeom xmlns:a="http://schemas.openxmlformats.org/drawingml/2006/main">
            <a:pathLst>
              <a:path w="29230" h="24496">
                <a:moveTo>
                  <a:pt x="15935" y="8662"/>
                </a:moveTo>
                <a:cubicBezTo>
                  <a:pt x="16499" y="8340"/>
                  <a:pt x="17123" y="8159"/>
                  <a:pt x="17768" y="8118"/>
                </a:cubicBezTo>
                <a:cubicBezTo>
                  <a:pt x="18392" y="8098"/>
                  <a:pt x="19118" y="8219"/>
                  <a:pt x="19903" y="8481"/>
                </a:cubicBezTo>
                <a:lnTo>
                  <a:pt x="26390" y="10697"/>
                </a:lnTo>
                <a:lnTo>
                  <a:pt x="28183" y="8904"/>
                </a:lnTo>
                <a:lnTo>
                  <a:pt x="29230" y="9952"/>
                </a:lnTo>
                <a:lnTo>
                  <a:pt x="25765" y="13417"/>
                </a:lnTo>
                <a:lnTo>
                  <a:pt x="18795" y="11039"/>
                </a:lnTo>
                <a:cubicBezTo>
                  <a:pt x="17466" y="10596"/>
                  <a:pt x="16479" y="10415"/>
                  <a:pt x="15834" y="10496"/>
                </a:cubicBezTo>
                <a:cubicBezTo>
                  <a:pt x="15209" y="10596"/>
                  <a:pt x="14565" y="10959"/>
                  <a:pt x="13920" y="11603"/>
                </a:cubicBezTo>
                <a:lnTo>
                  <a:pt x="11724" y="13799"/>
                </a:lnTo>
                <a:lnTo>
                  <a:pt x="17506" y="19581"/>
                </a:lnTo>
                <a:lnTo>
                  <a:pt x="19581" y="17506"/>
                </a:lnTo>
                <a:lnTo>
                  <a:pt x="20628" y="18554"/>
                </a:lnTo>
                <a:lnTo>
                  <a:pt x="14686" y="24496"/>
                </a:lnTo>
                <a:lnTo>
                  <a:pt x="13638" y="23449"/>
                </a:lnTo>
                <a:lnTo>
                  <a:pt x="15512" y="21575"/>
                </a:lnTo>
                <a:lnTo>
                  <a:pt x="2921" y="8985"/>
                </a:lnTo>
                <a:lnTo>
                  <a:pt x="1048" y="10858"/>
                </a:lnTo>
                <a:lnTo>
                  <a:pt x="0" y="9811"/>
                </a:lnTo>
                <a:lnTo>
                  <a:pt x="7454" y="2357"/>
                </a:lnTo>
                <a:cubicBezTo>
                  <a:pt x="8864" y="947"/>
                  <a:pt x="10314" y="181"/>
                  <a:pt x="11785" y="81"/>
                </a:cubicBezTo>
                <a:cubicBezTo>
                  <a:pt x="13235" y="0"/>
                  <a:pt x="14605" y="564"/>
                  <a:pt x="15854" y="1813"/>
                </a:cubicBezTo>
                <a:cubicBezTo>
                  <a:pt x="16861" y="2820"/>
                  <a:pt x="17385" y="3908"/>
                  <a:pt x="17385" y="5036"/>
                </a:cubicBezTo>
                <a:cubicBezTo>
                  <a:pt x="17405" y="6185"/>
                  <a:pt x="16922" y="7393"/>
                  <a:pt x="15935" y="8662"/>
                </a:cubicBezTo>
                <a:close/>
                <a:moveTo>
                  <a:pt x="10677" y="12752"/>
                </a:moveTo>
                <a:lnTo>
                  <a:pt x="13578" y="9851"/>
                </a:lnTo>
                <a:cubicBezTo>
                  <a:pt x="14565" y="8864"/>
                  <a:pt x="15068" y="7917"/>
                  <a:pt x="15068" y="6950"/>
                </a:cubicBezTo>
                <a:cubicBezTo>
                  <a:pt x="15068" y="6023"/>
                  <a:pt x="14585" y="5056"/>
                  <a:pt x="13598" y="4069"/>
                </a:cubicBezTo>
                <a:cubicBezTo>
                  <a:pt x="12631" y="3102"/>
                  <a:pt x="11664" y="2619"/>
                  <a:pt x="10717" y="2599"/>
                </a:cubicBezTo>
                <a:cubicBezTo>
                  <a:pt x="9770" y="2619"/>
                  <a:pt x="8803" y="3102"/>
                  <a:pt x="7816" y="4089"/>
                </a:cubicBezTo>
                <a:lnTo>
                  <a:pt x="4915" y="6990"/>
                </a:lnTo>
                <a:lnTo>
                  <a:pt x="10677" y="1275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56E25E-2318-4392-B4D5-924DFA3C4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1862" y="5093187"/>
            <a:ext cx="22139" cy="17385"/>
          </a:xfrm>
          <a:custGeom xmlns:a="http://schemas.openxmlformats.org/drawingml/2006/main">
            <a:pathLst>
              <a:path w="22139" h="17385">
                <a:moveTo>
                  <a:pt x="6587" y="3384"/>
                </a:moveTo>
                <a:lnTo>
                  <a:pt x="9972" y="0"/>
                </a:lnTo>
                <a:lnTo>
                  <a:pt x="19379" y="9408"/>
                </a:lnTo>
                <a:lnTo>
                  <a:pt x="21092" y="7695"/>
                </a:lnTo>
                <a:lnTo>
                  <a:pt x="22139" y="8743"/>
                </a:lnTo>
                <a:lnTo>
                  <a:pt x="18614" y="12268"/>
                </a:lnTo>
                <a:lnTo>
                  <a:pt x="16761" y="10415"/>
                </a:lnTo>
                <a:cubicBezTo>
                  <a:pt x="17123" y="11462"/>
                  <a:pt x="17204" y="12429"/>
                  <a:pt x="17043" y="13316"/>
                </a:cubicBezTo>
                <a:cubicBezTo>
                  <a:pt x="16861" y="14182"/>
                  <a:pt x="16418" y="14988"/>
                  <a:pt x="15733" y="15673"/>
                </a:cubicBezTo>
                <a:cubicBezTo>
                  <a:pt x="14565" y="16841"/>
                  <a:pt x="13376" y="17385"/>
                  <a:pt x="12188" y="17284"/>
                </a:cubicBezTo>
                <a:cubicBezTo>
                  <a:pt x="10999" y="17184"/>
                  <a:pt x="9690" y="16398"/>
                  <a:pt x="8280" y="14988"/>
                </a:cubicBezTo>
                <a:lnTo>
                  <a:pt x="2679" y="9388"/>
                </a:lnTo>
                <a:lnTo>
                  <a:pt x="1048" y="11019"/>
                </a:lnTo>
                <a:lnTo>
                  <a:pt x="0" y="9972"/>
                </a:lnTo>
                <a:lnTo>
                  <a:pt x="3445" y="6527"/>
                </a:lnTo>
                <a:lnTo>
                  <a:pt x="9529" y="12611"/>
                </a:lnTo>
                <a:cubicBezTo>
                  <a:pt x="10818" y="13900"/>
                  <a:pt x="11825" y="14625"/>
                  <a:pt x="12611" y="14766"/>
                </a:cubicBezTo>
                <a:cubicBezTo>
                  <a:pt x="13417" y="14927"/>
                  <a:pt x="14182" y="14605"/>
                  <a:pt x="14988" y="13799"/>
                </a:cubicBezTo>
                <a:cubicBezTo>
                  <a:pt x="15834" y="12953"/>
                  <a:pt x="16156" y="12027"/>
                  <a:pt x="15975" y="10959"/>
                </a:cubicBezTo>
                <a:cubicBezTo>
                  <a:pt x="15814" y="9911"/>
                  <a:pt x="15129" y="8783"/>
                  <a:pt x="13960" y="7615"/>
                </a:cubicBezTo>
                <a:lnTo>
                  <a:pt x="9206" y="2861"/>
                </a:lnTo>
                <a:lnTo>
                  <a:pt x="7635" y="4432"/>
                </a:lnTo>
                <a:lnTo>
                  <a:pt x="6587" y="338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501123-7D7D-4502-B5BB-15D9EACB7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6870" y="5082551"/>
            <a:ext cx="15673" cy="16922"/>
          </a:xfrm>
          <a:custGeom xmlns:a="http://schemas.openxmlformats.org/drawingml/2006/main">
            <a:pathLst>
              <a:path w="15673" h="16922">
                <a:moveTo>
                  <a:pt x="8421" y="16922"/>
                </a:moveTo>
                <a:lnTo>
                  <a:pt x="5983" y="14484"/>
                </a:lnTo>
                <a:lnTo>
                  <a:pt x="7031" y="13437"/>
                </a:lnTo>
                <a:cubicBezTo>
                  <a:pt x="7836" y="14202"/>
                  <a:pt x="8662" y="14545"/>
                  <a:pt x="9508" y="14464"/>
                </a:cubicBezTo>
                <a:cubicBezTo>
                  <a:pt x="10375" y="14404"/>
                  <a:pt x="11241" y="13900"/>
                  <a:pt x="12147" y="12993"/>
                </a:cubicBezTo>
                <a:cubicBezTo>
                  <a:pt x="12953" y="12188"/>
                  <a:pt x="13437" y="11422"/>
                  <a:pt x="13537" y="10677"/>
                </a:cubicBezTo>
                <a:cubicBezTo>
                  <a:pt x="13658" y="9952"/>
                  <a:pt x="13437" y="9287"/>
                  <a:pt x="12852" y="8703"/>
                </a:cubicBezTo>
                <a:cubicBezTo>
                  <a:pt x="12409" y="8259"/>
                  <a:pt x="11865" y="8038"/>
                  <a:pt x="11281" y="8058"/>
                </a:cubicBezTo>
                <a:cubicBezTo>
                  <a:pt x="10677" y="8098"/>
                  <a:pt x="9730" y="8441"/>
                  <a:pt x="8400" y="9126"/>
                </a:cubicBezTo>
                <a:lnTo>
                  <a:pt x="6648" y="9992"/>
                </a:lnTo>
                <a:cubicBezTo>
                  <a:pt x="5459" y="10616"/>
                  <a:pt x="4452" y="10898"/>
                  <a:pt x="3606" y="10858"/>
                </a:cubicBezTo>
                <a:cubicBezTo>
                  <a:pt x="2780" y="10838"/>
                  <a:pt x="2035" y="10496"/>
                  <a:pt x="1350" y="9811"/>
                </a:cubicBezTo>
                <a:cubicBezTo>
                  <a:pt x="403" y="8864"/>
                  <a:pt x="0" y="7776"/>
                  <a:pt x="161" y="6527"/>
                </a:cubicBezTo>
                <a:cubicBezTo>
                  <a:pt x="322" y="5278"/>
                  <a:pt x="1007" y="4029"/>
                  <a:pt x="2256" y="2780"/>
                </a:cubicBezTo>
                <a:cubicBezTo>
                  <a:pt x="2800" y="2236"/>
                  <a:pt x="3465" y="1732"/>
                  <a:pt x="4210" y="1269"/>
                </a:cubicBezTo>
                <a:cubicBezTo>
                  <a:pt x="4956" y="806"/>
                  <a:pt x="5802" y="363"/>
                  <a:pt x="6728" y="0"/>
                </a:cubicBezTo>
                <a:lnTo>
                  <a:pt x="9005" y="2276"/>
                </a:lnTo>
                <a:lnTo>
                  <a:pt x="7957" y="3324"/>
                </a:lnTo>
                <a:cubicBezTo>
                  <a:pt x="7252" y="2699"/>
                  <a:pt x="6507" y="2397"/>
                  <a:pt x="5681" y="2458"/>
                </a:cubicBezTo>
                <a:cubicBezTo>
                  <a:pt x="4855" y="2518"/>
                  <a:pt x="4049" y="2921"/>
                  <a:pt x="3284" y="3687"/>
                </a:cubicBezTo>
                <a:cubicBezTo>
                  <a:pt x="2518" y="4452"/>
                  <a:pt x="2075" y="5177"/>
                  <a:pt x="1954" y="5822"/>
                </a:cubicBezTo>
                <a:cubicBezTo>
                  <a:pt x="1833" y="6507"/>
                  <a:pt x="2055" y="7091"/>
                  <a:pt x="2579" y="7615"/>
                </a:cubicBezTo>
                <a:cubicBezTo>
                  <a:pt x="3022" y="8058"/>
                  <a:pt x="3525" y="8280"/>
                  <a:pt x="4089" y="8239"/>
                </a:cubicBezTo>
                <a:cubicBezTo>
                  <a:pt x="4633" y="8219"/>
                  <a:pt x="5500" y="7877"/>
                  <a:pt x="6668" y="7272"/>
                </a:cubicBezTo>
                <a:lnTo>
                  <a:pt x="8541" y="6285"/>
                </a:lnTo>
                <a:cubicBezTo>
                  <a:pt x="9851" y="5620"/>
                  <a:pt x="10939" y="5298"/>
                  <a:pt x="11845" y="5318"/>
                </a:cubicBezTo>
                <a:cubicBezTo>
                  <a:pt x="12752" y="5338"/>
                  <a:pt x="13558" y="5701"/>
                  <a:pt x="14283" y="6426"/>
                </a:cubicBezTo>
                <a:cubicBezTo>
                  <a:pt x="15290" y="7433"/>
                  <a:pt x="15673" y="8582"/>
                  <a:pt x="15471" y="9911"/>
                </a:cubicBezTo>
                <a:cubicBezTo>
                  <a:pt x="15270" y="11241"/>
                  <a:pt x="14504" y="12530"/>
                  <a:pt x="13175" y="13860"/>
                </a:cubicBezTo>
                <a:cubicBezTo>
                  <a:pt x="12490" y="14545"/>
                  <a:pt x="11765" y="15109"/>
                  <a:pt x="10999" y="15632"/>
                </a:cubicBezTo>
                <a:cubicBezTo>
                  <a:pt x="10234" y="16156"/>
                  <a:pt x="9367" y="16579"/>
                  <a:pt x="8421" y="1692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90FF30-EFC4-40A8-BC3C-50AFACA92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559" y="5073002"/>
            <a:ext cx="18332" cy="14625"/>
          </a:xfrm>
          <a:custGeom xmlns:a="http://schemas.openxmlformats.org/drawingml/2006/main">
            <a:pathLst>
              <a:path w="18332" h="14625">
                <a:moveTo>
                  <a:pt x="4291" y="6265"/>
                </a:moveTo>
                <a:lnTo>
                  <a:pt x="2699" y="7857"/>
                </a:lnTo>
                <a:lnTo>
                  <a:pt x="1652" y="6809"/>
                </a:lnTo>
                <a:lnTo>
                  <a:pt x="3243" y="5218"/>
                </a:lnTo>
                <a:lnTo>
                  <a:pt x="0" y="1974"/>
                </a:lnTo>
                <a:lnTo>
                  <a:pt x="1813" y="161"/>
                </a:lnTo>
                <a:lnTo>
                  <a:pt x="5056" y="3404"/>
                </a:lnTo>
                <a:lnTo>
                  <a:pt x="8461" y="0"/>
                </a:lnTo>
                <a:lnTo>
                  <a:pt x="9508" y="1048"/>
                </a:lnTo>
                <a:lnTo>
                  <a:pt x="6104" y="4452"/>
                </a:lnTo>
                <a:lnTo>
                  <a:pt x="12752" y="11100"/>
                </a:lnTo>
                <a:cubicBezTo>
                  <a:pt x="13638" y="11986"/>
                  <a:pt x="14303" y="12490"/>
                  <a:pt x="14726" y="12550"/>
                </a:cubicBezTo>
                <a:cubicBezTo>
                  <a:pt x="15129" y="12631"/>
                  <a:pt x="15572" y="12429"/>
                  <a:pt x="16035" y="11966"/>
                </a:cubicBezTo>
                <a:cubicBezTo>
                  <a:pt x="16499" y="11503"/>
                  <a:pt x="16700" y="11019"/>
                  <a:pt x="16640" y="10516"/>
                </a:cubicBezTo>
                <a:cubicBezTo>
                  <a:pt x="16559" y="10032"/>
                  <a:pt x="16237" y="9468"/>
                  <a:pt x="15632" y="8823"/>
                </a:cubicBezTo>
                <a:lnTo>
                  <a:pt x="17002" y="7454"/>
                </a:lnTo>
                <a:cubicBezTo>
                  <a:pt x="17909" y="8481"/>
                  <a:pt x="18332" y="9428"/>
                  <a:pt x="18292" y="10314"/>
                </a:cubicBezTo>
                <a:cubicBezTo>
                  <a:pt x="18251" y="11201"/>
                  <a:pt x="17768" y="12127"/>
                  <a:pt x="16821" y="13074"/>
                </a:cubicBezTo>
                <a:cubicBezTo>
                  <a:pt x="15774" y="14122"/>
                  <a:pt x="14786" y="14625"/>
                  <a:pt x="13920" y="14605"/>
                </a:cubicBezTo>
                <a:cubicBezTo>
                  <a:pt x="13034" y="14605"/>
                  <a:pt x="12047" y="14021"/>
                  <a:pt x="10939" y="12913"/>
                </a:cubicBezTo>
                <a:lnTo>
                  <a:pt x="4291" y="626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5547EC-3F8A-40C4-8F40-ADDA5E7C3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5293" y="5047502"/>
            <a:ext cx="10" cy="9971"/>
          </a:xfrm>
          <a:custGeom xmlns:a="http://schemas.openxmlformats.org/drawingml/2006/main">
            <a:pathLst>
              <a:path w="1" h="9971">
                <a:moveTo>
                  <a:pt x="0" y="0"/>
                </a:moveTo>
                <a:lnTo>
                  <a:pt x="0" y="997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4BF745-5031-4DB3-8E8A-7485F1C28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5293" y="5047502"/>
            <a:ext cx="10" cy="9971"/>
          </a:xfrm>
          <a:custGeom xmlns:a="http://schemas.openxmlformats.org/drawingml/2006/main">
            <a:pathLst>
              <a:path w="1" h="9971" fill="none">
                <a:moveTo>
                  <a:pt x="0" y="0"/>
                </a:moveTo>
                <a:lnTo>
                  <a:pt x="0" y="9971"/>
                </a:lnTo>
              </a:path>
            </a:pathLst>
          </a:custGeom>
          <a:noFill xmlns:a="http://schemas.openxmlformats.org/drawingml/2006/main"/>
          <a:ln xmlns:a="http://schemas.openxmlformats.org/drawingml/2006/main" w="2279" cap="flat">
            <a:solidFill>
              <a:srgbClr val="000000"/>
            </a:solidFill>
            <a:round/>
          </a:ln>
        </p:spPr>
      </p:sp>
      <p:sp>
        <p:nvSpPr>
          <p:cNvPr id="22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90F2F0-9168-42F2-A40C-3B12CF816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1939" y="5112696"/>
            <a:ext cx="21454" cy="23086"/>
          </a:xfrm>
          <a:custGeom xmlns:a="http://schemas.openxmlformats.org/drawingml/2006/main">
            <a:pathLst>
              <a:path w="21454" h="23086">
                <a:moveTo>
                  <a:pt x="12268" y="23086"/>
                </a:moveTo>
                <a:lnTo>
                  <a:pt x="8924" y="19742"/>
                </a:lnTo>
                <a:lnTo>
                  <a:pt x="10052" y="18614"/>
                </a:lnTo>
                <a:cubicBezTo>
                  <a:pt x="11201" y="19722"/>
                  <a:pt x="12349" y="20226"/>
                  <a:pt x="13497" y="20125"/>
                </a:cubicBezTo>
                <a:cubicBezTo>
                  <a:pt x="14645" y="20064"/>
                  <a:pt x="15854" y="19379"/>
                  <a:pt x="17103" y="18130"/>
                </a:cubicBezTo>
                <a:cubicBezTo>
                  <a:pt x="18271" y="16962"/>
                  <a:pt x="18936" y="15854"/>
                  <a:pt x="19077" y="14786"/>
                </a:cubicBezTo>
                <a:cubicBezTo>
                  <a:pt x="19218" y="13719"/>
                  <a:pt x="18856" y="12711"/>
                  <a:pt x="17969" y="11825"/>
                </a:cubicBezTo>
                <a:cubicBezTo>
                  <a:pt x="17264" y="11120"/>
                  <a:pt x="16519" y="10778"/>
                  <a:pt x="15774" y="10757"/>
                </a:cubicBezTo>
                <a:cubicBezTo>
                  <a:pt x="15048" y="10757"/>
                  <a:pt x="13880" y="11160"/>
                  <a:pt x="12329" y="11986"/>
                </a:cubicBezTo>
                <a:lnTo>
                  <a:pt x="9811" y="13336"/>
                </a:lnTo>
                <a:cubicBezTo>
                  <a:pt x="7977" y="14323"/>
                  <a:pt x="6446" y="14807"/>
                  <a:pt x="5238" y="14726"/>
                </a:cubicBezTo>
                <a:cubicBezTo>
                  <a:pt x="4049" y="14666"/>
                  <a:pt x="2901" y="14081"/>
                  <a:pt x="1773" y="12953"/>
                </a:cubicBezTo>
                <a:cubicBezTo>
                  <a:pt x="524" y="11704"/>
                  <a:pt x="0" y="10294"/>
                  <a:pt x="201" y="8723"/>
                </a:cubicBezTo>
                <a:cubicBezTo>
                  <a:pt x="403" y="7151"/>
                  <a:pt x="1289" y="5580"/>
                  <a:pt x="2901" y="3969"/>
                </a:cubicBezTo>
                <a:cubicBezTo>
                  <a:pt x="3586" y="3284"/>
                  <a:pt x="4412" y="2619"/>
                  <a:pt x="5359" y="1954"/>
                </a:cubicBezTo>
                <a:cubicBezTo>
                  <a:pt x="6326" y="1309"/>
                  <a:pt x="7393" y="645"/>
                  <a:pt x="8602" y="0"/>
                </a:cubicBezTo>
                <a:lnTo>
                  <a:pt x="11724" y="3122"/>
                </a:lnTo>
                <a:lnTo>
                  <a:pt x="10616" y="4230"/>
                </a:lnTo>
                <a:cubicBezTo>
                  <a:pt x="9468" y="3324"/>
                  <a:pt x="8380" y="2921"/>
                  <a:pt x="7333" y="3042"/>
                </a:cubicBezTo>
                <a:cubicBezTo>
                  <a:pt x="6285" y="3163"/>
                  <a:pt x="5157" y="3807"/>
                  <a:pt x="3989" y="4976"/>
                </a:cubicBezTo>
                <a:cubicBezTo>
                  <a:pt x="2941" y="6023"/>
                  <a:pt x="2377" y="7031"/>
                  <a:pt x="2256" y="7998"/>
                </a:cubicBezTo>
                <a:cubicBezTo>
                  <a:pt x="2135" y="8965"/>
                  <a:pt x="2478" y="9831"/>
                  <a:pt x="3284" y="10637"/>
                </a:cubicBezTo>
                <a:cubicBezTo>
                  <a:pt x="3989" y="11342"/>
                  <a:pt x="4734" y="11684"/>
                  <a:pt x="5540" y="11684"/>
                </a:cubicBezTo>
                <a:cubicBezTo>
                  <a:pt x="6346" y="11684"/>
                  <a:pt x="7615" y="11221"/>
                  <a:pt x="9327" y="10274"/>
                </a:cubicBezTo>
                <a:lnTo>
                  <a:pt x="11684" y="9005"/>
                </a:lnTo>
                <a:cubicBezTo>
                  <a:pt x="13417" y="8078"/>
                  <a:pt x="14887" y="7655"/>
                  <a:pt x="16056" y="7695"/>
                </a:cubicBezTo>
                <a:cubicBezTo>
                  <a:pt x="17244" y="7756"/>
                  <a:pt x="18372" y="8280"/>
                  <a:pt x="19420" y="9327"/>
                </a:cubicBezTo>
                <a:cubicBezTo>
                  <a:pt x="20850" y="10757"/>
                  <a:pt x="21454" y="12288"/>
                  <a:pt x="21253" y="13900"/>
                </a:cubicBezTo>
                <a:cubicBezTo>
                  <a:pt x="21051" y="15552"/>
                  <a:pt x="20044" y="17244"/>
                  <a:pt x="18251" y="19037"/>
                </a:cubicBezTo>
                <a:cubicBezTo>
                  <a:pt x="17446" y="19843"/>
                  <a:pt x="16539" y="20588"/>
                  <a:pt x="15532" y="21273"/>
                </a:cubicBezTo>
                <a:cubicBezTo>
                  <a:pt x="14545" y="21978"/>
                  <a:pt x="13457" y="22582"/>
                  <a:pt x="12268" y="230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55071C-341E-4163-8905-871E4DA89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9929" y="5104739"/>
            <a:ext cx="15350" cy="16277"/>
          </a:xfrm>
          <a:custGeom xmlns:a="http://schemas.openxmlformats.org/drawingml/2006/main">
            <a:pathLst>
              <a:path w="15350" h="16277">
                <a:moveTo>
                  <a:pt x="14122" y="6326"/>
                </a:moveTo>
                <a:cubicBezTo>
                  <a:pt x="14988" y="7716"/>
                  <a:pt x="15350" y="9045"/>
                  <a:pt x="15189" y="10334"/>
                </a:cubicBezTo>
                <a:cubicBezTo>
                  <a:pt x="15048" y="11644"/>
                  <a:pt x="14383" y="12873"/>
                  <a:pt x="13235" y="14021"/>
                </a:cubicBezTo>
                <a:cubicBezTo>
                  <a:pt x="11704" y="15552"/>
                  <a:pt x="10012" y="16277"/>
                  <a:pt x="8078" y="16197"/>
                </a:cubicBezTo>
                <a:cubicBezTo>
                  <a:pt x="6144" y="16116"/>
                  <a:pt x="4351" y="15250"/>
                  <a:pt x="2679" y="13578"/>
                </a:cubicBezTo>
                <a:cubicBezTo>
                  <a:pt x="1027" y="11926"/>
                  <a:pt x="161" y="10133"/>
                  <a:pt x="81" y="8199"/>
                </a:cubicBezTo>
                <a:cubicBezTo>
                  <a:pt x="0" y="6265"/>
                  <a:pt x="705" y="4553"/>
                  <a:pt x="2236" y="3022"/>
                </a:cubicBezTo>
                <a:cubicBezTo>
                  <a:pt x="2881" y="2377"/>
                  <a:pt x="3626" y="1793"/>
                  <a:pt x="4452" y="1289"/>
                </a:cubicBezTo>
                <a:cubicBezTo>
                  <a:pt x="5258" y="806"/>
                  <a:pt x="6144" y="363"/>
                  <a:pt x="7111" y="0"/>
                </a:cubicBezTo>
                <a:lnTo>
                  <a:pt x="9790" y="2679"/>
                </a:lnTo>
                <a:lnTo>
                  <a:pt x="8743" y="3727"/>
                </a:lnTo>
                <a:cubicBezTo>
                  <a:pt x="7695" y="2961"/>
                  <a:pt x="6728" y="2599"/>
                  <a:pt x="5842" y="2639"/>
                </a:cubicBezTo>
                <a:cubicBezTo>
                  <a:pt x="4956" y="2679"/>
                  <a:pt x="4069" y="3122"/>
                  <a:pt x="3223" y="3969"/>
                </a:cubicBezTo>
                <a:cubicBezTo>
                  <a:pt x="2236" y="4956"/>
                  <a:pt x="1873" y="6084"/>
                  <a:pt x="2156" y="7333"/>
                </a:cubicBezTo>
                <a:cubicBezTo>
                  <a:pt x="2417" y="8602"/>
                  <a:pt x="3304" y="9972"/>
                  <a:pt x="4815" y="11483"/>
                </a:cubicBezTo>
                <a:cubicBezTo>
                  <a:pt x="6326" y="12993"/>
                  <a:pt x="7695" y="13880"/>
                  <a:pt x="8965" y="14142"/>
                </a:cubicBezTo>
                <a:cubicBezTo>
                  <a:pt x="10213" y="14424"/>
                  <a:pt x="11321" y="14041"/>
                  <a:pt x="12309" y="13054"/>
                </a:cubicBezTo>
                <a:cubicBezTo>
                  <a:pt x="13074" y="12288"/>
                  <a:pt x="13497" y="11462"/>
                  <a:pt x="13558" y="10596"/>
                </a:cubicBezTo>
                <a:cubicBezTo>
                  <a:pt x="13618" y="9730"/>
                  <a:pt x="13316" y="8783"/>
                  <a:pt x="12671" y="7776"/>
                </a:cubicBezTo>
                <a:lnTo>
                  <a:pt x="14122" y="632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87E899-C033-43EE-AC89-9CCA72B1B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001" y="5094909"/>
            <a:ext cx="19561" cy="15794"/>
          </a:xfrm>
          <a:custGeom xmlns:a="http://schemas.openxmlformats.org/drawingml/2006/main">
            <a:pathLst>
              <a:path w="19561" h="15794">
                <a:moveTo>
                  <a:pt x="12852" y="7071"/>
                </a:moveTo>
                <a:lnTo>
                  <a:pt x="10637" y="4855"/>
                </a:lnTo>
                <a:lnTo>
                  <a:pt x="8300" y="7192"/>
                </a:lnTo>
                <a:cubicBezTo>
                  <a:pt x="7393" y="8098"/>
                  <a:pt x="6930" y="8965"/>
                  <a:pt x="6869" y="9790"/>
                </a:cubicBezTo>
                <a:cubicBezTo>
                  <a:pt x="6829" y="10637"/>
                  <a:pt x="7212" y="11422"/>
                  <a:pt x="7998" y="12208"/>
                </a:cubicBezTo>
                <a:cubicBezTo>
                  <a:pt x="8723" y="12933"/>
                  <a:pt x="9529" y="13296"/>
                  <a:pt x="10395" y="13276"/>
                </a:cubicBezTo>
                <a:cubicBezTo>
                  <a:pt x="11281" y="13276"/>
                  <a:pt x="12087" y="12873"/>
                  <a:pt x="12852" y="12107"/>
                </a:cubicBezTo>
                <a:cubicBezTo>
                  <a:pt x="13598" y="11362"/>
                  <a:pt x="13981" y="10536"/>
                  <a:pt x="13981" y="9609"/>
                </a:cubicBezTo>
                <a:cubicBezTo>
                  <a:pt x="13981" y="8682"/>
                  <a:pt x="13618" y="7836"/>
                  <a:pt x="12852" y="7071"/>
                </a:cubicBezTo>
                <a:close/>
                <a:moveTo>
                  <a:pt x="11422" y="2014"/>
                </a:moveTo>
                <a:lnTo>
                  <a:pt x="16902" y="7494"/>
                </a:lnTo>
                <a:lnTo>
                  <a:pt x="18513" y="5882"/>
                </a:lnTo>
                <a:lnTo>
                  <a:pt x="19561" y="6930"/>
                </a:lnTo>
                <a:lnTo>
                  <a:pt x="16136" y="10355"/>
                </a:lnTo>
                <a:lnTo>
                  <a:pt x="15008" y="9226"/>
                </a:lnTo>
                <a:cubicBezTo>
                  <a:pt x="15089" y="10113"/>
                  <a:pt x="14988" y="10939"/>
                  <a:pt x="14686" y="11684"/>
                </a:cubicBezTo>
                <a:cubicBezTo>
                  <a:pt x="14363" y="12409"/>
                  <a:pt x="13860" y="13155"/>
                  <a:pt x="13175" y="13840"/>
                </a:cubicBezTo>
                <a:cubicBezTo>
                  <a:pt x="12006" y="15008"/>
                  <a:pt x="10778" y="15632"/>
                  <a:pt x="9488" y="15713"/>
                </a:cubicBezTo>
                <a:cubicBezTo>
                  <a:pt x="8199" y="15794"/>
                  <a:pt x="7031" y="15270"/>
                  <a:pt x="5983" y="14222"/>
                </a:cubicBezTo>
                <a:cubicBezTo>
                  <a:pt x="4915" y="13155"/>
                  <a:pt x="4472" y="11946"/>
                  <a:pt x="4653" y="10556"/>
                </a:cubicBezTo>
                <a:cubicBezTo>
                  <a:pt x="4815" y="9186"/>
                  <a:pt x="5620" y="7776"/>
                  <a:pt x="7051" y="6346"/>
                </a:cubicBezTo>
                <a:lnTo>
                  <a:pt x="9589" y="3807"/>
                </a:lnTo>
                <a:lnTo>
                  <a:pt x="8864" y="3082"/>
                </a:lnTo>
                <a:cubicBezTo>
                  <a:pt x="8078" y="2297"/>
                  <a:pt x="7232" y="1934"/>
                  <a:pt x="6305" y="1974"/>
                </a:cubicBezTo>
                <a:cubicBezTo>
                  <a:pt x="5379" y="2014"/>
                  <a:pt x="4472" y="2478"/>
                  <a:pt x="3606" y="3344"/>
                </a:cubicBezTo>
                <a:cubicBezTo>
                  <a:pt x="2881" y="4069"/>
                  <a:pt x="2498" y="4815"/>
                  <a:pt x="2397" y="5560"/>
                </a:cubicBezTo>
                <a:cubicBezTo>
                  <a:pt x="2276" y="6326"/>
                  <a:pt x="2498" y="7071"/>
                  <a:pt x="3042" y="7816"/>
                </a:cubicBezTo>
                <a:lnTo>
                  <a:pt x="2115" y="8743"/>
                </a:lnTo>
                <a:lnTo>
                  <a:pt x="0" y="6628"/>
                </a:lnTo>
                <a:cubicBezTo>
                  <a:pt x="363" y="5741"/>
                  <a:pt x="766" y="4936"/>
                  <a:pt x="1229" y="4190"/>
                </a:cubicBezTo>
                <a:cubicBezTo>
                  <a:pt x="1692" y="3485"/>
                  <a:pt x="2196" y="2820"/>
                  <a:pt x="2760" y="2256"/>
                </a:cubicBezTo>
                <a:cubicBezTo>
                  <a:pt x="4210" y="806"/>
                  <a:pt x="5661" y="81"/>
                  <a:pt x="7151" y="40"/>
                </a:cubicBezTo>
                <a:cubicBezTo>
                  <a:pt x="8642" y="0"/>
                  <a:pt x="10052" y="645"/>
                  <a:pt x="11422" y="201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E788B3-2D8C-437F-A60E-BEEE78F55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5400" y="5081834"/>
            <a:ext cx="20568" cy="18856"/>
          </a:xfrm>
          <a:custGeom xmlns:a="http://schemas.openxmlformats.org/drawingml/2006/main">
            <a:pathLst>
              <a:path w="20568" h="18856">
                <a:moveTo>
                  <a:pt x="17808" y="14263"/>
                </a:moveTo>
                <a:lnTo>
                  <a:pt x="19520" y="12550"/>
                </a:lnTo>
                <a:lnTo>
                  <a:pt x="20568" y="13598"/>
                </a:lnTo>
                <a:lnTo>
                  <a:pt x="15310" y="18856"/>
                </a:lnTo>
                <a:lnTo>
                  <a:pt x="14263" y="17808"/>
                </a:lnTo>
                <a:lnTo>
                  <a:pt x="15995" y="16076"/>
                </a:lnTo>
                <a:lnTo>
                  <a:pt x="2780" y="2861"/>
                </a:lnTo>
                <a:lnTo>
                  <a:pt x="1048" y="4593"/>
                </a:lnTo>
                <a:lnTo>
                  <a:pt x="0" y="3546"/>
                </a:lnTo>
                <a:lnTo>
                  <a:pt x="3546" y="0"/>
                </a:lnTo>
                <a:lnTo>
                  <a:pt x="17808" y="1426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2D8324-37B1-4FA2-889D-1DBEC2FA8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8454" y="5076456"/>
            <a:ext cx="19561" cy="15794"/>
          </a:xfrm>
          <a:custGeom xmlns:a="http://schemas.openxmlformats.org/drawingml/2006/main">
            <a:pathLst>
              <a:path w="19561" h="15794">
                <a:moveTo>
                  <a:pt x="12852" y="7071"/>
                </a:moveTo>
                <a:lnTo>
                  <a:pt x="10637" y="4855"/>
                </a:lnTo>
                <a:lnTo>
                  <a:pt x="8300" y="7192"/>
                </a:lnTo>
                <a:cubicBezTo>
                  <a:pt x="7393" y="8098"/>
                  <a:pt x="6930" y="8965"/>
                  <a:pt x="6869" y="9790"/>
                </a:cubicBezTo>
                <a:cubicBezTo>
                  <a:pt x="6829" y="10637"/>
                  <a:pt x="7212" y="11422"/>
                  <a:pt x="7998" y="12208"/>
                </a:cubicBezTo>
                <a:cubicBezTo>
                  <a:pt x="8723" y="12933"/>
                  <a:pt x="9529" y="13296"/>
                  <a:pt x="10395" y="13276"/>
                </a:cubicBezTo>
                <a:cubicBezTo>
                  <a:pt x="11281" y="13276"/>
                  <a:pt x="12087" y="12873"/>
                  <a:pt x="12852" y="12107"/>
                </a:cubicBezTo>
                <a:cubicBezTo>
                  <a:pt x="13598" y="11362"/>
                  <a:pt x="13981" y="10536"/>
                  <a:pt x="13981" y="9609"/>
                </a:cubicBezTo>
                <a:cubicBezTo>
                  <a:pt x="13981" y="8682"/>
                  <a:pt x="13618" y="7836"/>
                  <a:pt x="12852" y="7071"/>
                </a:cubicBezTo>
                <a:close/>
                <a:moveTo>
                  <a:pt x="11422" y="2014"/>
                </a:moveTo>
                <a:lnTo>
                  <a:pt x="16902" y="7494"/>
                </a:lnTo>
                <a:lnTo>
                  <a:pt x="18513" y="5882"/>
                </a:lnTo>
                <a:lnTo>
                  <a:pt x="19561" y="6930"/>
                </a:lnTo>
                <a:lnTo>
                  <a:pt x="16136" y="10355"/>
                </a:lnTo>
                <a:lnTo>
                  <a:pt x="15008" y="9226"/>
                </a:lnTo>
                <a:cubicBezTo>
                  <a:pt x="15089" y="10113"/>
                  <a:pt x="14988" y="10939"/>
                  <a:pt x="14686" y="11684"/>
                </a:cubicBezTo>
                <a:cubicBezTo>
                  <a:pt x="14363" y="12409"/>
                  <a:pt x="13860" y="13155"/>
                  <a:pt x="13175" y="13840"/>
                </a:cubicBezTo>
                <a:cubicBezTo>
                  <a:pt x="12006" y="15008"/>
                  <a:pt x="10778" y="15632"/>
                  <a:pt x="9488" y="15713"/>
                </a:cubicBezTo>
                <a:cubicBezTo>
                  <a:pt x="8199" y="15794"/>
                  <a:pt x="7031" y="15270"/>
                  <a:pt x="5983" y="14222"/>
                </a:cubicBezTo>
                <a:cubicBezTo>
                  <a:pt x="4915" y="13155"/>
                  <a:pt x="4472" y="11946"/>
                  <a:pt x="4653" y="10556"/>
                </a:cubicBezTo>
                <a:cubicBezTo>
                  <a:pt x="4815" y="9186"/>
                  <a:pt x="5620" y="7776"/>
                  <a:pt x="7051" y="6346"/>
                </a:cubicBezTo>
                <a:lnTo>
                  <a:pt x="9589" y="3807"/>
                </a:lnTo>
                <a:lnTo>
                  <a:pt x="8864" y="3082"/>
                </a:lnTo>
                <a:cubicBezTo>
                  <a:pt x="8078" y="2297"/>
                  <a:pt x="7232" y="1934"/>
                  <a:pt x="6305" y="1974"/>
                </a:cubicBezTo>
                <a:cubicBezTo>
                  <a:pt x="5379" y="2014"/>
                  <a:pt x="4472" y="2478"/>
                  <a:pt x="3606" y="3344"/>
                </a:cubicBezTo>
                <a:cubicBezTo>
                  <a:pt x="2881" y="4069"/>
                  <a:pt x="2498" y="4815"/>
                  <a:pt x="2397" y="5560"/>
                </a:cubicBezTo>
                <a:cubicBezTo>
                  <a:pt x="2276" y="6326"/>
                  <a:pt x="2498" y="7071"/>
                  <a:pt x="3042" y="7816"/>
                </a:cubicBezTo>
                <a:lnTo>
                  <a:pt x="2115" y="8743"/>
                </a:lnTo>
                <a:lnTo>
                  <a:pt x="0" y="6628"/>
                </a:lnTo>
                <a:cubicBezTo>
                  <a:pt x="363" y="5741"/>
                  <a:pt x="766" y="4936"/>
                  <a:pt x="1229" y="4190"/>
                </a:cubicBezTo>
                <a:cubicBezTo>
                  <a:pt x="1692" y="3485"/>
                  <a:pt x="2196" y="2820"/>
                  <a:pt x="2760" y="2256"/>
                </a:cubicBezTo>
                <a:cubicBezTo>
                  <a:pt x="4210" y="806"/>
                  <a:pt x="5661" y="81"/>
                  <a:pt x="7151" y="40"/>
                </a:cubicBezTo>
                <a:cubicBezTo>
                  <a:pt x="8642" y="0"/>
                  <a:pt x="10052" y="645"/>
                  <a:pt x="11422" y="201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922E14-B320-4D3A-BA7D-CFA72EC58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4" y="2866863"/>
            <a:ext cx="9971" cy="10"/>
          </a:xfrm>
          <a:custGeom xmlns:a="http://schemas.openxmlformats.org/drawingml/2006/main">
            <a:pathLst>
              <a:path w="9971" h="1">
                <a:moveTo>
                  <a:pt x="9971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38193E-B400-423F-AF6B-9A588C1D3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4" y="2866863"/>
            <a:ext cx="9971" cy="10"/>
          </a:xfrm>
          <a:custGeom xmlns:a="http://schemas.openxmlformats.org/drawingml/2006/main">
            <a:pathLst>
              <a:path w="9971" h="1" fill="none">
                <a:moveTo>
                  <a:pt x="9971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9" cap="flat">
            <a:solidFill>
              <a:srgbClr val="000000"/>
            </a:solidFill>
            <a:round/>
          </a:ln>
        </p:spPr>
      </p:sp>
      <p:sp>
        <p:nvSpPr>
          <p:cNvPr id="22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69D08B-2C86-4D2B-B6A2-28ED54EBD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03" y="2857684"/>
            <a:ext cx="21509" cy="18490"/>
          </a:xfrm>
          <a:custGeom xmlns:a="http://schemas.openxmlformats.org/drawingml/2006/main">
            <a:pathLst>
              <a:path w="21509" h="18490">
                <a:moveTo>
                  <a:pt x="15641" y="0"/>
                </a:moveTo>
                <a:cubicBezTo>
                  <a:pt x="17578" y="627"/>
                  <a:pt x="19059" y="1652"/>
                  <a:pt x="20028" y="3077"/>
                </a:cubicBezTo>
                <a:cubicBezTo>
                  <a:pt x="21025" y="4530"/>
                  <a:pt x="21509" y="6353"/>
                  <a:pt x="21509" y="8547"/>
                </a:cubicBezTo>
                <a:cubicBezTo>
                  <a:pt x="21509" y="9914"/>
                  <a:pt x="21281" y="11196"/>
                  <a:pt x="20826" y="12336"/>
                </a:cubicBezTo>
                <a:cubicBezTo>
                  <a:pt x="20370" y="13504"/>
                  <a:pt x="19715" y="14530"/>
                  <a:pt x="18803" y="15413"/>
                </a:cubicBezTo>
                <a:cubicBezTo>
                  <a:pt x="17777" y="16467"/>
                  <a:pt x="16581" y="17236"/>
                  <a:pt x="15270" y="17749"/>
                </a:cubicBezTo>
                <a:cubicBezTo>
                  <a:pt x="13960" y="18262"/>
                  <a:pt x="12450" y="18490"/>
                  <a:pt x="10769" y="18490"/>
                </a:cubicBezTo>
                <a:cubicBezTo>
                  <a:pt x="7550" y="18490"/>
                  <a:pt x="4957" y="17578"/>
                  <a:pt x="2963" y="15698"/>
                </a:cubicBezTo>
                <a:cubicBezTo>
                  <a:pt x="997" y="13846"/>
                  <a:pt x="0" y="11396"/>
                  <a:pt x="0" y="8319"/>
                </a:cubicBezTo>
                <a:cubicBezTo>
                  <a:pt x="0" y="7179"/>
                  <a:pt x="171" y="5983"/>
                  <a:pt x="456" y="4701"/>
                </a:cubicBezTo>
                <a:cubicBezTo>
                  <a:pt x="741" y="3447"/>
                  <a:pt x="1197" y="2051"/>
                  <a:pt x="1795" y="570"/>
                </a:cubicBezTo>
                <a:lnTo>
                  <a:pt x="6581" y="570"/>
                </a:lnTo>
                <a:lnTo>
                  <a:pt x="6581" y="2137"/>
                </a:lnTo>
                <a:cubicBezTo>
                  <a:pt x="4843" y="2479"/>
                  <a:pt x="3561" y="3191"/>
                  <a:pt x="2735" y="4216"/>
                </a:cubicBezTo>
                <a:cubicBezTo>
                  <a:pt x="1909" y="5242"/>
                  <a:pt x="1481" y="6695"/>
                  <a:pt x="1481" y="8547"/>
                </a:cubicBezTo>
                <a:cubicBezTo>
                  <a:pt x="1481" y="10769"/>
                  <a:pt x="2279" y="12450"/>
                  <a:pt x="3846" y="13589"/>
                </a:cubicBezTo>
                <a:cubicBezTo>
                  <a:pt x="5441" y="14729"/>
                  <a:pt x="7749" y="15299"/>
                  <a:pt x="10769" y="15299"/>
                </a:cubicBezTo>
                <a:cubicBezTo>
                  <a:pt x="13817" y="15299"/>
                  <a:pt x="16125" y="14729"/>
                  <a:pt x="17692" y="13589"/>
                </a:cubicBezTo>
                <a:cubicBezTo>
                  <a:pt x="19287" y="12450"/>
                  <a:pt x="20056" y="10769"/>
                  <a:pt x="20056" y="8547"/>
                </a:cubicBezTo>
                <a:cubicBezTo>
                  <a:pt x="20056" y="7008"/>
                  <a:pt x="19686" y="5755"/>
                  <a:pt x="18945" y="4729"/>
                </a:cubicBezTo>
                <a:cubicBezTo>
                  <a:pt x="18205" y="3732"/>
                  <a:pt x="17122" y="3020"/>
                  <a:pt x="15641" y="2564"/>
                </a:cubicBezTo>
                <a:lnTo>
                  <a:pt x="1564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CEA0DF-1C35-445D-B5E4-98DCD702D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4" y="3074543"/>
            <a:ext cx="9971" cy="10"/>
          </a:xfrm>
          <a:custGeom xmlns:a="http://schemas.openxmlformats.org/drawingml/2006/main">
            <a:pathLst>
              <a:path w="9971" h="1">
                <a:moveTo>
                  <a:pt x="9971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67332A-C5CA-47CF-BFC5-E0FBB534E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4" y="3074543"/>
            <a:ext cx="9971" cy="10"/>
          </a:xfrm>
          <a:custGeom xmlns:a="http://schemas.openxmlformats.org/drawingml/2006/main">
            <a:pathLst>
              <a:path w="9971" h="1" fill="none">
                <a:moveTo>
                  <a:pt x="9971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9" cap="flat">
            <a:solidFill>
              <a:srgbClr val="000000"/>
            </a:solidFill>
            <a:round/>
          </a:ln>
        </p:spPr>
      </p:sp>
      <p:sp>
        <p:nvSpPr>
          <p:cNvPr id="22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FED824-344D-46DB-8383-A0FD39081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03" y="3077294"/>
            <a:ext cx="21509" cy="18490"/>
          </a:xfrm>
          <a:custGeom xmlns:a="http://schemas.openxmlformats.org/drawingml/2006/main">
            <a:pathLst>
              <a:path w="21509" h="18490">
                <a:moveTo>
                  <a:pt x="15641" y="0"/>
                </a:moveTo>
                <a:cubicBezTo>
                  <a:pt x="17578" y="627"/>
                  <a:pt x="19059" y="1652"/>
                  <a:pt x="20028" y="3077"/>
                </a:cubicBezTo>
                <a:cubicBezTo>
                  <a:pt x="21025" y="4530"/>
                  <a:pt x="21509" y="6353"/>
                  <a:pt x="21509" y="8547"/>
                </a:cubicBezTo>
                <a:cubicBezTo>
                  <a:pt x="21509" y="9914"/>
                  <a:pt x="21281" y="11196"/>
                  <a:pt x="20826" y="12336"/>
                </a:cubicBezTo>
                <a:cubicBezTo>
                  <a:pt x="20370" y="13504"/>
                  <a:pt x="19715" y="14530"/>
                  <a:pt x="18803" y="15413"/>
                </a:cubicBezTo>
                <a:cubicBezTo>
                  <a:pt x="17777" y="16467"/>
                  <a:pt x="16581" y="17236"/>
                  <a:pt x="15270" y="17749"/>
                </a:cubicBezTo>
                <a:cubicBezTo>
                  <a:pt x="13960" y="18262"/>
                  <a:pt x="12450" y="18490"/>
                  <a:pt x="10769" y="18490"/>
                </a:cubicBezTo>
                <a:cubicBezTo>
                  <a:pt x="7550" y="18490"/>
                  <a:pt x="4957" y="17578"/>
                  <a:pt x="2963" y="15698"/>
                </a:cubicBezTo>
                <a:cubicBezTo>
                  <a:pt x="997" y="13846"/>
                  <a:pt x="0" y="11396"/>
                  <a:pt x="0" y="8319"/>
                </a:cubicBezTo>
                <a:cubicBezTo>
                  <a:pt x="0" y="7179"/>
                  <a:pt x="171" y="5983"/>
                  <a:pt x="456" y="4701"/>
                </a:cubicBezTo>
                <a:cubicBezTo>
                  <a:pt x="741" y="3447"/>
                  <a:pt x="1197" y="2051"/>
                  <a:pt x="1795" y="570"/>
                </a:cubicBezTo>
                <a:lnTo>
                  <a:pt x="6581" y="570"/>
                </a:lnTo>
                <a:lnTo>
                  <a:pt x="6581" y="2137"/>
                </a:lnTo>
                <a:cubicBezTo>
                  <a:pt x="4843" y="2479"/>
                  <a:pt x="3561" y="3191"/>
                  <a:pt x="2735" y="4216"/>
                </a:cubicBezTo>
                <a:cubicBezTo>
                  <a:pt x="1909" y="5242"/>
                  <a:pt x="1481" y="6695"/>
                  <a:pt x="1481" y="8547"/>
                </a:cubicBezTo>
                <a:cubicBezTo>
                  <a:pt x="1481" y="10769"/>
                  <a:pt x="2279" y="12450"/>
                  <a:pt x="3846" y="13589"/>
                </a:cubicBezTo>
                <a:cubicBezTo>
                  <a:pt x="5441" y="14729"/>
                  <a:pt x="7749" y="15299"/>
                  <a:pt x="10769" y="15299"/>
                </a:cubicBezTo>
                <a:cubicBezTo>
                  <a:pt x="13817" y="15299"/>
                  <a:pt x="16125" y="14729"/>
                  <a:pt x="17692" y="13589"/>
                </a:cubicBezTo>
                <a:cubicBezTo>
                  <a:pt x="19287" y="12450"/>
                  <a:pt x="20056" y="10769"/>
                  <a:pt x="20056" y="8547"/>
                </a:cubicBezTo>
                <a:cubicBezTo>
                  <a:pt x="20056" y="7008"/>
                  <a:pt x="19686" y="5755"/>
                  <a:pt x="18945" y="4729"/>
                </a:cubicBezTo>
                <a:cubicBezTo>
                  <a:pt x="18205" y="3732"/>
                  <a:pt x="17122" y="3020"/>
                  <a:pt x="15641" y="2564"/>
                </a:cubicBezTo>
                <a:lnTo>
                  <a:pt x="1564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C23A2E-2AB8-46C1-A1BC-708A21E6A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87" y="3053904"/>
            <a:ext cx="20455" cy="19487"/>
          </a:xfrm>
          <a:custGeom xmlns:a="http://schemas.openxmlformats.org/drawingml/2006/main">
            <a:pathLst>
              <a:path w="20455" h="19487">
                <a:moveTo>
                  <a:pt x="7920" y="7179"/>
                </a:moveTo>
                <a:lnTo>
                  <a:pt x="7920" y="11111"/>
                </a:lnTo>
                <a:lnTo>
                  <a:pt x="12564" y="12279"/>
                </a:lnTo>
                <a:lnTo>
                  <a:pt x="12564" y="8319"/>
                </a:lnTo>
                <a:lnTo>
                  <a:pt x="7920" y="7179"/>
                </a:lnTo>
                <a:close/>
                <a:moveTo>
                  <a:pt x="0" y="9145"/>
                </a:moveTo>
                <a:lnTo>
                  <a:pt x="5783" y="10570"/>
                </a:lnTo>
                <a:lnTo>
                  <a:pt x="5783" y="6638"/>
                </a:lnTo>
                <a:lnTo>
                  <a:pt x="0" y="5214"/>
                </a:lnTo>
                <a:lnTo>
                  <a:pt x="0" y="2820"/>
                </a:lnTo>
                <a:lnTo>
                  <a:pt x="5783" y="4273"/>
                </a:lnTo>
                <a:lnTo>
                  <a:pt x="5783" y="0"/>
                </a:lnTo>
                <a:lnTo>
                  <a:pt x="7920" y="0"/>
                </a:lnTo>
                <a:lnTo>
                  <a:pt x="7920" y="4815"/>
                </a:lnTo>
                <a:lnTo>
                  <a:pt x="12564" y="5954"/>
                </a:lnTo>
                <a:lnTo>
                  <a:pt x="12564" y="1595"/>
                </a:lnTo>
                <a:lnTo>
                  <a:pt x="14700" y="1595"/>
                </a:lnTo>
                <a:lnTo>
                  <a:pt x="14700" y="6496"/>
                </a:lnTo>
                <a:lnTo>
                  <a:pt x="20455" y="7920"/>
                </a:lnTo>
                <a:lnTo>
                  <a:pt x="20455" y="10313"/>
                </a:lnTo>
                <a:lnTo>
                  <a:pt x="14700" y="8860"/>
                </a:lnTo>
                <a:lnTo>
                  <a:pt x="14700" y="12792"/>
                </a:lnTo>
                <a:lnTo>
                  <a:pt x="20455" y="14245"/>
                </a:lnTo>
                <a:lnTo>
                  <a:pt x="20455" y="16609"/>
                </a:lnTo>
                <a:lnTo>
                  <a:pt x="14700" y="15185"/>
                </a:lnTo>
                <a:lnTo>
                  <a:pt x="14700" y="19487"/>
                </a:lnTo>
                <a:lnTo>
                  <a:pt x="12564" y="19487"/>
                </a:lnTo>
                <a:lnTo>
                  <a:pt x="12564" y="14643"/>
                </a:lnTo>
                <a:lnTo>
                  <a:pt x="7920" y="13504"/>
                </a:lnTo>
                <a:lnTo>
                  <a:pt x="7920" y="17891"/>
                </a:lnTo>
                <a:lnTo>
                  <a:pt x="5783" y="17891"/>
                </a:lnTo>
                <a:lnTo>
                  <a:pt x="5783" y="12963"/>
                </a:lnTo>
                <a:lnTo>
                  <a:pt x="0" y="11510"/>
                </a:lnTo>
                <a:lnTo>
                  <a:pt x="0" y="914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57FC3D-EABC-4416-826B-878F5F3EF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4" y="3282223"/>
            <a:ext cx="9971" cy="10"/>
          </a:xfrm>
          <a:custGeom xmlns:a="http://schemas.openxmlformats.org/drawingml/2006/main">
            <a:pathLst>
              <a:path w="9971" h="1">
                <a:moveTo>
                  <a:pt x="9971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EB31B0-8379-4793-B895-7AF5CBCEA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4" y="3282223"/>
            <a:ext cx="9971" cy="10"/>
          </a:xfrm>
          <a:custGeom xmlns:a="http://schemas.openxmlformats.org/drawingml/2006/main">
            <a:pathLst>
              <a:path w="9971" h="1" fill="none">
                <a:moveTo>
                  <a:pt x="9971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9" cap="flat">
            <a:solidFill>
              <a:srgbClr val="000000"/>
            </a:solidFill>
            <a:round/>
          </a:ln>
        </p:spPr>
      </p:sp>
      <p:sp>
        <p:nvSpPr>
          <p:cNvPr id="22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C04624-4784-4ADA-9F79-03ED3834E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03" y="3296904"/>
            <a:ext cx="21509" cy="18490"/>
          </a:xfrm>
          <a:custGeom xmlns:a="http://schemas.openxmlformats.org/drawingml/2006/main">
            <a:pathLst>
              <a:path w="21509" h="18490">
                <a:moveTo>
                  <a:pt x="15641" y="0"/>
                </a:moveTo>
                <a:cubicBezTo>
                  <a:pt x="17578" y="627"/>
                  <a:pt x="19059" y="1652"/>
                  <a:pt x="20028" y="3077"/>
                </a:cubicBezTo>
                <a:cubicBezTo>
                  <a:pt x="21025" y="4530"/>
                  <a:pt x="21509" y="6353"/>
                  <a:pt x="21509" y="8547"/>
                </a:cubicBezTo>
                <a:cubicBezTo>
                  <a:pt x="21509" y="9914"/>
                  <a:pt x="21281" y="11196"/>
                  <a:pt x="20826" y="12336"/>
                </a:cubicBezTo>
                <a:cubicBezTo>
                  <a:pt x="20370" y="13504"/>
                  <a:pt x="19715" y="14530"/>
                  <a:pt x="18803" y="15413"/>
                </a:cubicBezTo>
                <a:cubicBezTo>
                  <a:pt x="17777" y="16467"/>
                  <a:pt x="16581" y="17236"/>
                  <a:pt x="15270" y="17749"/>
                </a:cubicBezTo>
                <a:cubicBezTo>
                  <a:pt x="13960" y="18262"/>
                  <a:pt x="12450" y="18490"/>
                  <a:pt x="10769" y="18490"/>
                </a:cubicBezTo>
                <a:cubicBezTo>
                  <a:pt x="7550" y="18490"/>
                  <a:pt x="4957" y="17578"/>
                  <a:pt x="2963" y="15698"/>
                </a:cubicBezTo>
                <a:cubicBezTo>
                  <a:pt x="997" y="13846"/>
                  <a:pt x="0" y="11396"/>
                  <a:pt x="0" y="8319"/>
                </a:cubicBezTo>
                <a:cubicBezTo>
                  <a:pt x="0" y="7179"/>
                  <a:pt x="171" y="5983"/>
                  <a:pt x="456" y="4701"/>
                </a:cubicBezTo>
                <a:cubicBezTo>
                  <a:pt x="741" y="3447"/>
                  <a:pt x="1197" y="2051"/>
                  <a:pt x="1795" y="570"/>
                </a:cubicBezTo>
                <a:lnTo>
                  <a:pt x="6581" y="570"/>
                </a:lnTo>
                <a:lnTo>
                  <a:pt x="6581" y="2137"/>
                </a:lnTo>
                <a:cubicBezTo>
                  <a:pt x="4843" y="2479"/>
                  <a:pt x="3561" y="3191"/>
                  <a:pt x="2735" y="4216"/>
                </a:cubicBezTo>
                <a:cubicBezTo>
                  <a:pt x="1909" y="5242"/>
                  <a:pt x="1481" y="6695"/>
                  <a:pt x="1481" y="8547"/>
                </a:cubicBezTo>
                <a:cubicBezTo>
                  <a:pt x="1481" y="10769"/>
                  <a:pt x="2279" y="12450"/>
                  <a:pt x="3846" y="13589"/>
                </a:cubicBezTo>
                <a:cubicBezTo>
                  <a:pt x="5441" y="14729"/>
                  <a:pt x="7749" y="15299"/>
                  <a:pt x="10769" y="15299"/>
                </a:cubicBezTo>
                <a:cubicBezTo>
                  <a:pt x="13817" y="15299"/>
                  <a:pt x="16125" y="14729"/>
                  <a:pt x="17692" y="13589"/>
                </a:cubicBezTo>
                <a:cubicBezTo>
                  <a:pt x="19287" y="12450"/>
                  <a:pt x="20056" y="10769"/>
                  <a:pt x="20056" y="8547"/>
                </a:cubicBezTo>
                <a:cubicBezTo>
                  <a:pt x="20056" y="7008"/>
                  <a:pt x="19686" y="5755"/>
                  <a:pt x="18945" y="4729"/>
                </a:cubicBezTo>
                <a:cubicBezTo>
                  <a:pt x="18205" y="3732"/>
                  <a:pt x="17122" y="3020"/>
                  <a:pt x="15641" y="2564"/>
                </a:cubicBezTo>
                <a:lnTo>
                  <a:pt x="1564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11D31B-6A41-489A-8063-7FE150003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80" y="3274340"/>
            <a:ext cx="17863" cy="17834"/>
          </a:xfrm>
          <a:custGeom xmlns:a="http://schemas.openxmlformats.org/drawingml/2006/main">
            <a:pathLst>
              <a:path w="17863" h="17834">
                <a:moveTo>
                  <a:pt x="0" y="7806"/>
                </a:moveTo>
                <a:lnTo>
                  <a:pt x="7806" y="7806"/>
                </a:lnTo>
                <a:lnTo>
                  <a:pt x="7806" y="0"/>
                </a:lnTo>
                <a:lnTo>
                  <a:pt x="10057" y="0"/>
                </a:lnTo>
                <a:lnTo>
                  <a:pt x="10057" y="7806"/>
                </a:lnTo>
                <a:lnTo>
                  <a:pt x="17863" y="7806"/>
                </a:lnTo>
                <a:lnTo>
                  <a:pt x="17863" y="10028"/>
                </a:lnTo>
                <a:lnTo>
                  <a:pt x="10057" y="10028"/>
                </a:lnTo>
                <a:lnTo>
                  <a:pt x="10057" y="17834"/>
                </a:lnTo>
                <a:lnTo>
                  <a:pt x="7806" y="17834"/>
                </a:lnTo>
                <a:lnTo>
                  <a:pt x="7806" y="10028"/>
                </a:lnTo>
                <a:lnTo>
                  <a:pt x="0" y="10028"/>
                </a:lnTo>
                <a:lnTo>
                  <a:pt x="0" y="780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D8CF3F-C81C-4FF1-99B7-FBEA8C3C1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80" y="3250466"/>
            <a:ext cx="17863" cy="17834"/>
          </a:xfrm>
          <a:custGeom xmlns:a="http://schemas.openxmlformats.org/drawingml/2006/main">
            <a:pathLst>
              <a:path w="17863" h="17834">
                <a:moveTo>
                  <a:pt x="0" y="7806"/>
                </a:moveTo>
                <a:lnTo>
                  <a:pt x="7806" y="7806"/>
                </a:lnTo>
                <a:lnTo>
                  <a:pt x="7806" y="0"/>
                </a:lnTo>
                <a:lnTo>
                  <a:pt x="10057" y="0"/>
                </a:lnTo>
                <a:lnTo>
                  <a:pt x="10057" y="7806"/>
                </a:lnTo>
                <a:lnTo>
                  <a:pt x="17863" y="7806"/>
                </a:lnTo>
                <a:lnTo>
                  <a:pt x="17863" y="10028"/>
                </a:lnTo>
                <a:lnTo>
                  <a:pt x="10057" y="10028"/>
                </a:lnTo>
                <a:lnTo>
                  <a:pt x="10057" y="17834"/>
                </a:lnTo>
                <a:lnTo>
                  <a:pt x="7806" y="17834"/>
                </a:lnTo>
                <a:lnTo>
                  <a:pt x="7806" y="10028"/>
                </a:lnTo>
                <a:lnTo>
                  <a:pt x="0" y="10028"/>
                </a:lnTo>
                <a:lnTo>
                  <a:pt x="0" y="780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B9A819-5954-4592-983F-EA0758A2D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4" y="3489903"/>
            <a:ext cx="9971" cy="10"/>
          </a:xfrm>
          <a:custGeom xmlns:a="http://schemas.openxmlformats.org/drawingml/2006/main">
            <a:pathLst>
              <a:path w="9971" h="1">
                <a:moveTo>
                  <a:pt x="9971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D85E7A-1784-4945-8EC8-94FE3A4E7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4" y="3489903"/>
            <a:ext cx="9971" cy="10"/>
          </a:xfrm>
          <a:custGeom xmlns:a="http://schemas.openxmlformats.org/drawingml/2006/main">
            <a:pathLst>
              <a:path w="9971" h="1" fill="none">
                <a:moveTo>
                  <a:pt x="9971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9" cap="flat">
            <a:solidFill>
              <a:srgbClr val="000000"/>
            </a:solidFill>
            <a:round/>
          </a:ln>
        </p:spPr>
      </p:sp>
      <p:sp>
        <p:nvSpPr>
          <p:cNvPr id="23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700609-D795-48D1-8FE3-5B9F95A4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03" y="3489333"/>
            <a:ext cx="21509" cy="18917"/>
          </a:xfrm>
          <a:custGeom xmlns:a="http://schemas.openxmlformats.org/drawingml/2006/main">
            <a:pathLst>
              <a:path w="21509" h="18917">
                <a:moveTo>
                  <a:pt x="6581" y="2279"/>
                </a:moveTo>
                <a:cubicBezTo>
                  <a:pt x="4843" y="2621"/>
                  <a:pt x="3561" y="3276"/>
                  <a:pt x="2735" y="4302"/>
                </a:cubicBezTo>
                <a:cubicBezTo>
                  <a:pt x="1909" y="5327"/>
                  <a:pt x="1481" y="6780"/>
                  <a:pt x="1481" y="8604"/>
                </a:cubicBezTo>
                <a:cubicBezTo>
                  <a:pt x="1481" y="10997"/>
                  <a:pt x="2251" y="12792"/>
                  <a:pt x="3789" y="13960"/>
                </a:cubicBezTo>
                <a:cubicBezTo>
                  <a:pt x="5327" y="15156"/>
                  <a:pt x="7664" y="15726"/>
                  <a:pt x="10769" y="15726"/>
                </a:cubicBezTo>
                <a:cubicBezTo>
                  <a:pt x="13846" y="15726"/>
                  <a:pt x="16153" y="15128"/>
                  <a:pt x="17720" y="13903"/>
                </a:cubicBezTo>
                <a:cubicBezTo>
                  <a:pt x="19287" y="12706"/>
                  <a:pt x="20056" y="10911"/>
                  <a:pt x="20056" y="8547"/>
                </a:cubicBezTo>
                <a:cubicBezTo>
                  <a:pt x="20056" y="7521"/>
                  <a:pt x="19942" y="6524"/>
                  <a:pt x="19686" y="5555"/>
                </a:cubicBezTo>
                <a:cubicBezTo>
                  <a:pt x="19430" y="4587"/>
                  <a:pt x="19031" y="3675"/>
                  <a:pt x="18490" y="2820"/>
                </a:cubicBezTo>
                <a:lnTo>
                  <a:pt x="13134" y="2820"/>
                </a:lnTo>
                <a:lnTo>
                  <a:pt x="13134" y="6723"/>
                </a:lnTo>
                <a:lnTo>
                  <a:pt x="11652" y="6723"/>
                </a:lnTo>
                <a:lnTo>
                  <a:pt x="11652" y="0"/>
                </a:lnTo>
                <a:lnTo>
                  <a:pt x="19401" y="0"/>
                </a:lnTo>
                <a:cubicBezTo>
                  <a:pt x="20142" y="1254"/>
                  <a:pt x="20655" y="2564"/>
                  <a:pt x="20997" y="3988"/>
                </a:cubicBezTo>
                <a:cubicBezTo>
                  <a:pt x="21338" y="5413"/>
                  <a:pt x="21509" y="6951"/>
                  <a:pt x="21509" y="8547"/>
                </a:cubicBezTo>
                <a:cubicBezTo>
                  <a:pt x="21509" y="11681"/>
                  <a:pt x="20541" y="14216"/>
                  <a:pt x="18603" y="16096"/>
                </a:cubicBezTo>
                <a:cubicBezTo>
                  <a:pt x="16666" y="17977"/>
                  <a:pt x="14045" y="18917"/>
                  <a:pt x="10769" y="18917"/>
                </a:cubicBezTo>
                <a:cubicBezTo>
                  <a:pt x="7493" y="18917"/>
                  <a:pt x="4872" y="17977"/>
                  <a:pt x="2934" y="16096"/>
                </a:cubicBezTo>
                <a:cubicBezTo>
                  <a:pt x="997" y="14216"/>
                  <a:pt x="0" y="11652"/>
                  <a:pt x="0" y="8433"/>
                </a:cubicBezTo>
                <a:cubicBezTo>
                  <a:pt x="0" y="7265"/>
                  <a:pt x="142" y="6040"/>
                  <a:pt x="427" y="4758"/>
                </a:cubicBezTo>
                <a:cubicBezTo>
                  <a:pt x="712" y="3504"/>
                  <a:pt x="1111" y="2137"/>
                  <a:pt x="1652" y="712"/>
                </a:cubicBezTo>
                <a:lnTo>
                  <a:pt x="6581" y="712"/>
                </a:lnTo>
                <a:lnTo>
                  <a:pt x="6581" y="227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C51C7E-EF57-463F-931F-C8064EC32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58" y="3471356"/>
            <a:ext cx="15555" cy="14302"/>
          </a:xfrm>
          <a:custGeom xmlns:a="http://schemas.openxmlformats.org/drawingml/2006/main">
            <a:pathLst>
              <a:path w="15555" h="14302">
                <a:moveTo>
                  <a:pt x="14216" y="7151"/>
                </a:moveTo>
                <a:cubicBezTo>
                  <a:pt x="14216" y="5783"/>
                  <a:pt x="13675" y="4758"/>
                  <a:pt x="12592" y="4045"/>
                </a:cubicBezTo>
                <a:cubicBezTo>
                  <a:pt x="11510" y="3362"/>
                  <a:pt x="9914" y="2991"/>
                  <a:pt x="7806" y="2991"/>
                </a:cubicBezTo>
                <a:cubicBezTo>
                  <a:pt x="5698" y="2991"/>
                  <a:pt x="4074" y="3362"/>
                  <a:pt x="2991" y="4045"/>
                </a:cubicBezTo>
                <a:cubicBezTo>
                  <a:pt x="1909" y="4758"/>
                  <a:pt x="1367" y="5783"/>
                  <a:pt x="1367" y="7151"/>
                </a:cubicBezTo>
                <a:cubicBezTo>
                  <a:pt x="1367" y="8518"/>
                  <a:pt x="1909" y="9572"/>
                  <a:pt x="2991" y="10256"/>
                </a:cubicBezTo>
                <a:cubicBezTo>
                  <a:pt x="4074" y="10968"/>
                  <a:pt x="5698" y="11310"/>
                  <a:pt x="7806" y="11310"/>
                </a:cubicBezTo>
                <a:cubicBezTo>
                  <a:pt x="9914" y="11310"/>
                  <a:pt x="11510" y="10968"/>
                  <a:pt x="12592" y="10256"/>
                </a:cubicBezTo>
                <a:cubicBezTo>
                  <a:pt x="13675" y="9572"/>
                  <a:pt x="14216" y="8518"/>
                  <a:pt x="14216" y="7151"/>
                </a:cubicBezTo>
                <a:close/>
                <a:moveTo>
                  <a:pt x="15555" y="7151"/>
                </a:moveTo>
                <a:cubicBezTo>
                  <a:pt x="15555" y="9316"/>
                  <a:pt x="14871" y="11025"/>
                  <a:pt x="13447" y="12336"/>
                </a:cubicBezTo>
                <a:cubicBezTo>
                  <a:pt x="12022" y="13646"/>
                  <a:pt x="10142" y="14302"/>
                  <a:pt x="7778" y="14302"/>
                </a:cubicBezTo>
                <a:cubicBezTo>
                  <a:pt x="5441" y="14302"/>
                  <a:pt x="3561" y="13675"/>
                  <a:pt x="2137" y="12364"/>
                </a:cubicBezTo>
                <a:cubicBezTo>
                  <a:pt x="712" y="11054"/>
                  <a:pt x="0" y="9316"/>
                  <a:pt x="0" y="7151"/>
                </a:cubicBezTo>
                <a:cubicBezTo>
                  <a:pt x="0" y="4986"/>
                  <a:pt x="712" y="3276"/>
                  <a:pt x="2137" y="1966"/>
                </a:cubicBezTo>
                <a:cubicBezTo>
                  <a:pt x="3561" y="655"/>
                  <a:pt x="5441" y="0"/>
                  <a:pt x="7778" y="0"/>
                </a:cubicBezTo>
                <a:cubicBezTo>
                  <a:pt x="10142" y="0"/>
                  <a:pt x="12022" y="655"/>
                  <a:pt x="13447" y="1966"/>
                </a:cubicBezTo>
                <a:cubicBezTo>
                  <a:pt x="14871" y="3276"/>
                  <a:pt x="15555" y="4986"/>
                  <a:pt x="15555" y="715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CB494F-5F1C-4ADE-BC48-43213ACB4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4" y="3697583"/>
            <a:ext cx="9971" cy="10"/>
          </a:xfrm>
          <a:custGeom xmlns:a="http://schemas.openxmlformats.org/drawingml/2006/main">
            <a:pathLst>
              <a:path w="9971" h="1">
                <a:moveTo>
                  <a:pt x="9971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99EE79-4503-4B7B-BBF1-529F44E10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4" y="3697583"/>
            <a:ext cx="9971" cy="10"/>
          </a:xfrm>
          <a:custGeom xmlns:a="http://schemas.openxmlformats.org/drawingml/2006/main">
            <a:pathLst>
              <a:path w="9971" h="1" fill="none">
                <a:moveTo>
                  <a:pt x="9971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9" cap="flat">
            <a:solidFill>
              <a:srgbClr val="000000"/>
            </a:solidFill>
            <a:round/>
          </a:ln>
        </p:spPr>
      </p:sp>
      <p:sp>
        <p:nvSpPr>
          <p:cNvPr id="23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B509DB-BBB4-4845-A127-19894111C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4" y="3718251"/>
            <a:ext cx="26666" cy="12478"/>
          </a:xfrm>
          <a:custGeom xmlns:a="http://schemas.openxmlformats.org/drawingml/2006/main">
            <a:pathLst>
              <a:path w="26666" h="12478">
                <a:moveTo>
                  <a:pt x="25726" y="12478"/>
                </a:moveTo>
                <a:lnTo>
                  <a:pt x="22450" y="12478"/>
                </a:lnTo>
                <a:lnTo>
                  <a:pt x="22450" y="10883"/>
                </a:lnTo>
                <a:cubicBezTo>
                  <a:pt x="23361" y="10854"/>
                  <a:pt x="24045" y="10655"/>
                  <a:pt x="24501" y="10256"/>
                </a:cubicBezTo>
                <a:cubicBezTo>
                  <a:pt x="24957" y="9857"/>
                  <a:pt x="25185" y="9259"/>
                  <a:pt x="25185" y="8433"/>
                </a:cubicBezTo>
                <a:cubicBezTo>
                  <a:pt x="25185" y="7350"/>
                  <a:pt x="24814" y="6581"/>
                  <a:pt x="24130" y="6125"/>
                </a:cubicBezTo>
                <a:cubicBezTo>
                  <a:pt x="23447" y="5698"/>
                  <a:pt x="22079" y="5470"/>
                  <a:pt x="20085" y="5470"/>
                </a:cubicBezTo>
                <a:lnTo>
                  <a:pt x="1481" y="5470"/>
                </a:lnTo>
                <a:lnTo>
                  <a:pt x="1481" y="8689"/>
                </a:lnTo>
                <a:lnTo>
                  <a:pt x="0" y="8689"/>
                </a:lnTo>
                <a:lnTo>
                  <a:pt x="0" y="0"/>
                </a:lnTo>
                <a:lnTo>
                  <a:pt x="1481" y="0"/>
                </a:lnTo>
                <a:lnTo>
                  <a:pt x="1481" y="2650"/>
                </a:lnTo>
                <a:lnTo>
                  <a:pt x="20199" y="2650"/>
                </a:lnTo>
                <a:cubicBezTo>
                  <a:pt x="22478" y="2650"/>
                  <a:pt x="24102" y="3105"/>
                  <a:pt x="25128" y="4017"/>
                </a:cubicBezTo>
                <a:cubicBezTo>
                  <a:pt x="26153" y="4929"/>
                  <a:pt x="26666" y="6410"/>
                  <a:pt x="26666" y="8461"/>
                </a:cubicBezTo>
                <a:cubicBezTo>
                  <a:pt x="26666" y="9145"/>
                  <a:pt x="26580" y="9800"/>
                  <a:pt x="26410" y="10456"/>
                </a:cubicBezTo>
                <a:cubicBezTo>
                  <a:pt x="26239" y="11111"/>
                  <a:pt x="26011" y="11795"/>
                  <a:pt x="25726" y="1247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FAFF9A-45BE-457F-A7A1-7C30560E9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58" y="3700758"/>
            <a:ext cx="15555" cy="14757"/>
          </a:xfrm>
          <a:custGeom xmlns:a="http://schemas.openxmlformats.org/drawingml/2006/main">
            <a:pathLst>
              <a:path w="15555" h="14757">
                <a:moveTo>
                  <a:pt x="10541" y="4843"/>
                </a:moveTo>
                <a:lnTo>
                  <a:pt x="7407" y="4843"/>
                </a:lnTo>
                <a:lnTo>
                  <a:pt x="7407" y="8148"/>
                </a:lnTo>
                <a:cubicBezTo>
                  <a:pt x="7407" y="9430"/>
                  <a:pt x="7692" y="10370"/>
                  <a:pt x="8233" y="10997"/>
                </a:cubicBezTo>
                <a:cubicBezTo>
                  <a:pt x="8803" y="11624"/>
                  <a:pt x="9629" y="11909"/>
                  <a:pt x="10740" y="11909"/>
                </a:cubicBezTo>
                <a:cubicBezTo>
                  <a:pt x="11766" y="11909"/>
                  <a:pt x="12592" y="11595"/>
                  <a:pt x="13191" y="10968"/>
                </a:cubicBezTo>
                <a:cubicBezTo>
                  <a:pt x="13817" y="10342"/>
                  <a:pt x="14102" y="9487"/>
                  <a:pt x="14102" y="8404"/>
                </a:cubicBezTo>
                <a:cubicBezTo>
                  <a:pt x="14102" y="7350"/>
                  <a:pt x="13789" y="6496"/>
                  <a:pt x="13134" y="5840"/>
                </a:cubicBezTo>
                <a:cubicBezTo>
                  <a:pt x="12478" y="5185"/>
                  <a:pt x="11624" y="4843"/>
                  <a:pt x="10541" y="4843"/>
                </a:cubicBezTo>
                <a:close/>
                <a:moveTo>
                  <a:pt x="5954" y="2279"/>
                </a:moveTo>
                <a:lnTo>
                  <a:pt x="13703" y="2279"/>
                </a:lnTo>
                <a:lnTo>
                  <a:pt x="13703" y="0"/>
                </a:lnTo>
                <a:lnTo>
                  <a:pt x="15185" y="0"/>
                </a:lnTo>
                <a:lnTo>
                  <a:pt x="15185" y="4843"/>
                </a:lnTo>
                <a:lnTo>
                  <a:pt x="13589" y="4843"/>
                </a:lnTo>
                <a:cubicBezTo>
                  <a:pt x="14273" y="5413"/>
                  <a:pt x="14786" y="6068"/>
                  <a:pt x="15099" y="6809"/>
                </a:cubicBezTo>
                <a:cubicBezTo>
                  <a:pt x="15384" y="7550"/>
                  <a:pt x="15555" y="8433"/>
                  <a:pt x="15555" y="9401"/>
                </a:cubicBezTo>
                <a:cubicBezTo>
                  <a:pt x="15555" y="11054"/>
                  <a:pt x="15128" y="12364"/>
                  <a:pt x="14273" y="13333"/>
                </a:cubicBezTo>
                <a:cubicBezTo>
                  <a:pt x="13418" y="14302"/>
                  <a:pt x="12222" y="14757"/>
                  <a:pt x="10740" y="14757"/>
                </a:cubicBezTo>
                <a:cubicBezTo>
                  <a:pt x="9231" y="14757"/>
                  <a:pt x="8062" y="14216"/>
                  <a:pt x="7208" y="13105"/>
                </a:cubicBezTo>
                <a:cubicBezTo>
                  <a:pt x="6353" y="12022"/>
                  <a:pt x="5926" y="10456"/>
                  <a:pt x="5926" y="8433"/>
                </a:cubicBezTo>
                <a:lnTo>
                  <a:pt x="5926" y="4843"/>
                </a:lnTo>
                <a:lnTo>
                  <a:pt x="4900" y="4843"/>
                </a:lnTo>
                <a:cubicBezTo>
                  <a:pt x="3789" y="4843"/>
                  <a:pt x="2934" y="5185"/>
                  <a:pt x="2308" y="5869"/>
                </a:cubicBezTo>
                <a:cubicBezTo>
                  <a:pt x="1681" y="6553"/>
                  <a:pt x="1367" y="7521"/>
                  <a:pt x="1367" y="8746"/>
                </a:cubicBezTo>
                <a:cubicBezTo>
                  <a:pt x="1367" y="9772"/>
                  <a:pt x="1624" y="10570"/>
                  <a:pt x="2080" y="11168"/>
                </a:cubicBezTo>
                <a:cubicBezTo>
                  <a:pt x="2536" y="11795"/>
                  <a:pt x="3219" y="12165"/>
                  <a:pt x="4131" y="12307"/>
                </a:cubicBezTo>
                <a:lnTo>
                  <a:pt x="4131" y="13618"/>
                </a:lnTo>
                <a:lnTo>
                  <a:pt x="1140" y="13618"/>
                </a:lnTo>
                <a:cubicBezTo>
                  <a:pt x="769" y="12735"/>
                  <a:pt x="484" y="11880"/>
                  <a:pt x="285" y="11025"/>
                </a:cubicBezTo>
                <a:cubicBezTo>
                  <a:pt x="114" y="10199"/>
                  <a:pt x="0" y="9373"/>
                  <a:pt x="0" y="8575"/>
                </a:cubicBezTo>
                <a:cubicBezTo>
                  <a:pt x="0" y="6524"/>
                  <a:pt x="513" y="4986"/>
                  <a:pt x="1538" y="3903"/>
                </a:cubicBezTo>
                <a:cubicBezTo>
                  <a:pt x="2564" y="2820"/>
                  <a:pt x="4017" y="2279"/>
                  <a:pt x="5954" y="227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D032BF-7683-4704-996B-B524A61C2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56" y="3683950"/>
            <a:ext cx="14786" cy="16068"/>
          </a:xfrm>
          <a:custGeom xmlns:a="http://schemas.openxmlformats.org/drawingml/2006/main">
            <a:pathLst>
              <a:path w="14786" h="16068">
                <a:moveTo>
                  <a:pt x="14786" y="8974"/>
                </a:moveTo>
                <a:lnTo>
                  <a:pt x="1481" y="14416"/>
                </a:lnTo>
                <a:lnTo>
                  <a:pt x="1481" y="16068"/>
                </a:lnTo>
                <a:lnTo>
                  <a:pt x="0" y="16068"/>
                </a:lnTo>
                <a:lnTo>
                  <a:pt x="0" y="9288"/>
                </a:lnTo>
                <a:lnTo>
                  <a:pt x="1481" y="9288"/>
                </a:lnTo>
                <a:lnTo>
                  <a:pt x="1481" y="11652"/>
                </a:lnTo>
                <a:lnTo>
                  <a:pt x="11652" y="7493"/>
                </a:lnTo>
                <a:lnTo>
                  <a:pt x="1481" y="3333"/>
                </a:lnTo>
                <a:lnTo>
                  <a:pt x="1481" y="5555"/>
                </a:lnTo>
                <a:lnTo>
                  <a:pt x="0" y="5555"/>
                </a:lnTo>
                <a:lnTo>
                  <a:pt x="0" y="0"/>
                </a:lnTo>
                <a:lnTo>
                  <a:pt x="1481" y="0"/>
                </a:lnTo>
                <a:lnTo>
                  <a:pt x="1481" y="1652"/>
                </a:lnTo>
                <a:lnTo>
                  <a:pt x="14786" y="7094"/>
                </a:lnTo>
                <a:lnTo>
                  <a:pt x="14786" y="897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BDD036-E7A3-4FE2-8EFD-7534C9C0C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58" y="3667682"/>
            <a:ext cx="15555" cy="14757"/>
          </a:xfrm>
          <a:custGeom xmlns:a="http://schemas.openxmlformats.org/drawingml/2006/main">
            <a:pathLst>
              <a:path w="15555" h="14757">
                <a:moveTo>
                  <a:pt x="10541" y="4843"/>
                </a:moveTo>
                <a:lnTo>
                  <a:pt x="7407" y="4843"/>
                </a:lnTo>
                <a:lnTo>
                  <a:pt x="7407" y="8148"/>
                </a:lnTo>
                <a:cubicBezTo>
                  <a:pt x="7407" y="9430"/>
                  <a:pt x="7692" y="10370"/>
                  <a:pt x="8233" y="10997"/>
                </a:cubicBezTo>
                <a:cubicBezTo>
                  <a:pt x="8803" y="11624"/>
                  <a:pt x="9629" y="11909"/>
                  <a:pt x="10740" y="11909"/>
                </a:cubicBezTo>
                <a:cubicBezTo>
                  <a:pt x="11766" y="11909"/>
                  <a:pt x="12592" y="11595"/>
                  <a:pt x="13191" y="10968"/>
                </a:cubicBezTo>
                <a:cubicBezTo>
                  <a:pt x="13817" y="10342"/>
                  <a:pt x="14102" y="9487"/>
                  <a:pt x="14102" y="8404"/>
                </a:cubicBezTo>
                <a:cubicBezTo>
                  <a:pt x="14102" y="7350"/>
                  <a:pt x="13789" y="6496"/>
                  <a:pt x="13134" y="5840"/>
                </a:cubicBezTo>
                <a:cubicBezTo>
                  <a:pt x="12478" y="5185"/>
                  <a:pt x="11624" y="4843"/>
                  <a:pt x="10541" y="4843"/>
                </a:cubicBezTo>
                <a:close/>
                <a:moveTo>
                  <a:pt x="5954" y="2279"/>
                </a:moveTo>
                <a:lnTo>
                  <a:pt x="13703" y="2279"/>
                </a:lnTo>
                <a:lnTo>
                  <a:pt x="13703" y="0"/>
                </a:lnTo>
                <a:lnTo>
                  <a:pt x="15185" y="0"/>
                </a:lnTo>
                <a:lnTo>
                  <a:pt x="15185" y="4843"/>
                </a:lnTo>
                <a:lnTo>
                  <a:pt x="13589" y="4843"/>
                </a:lnTo>
                <a:cubicBezTo>
                  <a:pt x="14273" y="5413"/>
                  <a:pt x="14786" y="6068"/>
                  <a:pt x="15099" y="6809"/>
                </a:cubicBezTo>
                <a:cubicBezTo>
                  <a:pt x="15384" y="7550"/>
                  <a:pt x="15555" y="8433"/>
                  <a:pt x="15555" y="9401"/>
                </a:cubicBezTo>
                <a:cubicBezTo>
                  <a:pt x="15555" y="11054"/>
                  <a:pt x="15128" y="12364"/>
                  <a:pt x="14273" y="13333"/>
                </a:cubicBezTo>
                <a:cubicBezTo>
                  <a:pt x="13418" y="14302"/>
                  <a:pt x="12222" y="14757"/>
                  <a:pt x="10740" y="14757"/>
                </a:cubicBezTo>
                <a:cubicBezTo>
                  <a:pt x="9231" y="14757"/>
                  <a:pt x="8062" y="14216"/>
                  <a:pt x="7208" y="13105"/>
                </a:cubicBezTo>
                <a:cubicBezTo>
                  <a:pt x="6353" y="12022"/>
                  <a:pt x="5926" y="10456"/>
                  <a:pt x="5926" y="8433"/>
                </a:cubicBezTo>
                <a:lnTo>
                  <a:pt x="5926" y="4843"/>
                </a:lnTo>
                <a:lnTo>
                  <a:pt x="4900" y="4843"/>
                </a:lnTo>
                <a:cubicBezTo>
                  <a:pt x="3789" y="4843"/>
                  <a:pt x="2934" y="5185"/>
                  <a:pt x="2308" y="5869"/>
                </a:cubicBezTo>
                <a:cubicBezTo>
                  <a:pt x="1681" y="6553"/>
                  <a:pt x="1367" y="7521"/>
                  <a:pt x="1367" y="8746"/>
                </a:cubicBezTo>
                <a:cubicBezTo>
                  <a:pt x="1367" y="9772"/>
                  <a:pt x="1624" y="10570"/>
                  <a:pt x="2080" y="11168"/>
                </a:cubicBezTo>
                <a:cubicBezTo>
                  <a:pt x="2536" y="11795"/>
                  <a:pt x="3219" y="12165"/>
                  <a:pt x="4131" y="12307"/>
                </a:cubicBezTo>
                <a:lnTo>
                  <a:pt x="4131" y="13618"/>
                </a:lnTo>
                <a:lnTo>
                  <a:pt x="1140" y="13618"/>
                </a:lnTo>
                <a:cubicBezTo>
                  <a:pt x="769" y="12735"/>
                  <a:pt x="484" y="11880"/>
                  <a:pt x="285" y="11025"/>
                </a:cubicBezTo>
                <a:cubicBezTo>
                  <a:pt x="114" y="10199"/>
                  <a:pt x="0" y="9373"/>
                  <a:pt x="0" y="8575"/>
                </a:cubicBezTo>
                <a:cubicBezTo>
                  <a:pt x="0" y="6524"/>
                  <a:pt x="513" y="4986"/>
                  <a:pt x="1538" y="3903"/>
                </a:cubicBezTo>
                <a:cubicBezTo>
                  <a:pt x="2564" y="2820"/>
                  <a:pt x="4017" y="2279"/>
                  <a:pt x="5954" y="227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A8F2BD-CD28-452C-AFB9-9AB3DE3A8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4" y="3905263"/>
            <a:ext cx="9971" cy="10"/>
          </a:xfrm>
          <a:custGeom xmlns:a="http://schemas.openxmlformats.org/drawingml/2006/main">
            <a:pathLst>
              <a:path w="9971" h="1">
                <a:moveTo>
                  <a:pt x="9971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33C88B-B2B9-4C44-A50D-2015EADC4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4" y="3905263"/>
            <a:ext cx="9971" cy="10"/>
          </a:xfrm>
          <a:custGeom xmlns:a="http://schemas.openxmlformats.org/drawingml/2006/main">
            <a:pathLst>
              <a:path w="9971" h="1" fill="none">
                <a:moveTo>
                  <a:pt x="9971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9" cap="flat">
            <a:solidFill>
              <a:srgbClr val="000000"/>
            </a:solidFill>
            <a:round/>
          </a:ln>
        </p:spPr>
      </p:sp>
      <p:sp>
        <p:nvSpPr>
          <p:cNvPr id="23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8347BF-107F-48A5-9FC7-14CA2DD42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4" y="3967463"/>
            <a:ext cx="26666" cy="12478"/>
          </a:xfrm>
          <a:custGeom xmlns:a="http://schemas.openxmlformats.org/drawingml/2006/main">
            <a:pathLst>
              <a:path w="26666" h="12478">
                <a:moveTo>
                  <a:pt x="25726" y="12478"/>
                </a:moveTo>
                <a:lnTo>
                  <a:pt x="22450" y="12478"/>
                </a:lnTo>
                <a:lnTo>
                  <a:pt x="22450" y="10883"/>
                </a:lnTo>
                <a:cubicBezTo>
                  <a:pt x="23361" y="10854"/>
                  <a:pt x="24045" y="10655"/>
                  <a:pt x="24501" y="10256"/>
                </a:cubicBezTo>
                <a:cubicBezTo>
                  <a:pt x="24957" y="9857"/>
                  <a:pt x="25185" y="9259"/>
                  <a:pt x="25185" y="8433"/>
                </a:cubicBezTo>
                <a:cubicBezTo>
                  <a:pt x="25185" y="7350"/>
                  <a:pt x="24814" y="6581"/>
                  <a:pt x="24130" y="6125"/>
                </a:cubicBezTo>
                <a:cubicBezTo>
                  <a:pt x="23447" y="5698"/>
                  <a:pt x="22079" y="5470"/>
                  <a:pt x="20085" y="5470"/>
                </a:cubicBezTo>
                <a:lnTo>
                  <a:pt x="1481" y="5470"/>
                </a:lnTo>
                <a:lnTo>
                  <a:pt x="1481" y="8689"/>
                </a:lnTo>
                <a:lnTo>
                  <a:pt x="0" y="8689"/>
                </a:lnTo>
                <a:lnTo>
                  <a:pt x="0" y="0"/>
                </a:lnTo>
                <a:lnTo>
                  <a:pt x="1481" y="0"/>
                </a:lnTo>
                <a:lnTo>
                  <a:pt x="1481" y="2650"/>
                </a:lnTo>
                <a:lnTo>
                  <a:pt x="20199" y="2650"/>
                </a:lnTo>
                <a:cubicBezTo>
                  <a:pt x="22478" y="2650"/>
                  <a:pt x="24102" y="3105"/>
                  <a:pt x="25128" y="4017"/>
                </a:cubicBezTo>
                <a:cubicBezTo>
                  <a:pt x="26153" y="4929"/>
                  <a:pt x="26666" y="6410"/>
                  <a:pt x="26666" y="8461"/>
                </a:cubicBezTo>
                <a:cubicBezTo>
                  <a:pt x="26666" y="9145"/>
                  <a:pt x="26580" y="9800"/>
                  <a:pt x="26410" y="10456"/>
                </a:cubicBezTo>
                <a:cubicBezTo>
                  <a:pt x="26239" y="11111"/>
                  <a:pt x="26011" y="11795"/>
                  <a:pt x="25726" y="1247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B1B3B1-62F6-45CE-BFF2-A16BC33C5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58" y="3949970"/>
            <a:ext cx="15555" cy="14757"/>
          </a:xfrm>
          <a:custGeom xmlns:a="http://schemas.openxmlformats.org/drawingml/2006/main">
            <a:pathLst>
              <a:path w="15555" h="14757">
                <a:moveTo>
                  <a:pt x="10541" y="4843"/>
                </a:moveTo>
                <a:lnTo>
                  <a:pt x="7407" y="4843"/>
                </a:lnTo>
                <a:lnTo>
                  <a:pt x="7407" y="8148"/>
                </a:lnTo>
                <a:cubicBezTo>
                  <a:pt x="7407" y="9430"/>
                  <a:pt x="7692" y="10370"/>
                  <a:pt x="8233" y="10997"/>
                </a:cubicBezTo>
                <a:cubicBezTo>
                  <a:pt x="8803" y="11624"/>
                  <a:pt x="9629" y="11909"/>
                  <a:pt x="10740" y="11909"/>
                </a:cubicBezTo>
                <a:cubicBezTo>
                  <a:pt x="11766" y="11909"/>
                  <a:pt x="12592" y="11595"/>
                  <a:pt x="13191" y="10968"/>
                </a:cubicBezTo>
                <a:cubicBezTo>
                  <a:pt x="13817" y="10342"/>
                  <a:pt x="14102" y="9487"/>
                  <a:pt x="14102" y="8404"/>
                </a:cubicBezTo>
                <a:cubicBezTo>
                  <a:pt x="14102" y="7350"/>
                  <a:pt x="13789" y="6496"/>
                  <a:pt x="13134" y="5840"/>
                </a:cubicBezTo>
                <a:cubicBezTo>
                  <a:pt x="12478" y="5185"/>
                  <a:pt x="11624" y="4843"/>
                  <a:pt x="10541" y="4843"/>
                </a:cubicBezTo>
                <a:close/>
                <a:moveTo>
                  <a:pt x="5954" y="2279"/>
                </a:moveTo>
                <a:lnTo>
                  <a:pt x="13703" y="2279"/>
                </a:lnTo>
                <a:lnTo>
                  <a:pt x="13703" y="0"/>
                </a:lnTo>
                <a:lnTo>
                  <a:pt x="15185" y="0"/>
                </a:lnTo>
                <a:lnTo>
                  <a:pt x="15185" y="4843"/>
                </a:lnTo>
                <a:lnTo>
                  <a:pt x="13589" y="4843"/>
                </a:lnTo>
                <a:cubicBezTo>
                  <a:pt x="14273" y="5413"/>
                  <a:pt x="14786" y="6068"/>
                  <a:pt x="15099" y="6809"/>
                </a:cubicBezTo>
                <a:cubicBezTo>
                  <a:pt x="15384" y="7550"/>
                  <a:pt x="15555" y="8433"/>
                  <a:pt x="15555" y="9401"/>
                </a:cubicBezTo>
                <a:cubicBezTo>
                  <a:pt x="15555" y="11054"/>
                  <a:pt x="15128" y="12364"/>
                  <a:pt x="14273" y="13333"/>
                </a:cubicBezTo>
                <a:cubicBezTo>
                  <a:pt x="13418" y="14302"/>
                  <a:pt x="12222" y="14757"/>
                  <a:pt x="10740" y="14757"/>
                </a:cubicBezTo>
                <a:cubicBezTo>
                  <a:pt x="9231" y="14757"/>
                  <a:pt x="8062" y="14216"/>
                  <a:pt x="7208" y="13105"/>
                </a:cubicBezTo>
                <a:cubicBezTo>
                  <a:pt x="6353" y="12022"/>
                  <a:pt x="5926" y="10456"/>
                  <a:pt x="5926" y="8433"/>
                </a:cubicBezTo>
                <a:lnTo>
                  <a:pt x="5926" y="4843"/>
                </a:lnTo>
                <a:lnTo>
                  <a:pt x="4900" y="4843"/>
                </a:lnTo>
                <a:cubicBezTo>
                  <a:pt x="3789" y="4843"/>
                  <a:pt x="2934" y="5185"/>
                  <a:pt x="2308" y="5869"/>
                </a:cubicBezTo>
                <a:cubicBezTo>
                  <a:pt x="1681" y="6553"/>
                  <a:pt x="1367" y="7521"/>
                  <a:pt x="1367" y="8746"/>
                </a:cubicBezTo>
                <a:cubicBezTo>
                  <a:pt x="1367" y="9772"/>
                  <a:pt x="1624" y="10570"/>
                  <a:pt x="2080" y="11168"/>
                </a:cubicBezTo>
                <a:cubicBezTo>
                  <a:pt x="2536" y="11795"/>
                  <a:pt x="3219" y="12165"/>
                  <a:pt x="4131" y="12307"/>
                </a:cubicBezTo>
                <a:lnTo>
                  <a:pt x="4131" y="13618"/>
                </a:lnTo>
                <a:lnTo>
                  <a:pt x="1140" y="13618"/>
                </a:lnTo>
                <a:cubicBezTo>
                  <a:pt x="769" y="12735"/>
                  <a:pt x="484" y="11880"/>
                  <a:pt x="285" y="11025"/>
                </a:cubicBezTo>
                <a:cubicBezTo>
                  <a:pt x="114" y="10199"/>
                  <a:pt x="0" y="9373"/>
                  <a:pt x="0" y="8575"/>
                </a:cubicBezTo>
                <a:cubicBezTo>
                  <a:pt x="0" y="6524"/>
                  <a:pt x="513" y="4986"/>
                  <a:pt x="1538" y="3903"/>
                </a:cubicBezTo>
                <a:cubicBezTo>
                  <a:pt x="2564" y="2820"/>
                  <a:pt x="4017" y="2279"/>
                  <a:pt x="5954" y="227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D37C65-1DFD-405B-AEE1-75F48DF0A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56" y="3933162"/>
            <a:ext cx="14786" cy="16068"/>
          </a:xfrm>
          <a:custGeom xmlns:a="http://schemas.openxmlformats.org/drawingml/2006/main">
            <a:pathLst>
              <a:path w="14786" h="16068">
                <a:moveTo>
                  <a:pt x="14786" y="8974"/>
                </a:moveTo>
                <a:lnTo>
                  <a:pt x="1481" y="14416"/>
                </a:lnTo>
                <a:lnTo>
                  <a:pt x="1481" y="16068"/>
                </a:lnTo>
                <a:lnTo>
                  <a:pt x="0" y="16068"/>
                </a:lnTo>
                <a:lnTo>
                  <a:pt x="0" y="9288"/>
                </a:lnTo>
                <a:lnTo>
                  <a:pt x="1481" y="9288"/>
                </a:lnTo>
                <a:lnTo>
                  <a:pt x="1481" y="11652"/>
                </a:lnTo>
                <a:lnTo>
                  <a:pt x="11652" y="7493"/>
                </a:lnTo>
                <a:lnTo>
                  <a:pt x="1481" y="3333"/>
                </a:lnTo>
                <a:lnTo>
                  <a:pt x="1481" y="5555"/>
                </a:lnTo>
                <a:lnTo>
                  <a:pt x="0" y="5555"/>
                </a:lnTo>
                <a:lnTo>
                  <a:pt x="0" y="0"/>
                </a:lnTo>
                <a:lnTo>
                  <a:pt x="1481" y="0"/>
                </a:lnTo>
                <a:lnTo>
                  <a:pt x="1481" y="1652"/>
                </a:lnTo>
                <a:lnTo>
                  <a:pt x="14786" y="7094"/>
                </a:lnTo>
                <a:lnTo>
                  <a:pt x="14786" y="897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597F6A-6AD2-4D36-91EA-67A842BC5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58" y="3916894"/>
            <a:ext cx="15555" cy="14757"/>
          </a:xfrm>
          <a:custGeom xmlns:a="http://schemas.openxmlformats.org/drawingml/2006/main">
            <a:pathLst>
              <a:path w="15555" h="14757">
                <a:moveTo>
                  <a:pt x="10541" y="4843"/>
                </a:moveTo>
                <a:lnTo>
                  <a:pt x="7407" y="4843"/>
                </a:lnTo>
                <a:lnTo>
                  <a:pt x="7407" y="8148"/>
                </a:lnTo>
                <a:cubicBezTo>
                  <a:pt x="7407" y="9430"/>
                  <a:pt x="7692" y="10370"/>
                  <a:pt x="8233" y="10997"/>
                </a:cubicBezTo>
                <a:cubicBezTo>
                  <a:pt x="8803" y="11624"/>
                  <a:pt x="9629" y="11909"/>
                  <a:pt x="10740" y="11909"/>
                </a:cubicBezTo>
                <a:cubicBezTo>
                  <a:pt x="11766" y="11909"/>
                  <a:pt x="12592" y="11595"/>
                  <a:pt x="13191" y="10968"/>
                </a:cubicBezTo>
                <a:cubicBezTo>
                  <a:pt x="13817" y="10342"/>
                  <a:pt x="14102" y="9487"/>
                  <a:pt x="14102" y="8404"/>
                </a:cubicBezTo>
                <a:cubicBezTo>
                  <a:pt x="14102" y="7350"/>
                  <a:pt x="13789" y="6496"/>
                  <a:pt x="13134" y="5840"/>
                </a:cubicBezTo>
                <a:cubicBezTo>
                  <a:pt x="12478" y="5185"/>
                  <a:pt x="11624" y="4843"/>
                  <a:pt x="10541" y="4843"/>
                </a:cubicBezTo>
                <a:close/>
                <a:moveTo>
                  <a:pt x="5954" y="2279"/>
                </a:moveTo>
                <a:lnTo>
                  <a:pt x="13703" y="2279"/>
                </a:lnTo>
                <a:lnTo>
                  <a:pt x="13703" y="0"/>
                </a:lnTo>
                <a:lnTo>
                  <a:pt x="15185" y="0"/>
                </a:lnTo>
                <a:lnTo>
                  <a:pt x="15185" y="4843"/>
                </a:lnTo>
                <a:lnTo>
                  <a:pt x="13589" y="4843"/>
                </a:lnTo>
                <a:cubicBezTo>
                  <a:pt x="14273" y="5413"/>
                  <a:pt x="14786" y="6068"/>
                  <a:pt x="15099" y="6809"/>
                </a:cubicBezTo>
                <a:cubicBezTo>
                  <a:pt x="15384" y="7550"/>
                  <a:pt x="15555" y="8433"/>
                  <a:pt x="15555" y="9401"/>
                </a:cubicBezTo>
                <a:cubicBezTo>
                  <a:pt x="15555" y="11054"/>
                  <a:pt x="15128" y="12364"/>
                  <a:pt x="14273" y="13333"/>
                </a:cubicBezTo>
                <a:cubicBezTo>
                  <a:pt x="13418" y="14302"/>
                  <a:pt x="12222" y="14757"/>
                  <a:pt x="10740" y="14757"/>
                </a:cubicBezTo>
                <a:cubicBezTo>
                  <a:pt x="9231" y="14757"/>
                  <a:pt x="8062" y="14216"/>
                  <a:pt x="7208" y="13105"/>
                </a:cubicBezTo>
                <a:cubicBezTo>
                  <a:pt x="6353" y="12022"/>
                  <a:pt x="5926" y="10456"/>
                  <a:pt x="5926" y="8433"/>
                </a:cubicBezTo>
                <a:lnTo>
                  <a:pt x="5926" y="4843"/>
                </a:lnTo>
                <a:lnTo>
                  <a:pt x="4900" y="4843"/>
                </a:lnTo>
                <a:cubicBezTo>
                  <a:pt x="3789" y="4843"/>
                  <a:pt x="2934" y="5185"/>
                  <a:pt x="2308" y="5869"/>
                </a:cubicBezTo>
                <a:cubicBezTo>
                  <a:pt x="1681" y="6553"/>
                  <a:pt x="1367" y="7521"/>
                  <a:pt x="1367" y="8746"/>
                </a:cubicBezTo>
                <a:cubicBezTo>
                  <a:pt x="1367" y="9772"/>
                  <a:pt x="1624" y="10570"/>
                  <a:pt x="2080" y="11168"/>
                </a:cubicBezTo>
                <a:cubicBezTo>
                  <a:pt x="2536" y="11795"/>
                  <a:pt x="3219" y="12165"/>
                  <a:pt x="4131" y="12307"/>
                </a:cubicBezTo>
                <a:lnTo>
                  <a:pt x="4131" y="13618"/>
                </a:lnTo>
                <a:lnTo>
                  <a:pt x="1140" y="13618"/>
                </a:lnTo>
                <a:cubicBezTo>
                  <a:pt x="769" y="12735"/>
                  <a:pt x="484" y="11880"/>
                  <a:pt x="285" y="11025"/>
                </a:cubicBezTo>
                <a:cubicBezTo>
                  <a:pt x="114" y="10199"/>
                  <a:pt x="0" y="9373"/>
                  <a:pt x="0" y="8575"/>
                </a:cubicBezTo>
                <a:cubicBezTo>
                  <a:pt x="0" y="6524"/>
                  <a:pt x="513" y="4986"/>
                  <a:pt x="1538" y="3903"/>
                </a:cubicBezTo>
                <a:cubicBezTo>
                  <a:pt x="2564" y="2820"/>
                  <a:pt x="4017" y="2279"/>
                  <a:pt x="5954" y="227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E841AE-838F-4C68-8F06-EAA3F69CE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58" y="3902935"/>
            <a:ext cx="15555" cy="11567"/>
          </a:xfrm>
          <a:custGeom xmlns:a="http://schemas.openxmlformats.org/drawingml/2006/main">
            <a:pathLst>
              <a:path w="15555" h="11567">
                <a:moveTo>
                  <a:pt x="14359" y="11567"/>
                </a:moveTo>
                <a:lnTo>
                  <a:pt x="10911" y="11567"/>
                </a:lnTo>
                <a:lnTo>
                  <a:pt x="10911" y="10085"/>
                </a:lnTo>
                <a:cubicBezTo>
                  <a:pt x="12022" y="10057"/>
                  <a:pt x="12849" y="9715"/>
                  <a:pt x="13390" y="9060"/>
                </a:cubicBezTo>
                <a:cubicBezTo>
                  <a:pt x="13960" y="8404"/>
                  <a:pt x="14216" y="7436"/>
                  <a:pt x="14216" y="6154"/>
                </a:cubicBezTo>
                <a:cubicBezTo>
                  <a:pt x="14216" y="5014"/>
                  <a:pt x="14017" y="4131"/>
                  <a:pt x="13561" y="3533"/>
                </a:cubicBezTo>
                <a:cubicBezTo>
                  <a:pt x="13134" y="2934"/>
                  <a:pt x="12507" y="2621"/>
                  <a:pt x="11681" y="2621"/>
                </a:cubicBezTo>
                <a:cubicBezTo>
                  <a:pt x="11054" y="2621"/>
                  <a:pt x="10513" y="2849"/>
                  <a:pt x="10114" y="3276"/>
                </a:cubicBezTo>
                <a:cubicBezTo>
                  <a:pt x="9715" y="3732"/>
                  <a:pt x="9288" y="4644"/>
                  <a:pt x="8832" y="6068"/>
                </a:cubicBezTo>
                <a:lnTo>
                  <a:pt x="8205" y="7920"/>
                </a:lnTo>
                <a:cubicBezTo>
                  <a:pt x="7806" y="9202"/>
                  <a:pt x="7293" y="10114"/>
                  <a:pt x="6666" y="10683"/>
                </a:cubicBezTo>
                <a:cubicBezTo>
                  <a:pt x="6068" y="11253"/>
                  <a:pt x="5299" y="11538"/>
                  <a:pt x="4330" y="11538"/>
                </a:cubicBezTo>
                <a:cubicBezTo>
                  <a:pt x="2991" y="11538"/>
                  <a:pt x="1937" y="11054"/>
                  <a:pt x="1168" y="10057"/>
                </a:cubicBezTo>
                <a:cubicBezTo>
                  <a:pt x="399" y="9060"/>
                  <a:pt x="0" y="7692"/>
                  <a:pt x="0" y="5926"/>
                </a:cubicBezTo>
                <a:cubicBezTo>
                  <a:pt x="0" y="5157"/>
                  <a:pt x="114" y="4330"/>
                  <a:pt x="313" y="3476"/>
                </a:cubicBezTo>
                <a:cubicBezTo>
                  <a:pt x="513" y="2621"/>
                  <a:pt x="798" y="1709"/>
                  <a:pt x="1197" y="798"/>
                </a:cubicBezTo>
                <a:lnTo>
                  <a:pt x="4416" y="798"/>
                </a:lnTo>
                <a:lnTo>
                  <a:pt x="4416" y="2279"/>
                </a:lnTo>
                <a:cubicBezTo>
                  <a:pt x="3476" y="2336"/>
                  <a:pt x="2735" y="2650"/>
                  <a:pt x="2194" y="3276"/>
                </a:cubicBezTo>
                <a:cubicBezTo>
                  <a:pt x="1652" y="3903"/>
                  <a:pt x="1367" y="4758"/>
                  <a:pt x="1367" y="5840"/>
                </a:cubicBezTo>
                <a:cubicBezTo>
                  <a:pt x="1367" y="6923"/>
                  <a:pt x="1567" y="7749"/>
                  <a:pt x="1937" y="8290"/>
                </a:cubicBezTo>
                <a:cubicBezTo>
                  <a:pt x="2336" y="8860"/>
                  <a:pt x="2906" y="9117"/>
                  <a:pt x="3647" y="9117"/>
                </a:cubicBezTo>
                <a:cubicBezTo>
                  <a:pt x="4273" y="9117"/>
                  <a:pt x="4786" y="8917"/>
                  <a:pt x="5157" y="8490"/>
                </a:cubicBezTo>
                <a:cubicBezTo>
                  <a:pt x="5527" y="8091"/>
                  <a:pt x="5897" y="7236"/>
                  <a:pt x="6296" y="5983"/>
                </a:cubicBezTo>
                <a:lnTo>
                  <a:pt x="6923" y="3960"/>
                </a:lnTo>
                <a:cubicBezTo>
                  <a:pt x="7379" y="2564"/>
                  <a:pt x="7920" y="1567"/>
                  <a:pt x="8575" y="940"/>
                </a:cubicBezTo>
                <a:cubicBezTo>
                  <a:pt x="9231" y="313"/>
                  <a:pt x="10057" y="0"/>
                  <a:pt x="11082" y="0"/>
                </a:cubicBezTo>
                <a:cubicBezTo>
                  <a:pt x="12507" y="0"/>
                  <a:pt x="13589" y="541"/>
                  <a:pt x="14387" y="1624"/>
                </a:cubicBezTo>
                <a:cubicBezTo>
                  <a:pt x="15185" y="2706"/>
                  <a:pt x="15555" y="4159"/>
                  <a:pt x="15555" y="6040"/>
                </a:cubicBezTo>
                <a:cubicBezTo>
                  <a:pt x="15555" y="7008"/>
                  <a:pt x="15441" y="7920"/>
                  <a:pt x="15270" y="8832"/>
                </a:cubicBezTo>
                <a:cubicBezTo>
                  <a:pt x="15099" y="9743"/>
                  <a:pt x="14786" y="10655"/>
                  <a:pt x="14359" y="1156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8B242C-83A1-4FDF-B9D0-E130DD60E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58" y="3886838"/>
            <a:ext cx="15555" cy="13219"/>
          </a:xfrm>
          <a:custGeom xmlns:a="http://schemas.openxmlformats.org/drawingml/2006/main">
            <a:pathLst>
              <a:path w="15555" h="13219">
                <a:moveTo>
                  <a:pt x="10740" y="0"/>
                </a:moveTo>
                <a:cubicBezTo>
                  <a:pt x="12336" y="370"/>
                  <a:pt x="13532" y="1054"/>
                  <a:pt x="14330" y="2080"/>
                </a:cubicBezTo>
                <a:cubicBezTo>
                  <a:pt x="15156" y="3105"/>
                  <a:pt x="15555" y="4444"/>
                  <a:pt x="15555" y="6068"/>
                </a:cubicBezTo>
                <a:cubicBezTo>
                  <a:pt x="15555" y="8233"/>
                  <a:pt x="14871" y="9943"/>
                  <a:pt x="13447" y="11253"/>
                </a:cubicBezTo>
                <a:cubicBezTo>
                  <a:pt x="12022" y="12564"/>
                  <a:pt x="10142" y="13219"/>
                  <a:pt x="7778" y="13219"/>
                </a:cubicBezTo>
                <a:cubicBezTo>
                  <a:pt x="5441" y="13219"/>
                  <a:pt x="3561" y="12564"/>
                  <a:pt x="2137" y="11253"/>
                </a:cubicBezTo>
                <a:cubicBezTo>
                  <a:pt x="712" y="9943"/>
                  <a:pt x="0" y="8233"/>
                  <a:pt x="0" y="6068"/>
                </a:cubicBezTo>
                <a:cubicBezTo>
                  <a:pt x="0" y="5157"/>
                  <a:pt x="114" y="4216"/>
                  <a:pt x="342" y="3276"/>
                </a:cubicBezTo>
                <a:cubicBezTo>
                  <a:pt x="570" y="2365"/>
                  <a:pt x="883" y="1424"/>
                  <a:pt x="1311" y="484"/>
                </a:cubicBezTo>
                <a:lnTo>
                  <a:pt x="5100" y="484"/>
                </a:lnTo>
                <a:lnTo>
                  <a:pt x="5100" y="1966"/>
                </a:lnTo>
                <a:cubicBezTo>
                  <a:pt x="3818" y="2165"/>
                  <a:pt x="2877" y="2593"/>
                  <a:pt x="2279" y="3248"/>
                </a:cubicBezTo>
                <a:cubicBezTo>
                  <a:pt x="1681" y="3903"/>
                  <a:pt x="1367" y="4843"/>
                  <a:pt x="1367" y="6040"/>
                </a:cubicBezTo>
                <a:cubicBezTo>
                  <a:pt x="1367" y="7436"/>
                  <a:pt x="1909" y="8490"/>
                  <a:pt x="2991" y="9174"/>
                </a:cubicBezTo>
                <a:cubicBezTo>
                  <a:pt x="4074" y="9886"/>
                  <a:pt x="5669" y="10228"/>
                  <a:pt x="7806" y="10228"/>
                </a:cubicBezTo>
                <a:cubicBezTo>
                  <a:pt x="9943" y="10228"/>
                  <a:pt x="11538" y="9886"/>
                  <a:pt x="12621" y="9174"/>
                </a:cubicBezTo>
                <a:cubicBezTo>
                  <a:pt x="13703" y="8490"/>
                  <a:pt x="14216" y="7436"/>
                  <a:pt x="14216" y="6040"/>
                </a:cubicBezTo>
                <a:cubicBezTo>
                  <a:pt x="14216" y="4957"/>
                  <a:pt x="13931" y="4074"/>
                  <a:pt x="13361" y="3419"/>
                </a:cubicBezTo>
                <a:cubicBezTo>
                  <a:pt x="12792" y="2763"/>
                  <a:pt x="11909" y="2308"/>
                  <a:pt x="10740" y="2051"/>
                </a:cubicBezTo>
                <a:lnTo>
                  <a:pt x="1074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A0FA76-8E4C-4A3F-94A5-0803277C1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58" y="3871909"/>
            <a:ext cx="15185" cy="12592"/>
          </a:xfrm>
          <a:custGeom xmlns:a="http://schemas.openxmlformats.org/drawingml/2006/main">
            <a:pathLst>
              <a:path w="15185" h="12592">
                <a:moveTo>
                  <a:pt x="370" y="0"/>
                </a:moveTo>
                <a:lnTo>
                  <a:pt x="4074" y="0"/>
                </a:lnTo>
                <a:lnTo>
                  <a:pt x="4074" y="1481"/>
                </a:lnTo>
                <a:cubicBezTo>
                  <a:pt x="3333" y="1538"/>
                  <a:pt x="2792" y="1738"/>
                  <a:pt x="2422" y="2080"/>
                </a:cubicBezTo>
                <a:cubicBezTo>
                  <a:pt x="2080" y="2450"/>
                  <a:pt x="1880" y="2991"/>
                  <a:pt x="1880" y="3675"/>
                </a:cubicBezTo>
                <a:cubicBezTo>
                  <a:pt x="1880" y="4929"/>
                  <a:pt x="2336" y="5897"/>
                  <a:pt x="3191" y="6581"/>
                </a:cubicBezTo>
                <a:cubicBezTo>
                  <a:pt x="4074" y="7265"/>
                  <a:pt x="5327" y="7578"/>
                  <a:pt x="6951" y="7578"/>
                </a:cubicBezTo>
                <a:lnTo>
                  <a:pt x="13703" y="7578"/>
                </a:lnTo>
                <a:lnTo>
                  <a:pt x="13703" y="4615"/>
                </a:lnTo>
                <a:lnTo>
                  <a:pt x="15185" y="4615"/>
                </a:lnTo>
                <a:lnTo>
                  <a:pt x="15185" y="12450"/>
                </a:lnTo>
                <a:lnTo>
                  <a:pt x="13703" y="12450"/>
                </a:lnTo>
                <a:lnTo>
                  <a:pt x="13703" y="10142"/>
                </a:lnTo>
                <a:lnTo>
                  <a:pt x="1852" y="10142"/>
                </a:lnTo>
                <a:lnTo>
                  <a:pt x="1852" y="12592"/>
                </a:lnTo>
                <a:lnTo>
                  <a:pt x="399" y="12592"/>
                </a:lnTo>
                <a:lnTo>
                  <a:pt x="399" y="7578"/>
                </a:lnTo>
                <a:lnTo>
                  <a:pt x="3020" y="7578"/>
                </a:lnTo>
                <a:cubicBezTo>
                  <a:pt x="1994" y="7094"/>
                  <a:pt x="1254" y="6467"/>
                  <a:pt x="741" y="5669"/>
                </a:cubicBezTo>
                <a:cubicBezTo>
                  <a:pt x="256" y="4872"/>
                  <a:pt x="0" y="3903"/>
                  <a:pt x="0" y="2763"/>
                </a:cubicBezTo>
                <a:cubicBezTo>
                  <a:pt x="0" y="2365"/>
                  <a:pt x="57" y="1909"/>
                  <a:pt x="114" y="1453"/>
                </a:cubicBezTo>
                <a:cubicBezTo>
                  <a:pt x="171" y="997"/>
                  <a:pt x="256" y="513"/>
                  <a:pt x="370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CF3D42-8397-4C92-B1E5-FEF43FF37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74" y="3863448"/>
            <a:ext cx="20968" cy="7436"/>
          </a:xfrm>
          <a:custGeom xmlns:a="http://schemas.openxmlformats.org/drawingml/2006/main">
            <a:pathLst>
              <a:path w="20968" h="7436">
                <a:moveTo>
                  <a:pt x="1595" y="5698"/>
                </a:moveTo>
                <a:cubicBezTo>
                  <a:pt x="1168" y="5698"/>
                  <a:pt x="798" y="5555"/>
                  <a:pt x="484" y="5242"/>
                </a:cubicBezTo>
                <a:cubicBezTo>
                  <a:pt x="171" y="4929"/>
                  <a:pt x="0" y="4558"/>
                  <a:pt x="0" y="4102"/>
                </a:cubicBezTo>
                <a:cubicBezTo>
                  <a:pt x="0" y="3704"/>
                  <a:pt x="171" y="3333"/>
                  <a:pt x="484" y="3020"/>
                </a:cubicBezTo>
                <a:cubicBezTo>
                  <a:pt x="798" y="2706"/>
                  <a:pt x="1168" y="2536"/>
                  <a:pt x="1595" y="2536"/>
                </a:cubicBezTo>
                <a:cubicBezTo>
                  <a:pt x="2051" y="2536"/>
                  <a:pt x="2422" y="2706"/>
                  <a:pt x="2706" y="2991"/>
                </a:cubicBezTo>
                <a:cubicBezTo>
                  <a:pt x="3020" y="3305"/>
                  <a:pt x="3162" y="3675"/>
                  <a:pt x="3162" y="4102"/>
                </a:cubicBezTo>
                <a:cubicBezTo>
                  <a:pt x="3162" y="4558"/>
                  <a:pt x="3020" y="4929"/>
                  <a:pt x="2706" y="5242"/>
                </a:cubicBezTo>
                <a:cubicBezTo>
                  <a:pt x="2422" y="5555"/>
                  <a:pt x="2051" y="5698"/>
                  <a:pt x="1595" y="5698"/>
                </a:cubicBezTo>
                <a:close/>
                <a:moveTo>
                  <a:pt x="19487" y="2422"/>
                </a:moveTo>
                <a:lnTo>
                  <a:pt x="19487" y="0"/>
                </a:lnTo>
                <a:lnTo>
                  <a:pt x="20968" y="0"/>
                </a:lnTo>
                <a:lnTo>
                  <a:pt x="20968" y="7436"/>
                </a:lnTo>
                <a:lnTo>
                  <a:pt x="19487" y="7436"/>
                </a:lnTo>
                <a:lnTo>
                  <a:pt x="19487" y="4986"/>
                </a:lnTo>
                <a:lnTo>
                  <a:pt x="7664" y="4986"/>
                </a:lnTo>
                <a:lnTo>
                  <a:pt x="7664" y="7436"/>
                </a:lnTo>
                <a:lnTo>
                  <a:pt x="6182" y="7436"/>
                </a:lnTo>
                <a:lnTo>
                  <a:pt x="6182" y="2422"/>
                </a:lnTo>
                <a:lnTo>
                  <a:pt x="19487" y="242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7492D6-06C0-4E2E-AE5D-5082D246F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58" y="3845985"/>
            <a:ext cx="21082" cy="15982"/>
          </a:xfrm>
          <a:custGeom xmlns:a="http://schemas.openxmlformats.org/drawingml/2006/main">
            <a:pathLst>
              <a:path w="21082" h="15982">
                <a:moveTo>
                  <a:pt x="7065" y="10968"/>
                </a:moveTo>
                <a:lnTo>
                  <a:pt x="8518" y="10968"/>
                </a:lnTo>
                <a:cubicBezTo>
                  <a:pt x="10313" y="10968"/>
                  <a:pt x="11681" y="10626"/>
                  <a:pt x="12592" y="9943"/>
                </a:cubicBezTo>
                <a:cubicBezTo>
                  <a:pt x="13532" y="9259"/>
                  <a:pt x="13988" y="8290"/>
                  <a:pt x="13988" y="6980"/>
                </a:cubicBezTo>
                <a:cubicBezTo>
                  <a:pt x="13988" y="5669"/>
                  <a:pt x="13475" y="4701"/>
                  <a:pt x="12421" y="4017"/>
                </a:cubicBezTo>
                <a:cubicBezTo>
                  <a:pt x="11396" y="3333"/>
                  <a:pt x="9829" y="2991"/>
                  <a:pt x="7778" y="2991"/>
                </a:cubicBezTo>
                <a:cubicBezTo>
                  <a:pt x="5726" y="2991"/>
                  <a:pt x="4188" y="3333"/>
                  <a:pt x="3162" y="4017"/>
                </a:cubicBezTo>
                <a:cubicBezTo>
                  <a:pt x="2137" y="4701"/>
                  <a:pt x="1595" y="5669"/>
                  <a:pt x="1595" y="6980"/>
                </a:cubicBezTo>
                <a:cubicBezTo>
                  <a:pt x="1595" y="8290"/>
                  <a:pt x="2080" y="9259"/>
                  <a:pt x="3020" y="9943"/>
                </a:cubicBezTo>
                <a:cubicBezTo>
                  <a:pt x="3960" y="10626"/>
                  <a:pt x="5299" y="10968"/>
                  <a:pt x="7065" y="10968"/>
                </a:cubicBezTo>
                <a:close/>
                <a:moveTo>
                  <a:pt x="1880" y="13532"/>
                </a:moveTo>
                <a:lnTo>
                  <a:pt x="1880" y="15982"/>
                </a:lnTo>
                <a:lnTo>
                  <a:pt x="399" y="15982"/>
                </a:lnTo>
                <a:lnTo>
                  <a:pt x="399" y="10968"/>
                </a:lnTo>
                <a:lnTo>
                  <a:pt x="2706" y="10968"/>
                </a:lnTo>
                <a:cubicBezTo>
                  <a:pt x="1795" y="10484"/>
                  <a:pt x="1111" y="9857"/>
                  <a:pt x="655" y="9060"/>
                </a:cubicBezTo>
                <a:cubicBezTo>
                  <a:pt x="228" y="8290"/>
                  <a:pt x="0" y="7322"/>
                  <a:pt x="0" y="6182"/>
                </a:cubicBezTo>
                <a:cubicBezTo>
                  <a:pt x="0" y="4359"/>
                  <a:pt x="741" y="2877"/>
                  <a:pt x="2165" y="1738"/>
                </a:cubicBezTo>
                <a:cubicBezTo>
                  <a:pt x="3590" y="598"/>
                  <a:pt x="5470" y="0"/>
                  <a:pt x="7778" y="0"/>
                </a:cubicBezTo>
                <a:cubicBezTo>
                  <a:pt x="10114" y="0"/>
                  <a:pt x="11994" y="598"/>
                  <a:pt x="13418" y="1738"/>
                </a:cubicBezTo>
                <a:cubicBezTo>
                  <a:pt x="14843" y="2877"/>
                  <a:pt x="15555" y="4359"/>
                  <a:pt x="15555" y="6182"/>
                </a:cubicBezTo>
                <a:cubicBezTo>
                  <a:pt x="15555" y="7322"/>
                  <a:pt x="15327" y="8290"/>
                  <a:pt x="14928" y="9060"/>
                </a:cubicBezTo>
                <a:cubicBezTo>
                  <a:pt x="14501" y="9857"/>
                  <a:pt x="13817" y="10484"/>
                  <a:pt x="12877" y="10968"/>
                </a:cubicBezTo>
                <a:lnTo>
                  <a:pt x="19601" y="10968"/>
                </a:lnTo>
                <a:lnTo>
                  <a:pt x="19601" y="8547"/>
                </a:lnTo>
                <a:lnTo>
                  <a:pt x="21082" y="8547"/>
                </a:lnTo>
                <a:lnTo>
                  <a:pt x="21082" y="15982"/>
                </a:lnTo>
                <a:lnTo>
                  <a:pt x="19601" y="15982"/>
                </a:lnTo>
                <a:lnTo>
                  <a:pt x="19601" y="13532"/>
                </a:lnTo>
                <a:lnTo>
                  <a:pt x="1880" y="1353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F5D208-EC01-41A5-80CE-D66D42694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70" y="3833335"/>
            <a:ext cx="19743" cy="10399"/>
          </a:xfrm>
          <a:custGeom xmlns:a="http://schemas.openxmlformats.org/drawingml/2006/main">
            <a:pathLst>
              <a:path w="19743" h="10399">
                <a:moveTo>
                  <a:pt x="6068" y="8148"/>
                </a:moveTo>
                <a:lnTo>
                  <a:pt x="6068" y="10399"/>
                </a:lnTo>
                <a:lnTo>
                  <a:pt x="4587" y="10399"/>
                </a:lnTo>
                <a:lnTo>
                  <a:pt x="4587" y="8148"/>
                </a:lnTo>
                <a:lnTo>
                  <a:pt x="0" y="8148"/>
                </a:lnTo>
                <a:lnTo>
                  <a:pt x="0" y="5584"/>
                </a:lnTo>
                <a:lnTo>
                  <a:pt x="4587" y="5584"/>
                </a:lnTo>
                <a:lnTo>
                  <a:pt x="4587" y="769"/>
                </a:lnTo>
                <a:lnTo>
                  <a:pt x="6068" y="769"/>
                </a:lnTo>
                <a:lnTo>
                  <a:pt x="6068" y="5584"/>
                </a:lnTo>
                <a:lnTo>
                  <a:pt x="15470" y="5584"/>
                </a:lnTo>
                <a:cubicBezTo>
                  <a:pt x="16723" y="5584"/>
                  <a:pt x="17549" y="5470"/>
                  <a:pt x="17891" y="5214"/>
                </a:cubicBezTo>
                <a:cubicBezTo>
                  <a:pt x="18233" y="4986"/>
                  <a:pt x="18404" y="4530"/>
                  <a:pt x="18404" y="3875"/>
                </a:cubicBezTo>
                <a:cubicBezTo>
                  <a:pt x="18404" y="3219"/>
                  <a:pt x="18205" y="2735"/>
                  <a:pt x="17806" y="2422"/>
                </a:cubicBezTo>
                <a:cubicBezTo>
                  <a:pt x="17407" y="2137"/>
                  <a:pt x="16780" y="1966"/>
                  <a:pt x="15897" y="1937"/>
                </a:cubicBezTo>
                <a:lnTo>
                  <a:pt x="15897" y="0"/>
                </a:lnTo>
                <a:cubicBezTo>
                  <a:pt x="17265" y="85"/>
                  <a:pt x="18233" y="456"/>
                  <a:pt x="18831" y="1111"/>
                </a:cubicBezTo>
                <a:cubicBezTo>
                  <a:pt x="19430" y="1766"/>
                  <a:pt x="19743" y="2763"/>
                  <a:pt x="19743" y="4102"/>
                </a:cubicBezTo>
                <a:cubicBezTo>
                  <a:pt x="19743" y="5584"/>
                  <a:pt x="19401" y="6638"/>
                  <a:pt x="18774" y="7236"/>
                </a:cubicBezTo>
                <a:cubicBezTo>
                  <a:pt x="18148" y="7863"/>
                  <a:pt x="17037" y="8148"/>
                  <a:pt x="15470" y="8148"/>
                </a:cubicBezTo>
                <a:lnTo>
                  <a:pt x="6068" y="814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EDD2E0-CAC0-473E-B2D2-D4BE8487A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4" y="4112942"/>
            <a:ext cx="9971" cy="10"/>
          </a:xfrm>
          <a:custGeom xmlns:a="http://schemas.openxmlformats.org/drawingml/2006/main">
            <a:pathLst>
              <a:path w="9971" h="1">
                <a:moveTo>
                  <a:pt x="9971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E01CD8-4550-44DF-9354-3B23CDF75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4" y="4112942"/>
            <a:ext cx="9971" cy="10"/>
          </a:xfrm>
          <a:custGeom xmlns:a="http://schemas.openxmlformats.org/drawingml/2006/main">
            <a:pathLst>
              <a:path w="9971" h="1" fill="none">
                <a:moveTo>
                  <a:pt x="9971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9" cap="flat">
            <a:solidFill>
              <a:srgbClr val="000000"/>
            </a:solidFill>
            <a:round/>
          </a:ln>
        </p:spPr>
      </p:sp>
      <p:sp>
        <p:nvSpPr>
          <p:cNvPr id="23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B36873-E330-4A4A-BEDB-10E6ADE24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4" y="4126400"/>
            <a:ext cx="20769" cy="16581"/>
          </a:xfrm>
          <a:custGeom xmlns:a="http://schemas.openxmlformats.org/drawingml/2006/main">
            <a:pathLst>
              <a:path w="20769" h="16581">
                <a:moveTo>
                  <a:pt x="10199" y="11111"/>
                </a:moveTo>
                <a:lnTo>
                  <a:pt x="10199" y="7436"/>
                </a:lnTo>
                <a:cubicBezTo>
                  <a:pt x="10199" y="6068"/>
                  <a:pt x="9829" y="5014"/>
                  <a:pt x="9088" y="4273"/>
                </a:cubicBezTo>
                <a:cubicBezTo>
                  <a:pt x="8347" y="3561"/>
                  <a:pt x="7265" y="3191"/>
                  <a:pt x="5840" y="3191"/>
                </a:cubicBezTo>
                <a:cubicBezTo>
                  <a:pt x="4416" y="3191"/>
                  <a:pt x="3333" y="3561"/>
                  <a:pt x="2593" y="4273"/>
                </a:cubicBezTo>
                <a:cubicBezTo>
                  <a:pt x="1852" y="5014"/>
                  <a:pt x="1481" y="6068"/>
                  <a:pt x="1481" y="7436"/>
                </a:cubicBezTo>
                <a:lnTo>
                  <a:pt x="1481" y="11111"/>
                </a:lnTo>
                <a:lnTo>
                  <a:pt x="10199" y="11111"/>
                </a:lnTo>
                <a:close/>
                <a:moveTo>
                  <a:pt x="20769" y="16581"/>
                </a:moveTo>
                <a:lnTo>
                  <a:pt x="19287" y="16581"/>
                </a:lnTo>
                <a:lnTo>
                  <a:pt x="19287" y="13931"/>
                </a:lnTo>
                <a:lnTo>
                  <a:pt x="1481" y="13931"/>
                </a:lnTo>
                <a:lnTo>
                  <a:pt x="1481" y="16581"/>
                </a:lnTo>
                <a:lnTo>
                  <a:pt x="0" y="16581"/>
                </a:lnTo>
                <a:lnTo>
                  <a:pt x="0" y="6752"/>
                </a:lnTo>
                <a:cubicBezTo>
                  <a:pt x="0" y="4701"/>
                  <a:pt x="541" y="3048"/>
                  <a:pt x="1595" y="1823"/>
                </a:cubicBezTo>
                <a:cubicBezTo>
                  <a:pt x="2650" y="627"/>
                  <a:pt x="4074" y="0"/>
                  <a:pt x="5840" y="0"/>
                </a:cubicBezTo>
                <a:cubicBezTo>
                  <a:pt x="7635" y="0"/>
                  <a:pt x="9060" y="627"/>
                  <a:pt x="10114" y="1823"/>
                </a:cubicBezTo>
                <a:cubicBezTo>
                  <a:pt x="11168" y="3048"/>
                  <a:pt x="11681" y="4701"/>
                  <a:pt x="11681" y="6752"/>
                </a:cubicBezTo>
                <a:lnTo>
                  <a:pt x="11681" y="11111"/>
                </a:lnTo>
                <a:lnTo>
                  <a:pt x="19287" y="11111"/>
                </a:lnTo>
                <a:lnTo>
                  <a:pt x="19287" y="7892"/>
                </a:lnTo>
                <a:lnTo>
                  <a:pt x="20769" y="7892"/>
                </a:lnTo>
                <a:lnTo>
                  <a:pt x="20769" y="1658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2BE43D-7BEC-4134-8589-C188E0EB7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4" y="4102099"/>
            <a:ext cx="20769" cy="21709"/>
          </a:xfrm>
          <a:custGeom xmlns:a="http://schemas.openxmlformats.org/drawingml/2006/main">
            <a:pathLst>
              <a:path w="20769" h="21709">
                <a:moveTo>
                  <a:pt x="20769" y="21709"/>
                </a:moveTo>
                <a:lnTo>
                  <a:pt x="19287" y="21709"/>
                </a:lnTo>
                <a:lnTo>
                  <a:pt x="19287" y="19059"/>
                </a:lnTo>
                <a:lnTo>
                  <a:pt x="1481" y="19059"/>
                </a:lnTo>
                <a:lnTo>
                  <a:pt x="1481" y="21709"/>
                </a:lnTo>
                <a:lnTo>
                  <a:pt x="0" y="21709"/>
                </a:lnTo>
                <a:lnTo>
                  <a:pt x="0" y="13589"/>
                </a:lnTo>
                <a:lnTo>
                  <a:pt x="1481" y="13589"/>
                </a:lnTo>
                <a:lnTo>
                  <a:pt x="1481" y="16239"/>
                </a:lnTo>
                <a:lnTo>
                  <a:pt x="8661" y="16239"/>
                </a:lnTo>
                <a:lnTo>
                  <a:pt x="8661" y="5470"/>
                </a:lnTo>
                <a:lnTo>
                  <a:pt x="1481" y="5470"/>
                </a:lnTo>
                <a:lnTo>
                  <a:pt x="1481" y="8119"/>
                </a:lnTo>
                <a:lnTo>
                  <a:pt x="0" y="8119"/>
                </a:lnTo>
                <a:lnTo>
                  <a:pt x="0" y="0"/>
                </a:lnTo>
                <a:lnTo>
                  <a:pt x="1481" y="0"/>
                </a:lnTo>
                <a:lnTo>
                  <a:pt x="1481" y="2650"/>
                </a:lnTo>
                <a:lnTo>
                  <a:pt x="19287" y="2650"/>
                </a:lnTo>
                <a:lnTo>
                  <a:pt x="19287" y="0"/>
                </a:lnTo>
                <a:lnTo>
                  <a:pt x="20769" y="0"/>
                </a:lnTo>
                <a:lnTo>
                  <a:pt x="20769" y="8119"/>
                </a:lnTo>
                <a:lnTo>
                  <a:pt x="19287" y="8119"/>
                </a:lnTo>
                <a:lnTo>
                  <a:pt x="19287" y="5470"/>
                </a:lnTo>
                <a:lnTo>
                  <a:pt x="10370" y="5470"/>
                </a:lnTo>
                <a:lnTo>
                  <a:pt x="10370" y="16239"/>
                </a:lnTo>
                <a:lnTo>
                  <a:pt x="19287" y="16239"/>
                </a:lnTo>
                <a:lnTo>
                  <a:pt x="19287" y="13589"/>
                </a:lnTo>
                <a:lnTo>
                  <a:pt x="20769" y="13589"/>
                </a:lnTo>
                <a:lnTo>
                  <a:pt x="20769" y="2170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28EE84-7F76-41EE-805E-84C3584ED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4" y="4082385"/>
            <a:ext cx="20769" cy="16581"/>
          </a:xfrm>
          <a:custGeom xmlns:a="http://schemas.openxmlformats.org/drawingml/2006/main">
            <a:pathLst>
              <a:path w="20769" h="16581">
                <a:moveTo>
                  <a:pt x="10199" y="11111"/>
                </a:moveTo>
                <a:lnTo>
                  <a:pt x="10199" y="7436"/>
                </a:lnTo>
                <a:cubicBezTo>
                  <a:pt x="10199" y="6068"/>
                  <a:pt x="9829" y="5014"/>
                  <a:pt x="9088" y="4273"/>
                </a:cubicBezTo>
                <a:cubicBezTo>
                  <a:pt x="8347" y="3561"/>
                  <a:pt x="7265" y="3191"/>
                  <a:pt x="5840" y="3191"/>
                </a:cubicBezTo>
                <a:cubicBezTo>
                  <a:pt x="4416" y="3191"/>
                  <a:pt x="3333" y="3561"/>
                  <a:pt x="2593" y="4273"/>
                </a:cubicBezTo>
                <a:cubicBezTo>
                  <a:pt x="1852" y="5014"/>
                  <a:pt x="1481" y="6068"/>
                  <a:pt x="1481" y="7436"/>
                </a:cubicBezTo>
                <a:lnTo>
                  <a:pt x="1481" y="11111"/>
                </a:lnTo>
                <a:lnTo>
                  <a:pt x="10199" y="11111"/>
                </a:lnTo>
                <a:close/>
                <a:moveTo>
                  <a:pt x="20769" y="16581"/>
                </a:moveTo>
                <a:lnTo>
                  <a:pt x="19287" y="16581"/>
                </a:lnTo>
                <a:lnTo>
                  <a:pt x="19287" y="13931"/>
                </a:lnTo>
                <a:lnTo>
                  <a:pt x="1481" y="13931"/>
                </a:lnTo>
                <a:lnTo>
                  <a:pt x="1481" y="16581"/>
                </a:lnTo>
                <a:lnTo>
                  <a:pt x="0" y="16581"/>
                </a:lnTo>
                <a:lnTo>
                  <a:pt x="0" y="6752"/>
                </a:lnTo>
                <a:cubicBezTo>
                  <a:pt x="0" y="4701"/>
                  <a:pt x="541" y="3048"/>
                  <a:pt x="1595" y="1823"/>
                </a:cubicBezTo>
                <a:cubicBezTo>
                  <a:pt x="2650" y="627"/>
                  <a:pt x="4074" y="0"/>
                  <a:pt x="5840" y="0"/>
                </a:cubicBezTo>
                <a:cubicBezTo>
                  <a:pt x="7635" y="0"/>
                  <a:pt x="9060" y="627"/>
                  <a:pt x="10114" y="1823"/>
                </a:cubicBezTo>
                <a:cubicBezTo>
                  <a:pt x="11168" y="3048"/>
                  <a:pt x="11681" y="4701"/>
                  <a:pt x="11681" y="6752"/>
                </a:cubicBezTo>
                <a:lnTo>
                  <a:pt x="11681" y="11111"/>
                </a:lnTo>
                <a:lnTo>
                  <a:pt x="19287" y="11111"/>
                </a:lnTo>
                <a:lnTo>
                  <a:pt x="19287" y="7892"/>
                </a:lnTo>
                <a:lnTo>
                  <a:pt x="20769" y="7892"/>
                </a:lnTo>
                <a:lnTo>
                  <a:pt x="20769" y="1658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5AB73F-F981-4E22-959C-B35E0A657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4" y="4320622"/>
            <a:ext cx="9971" cy="10"/>
          </a:xfrm>
          <a:custGeom xmlns:a="http://schemas.openxmlformats.org/drawingml/2006/main">
            <a:pathLst>
              <a:path w="9971" h="1">
                <a:moveTo>
                  <a:pt x="9971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61382F-4739-4B87-8F60-B6FB24954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4" y="4320622"/>
            <a:ext cx="9971" cy="10"/>
          </a:xfrm>
          <a:custGeom xmlns:a="http://schemas.openxmlformats.org/drawingml/2006/main">
            <a:pathLst>
              <a:path w="9971" h="1" fill="none">
                <a:moveTo>
                  <a:pt x="9971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9" cap="flat">
            <a:solidFill>
              <a:srgbClr val="000000"/>
            </a:solidFill>
            <a:round/>
          </a:ln>
        </p:spPr>
      </p:sp>
      <p:sp>
        <p:nvSpPr>
          <p:cNvPr id="23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1EE255-B7CF-441F-91CC-C06584E22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73" y="4352754"/>
            <a:ext cx="20769" cy="16581"/>
          </a:xfrm>
          <a:custGeom xmlns:a="http://schemas.openxmlformats.org/drawingml/2006/main">
            <a:pathLst>
              <a:path w="20769" h="16581">
                <a:moveTo>
                  <a:pt x="10199" y="11111"/>
                </a:moveTo>
                <a:lnTo>
                  <a:pt x="10199" y="7436"/>
                </a:lnTo>
                <a:cubicBezTo>
                  <a:pt x="10199" y="6068"/>
                  <a:pt x="9829" y="5014"/>
                  <a:pt x="9088" y="4273"/>
                </a:cubicBezTo>
                <a:cubicBezTo>
                  <a:pt x="8347" y="3561"/>
                  <a:pt x="7265" y="3191"/>
                  <a:pt x="5840" y="3191"/>
                </a:cubicBezTo>
                <a:cubicBezTo>
                  <a:pt x="4416" y="3191"/>
                  <a:pt x="3333" y="3561"/>
                  <a:pt x="2593" y="4273"/>
                </a:cubicBezTo>
                <a:cubicBezTo>
                  <a:pt x="1852" y="5014"/>
                  <a:pt x="1481" y="6068"/>
                  <a:pt x="1481" y="7436"/>
                </a:cubicBezTo>
                <a:lnTo>
                  <a:pt x="1481" y="11111"/>
                </a:lnTo>
                <a:lnTo>
                  <a:pt x="10199" y="11111"/>
                </a:lnTo>
                <a:close/>
                <a:moveTo>
                  <a:pt x="20769" y="16581"/>
                </a:moveTo>
                <a:lnTo>
                  <a:pt x="19287" y="16581"/>
                </a:lnTo>
                <a:lnTo>
                  <a:pt x="19287" y="13931"/>
                </a:lnTo>
                <a:lnTo>
                  <a:pt x="1481" y="13931"/>
                </a:lnTo>
                <a:lnTo>
                  <a:pt x="1481" y="16581"/>
                </a:lnTo>
                <a:lnTo>
                  <a:pt x="0" y="16581"/>
                </a:lnTo>
                <a:lnTo>
                  <a:pt x="0" y="6752"/>
                </a:lnTo>
                <a:cubicBezTo>
                  <a:pt x="0" y="4701"/>
                  <a:pt x="541" y="3048"/>
                  <a:pt x="1595" y="1823"/>
                </a:cubicBezTo>
                <a:cubicBezTo>
                  <a:pt x="2650" y="627"/>
                  <a:pt x="4074" y="0"/>
                  <a:pt x="5840" y="0"/>
                </a:cubicBezTo>
                <a:cubicBezTo>
                  <a:pt x="7635" y="0"/>
                  <a:pt x="9060" y="627"/>
                  <a:pt x="10114" y="1823"/>
                </a:cubicBezTo>
                <a:cubicBezTo>
                  <a:pt x="11168" y="3048"/>
                  <a:pt x="11681" y="4701"/>
                  <a:pt x="11681" y="6752"/>
                </a:cubicBezTo>
                <a:lnTo>
                  <a:pt x="11681" y="11111"/>
                </a:lnTo>
                <a:lnTo>
                  <a:pt x="19287" y="11111"/>
                </a:lnTo>
                <a:lnTo>
                  <a:pt x="19287" y="7892"/>
                </a:lnTo>
                <a:lnTo>
                  <a:pt x="20769" y="7892"/>
                </a:lnTo>
                <a:lnTo>
                  <a:pt x="20769" y="1658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7AC9BF-58BD-461A-A53B-8FBEFB8B8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56" y="4335717"/>
            <a:ext cx="21082" cy="16068"/>
          </a:xfrm>
          <a:custGeom xmlns:a="http://schemas.openxmlformats.org/drawingml/2006/main">
            <a:pathLst>
              <a:path w="21082" h="16068">
                <a:moveTo>
                  <a:pt x="17464" y="9857"/>
                </a:moveTo>
                <a:lnTo>
                  <a:pt x="15014" y="8889"/>
                </a:lnTo>
                <a:lnTo>
                  <a:pt x="1481" y="14416"/>
                </a:lnTo>
                <a:lnTo>
                  <a:pt x="1481" y="16068"/>
                </a:lnTo>
                <a:lnTo>
                  <a:pt x="0" y="16068"/>
                </a:lnTo>
                <a:lnTo>
                  <a:pt x="0" y="9288"/>
                </a:lnTo>
                <a:lnTo>
                  <a:pt x="1481" y="9288"/>
                </a:lnTo>
                <a:lnTo>
                  <a:pt x="1481" y="11652"/>
                </a:lnTo>
                <a:lnTo>
                  <a:pt x="11652" y="7493"/>
                </a:lnTo>
                <a:lnTo>
                  <a:pt x="1481" y="3333"/>
                </a:lnTo>
                <a:lnTo>
                  <a:pt x="1481" y="5555"/>
                </a:lnTo>
                <a:lnTo>
                  <a:pt x="0" y="5555"/>
                </a:lnTo>
                <a:lnTo>
                  <a:pt x="0" y="0"/>
                </a:lnTo>
                <a:lnTo>
                  <a:pt x="1481" y="0"/>
                </a:lnTo>
                <a:lnTo>
                  <a:pt x="1481" y="1652"/>
                </a:lnTo>
                <a:lnTo>
                  <a:pt x="18091" y="8433"/>
                </a:lnTo>
                <a:cubicBezTo>
                  <a:pt x="19230" y="8889"/>
                  <a:pt x="20028" y="9401"/>
                  <a:pt x="20455" y="9971"/>
                </a:cubicBezTo>
                <a:cubicBezTo>
                  <a:pt x="20854" y="10541"/>
                  <a:pt x="21082" y="11339"/>
                  <a:pt x="21082" y="12364"/>
                </a:cubicBezTo>
                <a:cubicBezTo>
                  <a:pt x="21082" y="12820"/>
                  <a:pt x="21025" y="13248"/>
                  <a:pt x="20968" y="13703"/>
                </a:cubicBezTo>
                <a:cubicBezTo>
                  <a:pt x="20883" y="14159"/>
                  <a:pt x="20769" y="14643"/>
                  <a:pt x="20655" y="15099"/>
                </a:cubicBezTo>
                <a:lnTo>
                  <a:pt x="17834" y="15099"/>
                </a:lnTo>
                <a:lnTo>
                  <a:pt x="17834" y="13789"/>
                </a:lnTo>
                <a:cubicBezTo>
                  <a:pt x="18461" y="13732"/>
                  <a:pt x="18888" y="13589"/>
                  <a:pt x="19173" y="13304"/>
                </a:cubicBezTo>
                <a:cubicBezTo>
                  <a:pt x="19458" y="13048"/>
                  <a:pt x="19601" y="12649"/>
                  <a:pt x="19601" y="12079"/>
                </a:cubicBezTo>
                <a:cubicBezTo>
                  <a:pt x="19601" y="11567"/>
                  <a:pt x="19458" y="11168"/>
                  <a:pt x="19173" y="10854"/>
                </a:cubicBezTo>
                <a:cubicBezTo>
                  <a:pt x="18888" y="10541"/>
                  <a:pt x="18319" y="10199"/>
                  <a:pt x="17464" y="985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662ED3-C546-45E1-BE02-93BD9AF65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" y="4324407"/>
            <a:ext cx="19743" cy="10399"/>
          </a:xfrm>
          <a:custGeom xmlns:a="http://schemas.openxmlformats.org/drawingml/2006/main">
            <a:pathLst>
              <a:path w="19743" h="10399">
                <a:moveTo>
                  <a:pt x="6068" y="8148"/>
                </a:moveTo>
                <a:lnTo>
                  <a:pt x="6068" y="10399"/>
                </a:lnTo>
                <a:lnTo>
                  <a:pt x="4587" y="10399"/>
                </a:lnTo>
                <a:lnTo>
                  <a:pt x="4587" y="8148"/>
                </a:lnTo>
                <a:lnTo>
                  <a:pt x="0" y="8148"/>
                </a:lnTo>
                <a:lnTo>
                  <a:pt x="0" y="5584"/>
                </a:lnTo>
                <a:lnTo>
                  <a:pt x="4587" y="5584"/>
                </a:lnTo>
                <a:lnTo>
                  <a:pt x="4587" y="769"/>
                </a:lnTo>
                <a:lnTo>
                  <a:pt x="6068" y="769"/>
                </a:lnTo>
                <a:lnTo>
                  <a:pt x="6068" y="5584"/>
                </a:lnTo>
                <a:lnTo>
                  <a:pt x="15470" y="5584"/>
                </a:lnTo>
                <a:cubicBezTo>
                  <a:pt x="16723" y="5584"/>
                  <a:pt x="17549" y="5470"/>
                  <a:pt x="17891" y="5214"/>
                </a:cubicBezTo>
                <a:cubicBezTo>
                  <a:pt x="18233" y="4986"/>
                  <a:pt x="18404" y="4530"/>
                  <a:pt x="18404" y="3875"/>
                </a:cubicBezTo>
                <a:cubicBezTo>
                  <a:pt x="18404" y="3219"/>
                  <a:pt x="18205" y="2735"/>
                  <a:pt x="17806" y="2422"/>
                </a:cubicBezTo>
                <a:cubicBezTo>
                  <a:pt x="17407" y="2137"/>
                  <a:pt x="16780" y="1966"/>
                  <a:pt x="15897" y="1937"/>
                </a:cubicBezTo>
                <a:lnTo>
                  <a:pt x="15897" y="0"/>
                </a:lnTo>
                <a:cubicBezTo>
                  <a:pt x="17265" y="85"/>
                  <a:pt x="18233" y="456"/>
                  <a:pt x="18831" y="1111"/>
                </a:cubicBezTo>
                <a:cubicBezTo>
                  <a:pt x="19430" y="1766"/>
                  <a:pt x="19743" y="2763"/>
                  <a:pt x="19743" y="4102"/>
                </a:cubicBezTo>
                <a:cubicBezTo>
                  <a:pt x="19743" y="5584"/>
                  <a:pt x="19401" y="6638"/>
                  <a:pt x="18774" y="7236"/>
                </a:cubicBezTo>
                <a:cubicBezTo>
                  <a:pt x="18148" y="7863"/>
                  <a:pt x="17037" y="8148"/>
                  <a:pt x="15470" y="8148"/>
                </a:cubicBezTo>
                <a:lnTo>
                  <a:pt x="6068" y="814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8162A1-DAED-4848-99E8-6594D40AE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90" y="4306630"/>
            <a:ext cx="21652" cy="16524"/>
          </a:xfrm>
          <a:custGeom xmlns:a="http://schemas.openxmlformats.org/drawingml/2006/main">
            <a:pathLst>
              <a:path w="21652" h="16524">
                <a:moveTo>
                  <a:pt x="21652" y="16381"/>
                </a:moveTo>
                <a:lnTo>
                  <a:pt x="20170" y="16381"/>
                </a:lnTo>
                <a:lnTo>
                  <a:pt x="20170" y="14074"/>
                </a:lnTo>
                <a:lnTo>
                  <a:pt x="1481" y="14074"/>
                </a:lnTo>
                <a:lnTo>
                  <a:pt x="1481" y="16524"/>
                </a:lnTo>
                <a:lnTo>
                  <a:pt x="0" y="16524"/>
                </a:lnTo>
                <a:lnTo>
                  <a:pt x="0" y="11510"/>
                </a:lnTo>
                <a:lnTo>
                  <a:pt x="9487" y="11510"/>
                </a:lnTo>
                <a:cubicBezTo>
                  <a:pt x="8518" y="11054"/>
                  <a:pt x="7749" y="10427"/>
                  <a:pt x="7236" y="9686"/>
                </a:cubicBezTo>
                <a:cubicBezTo>
                  <a:pt x="6723" y="8946"/>
                  <a:pt x="6467" y="8062"/>
                  <a:pt x="6467" y="7037"/>
                </a:cubicBezTo>
                <a:cubicBezTo>
                  <a:pt x="6467" y="5413"/>
                  <a:pt x="6951" y="4216"/>
                  <a:pt x="7863" y="3447"/>
                </a:cubicBezTo>
                <a:cubicBezTo>
                  <a:pt x="8803" y="2678"/>
                  <a:pt x="10256" y="2279"/>
                  <a:pt x="12250" y="2279"/>
                </a:cubicBezTo>
                <a:lnTo>
                  <a:pt x="20170" y="2279"/>
                </a:lnTo>
                <a:lnTo>
                  <a:pt x="20170" y="0"/>
                </a:lnTo>
                <a:lnTo>
                  <a:pt x="21652" y="0"/>
                </a:lnTo>
                <a:lnTo>
                  <a:pt x="21652" y="7065"/>
                </a:lnTo>
                <a:lnTo>
                  <a:pt x="20170" y="7065"/>
                </a:lnTo>
                <a:lnTo>
                  <a:pt x="20170" y="4843"/>
                </a:lnTo>
                <a:lnTo>
                  <a:pt x="13048" y="4843"/>
                </a:lnTo>
                <a:cubicBezTo>
                  <a:pt x="11253" y="4843"/>
                  <a:pt x="10028" y="5071"/>
                  <a:pt x="9344" y="5527"/>
                </a:cubicBezTo>
                <a:cubicBezTo>
                  <a:pt x="8689" y="5983"/>
                  <a:pt x="8347" y="6752"/>
                  <a:pt x="8347" y="7863"/>
                </a:cubicBezTo>
                <a:cubicBezTo>
                  <a:pt x="8347" y="9060"/>
                  <a:pt x="8803" y="9971"/>
                  <a:pt x="9658" y="10598"/>
                </a:cubicBezTo>
                <a:cubicBezTo>
                  <a:pt x="10513" y="11225"/>
                  <a:pt x="11766" y="11510"/>
                  <a:pt x="13418" y="11510"/>
                </a:cubicBezTo>
                <a:lnTo>
                  <a:pt x="20170" y="11510"/>
                </a:lnTo>
                <a:lnTo>
                  <a:pt x="20170" y="9288"/>
                </a:lnTo>
                <a:lnTo>
                  <a:pt x="21652" y="9288"/>
                </a:lnTo>
                <a:lnTo>
                  <a:pt x="21652" y="1638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5E921E-A86C-4BE0-932C-F4A7EBA45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57" y="4290106"/>
            <a:ext cx="15555" cy="14302"/>
          </a:xfrm>
          <a:custGeom xmlns:a="http://schemas.openxmlformats.org/drawingml/2006/main">
            <a:pathLst>
              <a:path w="15555" h="14302">
                <a:moveTo>
                  <a:pt x="14216" y="7151"/>
                </a:moveTo>
                <a:cubicBezTo>
                  <a:pt x="14216" y="5783"/>
                  <a:pt x="13675" y="4758"/>
                  <a:pt x="12592" y="4045"/>
                </a:cubicBezTo>
                <a:cubicBezTo>
                  <a:pt x="11510" y="3362"/>
                  <a:pt x="9914" y="2991"/>
                  <a:pt x="7806" y="2991"/>
                </a:cubicBezTo>
                <a:cubicBezTo>
                  <a:pt x="5698" y="2991"/>
                  <a:pt x="4074" y="3362"/>
                  <a:pt x="2991" y="4045"/>
                </a:cubicBezTo>
                <a:cubicBezTo>
                  <a:pt x="1909" y="4758"/>
                  <a:pt x="1367" y="5783"/>
                  <a:pt x="1367" y="7151"/>
                </a:cubicBezTo>
                <a:cubicBezTo>
                  <a:pt x="1367" y="8518"/>
                  <a:pt x="1909" y="9572"/>
                  <a:pt x="2991" y="10256"/>
                </a:cubicBezTo>
                <a:cubicBezTo>
                  <a:pt x="4074" y="10968"/>
                  <a:pt x="5698" y="11310"/>
                  <a:pt x="7806" y="11310"/>
                </a:cubicBezTo>
                <a:cubicBezTo>
                  <a:pt x="9914" y="11310"/>
                  <a:pt x="11510" y="10968"/>
                  <a:pt x="12592" y="10256"/>
                </a:cubicBezTo>
                <a:cubicBezTo>
                  <a:pt x="13675" y="9572"/>
                  <a:pt x="14216" y="8518"/>
                  <a:pt x="14216" y="7151"/>
                </a:cubicBezTo>
                <a:close/>
                <a:moveTo>
                  <a:pt x="15555" y="7151"/>
                </a:moveTo>
                <a:cubicBezTo>
                  <a:pt x="15555" y="9316"/>
                  <a:pt x="14871" y="11025"/>
                  <a:pt x="13447" y="12336"/>
                </a:cubicBezTo>
                <a:cubicBezTo>
                  <a:pt x="12022" y="13646"/>
                  <a:pt x="10142" y="14302"/>
                  <a:pt x="7778" y="14302"/>
                </a:cubicBezTo>
                <a:cubicBezTo>
                  <a:pt x="5441" y="14302"/>
                  <a:pt x="3561" y="13675"/>
                  <a:pt x="2137" y="12364"/>
                </a:cubicBezTo>
                <a:cubicBezTo>
                  <a:pt x="712" y="11054"/>
                  <a:pt x="0" y="9316"/>
                  <a:pt x="0" y="7151"/>
                </a:cubicBezTo>
                <a:cubicBezTo>
                  <a:pt x="0" y="4986"/>
                  <a:pt x="712" y="3276"/>
                  <a:pt x="2137" y="1966"/>
                </a:cubicBezTo>
                <a:cubicBezTo>
                  <a:pt x="3561" y="655"/>
                  <a:pt x="5441" y="0"/>
                  <a:pt x="7778" y="0"/>
                </a:cubicBezTo>
                <a:cubicBezTo>
                  <a:pt x="10142" y="0"/>
                  <a:pt x="12022" y="655"/>
                  <a:pt x="13447" y="1966"/>
                </a:cubicBezTo>
                <a:cubicBezTo>
                  <a:pt x="14871" y="3276"/>
                  <a:pt x="15555" y="4986"/>
                  <a:pt x="15555" y="715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D37705-820E-460E-BF86-831E7879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57" y="4271132"/>
            <a:ext cx="15185" cy="16524"/>
          </a:xfrm>
          <a:custGeom xmlns:a="http://schemas.openxmlformats.org/drawingml/2006/main">
            <a:pathLst>
              <a:path w="15185" h="16524">
                <a:moveTo>
                  <a:pt x="15185" y="16381"/>
                </a:moveTo>
                <a:lnTo>
                  <a:pt x="13703" y="16381"/>
                </a:lnTo>
                <a:lnTo>
                  <a:pt x="13703" y="14074"/>
                </a:lnTo>
                <a:lnTo>
                  <a:pt x="1880" y="14074"/>
                </a:lnTo>
                <a:lnTo>
                  <a:pt x="1880" y="16524"/>
                </a:lnTo>
                <a:lnTo>
                  <a:pt x="399" y="16524"/>
                </a:lnTo>
                <a:lnTo>
                  <a:pt x="399" y="11510"/>
                </a:lnTo>
                <a:lnTo>
                  <a:pt x="3020" y="11510"/>
                </a:lnTo>
                <a:cubicBezTo>
                  <a:pt x="2051" y="11054"/>
                  <a:pt x="1282" y="10427"/>
                  <a:pt x="769" y="9686"/>
                </a:cubicBezTo>
                <a:cubicBezTo>
                  <a:pt x="256" y="8946"/>
                  <a:pt x="0" y="8062"/>
                  <a:pt x="0" y="7037"/>
                </a:cubicBezTo>
                <a:cubicBezTo>
                  <a:pt x="0" y="5413"/>
                  <a:pt x="484" y="4216"/>
                  <a:pt x="1396" y="3447"/>
                </a:cubicBezTo>
                <a:cubicBezTo>
                  <a:pt x="2336" y="2678"/>
                  <a:pt x="3789" y="2279"/>
                  <a:pt x="5783" y="2279"/>
                </a:cubicBezTo>
                <a:lnTo>
                  <a:pt x="13703" y="2279"/>
                </a:lnTo>
                <a:lnTo>
                  <a:pt x="13703" y="0"/>
                </a:lnTo>
                <a:lnTo>
                  <a:pt x="15185" y="0"/>
                </a:lnTo>
                <a:lnTo>
                  <a:pt x="15185" y="7065"/>
                </a:lnTo>
                <a:lnTo>
                  <a:pt x="13703" y="7065"/>
                </a:lnTo>
                <a:lnTo>
                  <a:pt x="13703" y="4843"/>
                </a:lnTo>
                <a:lnTo>
                  <a:pt x="6581" y="4843"/>
                </a:lnTo>
                <a:cubicBezTo>
                  <a:pt x="4786" y="4843"/>
                  <a:pt x="3561" y="5071"/>
                  <a:pt x="2877" y="5527"/>
                </a:cubicBezTo>
                <a:cubicBezTo>
                  <a:pt x="2194" y="5983"/>
                  <a:pt x="1852" y="6752"/>
                  <a:pt x="1852" y="7863"/>
                </a:cubicBezTo>
                <a:cubicBezTo>
                  <a:pt x="1852" y="9060"/>
                  <a:pt x="2308" y="9971"/>
                  <a:pt x="3162" y="10598"/>
                </a:cubicBezTo>
                <a:cubicBezTo>
                  <a:pt x="4045" y="11225"/>
                  <a:pt x="5299" y="11510"/>
                  <a:pt x="6951" y="11510"/>
                </a:cubicBezTo>
                <a:lnTo>
                  <a:pt x="13703" y="11510"/>
                </a:lnTo>
                <a:lnTo>
                  <a:pt x="13703" y="9288"/>
                </a:lnTo>
                <a:lnTo>
                  <a:pt x="15185" y="9288"/>
                </a:lnTo>
                <a:lnTo>
                  <a:pt x="15185" y="1638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053BD1-B7D8-43E2-BAAA-D57E516E4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4" y="4528302"/>
            <a:ext cx="9971" cy="10"/>
          </a:xfrm>
          <a:custGeom xmlns:a="http://schemas.openxmlformats.org/drawingml/2006/main">
            <a:pathLst>
              <a:path w="9971" h="1">
                <a:moveTo>
                  <a:pt x="9971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141056-EF3C-4A15-AA75-AFA41233B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4" y="4528302"/>
            <a:ext cx="9971" cy="10"/>
          </a:xfrm>
          <a:custGeom xmlns:a="http://schemas.openxmlformats.org/drawingml/2006/main">
            <a:pathLst>
              <a:path w="9971" h="1" fill="none">
                <a:moveTo>
                  <a:pt x="9971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9" cap="flat">
            <a:solidFill>
              <a:srgbClr val="000000"/>
            </a:solidFill>
            <a:round/>
          </a:ln>
        </p:spPr>
      </p:sp>
      <p:sp>
        <p:nvSpPr>
          <p:cNvPr id="23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361D98-7FF9-4457-BE1D-5F255B0BB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73" y="4543247"/>
            <a:ext cx="20769" cy="20569"/>
          </a:xfrm>
          <a:custGeom xmlns:a="http://schemas.openxmlformats.org/drawingml/2006/main">
            <a:pathLst>
              <a:path w="20769" h="20569">
                <a:moveTo>
                  <a:pt x="10456" y="8490"/>
                </a:moveTo>
                <a:cubicBezTo>
                  <a:pt x="10626" y="7863"/>
                  <a:pt x="10940" y="7293"/>
                  <a:pt x="11367" y="6809"/>
                </a:cubicBezTo>
                <a:cubicBezTo>
                  <a:pt x="11795" y="6353"/>
                  <a:pt x="12393" y="5926"/>
                  <a:pt x="13134" y="5555"/>
                </a:cubicBezTo>
                <a:lnTo>
                  <a:pt x="19287" y="2536"/>
                </a:lnTo>
                <a:lnTo>
                  <a:pt x="19287" y="0"/>
                </a:lnTo>
                <a:lnTo>
                  <a:pt x="20769" y="0"/>
                </a:lnTo>
                <a:lnTo>
                  <a:pt x="20769" y="4900"/>
                </a:lnTo>
                <a:lnTo>
                  <a:pt x="14159" y="8148"/>
                </a:lnTo>
                <a:cubicBezTo>
                  <a:pt x="12906" y="8775"/>
                  <a:pt x="12079" y="9344"/>
                  <a:pt x="11681" y="9857"/>
                </a:cubicBezTo>
                <a:cubicBezTo>
                  <a:pt x="11310" y="10370"/>
                  <a:pt x="11111" y="11082"/>
                  <a:pt x="11111" y="11994"/>
                </a:cubicBezTo>
                <a:lnTo>
                  <a:pt x="11111" y="15099"/>
                </a:lnTo>
                <a:lnTo>
                  <a:pt x="19287" y="15099"/>
                </a:lnTo>
                <a:lnTo>
                  <a:pt x="19287" y="12165"/>
                </a:lnTo>
                <a:lnTo>
                  <a:pt x="20769" y="12165"/>
                </a:lnTo>
                <a:lnTo>
                  <a:pt x="20769" y="20569"/>
                </a:lnTo>
                <a:lnTo>
                  <a:pt x="19287" y="20569"/>
                </a:lnTo>
                <a:lnTo>
                  <a:pt x="19287" y="17920"/>
                </a:lnTo>
                <a:lnTo>
                  <a:pt x="1481" y="17920"/>
                </a:lnTo>
                <a:lnTo>
                  <a:pt x="1481" y="20569"/>
                </a:lnTo>
                <a:lnTo>
                  <a:pt x="0" y="20569"/>
                </a:lnTo>
                <a:lnTo>
                  <a:pt x="0" y="10028"/>
                </a:lnTo>
                <a:cubicBezTo>
                  <a:pt x="0" y="8034"/>
                  <a:pt x="484" y="6467"/>
                  <a:pt x="1453" y="5356"/>
                </a:cubicBezTo>
                <a:cubicBezTo>
                  <a:pt x="2422" y="4273"/>
                  <a:pt x="3789" y="3704"/>
                  <a:pt x="5555" y="3704"/>
                </a:cubicBezTo>
                <a:cubicBezTo>
                  <a:pt x="6980" y="3704"/>
                  <a:pt x="8119" y="4102"/>
                  <a:pt x="8917" y="4900"/>
                </a:cubicBezTo>
                <a:cubicBezTo>
                  <a:pt x="9743" y="5698"/>
                  <a:pt x="10256" y="6894"/>
                  <a:pt x="10456" y="8490"/>
                </a:cubicBezTo>
                <a:close/>
                <a:moveTo>
                  <a:pt x="9629" y="15099"/>
                </a:moveTo>
                <a:lnTo>
                  <a:pt x="9629" y="10997"/>
                </a:lnTo>
                <a:cubicBezTo>
                  <a:pt x="9629" y="9601"/>
                  <a:pt x="9316" y="8575"/>
                  <a:pt x="8632" y="7892"/>
                </a:cubicBezTo>
                <a:cubicBezTo>
                  <a:pt x="7977" y="7236"/>
                  <a:pt x="6951" y="6894"/>
                  <a:pt x="5555" y="6894"/>
                </a:cubicBezTo>
                <a:cubicBezTo>
                  <a:pt x="4188" y="6894"/>
                  <a:pt x="3162" y="7236"/>
                  <a:pt x="2479" y="7892"/>
                </a:cubicBezTo>
                <a:cubicBezTo>
                  <a:pt x="1823" y="8575"/>
                  <a:pt x="1481" y="9601"/>
                  <a:pt x="1481" y="10997"/>
                </a:cubicBezTo>
                <a:lnTo>
                  <a:pt x="1481" y="15099"/>
                </a:lnTo>
                <a:lnTo>
                  <a:pt x="9629" y="1509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F14EFE-4A10-4CA1-BBAB-2629A7A03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56" y="4526638"/>
            <a:ext cx="15156" cy="16524"/>
          </a:xfrm>
          <a:custGeom xmlns:a="http://schemas.openxmlformats.org/drawingml/2006/main">
            <a:pathLst>
              <a:path w="15156" h="16524">
                <a:moveTo>
                  <a:pt x="0" y="7208"/>
                </a:moveTo>
                <a:lnTo>
                  <a:pt x="0" y="2422"/>
                </a:lnTo>
                <a:lnTo>
                  <a:pt x="13304" y="2422"/>
                </a:lnTo>
                <a:lnTo>
                  <a:pt x="13304" y="0"/>
                </a:lnTo>
                <a:lnTo>
                  <a:pt x="14786" y="0"/>
                </a:lnTo>
                <a:lnTo>
                  <a:pt x="14786" y="4986"/>
                </a:lnTo>
                <a:lnTo>
                  <a:pt x="12165" y="4986"/>
                </a:lnTo>
                <a:cubicBezTo>
                  <a:pt x="13162" y="5470"/>
                  <a:pt x="13903" y="6097"/>
                  <a:pt x="14416" y="6837"/>
                </a:cubicBezTo>
                <a:cubicBezTo>
                  <a:pt x="14900" y="7578"/>
                  <a:pt x="15156" y="8461"/>
                  <a:pt x="15156" y="9430"/>
                </a:cubicBezTo>
                <a:cubicBezTo>
                  <a:pt x="15156" y="11082"/>
                  <a:pt x="14700" y="12307"/>
                  <a:pt x="13789" y="13077"/>
                </a:cubicBezTo>
                <a:cubicBezTo>
                  <a:pt x="12877" y="13846"/>
                  <a:pt x="11396" y="14216"/>
                  <a:pt x="9401" y="14216"/>
                </a:cubicBezTo>
                <a:lnTo>
                  <a:pt x="1481" y="14216"/>
                </a:lnTo>
                <a:lnTo>
                  <a:pt x="1481" y="16524"/>
                </a:lnTo>
                <a:lnTo>
                  <a:pt x="0" y="16524"/>
                </a:lnTo>
                <a:lnTo>
                  <a:pt x="0" y="11652"/>
                </a:lnTo>
                <a:lnTo>
                  <a:pt x="8604" y="11652"/>
                </a:lnTo>
                <a:cubicBezTo>
                  <a:pt x="10427" y="11652"/>
                  <a:pt x="11652" y="11453"/>
                  <a:pt x="12307" y="10997"/>
                </a:cubicBezTo>
                <a:cubicBezTo>
                  <a:pt x="12991" y="10541"/>
                  <a:pt x="13304" y="9772"/>
                  <a:pt x="13304" y="8632"/>
                </a:cubicBezTo>
                <a:cubicBezTo>
                  <a:pt x="13304" y="7436"/>
                  <a:pt x="12877" y="6553"/>
                  <a:pt x="11994" y="5926"/>
                </a:cubicBezTo>
                <a:cubicBezTo>
                  <a:pt x="11139" y="5299"/>
                  <a:pt x="9857" y="4986"/>
                  <a:pt x="8205" y="4986"/>
                </a:cubicBezTo>
                <a:lnTo>
                  <a:pt x="1481" y="4986"/>
                </a:lnTo>
                <a:lnTo>
                  <a:pt x="1481" y="7208"/>
                </a:lnTo>
                <a:lnTo>
                  <a:pt x="0" y="720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7207AF-6C26-4350-B43B-D510805F3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90" y="4508775"/>
            <a:ext cx="22022" cy="15982"/>
          </a:xfrm>
          <a:custGeom xmlns:a="http://schemas.openxmlformats.org/drawingml/2006/main">
            <a:pathLst>
              <a:path w="22022" h="15982">
                <a:moveTo>
                  <a:pt x="20170" y="13532"/>
                </a:moveTo>
                <a:lnTo>
                  <a:pt x="1481" y="13532"/>
                </a:lnTo>
                <a:lnTo>
                  <a:pt x="1481" y="15982"/>
                </a:lnTo>
                <a:lnTo>
                  <a:pt x="0" y="15982"/>
                </a:lnTo>
                <a:lnTo>
                  <a:pt x="0" y="10968"/>
                </a:lnTo>
                <a:lnTo>
                  <a:pt x="9174" y="10968"/>
                </a:lnTo>
                <a:cubicBezTo>
                  <a:pt x="8262" y="10484"/>
                  <a:pt x="7578" y="9857"/>
                  <a:pt x="7122" y="9060"/>
                </a:cubicBezTo>
                <a:cubicBezTo>
                  <a:pt x="6695" y="8290"/>
                  <a:pt x="6467" y="7322"/>
                  <a:pt x="6467" y="6182"/>
                </a:cubicBezTo>
                <a:cubicBezTo>
                  <a:pt x="6467" y="4359"/>
                  <a:pt x="7208" y="2877"/>
                  <a:pt x="8632" y="1738"/>
                </a:cubicBezTo>
                <a:cubicBezTo>
                  <a:pt x="10057" y="598"/>
                  <a:pt x="11937" y="0"/>
                  <a:pt x="14245" y="0"/>
                </a:cubicBezTo>
                <a:cubicBezTo>
                  <a:pt x="16581" y="0"/>
                  <a:pt x="18461" y="598"/>
                  <a:pt x="19886" y="1738"/>
                </a:cubicBezTo>
                <a:cubicBezTo>
                  <a:pt x="21310" y="2877"/>
                  <a:pt x="22022" y="4359"/>
                  <a:pt x="22022" y="6182"/>
                </a:cubicBezTo>
                <a:cubicBezTo>
                  <a:pt x="22022" y="7322"/>
                  <a:pt x="21794" y="8290"/>
                  <a:pt x="21395" y="9060"/>
                </a:cubicBezTo>
                <a:cubicBezTo>
                  <a:pt x="20968" y="9857"/>
                  <a:pt x="20284" y="10484"/>
                  <a:pt x="19344" y="10968"/>
                </a:cubicBezTo>
                <a:lnTo>
                  <a:pt x="21652" y="10968"/>
                </a:lnTo>
                <a:lnTo>
                  <a:pt x="21652" y="15982"/>
                </a:lnTo>
                <a:lnTo>
                  <a:pt x="20170" y="15982"/>
                </a:lnTo>
                <a:lnTo>
                  <a:pt x="20170" y="13532"/>
                </a:lnTo>
                <a:close/>
                <a:moveTo>
                  <a:pt x="14985" y="10968"/>
                </a:moveTo>
                <a:cubicBezTo>
                  <a:pt x="16780" y="10968"/>
                  <a:pt x="18148" y="10626"/>
                  <a:pt x="19059" y="9943"/>
                </a:cubicBezTo>
                <a:cubicBezTo>
                  <a:pt x="19999" y="9259"/>
                  <a:pt x="20455" y="8290"/>
                  <a:pt x="20455" y="6980"/>
                </a:cubicBezTo>
                <a:cubicBezTo>
                  <a:pt x="20455" y="5669"/>
                  <a:pt x="19942" y="4701"/>
                  <a:pt x="18888" y="4017"/>
                </a:cubicBezTo>
                <a:cubicBezTo>
                  <a:pt x="17863" y="3333"/>
                  <a:pt x="16296" y="2991"/>
                  <a:pt x="14245" y="2991"/>
                </a:cubicBezTo>
                <a:cubicBezTo>
                  <a:pt x="12193" y="2991"/>
                  <a:pt x="10655" y="3333"/>
                  <a:pt x="9629" y="4017"/>
                </a:cubicBezTo>
                <a:cubicBezTo>
                  <a:pt x="8604" y="4701"/>
                  <a:pt x="8062" y="5669"/>
                  <a:pt x="8062" y="6980"/>
                </a:cubicBezTo>
                <a:cubicBezTo>
                  <a:pt x="8062" y="8290"/>
                  <a:pt x="8547" y="9259"/>
                  <a:pt x="9487" y="9943"/>
                </a:cubicBezTo>
                <a:cubicBezTo>
                  <a:pt x="10427" y="10626"/>
                  <a:pt x="11766" y="10968"/>
                  <a:pt x="13532" y="10968"/>
                </a:cubicBezTo>
                <a:lnTo>
                  <a:pt x="14985" y="1096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9C44D9-B3DB-45EE-9B69-7E3048D02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56" y="4491340"/>
            <a:ext cx="21082" cy="16068"/>
          </a:xfrm>
          <a:custGeom xmlns:a="http://schemas.openxmlformats.org/drawingml/2006/main">
            <a:pathLst>
              <a:path w="21082" h="16068">
                <a:moveTo>
                  <a:pt x="17464" y="9857"/>
                </a:moveTo>
                <a:lnTo>
                  <a:pt x="15014" y="8889"/>
                </a:lnTo>
                <a:lnTo>
                  <a:pt x="1481" y="14416"/>
                </a:lnTo>
                <a:lnTo>
                  <a:pt x="1481" y="16068"/>
                </a:lnTo>
                <a:lnTo>
                  <a:pt x="0" y="16068"/>
                </a:lnTo>
                <a:lnTo>
                  <a:pt x="0" y="9288"/>
                </a:lnTo>
                <a:lnTo>
                  <a:pt x="1481" y="9288"/>
                </a:lnTo>
                <a:lnTo>
                  <a:pt x="1481" y="11652"/>
                </a:lnTo>
                <a:lnTo>
                  <a:pt x="11652" y="7493"/>
                </a:lnTo>
                <a:lnTo>
                  <a:pt x="1481" y="3333"/>
                </a:lnTo>
                <a:lnTo>
                  <a:pt x="1481" y="5555"/>
                </a:lnTo>
                <a:lnTo>
                  <a:pt x="0" y="5555"/>
                </a:lnTo>
                <a:lnTo>
                  <a:pt x="0" y="0"/>
                </a:lnTo>
                <a:lnTo>
                  <a:pt x="1481" y="0"/>
                </a:lnTo>
                <a:lnTo>
                  <a:pt x="1481" y="1652"/>
                </a:lnTo>
                <a:lnTo>
                  <a:pt x="18091" y="8433"/>
                </a:lnTo>
                <a:cubicBezTo>
                  <a:pt x="19230" y="8889"/>
                  <a:pt x="20028" y="9401"/>
                  <a:pt x="20455" y="9971"/>
                </a:cubicBezTo>
                <a:cubicBezTo>
                  <a:pt x="20854" y="10541"/>
                  <a:pt x="21082" y="11339"/>
                  <a:pt x="21082" y="12364"/>
                </a:cubicBezTo>
                <a:cubicBezTo>
                  <a:pt x="21082" y="12820"/>
                  <a:pt x="21025" y="13248"/>
                  <a:pt x="20968" y="13703"/>
                </a:cubicBezTo>
                <a:cubicBezTo>
                  <a:pt x="20883" y="14159"/>
                  <a:pt x="20769" y="14643"/>
                  <a:pt x="20655" y="15099"/>
                </a:cubicBezTo>
                <a:lnTo>
                  <a:pt x="17834" y="15099"/>
                </a:lnTo>
                <a:lnTo>
                  <a:pt x="17834" y="13789"/>
                </a:lnTo>
                <a:cubicBezTo>
                  <a:pt x="18461" y="13732"/>
                  <a:pt x="18888" y="13589"/>
                  <a:pt x="19173" y="13304"/>
                </a:cubicBezTo>
                <a:cubicBezTo>
                  <a:pt x="19458" y="13048"/>
                  <a:pt x="19601" y="12649"/>
                  <a:pt x="19601" y="12079"/>
                </a:cubicBezTo>
                <a:cubicBezTo>
                  <a:pt x="19601" y="11567"/>
                  <a:pt x="19458" y="11168"/>
                  <a:pt x="19173" y="10854"/>
                </a:cubicBezTo>
                <a:cubicBezTo>
                  <a:pt x="18888" y="10541"/>
                  <a:pt x="18319" y="10199"/>
                  <a:pt x="17464" y="985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E3DA27-4261-4EA0-8788-EDA62C798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4" y="4735982"/>
            <a:ext cx="9971" cy="10"/>
          </a:xfrm>
          <a:custGeom xmlns:a="http://schemas.openxmlformats.org/drawingml/2006/main">
            <a:pathLst>
              <a:path w="9971" h="1">
                <a:moveTo>
                  <a:pt x="9971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9A9BEC-A925-48B0-BBDD-0C35E7CE3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4" y="4735982"/>
            <a:ext cx="9971" cy="10"/>
          </a:xfrm>
          <a:custGeom xmlns:a="http://schemas.openxmlformats.org/drawingml/2006/main">
            <a:pathLst>
              <a:path w="9971" h="1" fill="none">
                <a:moveTo>
                  <a:pt x="9971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9" cap="flat">
            <a:solidFill>
              <a:srgbClr val="000000"/>
            </a:solidFill>
            <a:round/>
          </a:ln>
        </p:spPr>
      </p:sp>
      <p:sp>
        <p:nvSpPr>
          <p:cNvPr id="23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32503D-E342-4EF5-A138-46FB40F72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4" y="4746787"/>
            <a:ext cx="20769" cy="20569"/>
          </a:xfrm>
          <a:custGeom xmlns:a="http://schemas.openxmlformats.org/drawingml/2006/main">
            <a:pathLst>
              <a:path w="20769" h="20569">
                <a:moveTo>
                  <a:pt x="10456" y="8490"/>
                </a:moveTo>
                <a:cubicBezTo>
                  <a:pt x="10626" y="7863"/>
                  <a:pt x="10940" y="7293"/>
                  <a:pt x="11367" y="6809"/>
                </a:cubicBezTo>
                <a:cubicBezTo>
                  <a:pt x="11795" y="6353"/>
                  <a:pt x="12393" y="5926"/>
                  <a:pt x="13134" y="5555"/>
                </a:cubicBezTo>
                <a:lnTo>
                  <a:pt x="19287" y="2536"/>
                </a:lnTo>
                <a:lnTo>
                  <a:pt x="19287" y="0"/>
                </a:lnTo>
                <a:lnTo>
                  <a:pt x="20769" y="0"/>
                </a:lnTo>
                <a:lnTo>
                  <a:pt x="20769" y="4900"/>
                </a:lnTo>
                <a:lnTo>
                  <a:pt x="14159" y="8148"/>
                </a:lnTo>
                <a:cubicBezTo>
                  <a:pt x="12906" y="8775"/>
                  <a:pt x="12079" y="9344"/>
                  <a:pt x="11681" y="9857"/>
                </a:cubicBezTo>
                <a:cubicBezTo>
                  <a:pt x="11310" y="10370"/>
                  <a:pt x="11111" y="11082"/>
                  <a:pt x="11111" y="11994"/>
                </a:cubicBezTo>
                <a:lnTo>
                  <a:pt x="11111" y="15099"/>
                </a:lnTo>
                <a:lnTo>
                  <a:pt x="19287" y="15099"/>
                </a:lnTo>
                <a:lnTo>
                  <a:pt x="19287" y="12165"/>
                </a:lnTo>
                <a:lnTo>
                  <a:pt x="20769" y="12165"/>
                </a:lnTo>
                <a:lnTo>
                  <a:pt x="20769" y="20569"/>
                </a:lnTo>
                <a:lnTo>
                  <a:pt x="19287" y="20569"/>
                </a:lnTo>
                <a:lnTo>
                  <a:pt x="19287" y="17920"/>
                </a:lnTo>
                <a:lnTo>
                  <a:pt x="1481" y="17920"/>
                </a:lnTo>
                <a:lnTo>
                  <a:pt x="1481" y="20569"/>
                </a:lnTo>
                <a:lnTo>
                  <a:pt x="0" y="20569"/>
                </a:lnTo>
                <a:lnTo>
                  <a:pt x="0" y="10028"/>
                </a:lnTo>
                <a:cubicBezTo>
                  <a:pt x="0" y="8034"/>
                  <a:pt x="484" y="6467"/>
                  <a:pt x="1453" y="5356"/>
                </a:cubicBezTo>
                <a:cubicBezTo>
                  <a:pt x="2422" y="4273"/>
                  <a:pt x="3789" y="3704"/>
                  <a:pt x="5555" y="3704"/>
                </a:cubicBezTo>
                <a:cubicBezTo>
                  <a:pt x="6980" y="3704"/>
                  <a:pt x="8119" y="4102"/>
                  <a:pt x="8917" y="4900"/>
                </a:cubicBezTo>
                <a:cubicBezTo>
                  <a:pt x="9743" y="5698"/>
                  <a:pt x="10256" y="6894"/>
                  <a:pt x="10456" y="8490"/>
                </a:cubicBezTo>
                <a:close/>
                <a:moveTo>
                  <a:pt x="9629" y="15099"/>
                </a:moveTo>
                <a:lnTo>
                  <a:pt x="9629" y="10997"/>
                </a:lnTo>
                <a:cubicBezTo>
                  <a:pt x="9629" y="9601"/>
                  <a:pt x="9316" y="8575"/>
                  <a:pt x="8632" y="7892"/>
                </a:cubicBezTo>
                <a:cubicBezTo>
                  <a:pt x="7977" y="7236"/>
                  <a:pt x="6951" y="6894"/>
                  <a:pt x="5555" y="6894"/>
                </a:cubicBezTo>
                <a:cubicBezTo>
                  <a:pt x="4188" y="6894"/>
                  <a:pt x="3162" y="7236"/>
                  <a:pt x="2479" y="7892"/>
                </a:cubicBezTo>
                <a:cubicBezTo>
                  <a:pt x="1823" y="8575"/>
                  <a:pt x="1481" y="9601"/>
                  <a:pt x="1481" y="10997"/>
                </a:cubicBezTo>
                <a:lnTo>
                  <a:pt x="1481" y="15099"/>
                </a:lnTo>
                <a:lnTo>
                  <a:pt x="9629" y="1509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7A5015-896A-438C-9C99-67D00D80B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56" y="4730177"/>
            <a:ext cx="15156" cy="16524"/>
          </a:xfrm>
          <a:custGeom xmlns:a="http://schemas.openxmlformats.org/drawingml/2006/main">
            <a:pathLst>
              <a:path w="15156" h="16524">
                <a:moveTo>
                  <a:pt x="0" y="7208"/>
                </a:moveTo>
                <a:lnTo>
                  <a:pt x="0" y="2422"/>
                </a:lnTo>
                <a:lnTo>
                  <a:pt x="13304" y="2422"/>
                </a:lnTo>
                <a:lnTo>
                  <a:pt x="13304" y="0"/>
                </a:lnTo>
                <a:lnTo>
                  <a:pt x="14786" y="0"/>
                </a:lnTo>
                <a:lnTo>
                  <a:pt x="14786" y="4986"/>
                </a:lnTo>
                <a:lnTo>
                  <a:pt x="12165" y="4986"/>
                </a:lnTo>
                <a:cubicBezTo>
                  <a:pt x="13162" y="5470"/>
                  <a:pt x="13903" y="6097"/>
                  <a:pt x="14416" y="6837"/>
                </a:cubicBezTo>
                <a:cubicBezTo>
                  <a:pt x="14900" y="7578"/>
                  <a:pt x="15156" y="8461"/>
                  <a:pt x="15156" y="9430"/>
                </a:cubicBezTo>
                <a:cubicBezTo>
                  <a:pt x="15156" y="11082"/>
                  <a:pt x="14700" y="12307"/>
                  <a:pt x="13789" y="13077"/>
                </a:cubicBezTo>
                <a:cubicBezTo>
                  <a:pt x="12877" y="13846"/>
                  <a:pt x="11396" y="14216"/>
                  <a:pt x="9401" y="14216"/>
                </a:cubicBezTo>
                <a:lnTo>
                  <a:pt x="1481" y="14216"/>
                </a:lnTo>
                <a:lnTo>
                  <a:pt x="1481" y="16524"/>
                </a:lnTo>
                <a:lnTo>
                  <a:pt x="0" y="16524"/>
                </a:lnTo>
                <a:lnTo>
                  <a:pt x="0" y="11652"/>
                </a:lnTo>
                <a:lnTo>
                  <a:pt x="8604" y="11652"/>
                </a:lnTo>
                <a:cubicBezTo>
                  <a:pt x="10427" y="11652"/>
                  <a:pt x="11652" y="11453"/>
                  <a:pt x="12307" y="10997"/>
                </a:cubicBezTo>
                <a:cubicBezTo>
                  <a:pt x="12991" y="10541"/>
                  <a:pt x="13304" y="9772"/>
                  <a:pt x="13304" y="8632"/>
                </a:cubicBezTo>
                <a:cubicBezTo>
                  <a:pt x="13304" y="7436"/>
                  <a:pt x="12877" y="6553"/>
                  <a:pt x="11994" y="5926"/>
                </a:cubicBezTo>
                <a:cubicBezTo>
                  <a:pt x="11139" y="5299"/>
                  <a:pt x="9857" y="4986"/>
                  <a:pt x="8205" y="4986"/>
                </a:cubicBezTo>
                <a:lnTo>
                  <a:pt x="1481" y="4986"/>
                </a:lnTo>
                <a:lnTo>
                  <a:pt x="1481" y="7208"/>
                </a:lnTo>
                <a:lnTo>
                  <a:pt x="0" y="720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FCF757-0BC9-453D-B3C1-4505C9377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58" y="4715961"/>
            <a:ext cx="15555" cy="11567"/>
          </a:xfrm>
          <a:custGeom xmlns:a="http://schemas.openxmlformats.org/drawingml/2006/main">
            <a:pathLst>
              <a:path w="15555" h="11567">
                <a:moveTo>
                  <a:pt x="14359" y="11567"/>
                </a:moveTo>
                <a:lnTo>
                  <a:pt x="10911" y="11567"/>
                </a:lnTo>
                <a:lnTo>
                  <a:pt x="10911" y="10085"/>
                </a:lnTo>
                <a:cubicBezTo>
                  <a:pt x="12022" y="10057"/>
                  <a:pt x="12849" y="9715"/>
                  <a:pt x="13390" y="9060"/>
                </a:cubicBezTo>
                <a:cubicBezTo>
                  <a:pt x="13960" y="8404"/>
                  <a:pt x="14216" y="7436"/>
                  <a:pt x="14216" y="6154"/>
                </a:cubicBezTo>
                <a:cubicBezTo>
                  <a:pt x="14216" y="5014"/>
                  <a:pt x="14017" y="4131"/>
                  <a:pt x="13561" y="3533"/>
                </a:cubicBezTo>
                <a:cubicBezTo>
                  <a:pt x="13134" y="2934"/>
                  <a:pt x="12507" y="2621"/>
                  <a:pt x="11681" y="2621"/>
                </a:cubicBezTo>
                <a:cubicBezTo>
                  <a:pt x="11054" y="2621"/>
                  <a:pt x="10513" y="2849"/>
                  <a:pt x="10114" y="3276"/>
                </a:cubicBezTo>
                <a:cubicBezTo>
                  <a:pt x="9715" y="3732"/>
                  <a:pt x="9288" y="4644"/>
                  <a:pt x="8832" y="6068"/>
                </a:cubicBezTo>
                <a:lnTo>
                  <a:pt x="8205" y="7920"/>
                </a:lnTo>
                <a:cubicBezTo>
                  <a:pt x="7806" y="9202"/>
                  <a:pt x="7293" y="10114"/>
                  <a:pt x="6666" y="10683"/>
                </a:cubicBezTo>
                <a:cubicBezTo>
                  <a:pt x="6068" y="11253"/>
                  <a:pt x="5299" y="11538"/>
                  <a:pt x="4330" y="11538"/>
                </a:cubicBezTo>
                <a:cubicBezTo>
                  <a:pt x="2991" y="11538"/>
                  <a:pt x="1937" y="11054"/>
                  <a:pt x="1168" y="10057"/>
                </a:cubicBezTo>
                <a:cubicBezTo>
                  <a:pt x="399" y="9060"/>
                  <a:pt x="0" y="7692"/>
                  <a:pt x="0" y="5926"/>
                </a:cubicBezTo>
                <a:cubicBezTo>
                  <a:pt x="0" y="5157"/>
                  <a:pt x="114" y="4330"/>
                  <a:pt x="313" y="3476"/>
                </a:cubicBezTo>
                <a:cubicBezTo>
                  <a:pt x="513" y="2621"/>
                  <a:pt x="798" y="1709"/>
                  <a:pt x="1197" y="798"/>
                </a:cubicBezTo>
                <a:lnTo>
                  <a:pt x="4416" y="798"/>
                </a:lnTo>
                <a:lnTo>
                  <a:pt x="4416" y="2279"/>
                </a:lnTo>
                <a:cubicBezTo>
                  <a:pt x="3476" y="2336"/>
                  <a:pt x="2735" y="2650"/>
                  <a:pt x="2194" y="3276"/>
                </a:cubicBezTo>
                <a:cubicBezTo>
                  <a:pt x="1652" y="3903"/>
                  <a:pt x="1367" y="4758"/>
                  <a:pt x="1367" y="5840"/>
                </a:cubicBezTo>
                <a:cubicBezTo>
                  <a:pt x="1367" y="6923"/>
                  <a:pt x="1567" y="7749"/>
                  <a:pt x="1937" y="8290"/>
                </a:cubicBezTo>
                <a:cubicBezTo>
                  <a:pt x="2336" y="8860"/>
                  <a:pt x="2906" y="9117"/>
                  <a:pt x="3647" y="9117"/>
                </a:cubicBezTo>
                <a:cubicBezTo>
                  <a:pt x="4273" y="9117"/>
                  <a:pt x="4786" y="8917"/>
                  <a:pt x="5157" y="8490"/>
                </a:cubicBezTo>
                <a:cubicBezTo>
                  <a:pt x="5527" y="8091"/>
                  <a:pt x="5897" y="7236"/>
                  <a:pt x="6296" y="5983"/>
                </a:cubicBezTo>
                <a:lnTo>
                  <a:pt x="6923" y="3960"/>
                </a:lnTo>
                <a:cubicBezTo>
                  <a:pt x="7379" y="2564"/>
                  <a:pt x="7920" y="1567"/>
                  <a:pt x="8575" y="940"/>
                </a:cubicBezTo>
                <a:cubicBezTo>
                  <a:pt x="9231" y="313"/>
                  <a:pt x="10057" y="0"/>
                  <a:pt x="11082" y="0"/>
                </a:cubicBezTo>
                <a:cubicBezTo>
                  <a:pt x="12507" y="0"/>
                  <a:pt x="13589" y="541"/>
                  <a:pt x="14387" y="1624"/>
                </a:cubicBezTo>
                <a:cubicBezTo>
                  <a:pt x="15185" y="2706"/>
                  <a:pt x="15555" y="4159"/>
                  <a:pt x="15555" y="6040"/>
                </a:cubicBezTo>
                <a:cubicBezTo>
                  <a:pt x="15555" y="7008"/>
                  <a:pt x="15441" y="7920"/>
                  <a:pt x="15270" y="8832"/>
                </a:cubicBezTo>
                <a:cubicBezTo>
                  <a:pt x="15099" y="9743"/>
                  <a:pt x="14786" y="10655"/>
                  <a:pt x="14359" y="1156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CF62D8-2A9F-4019-9F31-FFA8992A4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70" y="4703284"/>
            <a:ext cx="19743" cy="10399"/>
          </a:xfrm>
          <a:custGeom xmlns:a="http://schemas.openxmlformats.org/drawingml/2006/main">
            <a:pathLst>
              <a:path w="19743" h="10399">
                <a:moveTo>
                  <a:pt x="6068" y="8148"/>
                </a:moveTo>
                <a:lnTo>
                  <a:pt x="6068" y="10399"/>
                </a:lnTo>
                <a:lnTo>
                  <a:pt x="4587" y="10399"/>
                </a:lnTo>
                <a:lnTo>
                  <a:pt x="4587" y="8148"/>
                </a:lnTo>
                <a:lnTo>
                  <a:pt x="0" y="8148"/>
                </a:lnTo>
                <a:lnTo>
                  <a:pt x="0" y="5584"/>
                </a:lnTo>
                <a:lnTo>
                  <a:pt x="4587" y="5584"/>
                </a:lnTo>
                <a:lnTo>
                  <a:pt x="4587" y="769"/>
                </a:lnTo>
                <a:lnTo>
                  <a:pt x="6068" y="769"/>
                </a:lnTo>
                <a:lnTo>
                  <a:pt x="6068" y="5584"/>
                </a:lnTo>
                <a:lnTo>
                  <a:pt x="15470" y="5584"/>
                </a:lnTo>
                <a:cubicBezTo>
                  <a:pt x="16723" y="5584"/>
                  <a:pt x="17549" y="5470"/>
                  <a:pt x="17891" y="5214"/>
                </a:cubicBezTo>
                <a:cubicBezTo>
                  <a:pt x="18233" y="4986"/>
                  <a:pt x="18404" y="4530"/>
                  <a:pt x="18404" y="3875"/>
                </a:cubicBezTo>
                <a:cubicBezTo>
                  <a:pt x="18404" y="3219"/>
                  <a:pt x="18205" y="2735"/>
                  <a:pt x="17806" y="2422"/>
                </a:cubicBezTo>
                <a:cubicBezTo>
                  <a:pt x="17407" y="2137"/>
                  <a:pt x="16780" y="1966"/>
                  <a:pt x="15897" y="1937"/>
                </a:cubicBezTo>
                <a:lnTo>
                  <a:pt x="15897" y="0"/>
                </a:lnTo>
                <a:cubicBezTo>
                  <a:pt x="17265" y="85"/>
                  <a:pt x="18233" y="456"/>
                  <a:pt x="18831" y="1111"/>
                </a:cubicBezTo>
                <a:cubicBezTo>
                  <a:pt x="19430" y="1766"/>
                  <a:pt x="19743" y="2763"/>
                  <a:pt x="19743" y="4102"/>
                </a:cubicBezTo>
                <a:cubicBezTo>
                  <a:pt x="19743" y="5584"/>
                  <a:pt x="19401" y="6638"/>
                  <a:pt x="18774" y="7236"/>
                </a:cubicBezTo>
                <a:cubicBezTo>
                  <a:pt x="18148" y="7863"/>
                  <a:pt x="17037" y="8148"/>
                  <a:pt x="15470" y="8148"/>
                </a:cubicBezTo>
                <a:lnTo>
                  <a:pt x="6068" y="814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054C31-F15F-4136-911B-D110C01A6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4" y="4943662"/>
            <a:ext cx="9971" cy="10"/>
          </a:xfrm>
          <a:custGeom xmlns:a="http://schemas.openxmlformats.org/drawingml/2006/main">
            <a:pathLst>
              <a:path w="9971" h="1">
                <a:moveTo>
                  <a:pt x="9971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B90259-89C3-4581-BF4E-97BC8EF94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4" y="4943662"/>
            <a:ext cx="9971" cy="10"/>
          </a:xfrm>
          <a:custGeom xmlns:a="http://schemas.openxmlformats.org/drawingml/2006/main">
            <a:pathLst>
              <a:path w="9971" h="1" fill="none">
                <a:moveTo>
                  <a:pt x="9971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9" cap="flat">
            <a:solidFill>
              <a:srgbClr val="000000"/>
            </a:solidFill>
            <a:round/>
          </a:ln>
        </p:spPr>
      </p:sp>
      <p:sp>
        <p:nvSpPr>
          <p:cNvPr id="23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7A5E3A-D073-4BD3-B87D-2ACB80980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03" y="4965555"/>
            <a:ext cx="21509" cy="15042"/>
          </a:xfrm>
          <a:custGeom xmlns:a="http://schemas.openxmlformats.org/drawingml/2006/main">
            <a:pathLst>
              <a:path w="21509" h="15042">
                <a:moveTo>
                  <a:pt x="20142" y="14786"/>
                </a:moveTo>
                <a:lnTo>
                  <a:pt x="15413" y="14786"/>
                </a:lnTo>
                <a:lnTo>
                  <a:pt x="15413" y="13191"/>
                </a:lnTo>
                <a:cubicBezTo>
                  <a:pt x="17008" y="13162"/>
                  <a:pt x="18176" y="12706"/>
                  <a:pt x="18917" y="11823"/>
                </a:cubicBezTo>
                <a:cubicBezTo>
                  <a:pt x="19686" y="10968"/>
                  <a:pt x="20056" y="9629"/>
                  <a:pt x="20056" y="7863"/>
                </a:cubicBezTo>
                <a:cubicBezTo>
                  <a:pt x="20056" y="6211"/>
                  <a:pt x="19743" y="4957"/>
                  <a:pt x="19088" y="4102"/>
                </a:cubicBezTo>
                <a:cubicBezTo>
                  <a:pt x="18433" y="3248"/>
                  <a:pt x="17464" y="2792"/>
                  <a:pt x="16210" y="2792"/>
                </a:cubicBezTo>
                <a:cubicBezTo>
                  <a:pt x="15213" y="2792"/>
                  <a:pt x="14444" y="3077"/>
                  <a:pt x="13903" y="3590"/>
                </a:cubicBezTo>
                <a:cubicBezTo>
                  <a:pt x="13390" y="4102"/>
                  <a:pt x="12849" y="5214"/>
                  <a:pt x="12336" y="6894"/>
                </a:cubicBezTo>
                <a:lnTo>
                  <a:pt x="11510" y="9629"/>
                </a:lnTo>
                <a:cubicBezTo>
                  <a:pt x="10911" y="11624"/>
                  <a:pt x="10171" y="13048"/>
                  <a:pt x="9259" y="13846"/>
                </a:cubicBezTo>
                <a:cubicBezTo>
                  <a:pt x="8376" y="14643"/>
                  <a:pt x="7151" y="15042"/>
                  <a:pt x="5555" y="15042"/>
                </a:cubicBezTo>
                <a:cubicBezTo>
                  <a:pt x="3789" y="15042"/>
                  <a:pt x="2422" y="14416"/>
                  <a:pt x="1453" y="13162"/>
                </a:cubicBezTo>
                <a:cubicBezTo>
                  <a:pt x="484" y="11909"/>
                  <a:pt x="0" y="10171"/>
                  <a:pt x="0" y="7892"/>
                </a:cubicBezTo>
                <a:cubicBezTo>
                  <a:pt x="0" y="6923"/>
                  <a:pt x="114" y="5869"/>
                  <a:pt x="313" y="4729"/>
                </a:cubicBezTo>
                <a:cubicBezTo>
                  <a:pt x="541" y="3590"/>
                  <a:pt x="826" y="2365"/>
                  <a:pt x="1225" y="1054"/>
                </a:cubicBezTo>
                <a:lnTo>
                  <a:pt x="5641" y="1054"/>
                </a:lnTo>
                <a:lnTo>
                  <a:pt x="5641" y="2621"/>
                </a:lnTo>
                <a:cubicBezTo>
                  <a:pt x="4188" y="2792"/>
                  <a:pt x="3134" y="3276"/>
                  <a:pt x="2479" y="4102"/>
                </a:cubicBezTo>
                <a:cubicBezTo>
                  <a:pt x="1823" y="4929"/>
                  <a:pt x="1481" y="6182"/>
                  <a:pt x="1481" y="7835"/>
                </a:cubicBezTo>
                <a:cubicBezTo>
                  <a:pt x="1481" y="9316"/>
                  <a:pt x="1795" y="10427"/>
                  <a:pt x="2393" y="11196"/>
                </a:cubicBezTo>
                <a:cubicBezTo>
                  <a:pt x="2991" y="11965"/>
                  <a:pt x="3846" y="12336"/>
                  <a:pt x="4986" y="12336"/>
                </a:cubicBezTo>
                <a:cubicBezTo>
                  <a:pt x="5983" y="12336"/>
                  <a:pt x="6752" y="12051"/>
                  <a:pt x="7322" y="11481"/>
                </a:cubicBezTo>
                <a:cubicBezTo>
                  <a:pt x="7892" y="10911"/>
                  <a:pt x="8461" y="9686"/>
                  <a:pt x="9003" y="7806"/>
                </a:cubicBezTo>
                <a:lnTo>
                  <a:pt x="9772" y="5242"/>
                </a:lnTo>
                <a:cubicBezTo>
                  <a:pt x="10342" y="3362"/>
                  <a:pt x="11082" y="2023"/>
                  <a:pt x="11937" y="1225"/>
                </a:cubicBezTo>
                <a:cubicBezTo>
                  <a:pt x="12820" y="427"/>
                  <a:pt x="13988" y="0"/>
                  <a:pt x="15470" y="0"/>
                </a:cubicBezTo>
                <a:cubicBezTo>
                  <a:pt x="17492" y="0"/>
                  <a:pt x="19002" y="655"/>
                  <a:pt x="19999" y="1937"/>
                </a:cubicBezTo>
                <a:cubicBezTo>
                  <a:pt x="21025" y="3248"/>
                  <a:pt x="21509" y="5157"/>
                  <a:pt x="21509" y="7692"/>
                </a:cubicBezTo>
                <a:cubicBezTo>
                  <a:pt x="21509" y="8832"/>
                  <a:pt x="21395" y="10000"/>
                  <a:pt x="21168" y="11196"/>
                </a:cubicBezTo>
                <a:cubicBezTo>
                  <a:pt x="20968" y="12393"/>
                  <a:pt x="20626" y="13589"/>
                  <a:pt x="20142" y="147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B0AB78-752E-41BC-82B7-3DD155AEF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58" y="4948832"/>
            <a:ext cx="15555" cy="13219"/>
          </a:xfrm>
          <a:custGeom xmlns:a="http://schemas.openxmlformats.org/drawingml/2006/main">
            <a:pathLst>
              <a:path w="15555" h="13219">
                <a:moveTo>
                  <a:pt x="10740" y="0"/>
                </a:moveTo>
                <a:cubicBezTo>
                  <a:pt x="12336" y="370"/>
                  <a:pt x="13532" y="1054"/>
                  <a:pt x="14330" y="2080"/>
                </a:cubicBezTo>
                <a:cubicBezTo>
                  <a:pt x="15156" y="3105"/>
                  <a:pt x="15555" y="4444"/>
                  <a:pt x="15555" y="6068"/>
                </a:cubicBezTo>
                <a:cubicBezTo>
                  <a:pt x="15555" y="8233"/>
                  <a:pt x="14871" y="9943"/>
                  <a:pt x="13447" y="11253"/>
                </a:cubicBezTo>
                <a:cubicBezTo>
                  <a:pt x="12022" y="12564"/>
                  <a:pt x="10142" y="13219"/>
                  <a:pt x="7778" y="13219"/>
                </a:cubicBezTo>
                <a:cubicBezTo>
                  <a:pt x="5441" y="13219"/>
                  <a:pt x="3561" y="12564"/>
                  <a:pt x="2137" y="11253"/>
                </a:cubicBezTo>
                <a:cubicBezTo>
                  <a:pt x="712" y="9943"/>
                  <a:pt x="0" y="8233"/>
                  <a:pt x="0" y="6068"/>
                </a:cubicBezTo>
                <a:cubicBezTo>
                  <a:pt x="0" y="5157"/>
                  <a:pt x="114" y="4216"/>
                  <a:pt x="342" y="3276"/>
                </a:cubicBezTo>
                <a:cubicBezTo>
                  <a:pt x="570" y="2365"/>
                  <a:pt x="883" y="1424"/>
                  <a:pt x="1311" y="484"/>
                </a:cubicBezTo>
                <a:lnTo>
                  <a:pt x="5100" y="484"/>
                </a:lnTo>
                <a:lnTo>
                  <a:pt x="5100" y="1966"/>
                </a:lnTo>
                <a:cubicBezTo>
                  <a:pt x="3818" y="2165"/>
                  <a:pt x="2877" y="2593"/>
                  <a:pt x="2279" y="3248"/>
                </a:cubicBezTo>
                <a:cubicBezTo>
                  <a:pt x="1681" y="3903"/>
                  <a:pt x="1367" y="4843"/>
                  <a:pt x="1367" y="6040"/>
                </a:cubicBezTo>
                <a:cubicBezTo>
                  <a:pt x="1367" y="7436"/>
                  <a:pt x="1909" y="8490"/>
                  <a:pt x="2991" y="9174"/>
                </a:cubicBezTo>
                <a:cubicBezTo>
                  <a:pt x="4074" y="9886"/>
                  <a:pt x="5669" y="10228"/>
                  <a:pt x="7806" y="10228"/>
                </a:cubicBezTo>
                <a:cubicBezTo>
                  <a:pt x="9943" y="10228"/>
                  <a:pt x="11538" y="9886"/>
                  <a:pt x="12621" y="9174"/>
                </a:cubicBezTo>
                <a:cubicBezTo>
                  <a:pt x="13703" y="8490"/>
                  <a:pt x="14216" y="7436"/>
                  <a:pt x="14216" y="6040"/>
                </a:cubicBezTo>
                <a:cubicBezTo>
                  <a:pt x="14216" y="4957"/>
                  <a:pt x="13931" y="4074"/>
                  <a:pt x="13361" y="3419"/>
                </a:cubicBezTo>
                <a:cubicBezTo>
                  <a:pt x="12792" y="2763"/>
                  <a:pt x="11909" y="2308"/>
                  <a:pt x="10740" y="2051"/>
                </a:cubicBezTo>
                <a:lnTo>
                  <a:pt x="1074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E9C861-2685-48AF-A929-B3EA7A869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58" y="4931339"/>
            <a:ext cx="15555" cy="14757"/>
          </a:xfrm>
          <a:custGeom xmlns:a="http://schemas.openxmlformats.org/drawingml/2006/main">
            <a:pathLst>
              <a:path w="15555" h="14757">
                <a:moveTo>
                  <a:pt x="10541" y="4843"/>
                </a:moveTo>
                <a:lnTo>
                  <a:pt x="7407" y="4843"/>
                </a:lnTo>
                <a:lnTo>
                  <a:pt x="7407" y="8148"/>
                </a:lnTo>
                <a:cubicBezTo>
                  <a:pt x="7407" y="9430"/>
                  <a:pt x="7692" y="10370"/>
                  <a:pt x="8233" y="10997"/>
                </a:cubicBezTo>
                <a:cubicBezTo>
                  <a:pt x="8803" y="11624"/>
                  <a:pt x="9629" y="11909"/>
                  <a:pt x="10740" y="11909"/>
                </a:cubicBezTo>
                <a:cubicBezTo>
                  <a:pt x="11766" y="11909"/>
                  <a:pt x="12592" y="11595"/>
                  <a:pt x="13191" y="10968"/>
                </a:cubicBezTo>
                <a:cubicBezTo>
                  <a:pt x="13817" y="10342"/>
                  <a:pt x="14102" y="9487"/>
                  <a:pt x="14102" y="8404"/>
                </a:cubicBezTo>
                <a:cubicBezTo>
                  <a:pt x="14102" y="7350"/>
                  <a:pt x="13789" y="6496"/>
                  <a:pt x="13134" y="5840"/>
                </a:cubicBezTo>
                <a:cubicBezTo>
                  <a:pt x="12478" y="5185"/>
                  <a:pt x="11624" y="4843"/>
                  <a:pt x="10541" y="4843"/>
                </a:cubicBezTo>
                <a:close/>
                <a:moveTo>
                  <a:pt x="5954" y="2279"/>
                </a:moveTo>
                <a:lnTo>
                  <a:pt x="13703" y="2279"/>
                </a:lnTo>
                <a:lnTo>
                  <a:pt x="13703" y="0"/>
                </a:lnTo>
                <a:lnTo>
                  <a:pt x="15185" y="0"/>
                </a:lnTo>
                <a:lnTo>
                  <a:pt x="15185" y="4843"/>
                </a:lnTo>
                <a:lnTo>
                  <a:pt x="13589" y="4843"/>
                </a:lnTo>
                <a:cubicBezTo>
                  <a:pt x="14273" y="5413"/>
                  <a:pt x="14786" y="6068"/>
                  <a:pt x="15099" y="6809"/>
                </a:cubicBezTo>
                <a:cubicBezTo>
                  <a:pt x="15384" y="7550"/>
                  <a:pt x="15555" y="8433"/>
                  <a:pt x="15555" y="9401"/>
                </a:cubicBezTo>
                <a:cubicBezTo>
                  <a:pt x="15555" y="11054"/>
                  <a:pt x="15128" y="12364"/>
                  <a:pt x="14273" y="13333"/>
                </a:cubicBezTo>
                <a:cubicBezTo>
                  <a:pt x="13418" y="14302"/>
                  <a:pt x="12222" y="14757"/>
                  <a:pt x="10740" y="14757"/>
                </a:cubicBezTo>
                <a:cubicBezTo>
                  <a:pt x="9231" y="14757"/>
                  <a:pt x="8062" y="14216"/>
                  <a:pt x="7208" y="13105"/>
                </a:cubicBezTo>
                <a:cubicBezTo>
                  <a:pt x="6353" y="12022"/>
                  <a:pt x="5926" y="10456"/>
                  <a:pt x="5926" y="8433"/>
                </a:cubicBezTo>
                <a:lnTo>
                  <a:pt x="5926" y="4843"/>
                </a:lnTo>
                <a:lnTo>
                  <a:pt x="4900" y="4843"/>
                </a:lnTo>
                <a:cubicBezTo>
                  <a:pt x="3789" y="4843"/>
                  <a:pt x="2934" y="5185"/>
                  <a:pt x="2308" y="5869"/>
                </a:cubicBezTo>
                <a:cubicBezTo>
                  <a:pt x="1681" y="6553"/>
                  <a:pt x="1367" y="7521"/>
                  <a:pt x="1367" y="8746"/>
                </a:cubicBezTo>
                <a:cubicBezTo>
                  <a:pt x="1367" y="9772"/>
                  <a:pt x="1624" y="10570"/>
                  <a:pt x="2080" y="11168"/>
                </a:cubicBezTo>
                <a:cubicBezTo>
                  <a:pt x="2536" y="11795"/>
                  <a:pt x="3219" y="12165"/>
                  <a:pt x="4131" y="12307"/>
                </a:cubicBezTo>
                <a:lnTo>
                  <a:pt x="4131" y="13618"/>
                </a:lnTo>
                <a:lnTo>
                  <a:pt x="1140" y="13618"/>
                </a:lnTo>
                <a:cubicBezTo>
                  <a:pt x="769" y="12735"/>
                  <a:pt x="484" y="11880"/>
                  <a:pt x="285" y="11025"/>
                </a:cubicBezTo>
                <a:cubicBezTo>
                  <a:pt x="114" y="10199"/>
                  <a:pt x="0" y="9373"/>
                  <a:pt x="0" y="8575"/>
                </a:cubicBezTo>
                <a:cubicBezTo>
                  <a:pt x="0" y="6524"/>
                  <a:pt x="513" y="4986"/>
                  <a:pt x="1538" y="3903"/>
                </a:cubicBezTo>
                <a:cubicBezTo>
                  <a:pt x="2564" y="2820"/>
                  <a:pt x="4017" y="2279"/>
                  <a:pt x="5954" y="227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F6DDAF-87AD-4AB6-B2BD-EAC4D5D23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90" y="4922280"/>
            <a:ext cx="21652" cy="7436"/>
          </a:xfrm>
          <a:custGeom xmlns:a="http://schemas.openxmlformats.org/drawingml/2006/main">
            <a:pathLst>
              <a:path w="21652" h="7436">
                <a:moveTo>
                  <a:pt x="20170" y="2422"/>
                </a:moveTo>
                <a:lnTo>
                  <a:pt x="20170" y="0"/>
                </a:lnTo>
                <a:lnTo>
                  <a:pt x="21652" y="0"/>
                </a:lnTo>
                <a:lnTo>
                  <a:pt x="21652" y="7436"/>
                </a:lnTo>
                <a:lnTo>
                  <a:pt x="20170" y="7436"/>
                </a:lnTo>
                <a:lnTo>
                  <a:pt x="20170" y="4986"/>
                </a:lnTo>
                <a:lnTo>
                  <a:pt x="1481" y="4986"/>
                </a:lnTo>
                <a:lnTo>
                  <a:pt x="1481" y="7436"/>
                </a:lnTo>
                <a:lnTo>
                  <a:pt x="0" y="7436"/>
                </a:lnTo>
                <a:lnTo>
                  <a:pt x="0" y="2422"/>
                </a:lnTo>
                <a:lnTo>
                  <a:pt x="20170" y="242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E0F7B9-C4AC-432B-BA28-972E13C9E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58" y="4905244"/>
            <a:ext cx="15555" cy="14757"/>
          </a:xfrm>
          <a:custGeom xmlns:a="http://schemas.openxmlformats.org/drawingml/2006/main">
            <a:pathLst>
              <a:path w="15555" h="14757">
                <a:moveTo>
                  <a:pt x="10541" y="4843"/>
                </a:moveTo>
                <a:lnTo>
                  <a:pt x="7407" y="4843"/>
                </a:lnTo>
                <a:lnTo>
                  <a:pt x="7407" y="8148"/>
                </a:lnTo>
                <a:cubicBezTo>
                  <a:pt x="7407" y="9430"/>
                  <a:pt x="7692" y="10370"/>
                  <a:pt x="8233" y="10997"/>
                </a:cubicBezTo>
                <a:cubicBezTo>
                  <a:pt x="8803" y="11624"/>
                  <a:pt x="9629" y="11909"/>
                  <a:pt x="10740" y="11909"/>
                </a:cubicBezTo>
                <a:cubicBezTo>
                  <a:pt x="11766" y="11909"/>
                  <a:pt x="12592" y="11595"/>
                  <a:pt x="13191" y="10968"/>
                </a:cubicBezTo>
                <a:cubicBezTo>
                  <a:pt x="13817" y="10342"/>
                  <a:pt x="14102" y="9487"/>
                  <a:pt x="14102" y="8404"/>
                </a:cubicBezTo>
                <a:cubicBezTo>
                  <a:pt x="14102" y="7350"/>
                  <a:pt x="13789" y="6496"/>
                  <a:pt x="13134" y="5840"/>
                </a:cubicBezTo>
                <a:cubicBezTo>
                  <a:pt x="12478" y="5185"/>
                  <a:pt x="11624" y="4843"/>
                  <a:pt x="10541" y="4843"/>
                </a:cubicBezTo>
                <a:close/>
                <a:moveTo>
                  <a:pt x="5954" y="2279"/>
                </a:moveTo>
                <a:lnTo>
                  <a:pt x="13703" y="2279"/>
                </a:lnTo>
                <a:lnTo>
                  <a:pt x="13703" y="0"/>
                </a:lnTo>
                <a:lnTo>
                  <a:pt x="15185" y="0"/>
                </a:lnTo>
                <a:lnTo>
                  <a:pt x="15185" y="4843"/>
                </a:lnTo>
                <a:lnTo>
                  <a:pt x="13589" y="4843"/>
                </a:lnTo>
                <a:cubicBezTo>
                  <a:pt x="14273" y="5413"/>
                  <a:pt x="14786" y="6068"/>
                  <a:pt x="15099" y="6809"/>
                </a:cubicBezTo>
                <a:cubicBezTo>
                  <a:pt x="15384" y="7550"/>
                  <a:pt x="15555" y="8433"/>
                  <a:pt x="15555" y="9401"/>
                </a:cubicBezTo>
                <a:cubicBezTo>
                  <a:pt x="15555" y="11054"/>
                  <a:pt x="15128" y="12364"/>
                  <a:pt x="14273" y="13333"/>
                </a:cubicBezTo>
                <a:cubicBezTo>
                  <a:pt x="13418" y="14302"/>
                  <a:pt x="12222" y="14757"/>
                  <a:pt x="10740" y="14757"/>
                </a:cubicBezTo>
                <a:cubicBezTo>
                  <a:pt x="9231" y="14757"/>
                  <a:pt x="8062" y="14216"/>
                  <a:pt x="7208" y="13105"/>
                </a:cubicBezTo>
                <a:cubicBezTo>
                  <a:pt x="6353" y="12022"/>
                  <a:pt x="5926" y="10456"/>
                  <a:pt x="5926" y="8433"/>
                </a:cubicBezTo>
                <a:lnTo>
                  <a:pt x="5926" y="4843"/>
                </a:lnTo>
                <a:lnTo>
                  <a:pt x="4900" y="4843"/>
                </a:lnTo>
                <a:cubicBezTo>
                  <a:pt x="3789" y="4843"/>
                  <a:pt x="2934" y="5185"/>
                  <a:pt x="2308" y="5869"/>
                </a:cubicBezTo>
                <a:cubicBezTo>
                  <a:pt x="1681" y="6553"/>
                  <a:pt x="1367" y="7521"/>
                  <a:pt x="1367" y="8746"/>
                </a:cubicBezTo>
                <a:cubicBezTo>
                  <a:pt x="1367" y="9772"/>
                  <a:pt x="1624" y="10570"/>
                  <a:pt x="2080" y="11168"/>
                </a:cubicBezTo>
                <a:cubicBezTo>
                  <a:pt x="2536" y="11795"/>
                  <a:pt x="3219" y="12165"/>
                  <a:pt x="4131" y="12307"/>
                </a:cubicBezTo>
                <a:lnTo>
                  <a:pt x="4131" y="13618"/>
                </a:lnTo>
                <a:lnTo>
                  <a:pt x="1140" y="13618"/>
                </a:lnTo>
                <a:cubicBezTo>
                  <a:pt x="769" y="12735"/>
                  <a:pt x="484" y="11880"/>
                  <a:pt x="285" y="11025"/>
                </a:cubicBezTo>
                <a:cubicBezTo>
                  <a:pt x="114" y="10199"/>
                  <a:pt x="0" y="9373"/>
                  <a:pt x="0" y="8575"/>
                </a:cubicBezTo>
                <a:cubicBezTo>
                  <a:pt x="0" y="6524"/>
                  <a:pt x="513" y="4986"/>
                  <a:pt x="1538" y="3903"/>
                </a:cubicBezTo>
                <a:cubicBezTo>
                  <a:pt x="2564" y="2820"/>
                  <a:pt x="4017" y="2279"/>
                  <a:pt x="5954" y="227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5C0831-953B-44E9-AF17-4017F91E6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399" y="285395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93C927-68D9-4FD6-ADBC-3F183BDBD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005" y="2853581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2FD4BC-67C4-4611-A12D-C1393C424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922" y="287141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15665D-8F63-4640-82F0-E1A662363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212" y="2853581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7F8C5C-8748-421A-97A0-868420261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218" y="2853581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66E85B-5561-4AC3-A99C-39BE8A22F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78" y="2853951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923215-0E50-42B8-803C-39B6AC48F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41" y="2853581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73CBE7-7922-4E11-A74F-65D9BBBA8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873" y="287141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806EA8-8934-45CC-BCB8-D43E66727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730" y="285358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24126B-32B0-4E86-B2DE-632ACF373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57" y="2853581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CEC387-4BB3-4211-A916-C3EF67FB9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330" y="2853951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2B1D67-87DF-4B40-AE07-4185F9577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910" y="2853581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158606-2D53-40E9-B45A-EB2723213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824" y="287141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1551FA-A088-461F-B1ED-8CB03C43C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99" y="285395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62C81D-3EC9-4EE6-A835-8B7C09B0C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08" y="2853581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05937E-FFD7-442E-8758-F8AC010EA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281" y="2853951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E754C4-D1F3-42CD-90BD-011DC4B91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87" y="2853581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2E0609-C33D-48D1-A613-283D607D3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775" y="287141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085EC3-B11E-4FFC-A71A-C91B875A5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037" y="2853581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921641-57E7-494C-BB04-B7BB043F9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752" y="285358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76FE6C-E1B7-4989-8D4A-BD1633B03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232" y="2853951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5D9684-62A4-459D-AC2A-5C4E095F7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323" y="285395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3C7581-15F4-4FDC-B008-E4F968378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727" y="287141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1CE915-687F-483E-8BC9-017BF4681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584" y="285358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5C6BED-48E2-4CEB-88EC-2D218A4A6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621" y="285395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CC2129-815F-4B29-B474-5E2A0DAD6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0645" y="2853581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E600EA-6A98-4187-9ACB-BD54752BD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789" y="2853581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18AC73-78F5-40CB-AAE6-372798EE0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8678" y="287141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A107CC-2D51-445D-BFE1-9C334A845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968" y="2853581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E703DF-E6E8-45D9-AFF4-402B118C3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5059" y="2853581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572357-CB5A-46AF-BA5C-2CCFF1E23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1596" y="2853581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568601-07E1-4C6B-85F2-DE863C30D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1225" y="285395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351AC1-F494-434E-9C51-B5727E698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9629" y="287141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A40532-E4D4-4A71-A630-974690C93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06" y="2853581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2E1A67-53D1-488A-94F8-98DB59087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5013" y="2853581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E8F3F8-0A1B-464D-ABC7-FBB34E432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547" y="2853581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62A7FF-9A7E-477E-AE56-06BC9DF96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2176" y="285395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E46F34-1903-4313-8F08-754C545ED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0580" y="287141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EE2983-DEBB-4BA1-856E-D0BFE7D5A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9127" y="2853581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9B7AD9-64F1-4968-82CF-A46F31E2A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6961" y="2853581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69FD29-BD6A-416C-8E73-CE49E75A0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3498" y="2853581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0CA752-F0E0-4B3E-880E-90C76A068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2643" y="285358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9689AE-E732-4452-9723-A7EA4B5EE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1531" y="287141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1A36F8-F43C-4B9A-B58F-9E9D0E2A3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0334" y="2853951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11BD33-7D28-4944-A588-43C652E2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7941" y="2853581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6A1DB3-0049-4E0D-9E9C-8E76B98E2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4450" y="2853581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0BC3B6-2CCA-4FCC-9CD6-2F91F968B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3623" y="285358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F005A0-7E96-40FA-872F-6C561566E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2483" y="287141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D1C7DA-B750-4FD3-96E0-4A96620AB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2340" y="285358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BCADA0-8D42-4863-855A-BA3B0477C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8778" y="2853581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FCC81F-CF0B-4E4C-8268-DC422CB72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939" y="2853951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839907-C63D-4FAB-BF27-EE4C64421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4802" y="2853581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DC6DD4-A6F1-43A8-8503-90758BDBC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3434" y="287141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1D4D52-693F-49FD-97E1-E11700A9E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3291" y="285358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4471D7-84E8-4C89-9960-45DEA5518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100" y="2853581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CB829A-3F2F-455B-906F-2D16BF114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914" y="306126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CE376B-D69E-40FF-99AD-B07EA6F28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600" y="306126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F62990-FEBB-4D20-AC19-319CA3DDF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922" y="307909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C44053-8B19-4C7D-AD85-B9D24E4C9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725" y="3061631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9BA348-7EE4-4590-9A1C-C8C2EE493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331" y="3061261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A8932A-A599-4CDD-A595-018BFAD48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50" y="306163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5C4815-CA02-480D-B708-340BF6EFF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871" y="3061261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5A7134-2034-49E1-B952-2259761E7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873" y="307909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E296C7-6E11-445D-9454-2EDE53141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163" y="306126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5C6FD3-3C27-4BCA-AB24-8E06D5A88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850" y="306126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1FE520-2378-44E6-BEDC-7532F3CB2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330" y="3061631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B127CD-0995-40C5-BAAD-72F20D970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907" y="3061261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D7A41C-F97C-4E80-B068-1FD8B9C40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824" y="307909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5B2DC3-8BAD-4361-95A9-986BAC9AE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001" y="3061261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82D981-F1A0-4EDD-A504-A97150E84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490" y="3061261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B1779A-D6BD-4023-8D8F-0ECB85FB5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768" y="306126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BB772A-C13B-4542-B084-E65D3DC22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87" y="306126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FAE676-FA9A-40D8-A116-69C9399C6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775" y="307909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12C2EF-3686-4839-8B02-BC84FC9B9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579" y="3061631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F7D51C-5E0B-4870-8875-92FF0A043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214" y="306126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2622F9-2ECC-4AE7-92B2-E6084E058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203" y="306163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ADF9E6-A30E-4B48-B938-BE4BB864B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813" y="3061261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B445E7-6150-4F75-BBFD-B4E5BF626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727" y="307909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3611A6-C81E-4795-8B8F-6C93947C7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017" y="306126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BCE2B8-528E-46BE-A886-73629DEAB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649" y="3061631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0862C9-B290-423C-B508-785652AAC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1670" y="306126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9E8E77-9EDB-42ED-AF3C-F2D1384A0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789" y="306126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92F997-4FD7-41DC-B85D-5F2272543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8678" y="307909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A42314-6A90-430A-85EC-962258844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7453" y="306163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DB1B56-C239-456A-927F-E061ACF08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5600" y="3061631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AE161F-93CA-4169-87D4-32F8835DB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3134" y="3061631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0FC62B-4F00-4372-AE7E-750C7DD18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1225" y="306163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D8B547-FAA3-4659-85FA-80C7F1D09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9629" y="307909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CDB13B-1E98-4423-A7E1-586764432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920" y="306126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CBD862-CD45-4D71-9E7A-6D7553E4A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5013" y="3061261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E9B556-E3A3-470D-B977-28F498C6E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3573" y="306126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F70C92-8F17-4DC1-BE44-F12818253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1692" y="306126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414111-9352-47CE-940F-FF03B6B02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0580" y="307909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B8726C-DB31-49EF-A122-192E014F5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9383" y="3061631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9AD709-D437-4F45-9118-D524364B2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5964" y="3061261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DF7ECD-4D45-4B5F-893F-C65FA8311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524" y="306126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70EFB4-3FFB-4965-813E-D19D02FCF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4210" y="306126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E69FAF-6D1F-4305-88E3-97B2E6477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1531" y="307909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76F5C9-2358-491B-B536-2F6543E07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389" y="306126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72CDDA-40FB-4250-99E8-57BDEDE1B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7913" y="3061261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F04F35-F8E9-440B-A0B7-30F90D786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5988" y="3061631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E83556-4C0C-433F-9DD5-6B3D388DC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3566" y="3061261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404AE4-4AD7-4186-B9CB-B300374DE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2483" y="307909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17D260-46A8-45EE-89E6-E7C86FEBB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0745" y="3061261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742A18-4077-4AE1-ACFC-33FF33ED4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8921" y="306126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5CBB4F-D496-4DBB-9EC0-6BA0E3363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426" y="306126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465CE3-4097-4B64-8B3B-971B0BD97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5030" y="306163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F9EAF7-985F-4BF4-8112-6271BD723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3434" y="307909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B304EE-45D2-4B6A-80BF-361A97235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1696" y="3061261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AA43BC-4FD8-469D-9064-5395EE6C2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9843" y="306126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FEFD4E-D22F-423C-8B66-41E80CB2E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889" y="3268941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88AB9B-8D29-4FA0-9E9A-E177F2264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062" y="326894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A23D3B-D528-4409-8C1B-43F25D3C6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922" y="328677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1CC4ED-F4F8-4027-8E21-306CCCCFA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098" y="3268941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1AFCB7-82AD-4AB7-B27D-07C5C1AFB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844" y="3269311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190A2D-3D88-42D8-9E30-DDF2E94A9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840" y="3268941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8EB7B2-0F5B-4488-9956-57C478F3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013" y="326894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D03C74-6455-42EC-B8D2-8EB9F54F6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873" y="328677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6E314D-90B3-4E6E-96D1-29DE908B7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138" y="3268941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D6E5E5-BD14-4181-BE0E-9644D908F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795" y="3269311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014881-2DFA-4C36-9E10-FCF82D34B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330" y="3269311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3A8EDA-E08E-4A8F-AD54-BF8955E1B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910" y="3268941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617BB9-F203-45A4-A264-9476A0CD9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824" y="328677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D2AB15-17D8-426A-9813-BD14F29B9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086" y="3268941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32BDEC-41C7-4333-B86B-B7B576DFE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205" y="3268941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529A87-3A7D-406E-BEEB-14A4B3EE7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742" y="3268941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6CACAD-185F-4A31-A725-DBBE64CD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916" y="326894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A71D0C-3D75-4524-BBC9-9D15B8127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775" y="328677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3787FD-D4FE-4104-ABCB-397657018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322" y="3268941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3BDB26-DB1C-46E4-9AC3-AF0D8484D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185" y="3268941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08C161-287C-4060-9037-FB07115E8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693" y="3268941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8DB713-09C3-4D05-9FC3-DF4536746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867" y="326894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187F79-5161-4840-93EC-0F93466E2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727" y="328677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D3BF45-24F3-49A4-B4F2-3924BB193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046" y="326894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72B2EE-F108-44C8-AD41-E0A8097B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621" y="326931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175903-AB76-4E3D-9317-275640113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1927" y="3268941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EB63A3-7A6B-407F-9B76-5F3A4DEAC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0274" y="326931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F4E0A4-9211-476C-B060-333382165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8678" y="328677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6B4DDC-A71B-41E5-89C3-34FF6EAF1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7453" y="326931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C8C1F5-094E-4E1F-A49E-B5F8C1C75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5116" y="326894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3EACC0-5DB5-4964-913C-8A4D771CC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2878" y="3268941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2205EA-6F2C-44A6-9E82-D1A549C00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1225" y="326931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2B9131-4961-4B07-9568-B0759E77D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9629" y="328677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7E44FA-F02E-48BD-9E7C-6D3130288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920" y="3268941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246E94-7F1C-4D64-8FA7-EA08060B0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5925" y="3268941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B11FE4-0FA7-4AFA-B229-0A3B4F928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3829" y="3268941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395F93-D789-48FD-82DD-0A51D80C6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0666" y="3268941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FCB312-F1E8-4AD2-9852-039A4FA1A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0580" y="328677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AA5370-4731-4FD8-A353-97C583629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9355" y="326931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06D398-1C09-4BB0-8C8E-3A22ADD20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5964" y="3268941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F2357B-C78F-4858-A6A5-EB89CA665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780" y="3268941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270AB4-C516-4C76-880D-24690C214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2529" y="3268941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1896E4-2012-4E10-BE29-3B32CB162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1531" y="328677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7B0A8E-1C4E-4C3E-A6C3-A2BCEF3B0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389" y="326894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A0AF69-3EF7-41D1-AF3A-20311DE0D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7827" y="3268941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CDFA97-91AE-48B1-AF93-9CE6C1285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5732" y="3268941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693C83-EEA6-4457-A99E-7E18F8715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2569" y="3268941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DA257D-6B37-4575-B798-2D4B4FDB5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2483" y="328677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439896-594F-4CFB-881B-7E138C3AC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1029" y="3268941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BAD83C-9AAA-457C-8EBB-49E1EA77A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9405" y="3269311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C06BF5-1C69-45EB-8D58-F11EEAA55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5401" y="3268941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4C7336-C747-42C9-8A5A-0264098F1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3520" y="3268941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15B34C-7DA4-4830-AEF6-9151322DE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3434" y="328677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CF73A3-4C5C-4231-90C7-9C040472F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1753" y="326894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8B6587-1168-4295-9783-0F4FC12D4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9729" y="3268941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186EC6-879D-4A3A-AB34-D4277D188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914" y="3476620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FDAF37-ACA6-49FA-A399-304CDA40F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062" y="3476620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BA2DD5-3D12-45E5-A1EB-7E06A1697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922" y="349445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692169-43BC-48A5-BF86-C20D6430C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184" y="3476620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70C822-E990-4E7D-AF48-6C3F252A5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898" y="3476620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A6BC68-35F7-4696-ADFC-A650713EC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866" y="3476620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601379-F50A-4D59-BBFA-8E3A8F6F2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41" y="3476620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6EDB4F-B199-4688-8DF8-80B3FD283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873" y="349445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65CE1E-A140-4F34-90A4-A55A7F979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163" y="3476620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1125FB-6B0E-456B-8901-3FFAC5A6B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767" y="347699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908F97-915D-4F4C-B06E-3FD2EDF87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330" y="3476991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165EF4-EDC4-4C83-BD68-C5F69421D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964" y="3476620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72E3A9-D00A-4C0B-80D5-7376DE8EB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824" y="349445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A6FEE8-F47D-4FF2-B81B-4649067FC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089" y="3476620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94907C-55C6-49E5-9219-56BDC2C12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801" y="3476620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4CAB52-0FBC-4562-9C8E-A86DDD9D0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252" y="347699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73B36D-41EC-440C-B9F1-67CC229E9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143" y="3476620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63CBD7-7F3D-463D-856D-53E270723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775" y="349445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98DA6F-4B42-4D04-AA21-F9055456E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633" y="3476620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2964E4-0E27-40CC-A4EC-DDCCFE9EE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698" y="3476991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8CA23F-B6CE-413C-A2C0-DA9C5492F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719" y="3476620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156E45-0066-4F0C-BF5D-057EDBAE9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813" y="3476620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1BDBCC-C05A-43FB-9482-28F9D3BD9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727" y="349445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181327-5020-442F-8CB1-4CFA0A8F7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046" y="3476620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245EF5-96D2-488E-BAB9-7EF13950D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649" y="3476991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6F6C39-84DA-4A39-B988-0788E8052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183" y="3476991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AF5B75-E4E8-44FC-BE87-AB4560549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789" y="3476620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563DA3-7CF3-44D0-9E5B-46EF1369D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8678" y="349445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C82C74-FBE5-4E0B-BB67-9CC79D8AB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968" y="3476620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CA691E-1A34-4816-8D70-3B64C0AA7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5344" y="3476620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CC3615-C8BF-44F1-976A-DAC39464D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3134" y="3476991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861E36-7046-4C1B-9CBB-95F034C06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715" y="3476620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5F4666-AB03-4470-9DED-8AA0D967C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9629" y="349445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611642-1698-41D8-A238-DC0666CE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920" y="3476620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68CF09-A1F9-4A8E-AA18-3110B450A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039" y="3476620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BD9FB2-99B1-462A-9868-51EA53B33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4086" y="3476991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207BC1-B7E4-47B0-9F0A-742D30D72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2205" y="3476991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0C7ACF-56FA-4238-B23D-0B687A167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0580" y="349445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301080-5A89-4129-AE55-937EEF5F4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8756" y="3476620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7A3D5C-C48D-4FDF-B20B-22B134F11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6990" y="3476620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4E2E46-2FF9-4CED-A280-9C7CC7A1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5037" y="3476991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CCA8E4-B58D-4539-A786-9F2AE07A6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2643" y="3476620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8047F6-7D77-41C7-8300-67171659F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1531" y="349445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BE915D-EBFE-48DC-8F2D-5EB810FAC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9850" y="3476620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74350D-A3C5-441D-BC16-C9C21A223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9508" y="3476620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CCB8BB-FA35-48DA-A89C-2353CCE02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4450" y="3476620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F3A876-49DF-4F03-9CC2-9CED92E24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4079" y="347699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3FD216-157C-4016-9AB2-3D91811F8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2483" y="349445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C19DE6-6300-4037-B634-23E4BEC62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0802" y="3476620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C9D8F0-5322-491B-8A1E-7AAD78608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0459" y="3476620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E4E616-3FB4-4B3B-8B4D-43CFDEA56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426" y="3476620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567B20-374B-4FCC-8BEB-200AAA42F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4517" y="3476620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00C47D-561B-4CF5-868C-48D6DB374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3434" y="349445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F4D6CB-F3AB-46AD-AF2B-21CB768EC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0699" y="3476620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0D51C9-250D-4CB0-84DF-CFCC624F0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328" y="347699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A2E4B3-F475-4C64-B72D-05B817DBF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914" y="3684300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D37A9E-318C-4EAF-BCAC-FD017AE38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90" y="3684300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0DBA40-988B-4D03-AE9D-B6E95A9F0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922" y="370213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BF6AF4-F429-4BCA-BB0A-04D0E2D76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469" y="3684300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D7CB15-0A51-48D1-8DC9-4D8AE7BB3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306" y="3684300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7CCAB9-6D28-4901-A07D-1A41F41C3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50" y="368467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711B55-6DA9-4051-8A3C-73EEF6CC4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552" y="3684300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FB4366-21D9-4625-816B-9F2648953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873" y="370213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B6D162-E981-4F77-9399-2FC2219A6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135" y="3684300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B60F2C-7921-4FB9-87EC-6E1741B59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767" y="368467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2468D6-16B4-4CCC-89A6-FE34B3010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330" y="3684671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CFB873-BB11-4523-A5A8-89350FC94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449" y="3684671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B6E507-2B40-4B48-9D04-8204B8DC0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824" y="370213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269003-2CDD-480B-B1D6-40820AB31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143" y="3684300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43824A-D4FA-4AE9-8748-05AAF486B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262" y="3684300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6A4630-1C3F-4965-AB41-C04097491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768" y="3684300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E11CD8-42BC-4539-B80C-FFFA6D141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143" y="3684300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4DEEF0-5A22-4788-AF7D-A79DC9306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775" y="370213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C62F1A-B8AC-4B10-A6EE-9EC2B6CCB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066" y="3684300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B6129B-FDFE-418A-B6D9-2F1C23D01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159" y="3684300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9E3A42-AB39-4045-AF0D-29559E819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719" y="3684300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4DE800-71CC-4184-92A3-6DF24BC75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867" y="3684300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09A183-9B3F-4C9B-8F07-C0CE3B506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727" y="370213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7A43C6-0E33-4159-961D-677338817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903" y="3684300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4A1126-20CF-49CE-90F3-7FDE9865E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393" y="3684300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AC1E3F-3DB0-4229-94EF-8707B81BA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1670" y="3684300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904CDE-FB1D-4285-8B1B-AA1DEEE9B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761" y="3684300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186876-AF4F-4E51-8DB9-25FF174FD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8678" y="370213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AD78BE-8BD8-4827-803F-746F5A2FC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997" y="3684300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DC28C2-460D-434C-8CC0-4236EB4C9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062" y="3684300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C75D95-C38F-4774-A094-353CE0CF2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3134" y="3684671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0B9A2A-7BB3-4673-B86B-E44E176F0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0997" y="3684300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30643D-0752-4A47-8A8A-752B8D709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9629" y="370213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4F92D6-938F-4F6D-A866-3023B3B54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948" y="3684300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62718C-63C9-469F-9F75-439AE3FBB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5013" y="3684300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BD75DB-81BB-477D-96DF-CADF7A819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3573" y="3684300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DA716C-9F49-4311-BEB2-0350AA672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2205" y="3684671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91E52E-BB69-403F-A168-D0FB16D61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0580" y="370213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AA50DB-7AEA-4245-A4BD-3A62650EA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9383" y="3684671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59445B-D740-4D2A-8173-2E442932C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6990" y="3684300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38FF78-5A71-41B8-A49B-D8EF2D598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5037" y="3684671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0D68A5-BC68-406D-B449-01C25684F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2643" y="3684300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E3312E-372C-4038-AB60-AC2CF9E31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1531" y="370213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A2A652-8258-453F-99B0-59F5C87C4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8796" y="3684300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0DAFCE-0910-410B-9020-048244219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9508" y="3684300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274723-E13D-48B7-B6FE-B55B199BF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4450" y="3684300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1E5524-A98C-4CAA-B0F9-DB511FC39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4079" y="368467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CD1051-6848-4802-9B2D-C3D9A142F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2483" y="370213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00EC2E-06E8-4E11-82A4-8E377B200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2340" y="3684300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D17516-DF90-4237-9D84-75CEFF01F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8892" y="3684300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5155D6-5DEB-4A37-98DF-B0E976A1C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426" y="3684300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5EB5E8-6DB9-451B-9303-D8A667D1B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4574" y="3684300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9BD7F4-88A6-473C-B989-2C4D4AA77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3434" y="370213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00687D-4F49-4A2A-A84D-735751C4E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3291" y="3684300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883881-684A-4B74-AAB2-57B7593ED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9729" y="3684300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E21EA8-E1A1-48B0-A551-23FE1FCEC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427" y="3892351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AD6A9D-7627-422B-B69B-098C5551D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008" y="3891981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ABB477-7747-40FE-9E99-8E1550AB1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922" y="390981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308223-812D-4A01-B4C3-DB43DB69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187" y="3891981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ABC70A-B4B3-45DD-88C2-11268C8DD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816" y="389235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0699C5-E211-4F35-AA2F-3AC3EEC20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866" y="389198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C1ACCD-82D5-458F-A3BF-C8970635F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959" y="3891981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088F7A-3982-42D7-987A-694654F56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873" y="390981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70B3A7-8D38-4D0A-9E5A-FAAAD37D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138" y="3891981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2D6D49-0709-4406-A7C6-3541550F6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57" y="3891981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C0A99B-A56E-4FD6-957A-9700287AA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791" y="3891981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05BADF-1C3E-44C5-BAC7-303ECCFCF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936" y="389198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599705-AF62-45A6-8A40-05A779C13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824" y="390981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82B4C4-6370-4409-BF46-FAD93A3F3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115" y="3891981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7075AF-C082-471F-850B-9E65BA71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08" y="3891981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42EE26-1647-4D8E-AC24-06314AFA8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768" y="389198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6296DE-653B-40CF-9104-1EF547745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454" y="389198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D7AF5F-02FC-4485-AC99-07FC9B111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775" y="390981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DA5EDF-1849-4295-A519-D9FEF3B10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066" y="389198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B16AA4-639D-4593-91BC-6CED590D1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157" y="3891981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26FE6B-AA2A-4C80-842B-8F1C8B655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719" y="389198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850538-8B65-4449-91DB-4523E6815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0405" y="389198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4F358D-3D93-41B9-B86A-DB68CEA61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727" y="390981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2AA7F2-41CE-4BB2-8654-E49EBF54E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017" y="3891981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E34549-121C-487F-B95A-06184D708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703" y="389198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37E137-089A-4CC5-B132-2E764E869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155" y="389235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9C5AED-6CDF-4F0F-B013-4B7938A7E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761" y="3891981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2C8E8F-5204-4221-B9C8-6E864E384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8678" y="390981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5B28DD-1028-4525-B826-FF0F90C1B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5943" y="3891981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2108FA-A4A4-4B52-B1C0-22A959896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5116" y="389198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CAF854-EF98-49F6-9781-0552FEAD9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3134" y="3892351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251328-B196-49EE-8C8E-4F31219AD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1225" y="389235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81B862-427D-4947-87CB-172440429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9629" y="390981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90CF90-04F3-4EEF-B201-805ADF592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06" y="3891981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429092-AEC0-4C81-BF16-039D5CB39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523" y="389235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0135B0-8D2E-484D-8C54-032A5AC25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3573" y="389198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486EA6-4F29-43B4-A003-3D559FCCB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1663" y="3891981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E75FF4-41D8-4AB7-B840-6F97F434B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0580" y="390981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C8189A-D47A-4AE0-9295-87EE1EB33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8870" y="389198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EA074C-63EA-47D4-9A4F-D41E963B1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6990" y="3891981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31DE5B-AD32-4A52-8794-4AF72AC27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5037" y="3892351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5BFE38-FF98-4D6B-9414-6AF8B4362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2643" y="3891981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3A8FE0-E788-41E9-8000-2FDB26731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1531" y="390981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24B29E-487A-4779-A8F2-3570F4972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0334" y="3892351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286285-0047-494B-8FCB-41FB97D5B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6915" y="3891981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AE587B-A248-4C4B-9F22-A67DCDF7D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4450" y="3891981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7668C8-3930-43E2-8BE9-7B84E68BF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3594" y="3891981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7159D6-2990-457B-8D03-664979F08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2483" y="390981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935E15-D21C-429E-BF01-80E9B5C6F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2340" y="389198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1A0D7E-ED44-416E-BE89-A9BBFEF8D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8864" y="3891981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BB5CD5-0A90-45BE-BF68-A8386F237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426" y="389198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6038C8-B587-4572-B717-907540B99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4574" y="389198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F6B02E-F76B-4778-B9CD-CB55FB644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3434" y="390981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952FCF-E464-4279-AE79-1C5B5D24F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1724" y="3891981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3EEFF1-2457-4FED-8FA6-6F0CE63E8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356" y="3892351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369A62-C538-420E-B0CE-4C7AFC633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427" y="4100031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B72EA1-C347-4E72-9751-1FB674D47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034" y="4099660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EF24CF-94B3-4C3D-A8C5-CFA973D3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922" y="411749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13678E-B0BD-4B00-BFE3-D22E87F29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187" y="4099660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E49965-01A7-4F5D-8DE7-2F606A34F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331" y="4099660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9E2985-A289-40B5-8A28-9BFD09418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866" y="4099660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1B3165-637D-416A-A283-E7FC13C63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013" y="4099660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33BEB4-6203-45E5-8780-CC5F35C90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873" y="411749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DB9551-66B0-4249-86EC-719AF591E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192" y="4099660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8B63D0-7C6A-4C02-B04F-01CF074E1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311" y="4099660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E0481F-6A96-450B-BD97-CB7B33E65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791" y="4099660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D1C57A-7C09-4858-A871-D138DCF01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936" y="4099660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6417B1-434D-443E-A25A-B1B9B11BF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824" y="411749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1A3C3D-A87B-4E78-B710-CFA72C9A3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99" y="410003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1D8A36-D111-4B62-9039-C0C6EAD88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234" y="4099660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DA4AD9-A33D-45E9-9BC3-6356DCD7D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768" y="4099660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3F677A-20EF-4FE6-B84F-8E7E47D27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454" y="4099660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45BC79-90C4-4193-B2DE-27E4BEE2D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775" y="411749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976A46-4B86-470B-8BEA-48156E9F2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094" y="4099660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2B3AFB-C9EE-4D81-A05A-D81C3BB2F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698" y="4100031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F7D4C4-3628-4F29-8ADB-A25A809DE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232" y="4100031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E98BD1-4417-4B48-AAAA-AD4F24E52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724" y="4099660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DA8F07-FBFC-4F5F-A7FF-99C77CE5B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727" y="411749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0701D9-2D67-41AD-A95E-F2B6FAD36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91" y="4099660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ADED39-547B-44D9-BA66-8A328A4A9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111" y="4099660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FD783D-1B74-40FE-A041-62CE497A5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1670" y="4099660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24E36A-3CD6-44C7-911F-6264F063C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818" y="4099660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DA4CA7-031E-41AC-A38F-B4734BE78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8678" y="411749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1F5C64-F5F3-44B8-9A16-04773F086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854" y="4099660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DC322C-90AE-48DD-8E7B-BC8ED08B5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6654" y="4099660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2C9639-06AF-4271-9223-6D3C21AE5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3106" y="410003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DA659D-9C68-4262-B9A2-50E1DF940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0712" y="4099660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DBBA54-ED11-4AA9-818A-E4E421C58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9629" y="411749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EB2591-7C95-4B5D-9AEC-7E3EE50F9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9486" y="4099660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CEB4C8-4560-4C0D-B763-1148BA71C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295" y="4099660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468851-4ED9-44F2-895C-C325622DC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4086" y="4100031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74E20F-A5DC-4EFE-8AE0-36D3E6437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1578" y="4099660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8469E4-3E4E-4142-B062-BADFA4258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0580" y="411749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8B7E6A-85EA-4862-804C-2DBB067E1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8756" y="4099660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FADFBA-C5F3-4073-B6C1-D8BAAB4A8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6961" y="4099660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C48B7E-CEEB-4F41-9A82-88EC11C45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5037" y="4100031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6B3FD9-7B8B-499C-A3C7-92A5D294E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2529" y="4099660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7886B8-B845-4560-93DF-CD7459E54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1531" y="411749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B2A75D-6159-45FB-BAE3-838E5AABC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0306" y="410003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0BF01B-2E4E-4C40-AAB9-4D1C88843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7941" y="4099660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33BBA4-5589-4AFC-B709-802ADED05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5988" y="4100031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45A885-16C1-4CB1-B935-C24C0A456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2569" y="4099660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9EE42C-ACDD-4026-AAF2-E783C91BE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2483" y="411749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E45645-B5E5-45EC-A1AA-E0C0EDBE1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2340" y="4099660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6EBB14-5CF2-45C8-A3DA-FE3CD4DD9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8921" y="4099660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525666-C2B4-4D0C-995D-773AF985F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426" y="4099660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61CB08-20D1-437E-B5D5-3541A4097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4517" y="4099660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04B68C-0846-4B77-8DB7-68262CB53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3434" y="411749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CD773D-FC4E-482D-9525-2CE835735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1610" y="4099660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F6CB2A-EFE9-4113-8F2D-0F56D269E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9815" y="4099660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033F9E-94CE-43B8-A933-64CA5B8D2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889" y="4307340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0F8F93-E54C-4D9C-A892-50F244438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920" y="4307340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224AAA-5D63-453F-962C-1EC236ADF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922" y="4325174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7D7233-9627-456B-8882-C788DC8FF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212" y="4307340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C20FE8-CC22-475D-AB28-CAA0A7011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331" y="4307340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5E8582-3752-47C6-ABE8-DB97193CE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866" y="4307340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798391-9233-4908-8248-6262C9337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013" y="4307340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58318D-09B3-416E-A546-C74B129B3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873" y="4325174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A1E247-8EF9-4AB5-B2FF-F979B2B0F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730" y="4307340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640945-7829-4F74-9927-5AE0EA711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311" y="4307340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87FD9E-066C-478B-AF46-A67100065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791" y="4307340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680FA4-396E-4ABC-BC59-3BF1D793A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910" y="4307340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936647-BDD2-4A32-9474-ABC63E4A2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824" y="4325174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41D2D6-3E59-4EF0-ADD2-2FE373210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371" y="4307340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C5D199-A37D-479A-A44C-D8B41D001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718" y="4307710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00D22C-48F0-4BBB-BFAB-3922881FD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281" y="4307710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0D4754-F011-46B9-A9BE-41300726E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861" y="4307340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DA4B9A-A6B2-4DD3-823D-0211F98FA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775" y="4325174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6C513B-5913-4266-BBDB-F391C3DCC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094" y="4307340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CB2234-2DAB-4DA8-BFC1-85550D302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441" y="4307340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925CEA-9E2F-491E-BC0C-98496DB76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719" y="4307340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EC461E-E5AF-45BC-847A-F2C506E49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0405" y="4307340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CBA5AF-F5A0-43DB-98DF-7BFECBBD3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727" y="4325174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775C2E-37D5-443F-B396-38564E397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046" y="4307340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C3BA22-D23D-4205-8459-C336444E8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136" y="4307340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D20FB8-F02A-4C70-BE1E-9FB0C1385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183" y="4307710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0F94AC-DECF-4BBA-BABD-8D96ED9F3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676" y="4307340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C2F159-7759-4714-810B-B32CDC83D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8678" y="4325174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FEA271-574B-4038-AC43-C7DCB8EEC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535" y="4307340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F83FE8-E0D8-4079-B520-DFAB51012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5087" y="4307340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8E481F-EEDC-4B24-813B-9662F6781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3134" y="4307710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8B9D40-FBB5-481C-AE93-DF7DD419D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0997" y="4307340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4A1FDE-6DDA-4224-B1AE-C63B7ABD2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9629" y="4325174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D5A710-BFBD-4EFC-8E32-CF4DEDD9F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8432" y="4307710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4F602C-51C9-48CF-9BD4-FDF0EBD2F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551" y="4307710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0216A2-0AEF-4180-BE68-55D8E1EC3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4057" y="4307710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CB0808-73A1-44FC-99FE-4A864C67B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1578" y="4307340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EF44BF-F424-4A19-AC0E-EF59478DA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0580" y="4325174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86CBB6-3F36-4E60-8637-5BE03E2E8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8756" y="4307340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49F475-F8FE-4A1C-B0E1-85FF819F0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6990" y="4307340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569778-07E0-4620-8065-E4E9EAC29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524" y="4307340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BF565B-2DCE-4988-B170-4EB8D699F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4210" y="4307340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D916AB-686A-4345-95E3-5C70FEE97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1531" y="4325174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8299F4-D9AC-49D8-B794-553465D98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9822" y="4307340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ED8B6D-C514-49B3-B34F-3C3170452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7941" y="4307340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1D587C-E972-4B46-8855-684B03BB0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4450" y="4307340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61D74F-3DC3-47F1-9654-523BC2934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3594" y="4307340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D2F732-C114-4D0D-AD16-9AF3EEA90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2483" y="4325174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2078D1-5398-4ED9-A625-FD5A66155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0659" y="4307340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D96674-3328-4791-858F-985066DC9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867" y="4307340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B5B973-EE66-4B98-A4B2-52CB7E6D6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426" y="4307340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821869-87DB-46C4-B6DB-AF27E52E5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4802" y="4307340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B180A0-503B-48AF-801C-3C31F7A5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3434" y="4325174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5B1A7E-E524-42E4-8D2F-176E792F8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1610" y="4307340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9A27A0-C6A6-427F-8CF1-8936DBFB7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9815" y="4307340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7EEFDD-3446-41FF-8772-4B2AD7E96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427" y="4515391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1B8810-0B1A-47D6-B4F5-CEEE9E019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90" y="4515020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1C0907-9609-4C4C-BA87-20FBDBA27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922" y="4532854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D60964-3B47-4971-A96C-6BFDCCDB4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184" y="4515020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5DEC47-4781-44DC-B71E-6638A915D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331" y="4515020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C3DB0B-2C00-4B6D-8868-535147FC4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866" y="4515020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117EA2-9F22-47B8-925A-120E680F8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013" y="4515020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D0F7F8-D086-406E-8355-47F24F63F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873" y="4532854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F1E149-32F1-4E6C-A4BF-248CD235C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050" y="4515020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EC37D0-1804-436D-A9DD-D77D0E136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57" y="4515020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D645AF-5FA9-4563-96BD-525B08892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791" y="4515020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BB8939-374B-4B55-BF1D-280388CA4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936" y="4515020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55307C-D314-4C5C-8F5A-1674890E3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824" y="4532854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7F28B6-1ACF-412F-AB29-FF206A5E4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115" y="4515020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38E6BA-61C8-4BE2-A13D-38810C9C1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08" y="4515020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46D51B-32DA-4078-8FB1-8F0F17047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281" y="4515391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33E422-72D6-4A4C-8C64-02C27D075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773" y="4515020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2F8FE0-FCA2-4ACA-85D7-14531C38E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775" y="4532854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98BA70-F6F0-4786-B8BD-120BD37EB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040" y="4515020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708B4F-8B6E-4F61-8852-2AF27184B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214" y="4515020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D6AD10-9CD8-4B91-BF10-0682C2E17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719" y="4515020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B98ED3-B8CE-4801-B03C-6790F5851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810" y="4515020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7A0D17-3BA3-4685-96AA-3509036A8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727" y="4532854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44FB18-238B-46B9-A5E4-5290177D5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989" y="4515020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85A9E1-5335-4BFD-A42E-9CF8A09F2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621" y="451539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6E2647-FCA4-47DC-91F1-111E84C3F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1670" y="4515020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27BA66-40CA-44F9-B776-B6B7542FC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761" y="4515020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0665B9-D3DF-457C-AD98-862D5A3E8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8678" y="4532854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611EA2-411D-4761-BC49-2E205A35D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535" y="4515020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0FBD9F-563F-4A9E-82D4-F48B1137B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5087" y="4515020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331520-B9EC-431A-9B25-A71D624A9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3134" y="4515391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7EC000-8C8A-416B-BE70-0997CC20E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715" y="4515020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53079B-04C6-4E35-9A38-E6C235F05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9629" y="4532854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7D1721-CA3C-4E8B-87E4-851D6C0CE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06" y="4515020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1DAA6C-C9E5-4F67-934B-D35E191BF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5925" y="4515020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15DD90-431E-46EE-BED2-23574FBCF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3573" y="4515020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EB1B11-3CD0-4168-9047-80D92A01E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1948" y="4515020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C209F0-5E6F-43E9-BB58-22D4ADB18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0580" y="4532854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B06704-FDDE-4798-8456-244C0E94E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9355" y="451539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B8F6AD-B50A-4F62-AD65-F04094815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8557" y="4515020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F0E8B2-CF8E-4993-BE7E-925D7DDE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5008" y="451539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588617-2282-461F-86E9-CDACF09B4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4210" y="4515020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F06E40-F6BC-4A7B-B034-502A93E8F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1531" y="4532854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01392D-E30A-4E57-9E42-1F8AE8D40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9708" y="4515020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7E1E4C-EEB6-4A58-9B70-7C017CA6A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8425" y="451539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FFCF86-601C-4E6E-B450-37696E5D1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5988" y="4515391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1A6797-310A-4EC5-AC2A-F37BBC009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3566" y="4515020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F8735B-A42F-4570-8C8B-0058ACA07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2483" y="4532854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821D83-8F21-4F36-AC5E-B690F2136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2340" y="4515020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D1D371-72B3-491C-94DE-187D96632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8892" y="4515020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16DFFB-91CB-4C6C-BC4B-ECB21DE1A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426" y="4515020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59D76B-3A7C-4DA9-A895-68DB89BE1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3520" y="4515020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B74214-347E-4A8A-A897-2491E61E1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3434" y="4532854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D5CCDB-A0D4-409B-8C61-00A70A72D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1981" y="4515020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8291F0-31EE-4E46-9453-82A4EF9E7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9872" y="4515020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BF5261-1E60-4FAE-881C-FA528D8D6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889" y="4722700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E61083-48A9-40F8-8741-AF2489C3D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518" y="4723070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549E8C-2299-4D01-A96E-7F5E1BF5D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922" y="4740534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5DCAFD-0224-4F26-913B-7902C256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098" y="4722700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141F3D-6F2B-4857-A1FA-118AC2D66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844" y="4723070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0E6D60-CCD9-46A3-8203-59A4CC0AB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78" y="4723070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83C7FB-C179-4080-8535-4D6C1A858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985" y="4722700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374897-668F-4F83-999D-B2261C60C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873" y="4740534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9BBE83-D5FC-408A-A18E-8B7280B8C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163" y="4722700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7ACF9C-1D47-43E5-8131-1FFFA610C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850" y="4722700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88AF29-CEAA-46D6-8B43-1E779CBC8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073" y="4722700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6E1E5C-75F8-4F5F-A1E4-B4C4C5020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822" y="4722700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B78577-F8CD-4D4C-961B-37F84344F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824" y="4740534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F3F6FA-1089-4442-B51A-AB60CAD5E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371" y="4722700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B73167-15C4-4FA3-9175-196060E57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234" y="4722700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C55CB6-2DEB-4BD5-BFDD-33FC9EF76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281" y="4723070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F5AA62-979A-4B2F-ACBF-78BBBB3BB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143" y="4722700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4AEA3B-F1F5-4CE8-B0CC-A780DFA2C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775" y="4740534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3E7C4B-B7C7-4BA6-8C1B-75A34428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550" y="4723070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367718-269B-44B4-91B2-072EC8EA6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441" y="4722700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9CF1F4-0853-4FED-8412-8D170727B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693" y="4722700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5E812C-3BCB-4C3E-B4C3-439BD7818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724" y="4722700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A100C8-7136-4595-A91B-DCDF0C1D9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727" y="4740534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D9D250-8E01-4509-82AA-E60274427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046" y="4722700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A589CD-B8A4-4CA0-85A8-193DB3B83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649" y="4723070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C78CA9-A90F-46CD-B756-7BCD9E33A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183" y="4723070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04DE9B-C44C-4B6C-8D9B-0722C79A9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8764" y="4722700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5E3228-41E1-4C52-9219-F260EF0E0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8678" y="4740534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513899-BDDE-467C-BAD6-A76C6EDEC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854" y="4722700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FABC4F-5BAC-47B7-962B-7041C779A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5344" y="4722700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14B667-6F32-48C3-92A2-BDCBA6483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3134" y="4723070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45DBBE-1183-49AF-8D82-0D7E9B3C5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2308" y="4722700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44B933-1545-4772-AC70-2BE80A931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9629" y="4740534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973938-0CBB-457C-B852-6CB52719D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8176" y="4722700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14E4AD-9802-4A94-875D-A7E206A53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7606" y="4722700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F384CB-E03E-4F79-A917-4C4D2A92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547" y="4722700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F3B548-5560-4BB8-AE5F-5143F96D3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2205" y="4723070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B9B62E-5641-420F-823D-B89B9304B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0580" y="4740534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7CF8CE-3689-468B-AE7C-D320251B2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9127" y="4722700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2B8FF3-234C-44AE-8BCE-C3F021DC5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8557" y="4722700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C90520-2650-46BC-997E-1990E9F5A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3498" y="4722700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B0DD59-E145-4F8D-A074-4F92BCDFF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2643" y="4722700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E2440B-6A22-4DCE-BE4A-CE28CCFAD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1531" y="4740534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FF6C61-5A09-4534-8117-64E5AE0CB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0306" y="4723070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CD07A7-D434-4258-A499-3CE8C5961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7941" y="4722700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551681-533A-4FD0-B9A1-6AF7829EA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5475" y="4722700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793A4D-F736-4716-9858-00E5A9633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3623" y="4722700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D19E04-35C0-4560-9A32-1DDD9EC70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2483" y="4740534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702469-A66A-4AF8-A1EF-B2A1084CA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0659" y="4722700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729D62-C0A8-477B-B980-A4ED0AF9D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8778" y="4722700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7375D8-A234-42F2-BD96-37060EF3E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939" y="4723070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F861A4-AAF7-4E0F-9425-D0E02C584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4802" y="4722700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703A9E-9C0F-4C8B-8D18-C82AE4E11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3434" y="4740534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9009AE-8FCB-4FB3-AA30-D59EB5996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0699" y="4722700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69A4DF-73FB-4C96-9CB1-96C8C2E35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9815" y="4722700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FEB323-FB84-4E2D-84C8-133C1FC00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427" y="4930750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6027AA-6967-4BC8-ADD6-595B0014A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518" y="4930750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48DDF0-DAC1-4840-BF62-1A4CFA230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922" y="4948214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06D9C1-753F-4C65-9735-307138083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241" y="4930380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308484-073E-4F15-87F3-DB10C65F2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360" y="4930380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EE557D-4FDD-4C31-BE41-834D30EEE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866" y="4930380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5EE787-5D07-4552-BF83-2969C26F0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985" y="4930380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B4A5FD-1721-4380-BD91-7E00F0844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873" y="4948214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1DA430-2211-4B2F-8F39-BB6ECB612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648" y="4930750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F70C8D-5E7A-4FF6-8B06-85C014479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254" y="4930380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2AB867-23DA-4C43-A022-C8C77C688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791" y="4930380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22CC5F-186B-421B-B238-728D20F91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936" y="4930380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650AE9-1A46-4E4E-B5F7-3F14305F5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824" y="4948214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8A894C-2DB6-401D-A3E8-5000C86FE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99" y="4930750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1C0CCD-4C26-416D-81F0-AA0B779A2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718" y="4930750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DA440C-2293-417C-925D-89363A433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768" y="4930380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A28137-CC1A-46D9-B88C-2492A2318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861" y="4930380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109478-6376-4829-8BA7-7048C1409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775" y="4948214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D35060-B24B-4BDC-98A9-7AC628F15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037" y="4930380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AF9AB8-15F0-47E2-A47F-A7AC83AF9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185" y="4930380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67759E-984D-4C59-A93A-149A09F13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719" y="4930380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CBB367-B8C5-43DE-8D22-E61BEEF71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095" y="4930380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389FA9-D785-4BA4-8DA9-92784102D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727" y="4948214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1C5A95-DC78-497B-BC9E-4E7D0FEF7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501" y="4930750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E22592-4E10-487D-ACF6-072988D40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393" y="4930380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F6551B-3DF5-4F18-B4B5-5D658674D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1670" y="4930380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711E48-8916-4788-B490-D0F4DD44C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0302" y="4930750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E28F6A-E142-4DE1-8AA3-9467AF4EF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8678" y="4948214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487E96-BC87-424A-85C1-59630279B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535" y="4930380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4D7550-FE2E-49CC-B983-CAD2824DE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5087" y="4930380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223923-A6E7-4A79-9F3A-644FF138D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3134" y="4930750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0C6CF6-0285-4190-B7D5-497AFBB5D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0627" y="4930380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0E82F7-33BC-4C94-B11A-95AC838C4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9629" y="4948214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0B5E82-B7BB-452D-93B0-C0BD392F3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8404" y="4930750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18F601-F9FF-4BFA-BD5E-8C051702D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295" y="4930380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D4AD16-673B-496E-9CB7-DA03B2099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3573" y="4930380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B79A04-9255-4285-93F2-85A0F83C8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1948" y="4930380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6B639E-7072-409C-84F7-9F9189773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0580" y="4948214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D80487-DD53-4831-A4A2-30A5276A2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8756" y="4930380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DB15AF-7253-402D-A345-8A5EA4A6F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6876" y="4930380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D638D6-68D7-4DBA-A787-BC347343E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524" y="4930380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7AA1F2-B6AA-427D-A6B3-79A17C05A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27" y="4930750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8F24AB-0D16-4D60-8105-5D984A188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1531" y="4948214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B8CFE6-AFBB-453D-A2C6-5B91B3648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9793" y="4930380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442841-AD1F-43CB-BA42-1D158C5E3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7913" y="4930380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422118-CA98-42DA-AF43-059C8C413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5988" y="4930750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C0EDA4-14FF-45E1-BF2A-2AD53594A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3851" y="4930380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824252-72F0-42BD-99C9-10B3CF1A1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2483" y="4948214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3965D7-E778-452F-A23D-00437C864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2340" y="4930380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9C314B-71E0-494C-B3FF-793F4213C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8892" y="4930380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FA504D-FDEF-4536-B9F1-ABEB6BCD8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911" y="4930750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1971B2-48F3-4EBD-8F72-6DC32B636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5030" y="4930750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E14F97-3CAC-45B5-AB3D-379B274BA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3434" y="4948214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9E8727-9B90-45B4-B566-C3C303239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1696" y="4930380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EA1CC6-BB67-451D-92B6-E65553AD3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9815" y="4930380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67E8B0-92EE-47D9-9D8C-87A254A4F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330" y="2687777"/>
            <a:ext cx="48739" cy="58152"/>
          </a:xfrm>
          <a:custGeom xmlns:a="http://schemas.openxmlformats.org/drawingml/2006/main">
            <a:pathLst>
              <a:path w="48739" h="58152">
                <a:moveTo>
                  <a:pt x="0" y="58152"/>
                </a:moveTo>
                <a:lnTo>
                  <a:pt x="0" y="55360"/>
                </a:lnTo>
                <a:lnTo>
                  <a:pt x="36216" y="4786"/>
                </a:lnTo>
                <a:lnTo>
                  <a:pt x="6142" y="4786"/>
                </a:lnTo>
                <a:lnTo>
                  <a:pt x="6142" y="13481"/>
                </a:lnTo>
                <a:lnTo>
                  <a:pt x="1356" y="13481"/>
                </a:lnTo>
                <a:lnTo>
                  <a:pt x="1356" y="0"/>
                </a:lnTo>
                <a:lnTo>
                  <a:pt x="47304" y="0"/>
                </a:lnTo>
                <a:lnTo>
                  <a:pt x="47304" y="2792"/>
                </a:lnTo>
                <a:lnTo>
                  <a:pt x="11088" y="53366"/>
                </a:lnTo>
                <a:lnTo>
                  <a:pt x="43953" y="53366"/>
                </a:lnTo>
                <a:lnTo>
                  <a:pt x="43953" y="45230"/>
                </a:lnTo>
                <a:lnTo>
                  <a:pt x="48739" y="45230"/>
                </a:lnTo>
                <a:lnTo>
                  <a:pt x="48739" y="58152"/>
                </a:lnTo>
                <a:lnTo>
                  <a:pt x="0" y="5815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02BD5B-C5B9-4292-A6F6-DD09E6553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648" y="2686740"/>
            <a:ext cx="51771" cy="60226"/>
          </a:xfrm>
          <a:custGeom xmlns:a="http://schemas.openxmlformats.org/drawingml/2006/main">
            <a:pathLst>
              <a:path w="51771" h="60226">
                <a:moveTo>
                  <a:pt x="51771" y="43794"/>
                </a:moveTo>
                <a:cubicBezTo>
                  <a:pt x="50016" y="49218"/>
                  <a:pt x="47144" y="53366"/>
                  <a:pt x="43156" y="56078"/>
                </a:cubicBezTo>
                <a:cubicBezTo>
                  <a:pt x="39087" y="58870"/>
                  <a:pt x="33982" y="60226"/>
                  <a:pt x="27840" y="60226"/>
                </a:cubicBezTo>
                <a:cubicBezTo>
                  <a:pt x="24011" y="60226"/>
                  <a:pt x="20421" y="59588"/>
                  <a:pt x="17230" y="58312"/>
                </a:cubicBezTo>
                <a:cubicBezTo>
                  <a:pt x="13960" y="57036"/>
                  <a:pt x="11088" y="55201"/>
                  <a:pt x="8615" y="52648"/>
                </a:cubicBezTo>
                <a:cubicBezTo>
                  <a:pt x="5664" y="49776"/>
                  <a:pt x="3510" y="46426"/>
                  <a:pt x="2074" y="42757"/>
                </a:cubicBezTo>
                <a:cubicBezTo>
                  <a:pt x="638" y="39087"/>
                  <a:pt x="0" y="34859"/>
                  <a:pt x="0" y="30153"/>
                </a:cubicBezTo>
                <a:cubicBezTo>
                  <a:pt x="0" y="21139"/>
                  <a:pt x="2553" y="13880"/>
                  <a:pt x="7817" y="8296"/>
                </a:cubicBezTo>
                <a:cubicBezTo>
                  <a:pt x="13003" y="2792"/>
                  <a:pt x="19863" y="0"/>
                  <a:pt x="28478" y="0"/>
                </a:cubicBezTo>
                <a:cubicBezTo>
                  <a:pt x="31669" y="0"/>
                  <a:pt x="35019" y="479"/>
                  <a:pt x="38609" y="1276"/>
                </a:cubicBezTo>
                <a:cubicBezTo>
                  <a:pt x="42119" y="2074"/>
                  <a:pt x="46027" y="3350"/>
                  <a:pt x="50175" y="5026"/>
                </a:cubicBezTo>
                <a:lnTo>
                  <a:pt x="50175" y="18427"/>
                </a:lnTo>
                <a:lnTo>
                  <a:pt x="45788" y="18427"/>
                </a:lnTo>
                <a:cubicBezTo>
                  <a:pt x="44831" y="13561"/>
                  <a:pt x="42836" y="9971"/>
                  <a:pt x="39965" y="7658"/>
                </a:cubicBezTo>
                <a:cubicBezTo>
                  <a:pt x="37093" y="5345"/>
                  <a:pt x="33025" y="4148"/>
                  <a:pt x="27840" y="4148"/>
                </a:cubicBezTo>
                <a:cubicBezTo>
                  <a:pt x="21618" y="4148"/>
                  <a:pt x="16911" y="6382"/>
                  <a:pt x="13720" y="10769"/>
                </a:cubicBezTo>
                <a:cubicBezTo>
                  <a:pt x="10530" y="15236"/>
                  <a:pt x="8934" y="21697"/>
                  <a:pt x="8934" y="30153"/>
                </a:cubicBezTo>
                <a:cubicBezTo>
                  <a:pt x="8934" y="38688"/>
                  <a:pt x="10530" y="45150"/>
                  <a:pt x="13720" y="49537"/>
                </a:cubicBezTo>
                <a:cubicBezTo>
                  <a:pt x="16911" y="54004"/>
                  <a:pt x="21618" y="56158"/>
                  <a:pt x="27840" y="56158"/>
                </a:cubicBezTo>
                <a:cubicBezTo>
                  <a:pt x="32147" y="56158"/>
                  <a:pt x="35657" y="55121"/>
                  <a:pt x="38529" y="53047"/>
                </a:cubicBezTo>
                <a:cubicBezTo>
                  <a:pt x="41321" y="50973"/>
                  <a:pt x="43315" y="47942"/>
                  <a:pt x="44591" y="43794"/>
                </a:cubicBezTo>
                <a:lnTo>
                  <a:pt x="51771" y="4379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9F23F8-12B7-4688-9802-0C07D6064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9267" y="2686740"/>
            <a:ext cx="38768" cy="60226"/>
          </a:xfrm>
          <a:custGeom xmlns:a="http://schemas.openxmlformats.org/drawingml/2006/main">
            <a:pathLst>
              <a:path w="38768" h="60226">
                <a:moveTo>
                  <a:pt x="1675" y="3510"/>
                </a:moveTo>
                <a:cubicBezTo>
                  <a:pt x="4706" y="2393"/>
                  <a:pt x="7578" y="1516"/>
                  <a:pt x="10370" y="877"/>
                </a:cubicBezTo>
                <a:cubicBezTo>
                  <a:pt x="13162" y="319"/>
                  <a:pt x="15794" y="0"/>
                  <a:pt x="18267" y="0"/>
                </a:cubicBezTo>
                <a:cubicBezTo>
                  <a:pt x="23931" y="0"/>
                  <a:pt x="28398" y="1276"/>
                  <a:pt x="31589" y="3669"/>
                </a:cubicBezTo>
                <a:cubicBezTo>
                  <a:pt x="34780" y="6142"/>
                  <a:pt x="36375" y="9572"/>
                  <a:pt x="36375" y="13880"/>
                </a:cubicBezTo>
                <a:cubicBezTo>
                  <a:pt x="36375" y="17390"/>
                  <a:pt x="35258" y="20341"/>
                  <a:pt x="33025" y="22655"/>
                </a:cubicBezTo>
                <a:cubicBezTo>
                  <a:pt x="30791" y="25048"/>
                  <a:pt x="27680" y="26643"/>
                  <a:pt x="23692" y="27441"/>
                </a:cubicBezTo>
                <a:cubicBezTo>
                  <a:pt x="28478" y="28159"/>
                  <a:pt x="32147" y="29914"/>
                  <a:pt x="34780" y="32706"/>
                </a:cubicBezTo>
                <a:cubicBezTo>
                  <a:pt x="37412" y="35498"/>
                  <a:pt x="38768" y="39087"/>
                  <a:pt x="38768" y="43475"/>
                </a:cubicBezTo>
                <a:cubicBezTo>
                  <a:pt x="38768" y="48899"/>
                  <a:pt x="36933" y="53047"/>
                  <a:pt x="33264" y="55919"/>
                </a:cubicBezTo>
                <a:cubicBezTo>
                  <a:pt x="29595" y="58790"/>
                  <a:pt x="24410" y="60226"/>
                  <a:pt x="17549" y="60226"/>
                </a:cubicBezTo>
                <a:cubicBezTo>
                  <a:pt x="14518" y="60226"/>
                  <a:pt x="11487" y="59907"/>
                  <a:pt x="8615" y="59269"/>
                </a:cubicBezTo>
                <a:cubicBezTo>
                  <a:pt x="5743" y="58711"/>
                  <a:pt x="2872" y="57753"/>
                  <a:pt x="0" y="56397"/>
                </a:cubicBezTo>
                <a:lnTo>
                  <a:pt x="0" y="45070"/>
                </a:lnTo>
                <a:lnTo>
                  <a:pt x="4387" y="45070"/>
                </a:lnTo>
                <a:cubicBezTo>
                  <a:pt x="4627" y="48899"/>
                  <a:pt x="5903" y="51691"/>
                  <a:pt x="8137" y="53605"/>
                </a:cubicBezTo>
                <a:cubicBezTo>
                  <a:pt x="10370" y="55520"/>
                  <a:pt x="13561" y="56477"/>
                  <a:pt x="17709" y="56477"/>
                </a:cubicBezTo>
                <a:cubicBezTo>
                  <a:pt x="21697" y="56477"/>
                  <a:pt x="24808" y="55360"/>
                  <a:pt x="27122" y="53047"/>
                </a:cubicBezTo>
                <a:cubicBezTo>
                  <a:pt x="29355" y="50734"/>
                  <a:pt x="30552" y="47543"/>
                  <a:pt x="30552" y="43554"/>
                </a:cubicBezTo>
                <a:cubicBezTo>
                  <a:pt x="30552" y="39008"/>
                  <a:pt x="29355" y="35577"/>
                  <a:pt x="26962" y="33184"/>
                </a:cubicBezTo>
                <a:cubicBezTo>
                  <a:pt x="24569" y="30871"/>
                  <a:pt x="21139" y="29674"/>
                  <a:pt x="16592" y="29674"/>
                </a:cubicBezTo>
                <a:lnTo>
                  <a:pt x="12923" y="29674"/>
                </a:lnTo>
                <a:lnTo>
                  <a:pt x="12923" y="25686"/>
                </a:lnTo>
                <a:lnTo>
                  <a:pt x="14837" y="25686"/>
                </a:lnTo>
                <a:cubicBezTo>
                  <a:pt x="19384" y="25686"/>
                  <a:pt x="22814" y="24808"/>
                  <a:pt x="25048" y="22894"/>
                </a:cubicBezTo>
                <a:cubicBezTo>
                  <a:pt x="27281" y="20980"/>
                  <a:pt x="28478" y="18188"/>
                  <a:pt x="28478" y="14359"/>
                </a:cubicBezTo>
                <a:cubicBezTo>
                  <a:pt x="28478" y="11008"/>
                  <a:pt x="27521" y="8376"/>
                  <a:pt x="25686" y="6541"/>
                </a:cubicBezTo>
                <a:cubicBezTo>
                  <a:pt x="23771" y="4786"/>
                  <a:pt x="21139" y="3829"/>
                  <a:pt x="17629" y="3829"/>
                </a:cubicBezTo>
                <a:cubicBezTo>
                  <a:pt x="14119" y="3829"/>
                  <a:pt x="11327" y="4706"/>
                  <a:pt x="9413" y="6382"/>
                </a:cubicBezTo>
                <a:cubicBezTo>
                  <a:pt x="7498" y="8057"/>
                  <a:pt x="6382" y="10530"/>
                  <a:pt x="6063" y="13720"/>
                </a:cubicBezTo>
                <a:lnTo>
                  <a:pt x="1675" y="13720"/>
                </a:lnTo>
                <a:lnTo>
                  <a:pt x="1675" y="351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DE0EC8-12A3-4721-AE61-A1750C4F8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448" y="2721520"/>
            <a:ext cx="19942" cy="6063"/>
          </a:xfrm>
          <a:custGeom xmlns:a="http://schemas.openxmlformats.org/drawingml/2006/main">
            <a:pathLst>
              <a:path w="19942" h="6063">
                <a:moveTo>
                  <a:pt x="0" y="0"/>
                </a:moveTo>
                <a:lnTo>
                  <a:pt x="19942" y="0"/>
                </a:lnTo>
                <a:lnTo>
                  <a:pt x="19942" y="6063"/>
                </a:lnTo>
                <a:lnTo>
                  <a:pt x="0" y="60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3D04C2-ACA2-4003-B085-320FC34EA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5288" y="2687777"/>
            <a:ext cx="57594" cy="58152"/>
          </a:xfrm>
          <a:custGeom xmlns:a="http://schemas.openxmlformats.org/drawingml/2006/main">
            <a:pathLst>
              <a:path w="57594" h="58152">
                <a:moveTo>
                  <a:pt x="33822" y="29276"/>
                </a:moveTo>
                <a:cubicBezTo>
                  <a:pt x="35577" y="29754"/>
                  <a:pt x="37173" y="30632"/>
                  <a:pt x="38529" y="31828"/>
                </a:cubicBezTo>
                <a:cubicBezTo>
                  <a:pt x="39805" y="33025"/>
                  <a:pt x="41002" y="34700"/>
                  <a:pt x="42039" y="36774"/>
                </a:cubicBezTo>
                <a:lnTo>
                  <a:pt x="50494" y="54004"/>
                </a:lnTo>
                <a:lnTo>
                  <a:pt x="57594" y="54004"/>
                </a:lnTo>
                <a:lnTo>
                  <a:pt x="57594" y="58152"/>
                </a:lnTo>
                <a:lnTo>
                  <a:pt x="43873" y="58152"/>
                </a:lnTo>
                <a:lnTo>
                  <a:pt x="34780" y="39646"/>
                </a:lnTo>
                <a:cubicBezTo>
                  <a:pt x="33025" y="36136"/>
                  <a:pt x="31429" y="33822"/>
                  <a:pt x="29994" y="32706"/>
                </a:cubicBezTo>
                <a:cubicBezTo>
                  <a:pt x="28558" y="31669"/>
                  <a:pt x="26563" y="31110"/>
                  <a:pt x="24011" y="31110"/>
                </a:cubicBezTo>
                <a:lnTo>
                  <a:pt x="15316" y="31110"/>
                </a:lnTo>
                <a:lnTo>
                  <a:pt x="15316" y="54004"/>
                </a:lnTo>
                <a:lnTo>
                  <a:pt x="23532" y="54004"/>
                </a:lnTo>
                <a:lnTo>
                  <a:pt x="23532" y="58152"/>
                </a:lnTo>
                <a:lnTo>
                  <a:pt x="0" y="58152"/>
                </a:lnTo>
                <a:lnTo>
                  <a:pt x="0" y="54004"/>
                </a:lnTo>
                <a:lnTo>
                  <a:pt x="7419" y="54004"/>
                </a:lnTo>
                <a:lnTo>
                  <a:pt x="7419" y="4148"/>
                </a:lnTo>
                <a:lnTo>
                  <a:pt x="0" y="4148"/>
                </a:lnTo>
                <a:lnTo>
                  <a:pt x="0" y="0"/>
                </a:lnTo>
                <a:lnTo>
                  <a:pt x="29515" y="0"/>
                </a:lnTo>
                <a:cubicBezTo>
                  <a:pt x="35099" y="0"/>
                  <a:pt x="39486" y="1356"/>
                  <a:pt x="42597" y="4068"/>
                </a:cubicBezTo>
                <a:cubicBezTo>
                  <a:pt x="45628" y="6780"/>
                  <a:pt x="47224" y="10609"/>
                  <a:pt x="47224" y="15555"/>
                </a:cubicBezTo>
                <a:cubicBezTo>
                  <a:pt x="47224" y="19544"/>
                  <a:pt x="46107" y="22734"/>
                  <a:pt x="43873" y="24968"/>
                </a:cubicBezTo>
                <a:cubicBezTo>
                  <a:pt x="41640" y="27281"/>
                  <a:pt x="38290" y="28717"/>
                  <a:pt x="33822" y="29276"/>
                </a:cubicBezTo>
                <a:close/>
                <a:moveTo>
                  <a:pt x="15316" y="26962"/>
                </a:moveTo>
                <a:lnTo>
                  <a:pt x="26803" y="26962"/>
                </a:lnTo>
                <a:cubicBezTo>
                  <a:pt x="30711" y="26962"/>
                  <a:pt x="33583" y="26085"/>
                  <a:pt x="35498" y="24170"/>
                </a:cubicBezTo>
                <a:cubicBezTo>
                  <a:pt x="37332" y="22336"/>
                  <a:pt x="38290" y="19464"/>
                  <a:pt x="38290" y="15555"/>
                </a:cubicBezTo>
                <a:cubicBezTo>
                  <a:pt x="38290" y="11726"/>
                  <a:pt x="37332" y="8854"/>
                  <a:pt x="35498" y="6940"/>
                </a:cubicBezTo>
                <a:cubicBezTo>
                  <a:pt x="33583" y="5105"/>
                  <a:pt x="30711" y="4148"/>
                  <a:pt x="26803" y="4148"/>
                </a:cubicBezTo>
                <a:lnTo>
                  <a:pt x="15316" y="4148"/>
                </a:lnTo>
                <a:lnTo>
                  <a:pt x="15316" y="2696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8CA139-37F8-484F-8D91-986644F3D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4956" y="2703412"/>
            <a:ext cx="39247" cy="43554"/>
          </a:xfrm>
          <a:custGeom xmlns:a="http://schemas.openxmlformats.org/drawingml/2006/main">
            <a:pathLst>
              <a:path w="39247" h="43554">
                <a:moveTo>
                  <a:pt x="39247" y="22575"/>
                </a:moveTo>
                <a:lnTo>
                  <a:pt x="8376" y="22575"/>
                </a:lnTo>
                <a:lnTo>
                  <a:pt x="8376" y="22894"/>
                </a:lnTo>
                <a:cubicBezTo>
                  <a:pt x="8376" y="28478"/>
                  <a:pt x="9413" y="32706"/>
                  <a:pt x="11487" y="35577"/>
                </a:cubicBezTo>
                <a:cubicBezTo>
                  <a:pt x="13561" y="38449"/>
                  <a:pt x="16672" y="39805"/>
                  <a:pt x="20820" y="39805"/>
                </a:cubicBezTo>
                <a:cubicBezTo>
                  <a:pt x="23931" y="39805"/>
                  <a:pt x="26484" y="39008"/>
                  <a:pt x="28558" y="37332"/>
                </a:cubicBezTo>
                <a:cubicBezTo>
                  <a:pt x="30552" y="35737"/>
                  <a:pt x="31988" y="33264"/>
                  <a:pt x="32785" y="29994"/>
                </a:cubicBezTo>
                <a:lnTo>
                  <a:pt x="38529" y="29994"/>
                </a:lnTo>
                <a:cubicBezTo>
                  <a:pt x="37412" y="34540"/>
                  <a:pt x="35258" y="37971"/>
                  <a:pt x="32227" y="40204"/>
                </a:cubicBezTo>
                <a:cubicBezTo>
                  <a:pt x="29116" y="42438"/>
                  <a:pt x="25048" y="43554"/>
                  <a:pt x="20102" y="43554"/>
                </a:cubicBezTo>
                <a:cubicBezTo>
                  <a:pt x="14040" y="43554"/>
                  <a:pt x="9174" y="41640"/>
                  <a:pt x="5504" y="37651"/>
                </a:cubicBezTo>
                <a:cubicBezTo>
                  <a:pt x="1835" y="33663"/>
                  <a:pt x="0" y="28398"/>
                  <a:pt x="0" y="21777"/>
                </a:cubicBezTo>
                <a:cubicBezTo>
                  <a:pt x="0" y="15236"/>
                  <a:pt x="1755" y="9971"/>
                  <a:pt x="5424" y="5983"/>
                </a:cubicBezTo>
                <a:cubicBezTo>
                  <a:pt x="9014" y="1994"/>
                  <a:pt x="13720" y="0"/>
                  <a:pt x="19623" y="0"/>
                </a:cubicBezTo>
                <a:cubicBezTo>
                  <a:pt x="25845" y="0"/>
                  <a:pt x="30711" y="1994"/>
                  <a:pt x="34062" y="5823"/>
                </a:cubicBezTo>
                <a:cubicBezTo>
                  <a:pt x="37412" y="9652"/>
                  <a:pt x="39087" y="15236"/>
                  <a:pt x="39247" y="22575"/>
                </a:cubicBezTo>
                <a:close/>
                <a:moveTo>
                  <a:pt x="30791" y="18427"/>
                </a:moveTo>
                <a:cubicBezTo>
                  <a:pt x="30632" y="13641"/>
                  <a:pt x="29595" y="9971"/>
                  <a:pt x="27680" y="7498"/>
                </a:cubicBezTo>
                <a:cubicBezTo>
                  <a:pt x="25766" y="5105"/>
                  <a:pt x="23133" y="3829"/>
                  <a:pt x="19623" y="3829"/>
                </a:cubicBezTo>
                <a:cubicBezTo>
                  <a:pt x="16273" y="3829"/>
                  <a:pt x="13720" y="5105"/>
                  <a:pt x="11806" y="7578"/>
                </a:cubicBezTo>
                <a:cubicBezTo>
                  <a:pt x="9891" y="10051"/>
                  <a:pt x="8775" y="13641"/>
                  <a:pt x="8376" y="18427"/>
                </a:cubicBezTo>
                <a:lnTo>
                  <a:pt x="30791" y="1842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AF0AF2-2AC7-4DFB-9E25-D3A629746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1063" y="2703412"/>
            <a:ext cx="70596" cy="42517"/>
          </a:xfrm>
          <a:custGeom xmlns:a="http://schemas.openxmlformats.org/drawingml/2006/main">
            <a:pathLst>
              <a:path w="70596" h="42517">
                <a:moveTo>
                  <a:pt x="38449" y="9174"/>
                </a:moveTo>
                <a:cubicBezTo>
                  <a:pt x="39805" y="6142"/>
                  <a:pt x="41560" y="3909"/>
                  <a:pt x="43714" y="2313"/>
                </a:cubicBezTo>
                <a:cubicBezTo>
                  <a:pt x="45868" y="798"/>
                  <a:pt x="48341" y="0"/>
                  <a:pt x="51212" y="0"/>
                </a:cubicBezTo>
                <a:cubicBezTo>
                  <a:pt x="55520" y="0"/>
                  <a:pt x="58790" y="1356"/>
                  <a:pt x="60944" y="4068"/>
                </a:cubicBezTo>
                <a:cubicBezTo>
                  <a:pt x="63018" y="6780"/>
                  <a:pt x="64135" y="10769"/>
                  <a:pt x="64135" y="16193"/>
                </a:cubicBezTo>
                <a:lnTo>
                  <a:pt x="64135" y="38369"/>
                </a:lnTo>
                <a:lnTo>
                  <a:pt x="70596" y="38369"/>
                </a:lnTo>
                <a:lnTo>
                  <a:pt x="70596" y="42517"/>
                </a:lnTo>
                <a:lnTo>
                  <a:pt x="50734" y="42517"/>
                </a:lnTo>
                <a:lnTo>
                  <a:pt x="50734" y="38369"/>
                </a:lnTo>
                <a:lnTo>
                  <a:pt x="56956" y="38369"/>
                </a:lnTo>
                <a:lnTo>
                  <a:pt x="56956" y="16991"/>
                </a:lnTo>
                <a:cubicBezTo>
                  <a:pt x="56956" y="12843"/>
                  <a:pt x="56318" y="9812"/>
                  <a:pt x="55041" y="7977"/>
                </a:cubicBezTo>
                <a:cubicBezTo>
                  <a:pt x="53765" y="6222"/>
                  <a:pt x="51771" y="5265"/>
                  <a:pt x="48899" y="5265"/>
                </a:cubicBezTo>
                <a:cubicBezTo>
                  <a:pt x="45708" y="5265"/>
                  <a:pt x="43235" y="6541"/>
                  <a:pt x="41560" y="8934"/>
                </a:cubicBezTo>
                <a:cubicBezTo>
                  <a:pt x="39885" y="11327"/>
                  <a:pt x="39087" y="14837"/>
                  <a:pt x="39087" y="19464"/>
                </a:cubicBezTo>
                <a:lnTo>
                  <a:pt x="39087" y="38369"/>
                </a:lnTo>
                <a:lnTo>
                  <a:pt x="45309" y="38369"/>
                </a:lnTo>
                <a:lnTo>
                  <a:pt x="45309" y="42517"/>
                </a:lnTo>
                <a:lnTo>
                  <a:pt x="25686" y="42517"/>
                </a:lnTo>
                <a:lnTo>
                  <a:pt x="25686" y="38369"/>
                </a:lnTo>
                <a:lnTo>
                  <a:pt x="31908" y="38369"/>
                </a:lnTo>
                <a:lnTo>
                  <a:pt x="31908" y="16752"/>
                </a:lnTo>
                <a:cubicBezTo>
                  <a:pt x="31908" y="12604"/>
                  <a:pt x="31270" y="9652"/>
                  <a:pt x="29994" y="7897"/>
                </a:cubicBezTo>
                <a:cubicBezTo>
                  <a:pt x="28717" y="6142"/>
                  <a:pt x="26723" y="5265"/>
                  <a:pt x="23851" y="5265"/>
                </a:cubicBezTo>
                <a:cubicBezTo>
                  <a:pt x="20660" y="5265"/>
                  <a:pt x="18188" y="6541"/>
                  <a:pt x="16512" y="8934"/>
                </a:cubicBezTo>
                <a:cubicBezTo>
                  <a:pt x="14837" y="11327"/>
                  <a:pt x="14040" y="14837"/>
                  <a:pt x="14040" y="19464"/>
                </a:cubicBezTo>
                <a:lnTo>
                  <a:pt x="14040" y="38369"/>
                </a:lnTo>
                <a:lnTo>
                  <a:pt x="20262" y="38369"/>
                </a:lnTo>
                <a:lnTo>
                  <a:pt x="20262" y="42517"/>
                </a:lnTo>
                <a:lnTo>
                  <a:pt x="399" y="42517"/>
                </a:lnTo>
                <a:lnTo>
                  <a:pt x="399" y="38369"/>
                </a:lnTo>
                <a:lnTo>
                  <a:pt x="6860" y="38369"/>
                </a:lnTo>
                <a:lnTo>
                  <a:pt x="6860" y="5185"/>
                </a:lnTo>
                <a:lnTo>
                  <a:pt x="0" y="5185"/>
                </a:lnTo>
                <a:lnTo>
                  <a:pt x="0" y="1117"/>
                </a:lnTo>
                <a:lnTo>
                  <a:pt x="14040" y="1117"/>
                </a:lnTo>
                <a:lnTo>
                  <a:pt x="14040" y="8456"/>
                </a:lnTo>
                <a:cubicBezTo>
                  <a:pt x="15316" y="5743"/>
                  <a:pt x="16991" y="3590"/>
                  <a:pt x="19065" y="2154"/>
                </a:cubicBezTo>
                <a:cubicBezTo>
                  <a:pt x="21139" y="718"/>
                  <a:pt x="23452" y="0"/>
                  <a:pt x="26085" y="0"/>
                </a:cubicBezTo>
                <a:cubicBezTo>
                  <a:pt x="29276" y="0"/>
                  <a:pt x="31908" y="798"/>
                  <a:pt x="34062" y="2393"/>
                </a:cubicBezTo>
                <a:cubicBezTo>
                  <a:pt x="36216" y="3988"/>
                  <a:pt x="37651" y="6302"/>
                  <a:pt x="38449" y="917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4BA44C-97DA-492F-976A-9547D452A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6685" y="2687219"/>
            <a:ext cx="20820" cy="58711"/>
          </a:xfrm>
          <a:custGeom xmlns:a="http://schemas.openxmlformats.org/drawingml/2006/main">
            <a:pathLst>
              <a:path w="20820" h="58711">
                <a:moveTo>
                  <a:pt x="4866" y="4467"/>
                </a:moveTo>
                <a:cubicBezTo>
                  <a:pt x="4866" y="3271"/>
                  <a:pt x="5265" y="2234"/>
                  <a:pt x="6142" y="1356"/>
                </a:cubicBezTo>
                <a:cubicBezTo>
                  <a:pt x="7020" y="479"/>
                  <a:pt x="8057" y="0"/>
                  <a:pt x="9333" y="0"/>
                </a:cubicBezTo>
                <a:cubicBezTo>
                  <a:pt x="10450" y="0"/>
                  <a:pt x="11487" y="479"/>
                  <a:pt x="12364" y="1356"/>
                </a:cubicBezTo>
                <a:cubicBezTo>
                  <a:pt x="13242" y="2234"/>
                  <a:pt x="13720" y="3271"/>
                  <a:pt x="13720" y="4467"/>
                </a:cubicBezTo>
                <a:cubicBezTo>
                  <a:pt x="13720" y="5743"/>
                  <a:pt x="13242" y="6780"/>
                  <a:pt x="12444" y="7578"/>
                </a:cubicBezTo>
                <a:cubicBezTo>
                  <a:pt x="11567" y="8456"/>
                  <a:pt x="10530" y="8854"/>
                  <a:pt x="9333" y="8854"/>
                </a:cubicBezTo>
                <a:cubicBezTo>
                  <a:pt x="8057" y="8854"/>
                  <a:pt x="7020" y="8456"/>
                  <a:pt x="6142" y="7578"/>
                </a:cubicBezTo>
                <a:cubicBezTo>
                  <a:pt x="5265" y="6780"/>
                  <a:pt x="4866" y="5743"/>
                  <a:pt x="4866" y="4467"/>
                </a:cubicBezTo>
                <a:close/>
                <a:moveTo>
                  <a:pt x="14040" y="54563"/>
                </a:moveTo>
                <a:lnTo>
                  <a:pt x="20820" y="54563"/>
                </a:lnTo>
                <a:lnTo>
                  <a:pt x="20820" y="58711"/>
                </a:lnTo>
                <a:lnTo>
                  <a:pt x="0" y="58711"/>
                </a:lnTo>
                <a:lnTo>
                  <a:pt x="0" y="54563"/>
                </a:lnTo>
                <a:lnTo>
                  <a:pt x="6860" y="54563"/>
                </a:lnTo>
                <a:lnTo>
                  <a:pt x="6860" y="21458"/>
                </a:lnTo>
                <a:lnTo>
                  <a:pt x="0" y="21458"/>
                </a:lnTo>
                <a:lnTo>
                  <a:pt x="0" y="17310"/>
                </a:lnTo>
                <a:lnTo>
                  <a:pt x="14040" y="17310"/>
                </a:lnTo>
                <a:lnTo>
                  <a:pt x="14040" y="5456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7AED45-7BCA-4EE1-AE0D-6BA4AC52D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0297" y="2704529"/>
            <a:ext cx="43076" cy="41401"/>
          </a:xfrm>
          <a:custGeom xmlns:a="http://schemas.openxmlformats.org/drawingml/2006/main">
            <a:pathLst>
              <a:path w="43076" h="41401">
                <a:moveTo>
                  <a:pt x="22256" y="16114"/>
                </a:moveTo>
                <a:lnTo>
                  <a:pt x="30951" y="4148"/>
                </a:lnTo>
                <a:lnTo>
                  <a:pt x="25367" y="4148"/>
                </a:lnTo>
                <a:lnTo>
                  <a:pt x="25367" y="0"/>
                </a:lnTo>
                <a:lnTo>
                  <a:pt x="41321" y="0"/>
                </a:lnTo>
                <a:lnTo>
                  <a:pt x="41321" y="4148"/>
                </a:lnTo>
                <a:lnTo>
                  <a:pt x="35817" y="4148"/>
                </a:lnTo>
                <a:lnTo>
                  <a:pt x="24729" y="19464"/>
                </a:lnTo>
                <a:lnTo>
                  <a:pt x="37651" y="37253"/>
                </a:lnTo>
                <a:lnTo>
                  <a:pt x="43076" y="37253"/>
                </a:lnTo>
                <a:lnTo>
                  <a:pt x="43076" y="41401"/>
                </a:lnTo>
                <a:lnTo>
                  <a:pt x="23931" y="41401"/>
                </a:lnTo>
                <a:lnTo>
                  <a:pt x="23931" y="37253"/>
                </a:lnTo>
                <a:lnTo>
                  <a:pt x="29196" y="37253"/>
                </a:lnTo>
                <a:lnTo>
                  <a:pt x="20182" y="24888"/>
                </a:lnTo>
                <a:lnTo>
                  <a:pt x="11168" y="37253"/>
                </a:lnTo>
                <a:lnTo>
                  <a:pt x="16512" y="37253"/>
                </a:lnTo>
                <a:lnTo>
                  <a:pt x="16512" y="41401"/>
                </a:lnTo>
                <a:lnTo>
                  <a:pt x="798" y="41401"/>
                </a:lnTo>
                <a:lnTo>
                  <a:pt x="798" y="37253"/>
                </a:lnTo>
                <a:lnTo>
                  <a:pt x="6302" y="37253"/>
                </a:lnTo>
                <a:lnTo>
                  <a:pt x="17709" y="21538"/>
                </a:lnTo>
                <a:lnTo>
                  <a:pt x="5105" y="4148"/>
                </a:lnTo>
                <a:lnTo>
                  <a:pt x="0" y="4148"/>
                </a:lnTo>
                <a:lnTo>
                  <a:pt x="0" y="0"/>
                </a:lnTo>
                <a:lnTo>
                  <a:pt x="18507" y="0"/>
                </a:lnTo>
                <a:lnTo>
                  <a:pt x="18507" y="4148"/>
                </a:lnTo>
                <a:lnTo>
                  <a:pt x="13561" y="4148"/>
                </a:lnTo>
                <a:lnTo>
                  <a:pt x="22256" y="1611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45DD2C-E228-4701-B7C7-62783B7B2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4691" y="2763023"/>
            <a:ext cx="2870464" cy="2284479"/>
          </a:xfrm>
          <a:custGeom xmlns:a="http://schemas.openxmlformats.org/drawingml/2006/main">
            <a:pathLst>
              <a:path w="2870464" h="2284479">
                <a:moveTo>
                  <a:pt x="0" y="2284479"/>
                </a:moveTo>
                <a:lnTo>
                  <a:pt x="2870464" y="2284479"/>
                </a:lnTo>
                <a:lnTo>
                  <a:pt x="2870464" y="0"/>
                </a:lnTo>
                <a:lnTo>
                  <a:pt x="0" y="0"/>
                </a:lnTo>
                <a:lnTo>
                  <a:pt x="0" y="228447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2D3597-49A8-4B65-B069-6D9446BC8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4691" y="276302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0938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6411D7-EAAA-452F-AB3C-9BDCB9F00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4691" y="276302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9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1A15F6-A0A0-4321-ADC0-D75180223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5642" y="276302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65D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49B780-3B46-4E5A-B9AF-CCB507AF0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5642" y="276302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9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7DA06F-0C01-4778-94A4-3C7E80AB6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6593" y="276302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75B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67E732-ACA1-4770-B8AF-067146164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6593" y="276302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9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457FFD-ABF0-4BA7-BB90-CBCD9FD01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7544" y="276302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55E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285344-21D1-4762-ACA3-2E4999713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7544" y="276302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9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3A5B05-6B86-4D8B-82D1-79A48BA3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8495" y="276302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A77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2D5285-2DB8-45CD-8F35-8CAF3DBE6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8495" y="276302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9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670B1B-AC34-40C2-AE9C-62460502F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9446" y="276302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D4E8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3549DE-D718-4B59-A25D-BAC0A560C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9446" y="276302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9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8A1ED8-AF08-4A2E-9535-9A4019226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0398" y="2763023"/>
            <a:ext cx="260952" cy="207680"/>
          </a:xfrm>
          <a:custGeom xmlns:a="http://schemas.openxmlformats.org/drawingml/2006/main">
            <a:pathLst>
              <a:path w="260952" h="207680">
                <a:moveTo>
                  <a:pt x="0" y="0"/>
                </a:moveTo>
                <a:lnTo>
                  <a:pt x="260952" y="0"/>
                </a:lnTo>
                <a:lnTo>
                  <a:pt x="260952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C508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F5EF43-E055-4A0D-91E3-BEF666C41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0398" y="2763023"/>
            <a:ext cx="260952" cy="207680"/>
          </a:xfrm>
          <a:custGeom xmlns:a="http://schemas.openxmlformats.org/drawingml/2006/main">
            <a:pathLst>
              <a:path w="260952" h="207680" fill="none">
                <a:moveTo>
                  <a:pt x="0" y="0"/>
                </a:moveTo>
                <a:lnTo>
                  <a:pt x="260952" y="0"/>
                </a:lnTo>
                <a:lnTo>
                  <a:pt x="260952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9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18FBF9-008A-4227-9BA8-A11C47BC8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1349" y="276302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F6C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04538B-40CB-4D10-8FDB-79D670B03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1349" y="276302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9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5CD57A-E642-4201-8292-5992A468E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2300" y="276302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55E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2AC273-5E97-4BDC-A11F-C71379635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2300" y="276302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9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4F60CB-3C94-4870-AC64-B231A68B3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3251" y="276302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433E8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39373A-0CDF-4919-983B-56FD15A6A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3251" y="276302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9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0F13EC-E8EF-483A-932D-DC51733AC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4203" y="2763023"/>
            <a:ext cx="260952" cy="207680"/>
          </a:xfrm>
          <a:custGeom xmlns:a="http://schemas.openxmlformats.org/drawingml/2006/main">
            <a:pathLst>
              <a:path w="260952" h="207680">
                <a:moveTo>
                  <a:pt x="0" y="0"/>
                </a:moveTo>
                <a:lnTo>
                  <a:pt x="260952" y="0"/>
                </a:lnTo>
                <a:lnTo>
                  <a:pt x="260952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A548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D2FFFC-8E05-4C90-BCF6-9BF77DA32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4203" y="2763023"/>
            <a:ext cx="260952" cy="207680"/>
          </a:xfrm>
          <a:custGeom xmlns:a="http://schemas.openxmlformats.org/drawingml/2006/main">
            <a:pathLst>
              <a:path w="260952" h="207680" fill="none">
                <a:moveTo>
                  <a:pt x="0" y="0"/>
                </a:moveTo>
                <a:lnTo>
                  <a:pt x="260952" y="0"/>
                </a:lnTo>
                <a:lnTo>
                  <a:pt x="260952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9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7E913A-0261-4692-83A0-21DEF4D67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4691" y="297070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E6D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6CB2ED-DCDA-4794-A691-C0CC15313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4691" y="297070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9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ED1B6B-1832-4457-BBEF-917366079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5642" y="297070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77E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5879FA-89F5-4E08-81B0-220F81C11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5642" y="297070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9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AAEA07-9878-4C97-B9B5-554EDAEA4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6593" y="297070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65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CE8149-598C-4E34-82AD-D333D6DCA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6593" y="297070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29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B02CB5-810B-48C6-985F-C0B07B069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7544" y="297070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168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634CAF-DD22-4B11-8ACB-D3EF4BAEB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7544" y="297070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30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91F935-59CF-426A-A581-C6B39190F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8495" y="297070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A76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30C583-A7CF-4E7A-9A82-53D868083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8495" y="297070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30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705927-48A3-446E-8120-9BB6C6F21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9446" y="297070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55F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28E783-01E3-4BD3-A9C4-3ABC350CE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9446" y="297070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30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1006FE-8649-4465-8672-7DDB1BAC8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0398" y="2970703"/>
            <a:ext cx="260952" cy="207680"/>
          </a:xfrm>
          <a:custGeom xmlns:a="http://schemas.openxmlformats.org/drawingml/2006/main">
            <a:pathLst>
              <a:path w="260952" h="207680">
                <a:moveTo>
                  <a:pt x="0" y="0"/>
                </a:moveTo>
                <a:lnTo>
                  <a:pt x="260952" y="0"/>
                </a:lnTo>
                <a:lnTo>
                  <a:pt x="260952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65D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105620-E4D2-44C0-B156-C3E8B0E29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0398" y="2970703"/>
            <a:ext cx="260952" cy="207680"/>
          </a:xfrm>
          <a:custGeom xmlns:a="http://schemas.openxmlformats.org/drawingml/2006/main">
            <a:pathLst>
              <a:path w="260952" h="207680" fill="none">
                <a:moveTo>
                  <a:pt x="0" y="0"/>
                </a:moveTo>
                <a:lnTo>
                  <a:pt x="260952" y="0"/>
                </a:lnTo>
                <a:lnTo>
                  <a:pt x="260952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30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938F2A-B0EA-4ED7-B7A9-3CC09D149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1349" y="297070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168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E549FA-E3B3-4F10-97FE-35ACF8F95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1349" y="297070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30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45EAB5-B0CE-4C50-B556-FF899183B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2300" y="297070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264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251C4A-C925-4D67-A1D2-E4F663BAF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2300" y="297070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30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5E354D-6839-4035-AD88-70CF81629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3251" y="297070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F478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4732B1-3248-41B7-8015-953002FB8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3251" y="297070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30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557996-80FF-4BB8-BE3F-5E6390214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4203" y="2970703"/>
            <a:ext cx="260952" cy="207680"/>
          </a:xfrm>
          <a:custGeom xmlns:a="http://schemas.openxmlformats.org/drawingml/2006/main">
            <a:pathLst>
              <a:path w="260952" h="207680">
                <a:moveTo>
                  <a:pt x="0" y="0"/>
                </a:moveTo>
                <a:lnTo>
                  <a:pt x="260952" y="0"/>
                </a:lnTo>
                <a:lnTo>
                  <a:pt x="260952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264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251CEC-1DBF-4707-A25F-73B854C9E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4203" y="2970703"/>
            <a:ext cx="260952" cy="207680"/>
          </a:xfrm>
          <a:custGeom xmlns:a="http://schemas.openxmlformats.org/drawingml/2006/main">
            <a:pathLst>
              <a:path w="260952" h="207680" fill="none">
                <a:moveTo>
                  <a:pt x="0" y="0"/>
                </a:moveTo>
                <a:lnTo>
                  <a:pt x="260952" y="0"/>
                </a:lnTo>
                <a:lnTo>
                  <a:pt x="260952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30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EEE8D0-D118-4AE4-A4EF-C81E23907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4691" y="317838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E6D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57F718-7E8F-4FDF-81C0-E2C8985E8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4691" y="317838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30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9E8FF1-4185-4565-9F91-A921A1FAD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5642" y="317838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75A8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8AF781-C247-43B4-8C46-9C9564E8B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5642" y="317838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30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1CAA01-84F2-4E1A-990D-F16277295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6593" y="317838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77F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2D5ADF-7FD5-4D02-B65A-CD27D7590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6593" y="317838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30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FE31F9-4315-4351-AF8F-D9963928E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7544" y="317838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8598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2D5EF2-2C48-41C6-B55F-A21EBFF00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7544" y="317838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30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A016DD-5F2D-469E-AE58-760B6F143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8495" y="317838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F6C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3343B8-ECC8-40CB-A5A4-4CD40D021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8495" y="317838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30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D357E0-D464-4E52-BFFF-28D1B723D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9446" y="317838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E4A8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608F93-87DA-41CA-8998-518CCAEBE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9446" y="317838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30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8144DD-05C3-4656-8D1B-36BC99E7C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0398" y="3178383"/>
            <a:ext cx="260952" cy="207680"/>
          </a:xfrm>
          <a:custGeom xmlns:a="http://schemas.openxmlformats.org/drawingml/2006/main">
            <a:pathLst>
              <a:path w="260952" h="207680">
                <a:moveTo>
                  <a:pt x="0" y="0"/>
                </a:moveTo>
                <a:lnTo>
                  <a:pt x="260952" y="0"/>
                </a:lnTo>
                <a:lnTo>
                  <a:pt x="260952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D4D8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765E5D-A889-4706-9530-950F391EC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0398" y="3178383"/>
            <a:ext cx="260952" cy="207680"/>
          </a:xfrm>
          <a:custGeom xmlns:a="http://schemas.openxmlformats.org/drawingml/2006/main">
            <a:pathLst>
              <a:path w="260952" h="207680" fill="none">
                <a:moveTo>
                  <a:pt x="0" y="0"/>
                </a:moveTo>
                <a:lnTo>
                  <a:pt x="260952" y="0"/>
                </a:lnTo>
                <a:lnTo>
                  <a:pt x="260952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30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F288E7-65B6-4066-BDE7-7A40906BB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1349" y="317838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166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571C3A-3C06-4B32-BB78-196AEF4F5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1349" y="317838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30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D0845E-A143-419C-85A8-7928C0090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2300" y="317838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75B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8347B2-C505-432B-A44D-B4B5DF6A7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2300" y="317838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30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34FB59-AE9D-4006-A9E9-79889C7B0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3251" y="317838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423F8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D4AEAA-EF4C-4326-883C-B5839488A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3251" y="317838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30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71D30E-ACCF-413B-9D62-B6AF1F1F3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4203" y="3178383"/>
            <a:ext cx="260952" cy="207680"/>
          </a:xfrm>
          <a:custGeom xmlns:a="http://schemas.openxmlformats.org/drawingml/2006/main">
            <a:pathLst>
              <a:path w="260952" h="207680">
                <a:moveTo>
                  <a:pt x="0" y="0"/>
                </a:moveTo>
                <a:lnTo>
                  <a:pt x="260952" y="0"/>
                </a:lnTo>
                <a:lnTo>
                  <a:pt x="260952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9558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9137A7-4C04-4998-A8B6-C95D87410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4203" y="3178383"/>
            <a:ext cx="260952" cy="207680"/>
          </a:xfrm>
          <a:custGeom xmlns:a="http://schemas.openxmlformats.org/drawingml/2006/main">
            <a:pathLst>
              <a:path w="260952" h="207680" fill="none">
                <a:moveTo>
                  <a:pt x="0" y="0"/>
                </a:moveTo>
                <a:lnTo>
                  <a:pt x="260952" y="0"/>
                </a:lnTo>
                <a:lnTo>
                  <a:pt x="260952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30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ACE7E8-4906-4BA8-9272-F81F399ED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4691" y="338606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06A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CA294F-CE3A-49A8-9EF2-4E5053CD1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4691" y="338606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30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3A9B91-6DEF-44EE-8B86-74F09F37E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5642" y="338606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460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192604-6FE0-42DF-8A1B-9D268CA44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5642" y="338606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30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618E1D-7C2F-4E6A-83C5-88A395253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6593" y="338606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A538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BCDBEF-800C-41CB-BE1C-DCFBA31F1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6593" y="338606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30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D54534-D088-469B-A95F-6E41CA447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7544" y="338606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486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B41E69-A4AC-4B39-BDA1-2E72A83B4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7544" y="338606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30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B87985-BCE6-466A-B99B-D9925B37F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8495" y="338606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E6D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74BEC6-A8C3-4E0E-8FF0-3791CE513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8495" y="338606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30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E519D4-8184-431B-BD63-1F1B804A2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9446" y="338606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75A8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F523D9-EABD-4D3C-89D8-BAD048EC3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9446" y="338606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30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C84813-98D1-4194-8220-572B0B5C2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0398" y="3386063"/>
            <a:ext cx="260952" cy="207680"/>
          </a:xfrm>
          <a:custGeom xmlns:a="http://schemas.openxmlformats.org/drawingml/2006/main">
            <a:pathLst>
              <a:path w="260952" h="207680">
                <a:moveTo>
                  <a:pt x="0" y="0"/>
                </a:moveTo>
                <a:lnTo>
                  <a:pt x="260952" y="0"/>
                </a:lnTo>
                <a:lnTo>
                  <a:pt x="260952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460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4E7DC0-CC9A-4AEA-AE15-F8FA5A536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0398" y="3386063"/>
            <a:ext cx="260952" cy="207680"/>
          </a:xfrm>
          <a:custGeom xmlns:a="http://schemas.openxmlformats.org/drawingml/2006/main">
            <a:pathLst>
              <a:path w="260952" h="207680" fill="none">
                <a:moveTo>
                  <a:pt x="0" y="0"/>
                </a:moveTo>
                <a:lnTo>
                  <a:pt x="260952" y="0"/>
                </a:lnTo>
                <a:lnTo>
                  <a:pt x="260952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30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4C31B4-4354-4CCC-9086-94240B16B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1349" y="338606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265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5641FA-A1F4-4AA6-885B-B3D4FA517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1349" y="338606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30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77D1A8-5993-48DE-B10C-2D693F3C7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2300" y="338606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265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550E69-A01C-4E58-979B-ADBB78DEA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2300" y="338606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30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426FAF-44A4-473D-B986-6A272F7BA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3251" y="338606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E498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D19C36-442D-42C6-8899-03DA67A43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3251" y="338606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30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A489C6-AA27-404E-AB26-E9BCB1FF1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4203" y="3386063"/>
            <a:ext cx="260952" cy="207680"/>
          </a:xfrm>
          <a:custGeom xmlns:a="http://schemas.openxmlformats.org/drawingml/2006/main">
            <a:pathLst>
              <a:path w="260952" h="207680">
                <a:moveTo>
                  <a:pt x="0" y="0"/>
                </a:moveTo>
                <a:lnTo>
                  <a:pt x="260952" y="0"/>
                </a:lnTo>
                <a:lnTo>
                  <a:pt x="260952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55E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268463-7CE5-4AAE-8458-EDFB3AC93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4203" y="3386063"/>
            <a:ext cx="260952" cy="207680"/>
          </a:xfrm>
          <a:custGeom xmlns:a="http://schemas.openxmlformats.org/drawingml/2006/main">
            <a:pathLst>
              <a:path w="260952" h="207680" fill="none">
                <a:moveTo>
                  <a:pt x="0" y="0"/>
                </a:moveTo>
                <a:lnTo>
                  <a:pt x="260952" y="0"/>
                </a:lnTo>
                <a:lnTo>
                  <a:pt x="260952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30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0107AC-93AD-48EF-BE73-70C35B102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4691" y="359374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A76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3757F3-100E-408F-9094-D91DD0331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4691" y="359374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30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0E60A5-6886-461C-BC41-C12A8C1FD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5642" y="359374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F6B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B3375B-8CCE-4402-BDF8-82C335AF4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5642" y="359374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30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DB8DE1-2F78-47EF-BC22-F55F773AC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6593" y="359374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D4D8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FD82FE-2465-4D35-AFA0-7D13503A5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6593" y="359374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30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4DCAB6-1F7E-464D-B6CF-D84287BD5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7544" y="359374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069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E35C7E-CE62-4733-876C-21ADF49FA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7544" y="359374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30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14FEDC-BAAD-40F5-8D6D-DC530B7F2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8495" y="359374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F968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BB79F0-15A4-4344-A691-420667D4B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8495" y="359374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30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43E89C-740C-4C55-977E-F9CA90144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9446" y="359374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8598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D80C14-EB6E-4B3E-A0BA-6289C578C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9446" y="359374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30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8CF0DE-D796-4762-8719-33B5C09CC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0398" y="3593743"/>
            <a:ext cx="260952" cy="207680"/>
          </a:xfrm>
          <a:custGeom xmlns:a="http://schemas.openxmlformats.org/drawingml/2006/main">
            <a:pathLst>
              <a:path w="260952" h="207680">
                <a:moveTo>
                  <a:pt x="0" y="0"/>
                </a:moveTo>
                <a:lnTo>
                  <a:pt x="260952" y="0"/>
                </a:lnTo>
                <a:lnTo>
                  <a:pt x="260952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8588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FE2743-7257-4B24-BC3E-F181E2728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0398" y="3593743"/>
            <a:ext cx="260952" cy="207680"/>
          </a:xfrm>
          <a:custGeom xmlns:a="http://schemas.openxmlformats.org/drawingml/2006/main">
            <a:pathLst>
              <a:path w="260952" h="207680" fill="none">
                <a:moveTo>
                  <a:pt x="0" y="0"/>
                </a:moveTo>
                <a:lnTo>
                  <a:pt x="260952" y="0"/>
                </a:lnTo>
                <a:lnTo>
                  <a:pt x="260952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30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88B3E3-4E1C-4EC8-A3F4-13CF49967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1349" y="359374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A76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F2D313-F4D9-4BF6-9F85-F405392C6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1349" y="359374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30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A8C3C4-0382-49E3-8DDB-B7572FE62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2300" y="359374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363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CCCC0E-93F1-477F-BE00-C5C6A77F3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2300" y="359374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30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9BF168-E3C0-471C-B791-3000AD46F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3251" y="359374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40458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D8BB4F-4E3C-4E57-BE1A-284A9ECA6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3251" y="359374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30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35DF9B-F1DB-444F-9CF7-23256F787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4203" y="3593743"/>
            <a:ext cx="260952" cy="207680"/>
          </a:xfrm>
          <a:custGeom xmlns:a="http://schemas.openxmlformats.org/drawingml/2006/main">
            <a:pathLst>
              <a:path w="260952" h="207680">
                <a:moveTo>
                  <a:pt x="0" y="0"/>
                </a:moveTo>
                <a:lnTo>
                  <a:pt x="260952" y="0"/>
                </a:lnTo>
                <a:lnTo>
                  <a:pt x="260952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362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467D10-FB4E-4D4B-9D56-8B05087E5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4203" y="3593743"/>
            <a:ext cx="260952" cy="207680"/>
          </a:xfrm>
          <a:custGeom xmlns:a="http://schemas.openxmlformats.org/drawingml/2006/main">
            <a:pathLst>
              <a:path w="260952" h="207680" fill="none">
                <a:moveTo>
                  <a:pt x="0" y="0"/>
                </a:moveTo>
                <a:lnTo>
                  <a:pt x="260952" y="0"/>
                </a:lnTo>
                <a:lnTo>
                  <a:pt x="260952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30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AE28E9-E48D-4A0B-9BF4-3863D93C7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4691" y="380142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75A8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E7C616-E767-402D-AB32-EBE996B99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4691" y="380142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30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078C8C-6E51-4551-9A6A-BBE07AA4D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5642" y="380142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55E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1E8B99-575C-4F93-9B1D-66CE0D457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5642" y="380142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30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FC8053-2629-4985-ADEF-9858CF1E6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6593" y="380142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E4C8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28E28F-329A-413C-81F1-50F07FB18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6593" y="380142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30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A87C79-0921-47E2-BD42-63204BD47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7544" y="380142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265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F5DD61-1FAD-4234-B66C-F593633DD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7544" y="380142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30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61EBFC-379E-4D2D-9C1C-F7B1D58F7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8495" y="380142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264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48DDC6-60B0-448F-B473-41BF56290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8495" y="380142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30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334CB5-95EC-4DD1-9991-3136F35C2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9446" y="380142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87D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019A9F-3F92-4355-BFEE-79D5C0D57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9446" y="380142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30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AC722D-EF1F-48BA-9425-29E8BBB23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0398" y="3801423"/>
            <a:ext cx="260952" cy="207680"/>
          </a:xfrm>
          <a:custGeom xmlns:a="http://schemas.openxmlformats.org/drawingml/2006/main">
            <a:pathLst>
              <a:path w="260952" h="207680">
                <a:moveTo>
                  <a:pt x="0" y="0"/>
                </a:moveTo>
                <a:lnTo>
                  <a:pt x="260952" y="0"/>
                </a:lnTo>
                <a:lnTo>
                  <a:pt x="260952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265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503FBF-8EAC-4CBE-AC86-BF3464FE0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0398" y="3801423"/>
            <a:ext cx="260952" cy="207680"/>
          </a:xfrm>
          <a:custGeom xmlns:a="http://schemas.openxmlformats.org/drawingml/2006/main">
            <a:pathLst>
              <a:path w="260952" h="207680" fill="none">
                <a:moveTo>
                  <a:pt x="0" y="0"/>
                </a:moveTo>
                <a:lnTo>
                  <a:pt x="260952" y="0"/>
                </a:lnTo>
                <a:lnTo>
                  <a:pt x="260952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30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202703-3590-4D61-A4B7-EEC357922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1349" y="380142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264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B6EE0C-294B-4EF7-B9E8-6B2C27045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1349" y="380142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30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1CB0E4-2F4A-4C71-A9A3-211F36475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2300" y="380142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264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2D2FAD-37A1-441E-B203-B9634B81D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2300" y="380142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30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B6D149-C4C4-47E9-B659-3D4EC5336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3251" y="3801423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D4D8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FF159E-CE4E-4C21-9EAC-194850FB2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3251" y="3801423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3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D8644F-832E-4B4F-BBF6-9B6842B07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4203" y="3801423"/>
            <a:ext cx="260952" cy="207680"/>
          </a:xfrm>
          <a:custGeom xmlns:a="http://schemas.openxmlformats.org/drawingml/2006/main">
            <a:pathLst>
              <a:path w="260952" h="207680">
                <a:moveTo>
                  <a:pt x="0" y="0"/>
                </a:moveTo>
                <a:lnTo>
                  <a:pt x="260952" y="0"/>
                </a:lnTo>
                <a:lnTo>
                  <a:pt x="260952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363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1C0B35-C578-40A5-854B-A454DBCFB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4203" y="3801423"/>
            <a:ext cx="260952" cy="207680"/>
          </a:xfrm>
          <a:custGeom xmlns:a="http://schemas.openxmlformats.org/drawingml/2006/main">
            <a:pathLst>
              <a:path w="260952" h="207680" fill="none">
                <a:moveTo>
                  <a:pt x="0" y="0"/>
                </a:moveTo>
                <a:lnTo>
                  <a:pt x="260952" y="0"/>
                </a:lnTo>
                <a:lnTo>
                  <a:pt x="260952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3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3BEC85-6328-433F-8C7B-BB5E510BF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4691" y="4009102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166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FA45A2-B1EF-4E14-B2A4-D843078CC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4691" y="4009102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3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5C8378-6775-4CAE-87DA-F3DBA0D13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5642" y="4009102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264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82FB75-863C-4574-A702-5FCAD6019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5642" y="4009102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3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0DDCB6-05C6-4BAE-8805-A0D3A0455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6593" y="4009102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9558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039726-6EA5-44AA-8C16-D03CD4CB7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6593" y="4009102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3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FBA8AB-011F-4F93-B75A-EBE5E4D1F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7544" y="4009102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D70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0D0876-CE86-497C-A3D3-EFCB38786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7544" y="4009102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3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E903FC-5C22-4964-A722-AEF13D5E9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8495" y="4009102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167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00E195-2DA5-4C15-BBC5-D14304838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8495" y="4009102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3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FF82F4-FD61-4216-8009-B5E642A37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9446" y="4009102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E6F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A2906C-BFF1-41AF-8FAC-4C189AABA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9446" y="4009102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3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94B952-E738-42FA-9102-C6C95BC58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0398" y="4009102"/>
            <a:ext cx="260952" cy="207680"/>
          </a:xfrm>
          <a:custGeom xmlns:a="http://schemas.openxmlformats.org/drawingml/2006/main">
            <a:pathLst>
              <a:path w="260952" h="207680">
                <a:moveTo>
                  <a:pt x="0" y="0"/>
                </a:moveTo>
                <a:lnTo>
                  <a:pt x="260952" y="0"/>
                </a:lnTo>
                <a:lnTo>
                  <a:pt x="260952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389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EB96A5-E92F-4D3B-BB88-D0D5610C0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0398" y="4009102"/>
            <a:ext cx="260952" cy="207680"/>
          </a:xfrm>
          <a:custGeom xmlns:a="http://schemas.openxmlformats.org/drawingml/2006/main">
            <a:pathLst>
              <a:path w="260952" h="207680" fill="none">
                <a:moveTo>
                  <a:pt x="0" y="0"/>
                </a:moveTo>
                <a:lnTo>
                  <a:pt x="260952" y="0"/>
                </a:lnTo>
                <a:lnTo>
                  <a:pt x="260952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3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8EDF40-86AF-4107-96DF-424C04747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1349" y="4009102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E6E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1D9514-13A4-4F60-82E7-2F8D1DAE7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1349" y="4009102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3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C8BD2B-959B-4806-BD56-17C7DBF22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2300" y="4009102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A76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2F8C27-5693-4653-9FF2-5C3449941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2300" y="4009102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3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2591CD-DAD1-42EA-AC01-EB529722A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3251" y="4009102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55E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102E75-4E7E-4179-9855-229410340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3251" y="4009102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3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0EE762-BA78-4B4C-910E-C732A2637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4203" y="4009102"/>
            <a:ext cx="260952" cy="207680"/>
          </a:xfrm>
          <a:custGeom xmlns:a="http://schemas.openxmlformats.org/drawingml/2006/main">
            <a:pathLst>
              <a:path w="260952" h="207680">
                <a:moveTo>
                  <a:pt x="0" y="0"/>
                </a:moveTo>
                <a:lnTo>
                  <a:pt x="260952" y="0"/>
                </a:lnTo>
                <a:lnTo>
                  <a:pt x="260952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167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625CBA-1017-41A0-BFA2-232652D10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4203" y="4009102"/>
            <a:ext cx="260952" cy="207680"/>
          </a:xfrm>
          <a:custGeom xmlns:a="http://schemas.openxmlformats.org/drawingml/2006/main">
            <a:pathLst>
              <a:path w="260952" h="207680" fill="none">
                <a:moveTo>
                  <a:pt x="0" y="0"/>
                </a:moveTo>
                <a:lnTo>
                  <a:pt x="260952" y="0"/>
                </a:lnTo>
                <a:lnTo>
                  <a:pt x="260952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3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E6CAA2-D259-498A-828B-55E465324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4691" y="4216782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460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48A58D-ABB5-4803-808F-0EABEB148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4691" y="4216782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3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D9E2F9-DB21-4D0C-919F-F1B916A9A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5642" y="4216782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75A8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EAAEDD-0111-4CB7-B43F-E3A3E0826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5642" y="4216782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3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9660F7-0752-43D9-8D1D-8FB85BE45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6593" y="4216782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F488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4E318E-2B9D-4749-95A1-2084E67BF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6593" y="4216782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3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5D6B2F-998E-4B6D-9238-A87C16EA8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7544" y="4216782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8598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31D863-BC3D-4310-B24B-2AD496528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7544" y="4216782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3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1C5AC2-5E8D-41E6-8B0B-08226F26B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8495" y="4216782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461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1CE8E6-B461-4352-8DAE-DCEE02F27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8495" y="4216782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31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2F634E-8A00-465B-B751-52F262DC8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9446" y="4216782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9568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D8A6ED-F76E-4A30-8B0D-58E48818C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9446" y="4216782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31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CCCEC8-8028-437C-9973-42AAB41D3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0398" y="4216782"/>
            <a:ext cx="260952" cy="207680"/>
          </a:xfrm>
          <a:custGeom xmlns:a="http://schemas.openxmlformats.org/drawingml/2006/main">
            <a:pathLst>
              <a:path w="260952" h="207680">
                <a:moveTo>
                  <a:pt x="0" y="0"/>
                </a:moveTo>
                <a:lnTo>
                  <a:pt x="260952" y="0"/>
                </a:lnTo>
                <a:lnTo>
                  <a:pt x="260952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65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B86C5C-AFB1-465A-9163-D28D2828A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0398" y="4216782"/>
            <a:ext cx="260952" cy="207680"/>
          </a:xfrm>
          <a:custGeom xmlns:a="http://schemas.openxmlformats.org/drawingml/2006/main">
            <a:pathLst>
              <a:path w="260952" h="207680" fill="none">
                <a:moveTo>
                  <a:pt x="0" y="0"/>
                </a:moveTo>
                <a:lnTo>
                  <a:pt x="260952" y="0"/>
                </a:lnTo>
                <a:lnTo>
                  <a:pt x="260952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31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CDB983-B13B-4296-B8C1-2D5E28450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1349" y="4216782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0928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32A060-4BD5-42C0-937A-EA4A912E7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1349" y="4216782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31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A0C881-4AAD-440F-B7BB-9522F1734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2300" y="4216782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F6C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D45C7F-C8B6-49B5-9752-32FB9C6B1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2300" y="4216782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31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A34132-69C4-4233-9096-DEE2DE4FA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3251" y="4216782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4240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F9F025-1264-4C3E-8EE9-FF01389BD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3251" y="4216782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31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F15D28-0D6F-498B-B79C-FB0D0F64F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4203" y="4216782"/>
            <a:ext cx="260952" cy="207680"/>
          </a:xfrm>
          <a:custGeom xmlns:a="http://schemas.openxmlformats.org/drawingml/2006/main">
            <a:pathLst>
              <a:path w="260952" h="207680">
                <a:moveTo>
                  <a:pt x="0" y="0"/>
                </a:moveTo>
                <a:lnTo>
                  <a:pt x="260952" y="0"/>
                </a:lnTo>
                <a:lnTo>
                  <a:pt x="260952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65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4CF79B-40DF-47FB-B417-BBD17CA53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4203" y="4216782"/>
            <a:ext cx="260952" cy="207680"/>
          </a:xfrm>
          <a:custGeom xmlns:a="http://schemas.openxmlformats.org/drawingml/2006/main">
            <a:pathLst>
              <a:path w="260952" h="207680" fill="none">
                <a:moveTo>
                  <a:pt x="0" y="0"/>
                </a:moveTo>
                <a:lnTo>
                  <a:pt x="260952" y="0"/>
                </a:lnTo>
                <a:lnTo>
                  <a:pt x="260952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31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6E2775-A228-4B4E-BE12-D6E669937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4691" y="4424462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F6C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AD9F10-246C-4D5E-9D84-7250E6ECC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4691" y="4424462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31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D4CB10-8B89-4CB0-B9A4-931EEF49F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5642" y="4424462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166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D12A00-F0BB-4F01-9E10-44467E033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5642" y="4424462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31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701128-D354-4DD9-B568-03DA3562E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6593" y="4424462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461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971B9D-5BEE-448F-9CC2-9CB66C00E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6593" y="4424462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31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74DE94-F58A-4098-895A-3A1A1E092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7544" y="4424462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C73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D992E3-4C96-4F9D-B25E-830F73099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7544" y="4424462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31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644FD9-6F32-4AD4-9ED7-4394F1E27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8495" y="4424462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C72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4DDB37-109D-4671-8F4B-D63140B15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8495" y="4424462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31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813AF4-6950-4E19-AD95-AC25D2CFA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9446" y="4424462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F6B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31B3D5-56F5-46E9-8EF8-1532080E4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9446" y="4424462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31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D2EF9A-A83A-43E1-93AB-C0FA016AF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0398" y="4424462"/>
            <a:ext cx="260952" cy="207680"/>
          </a:xfrm>
          <a:custGeom xmlns:a="http://schemas.openxmlformats.org/drawingml/2006/main">
            <a:pathLst>
              <a:path w="260952" h="207680">
                <a:moveTo>
                  <a:pt x="0" y="0"/>
                </a:moveTo>
                <a:lnTo>
                  <a:pt x="260952" y="0"/>
                </a:lnTo>
                <a:lnTo>
                  <a:pt x="260952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D70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574DC0-A347-476E-AEBC-664F707DC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0398" y="4424462"/>
            <a:ext cx="260952" cy="207680"/>
          </a:xfrm>
          <a:custGeom xmlns:a="http://schemas.openxmlformats.org/drawingml/2006/main">
            <a:pathLst>
              <a:path w="260952" h="207680" fill="none">
                <a:moveTo>
                  <a:pt x="0" y="0"/>
                </a:moveTo>
                <a:lnTo>
                  <a:pt x="260952" y="0"/>
                </a:lnTo>
                <a:lnTo>
                  <a:pt x="260952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31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18BC05-681F-4CDD-BDD7-A85D6B534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1349" y="4424462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388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0090D8-2FBB-464C-B9D2-E27A29CEE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1349" y="4424462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31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AA2EC5-F84B-42D8-A044-F8B6F51A1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2300" y="4424462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F978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8A0E6D-BAA8-4A27-81E1-BF1A7DADA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2300" y="4424462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31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23DB9D-E484-4463-82FF-E0A5C520C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3251" y="4424462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A548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0E71E5-2F69-4D27-9C1B-308A81FA1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3251" y="4424462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31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E5FF18-8D12-45AE-9B97-2A5D06320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4203" y="4424462"/>
            <a:ext cx="260952" cy="207680"/>
          </a:xfrm>
          <a:custGeom xmlns:a="http://schemas.openxmlformats.org/drawingml/2006/main">
            <a:pathLst>
              <a:path w="260952" h="207680">
                <a:moveTo>
                  <a:pt x="0" y="0"/>
                </a:moveTo>
                <a:lnTo>
                  <a:pt x="260952" y="0"/>
                </a:lnTo>
                <a:lnTo>
                  <a:pt x="260952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E6F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3397C4-5D60-43C4-A33E-E9069E8FD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4203" y="4424462"/>
            <a:ext cx="260952" cy="207680"/>
          </a:xfrm>
          <a:custGeom xmlns:a="http://schemas.openxmlformats.org/drawingml/2006/main">
            <a:pathLst>
              <a:path w="260952" h="207680" fill="none">
                <a:moveTo>
                  <a:pt x="0" y="0"/>
                </a:moveTo>
                <a:lnTo>
                  <a:pt x="260952" y="0"/>
                </a:lnTo>
                <a:lnTo>
                  <a:pt x="260952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31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319B47-C1BC-44C0-BFE8-10FB001D7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4691" y="4632142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F478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2EA9DE-628F-42A4-805A-B43F048F4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4691" y="4632142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31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38354B-7396-47A3-BA87-B4BD68ECB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5642" y="4632142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A548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06978B-D9A4-4D3E-9E41-6E5763921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5642" y="4632142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31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386B6F-8D9B-4A00-AC80-129D5A053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6593" y="4632142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423F8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DE8973-7ED0-4CD2-988B-77F10A4EB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6593" y="4632142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31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56B76A-6F90-4F76-9300-E253B2077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7544" y="4632142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8588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C95686-C1F5-40D4-8790-49F204564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7544" y="4632142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31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951F20-46BE-4955-AB1C-8B474F5F5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8495" y="4632142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C4F8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D7FECD-26B2-4708-9364-5D5041B16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8495" y="4632142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31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38B0E4-14BC-48C6-9D3D-A11171250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9446" y="4632142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9558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6D903B-4CAC-4995-B593-09A7A594B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9446" y="4632142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31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2DB2AE-0F63-4BC2-A746-5C138D008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0398" y="4632142"/>
            <a:ext cx="260952" cy="207680"/>
          </a:xfrm>
          <a:custGeom xmlns:a="http://schemas.openxmlformats.org/drawingml/2006/main">
            <a:pathLst>
              <a:path w="260952" h="207680">
                <a:moveTo>
                  <a:pt x="0" y="0"/>
                </a:moveTo>
                <a:lnTo>
                  <a:pt x="260952" y="0"/>
                </a:lnTo>
                <a:lnTo>
                  <a:pt x="260952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8598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17EDAE-2951-4CB1-B81E-3857A7E10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0398" y="4632142"/>
            <a:ext cx="260952" cy="207680"/>
          </a:xfrm>
          <a:custGeom xmlns:a="http://schemas.openxmlformats.org/drawingml/2006/main">
            <a:pathLst>
              <a:path w="260952" h="207680" fill="none">
                <a:moveTo>
                  <a:pt x="0" y="0"/>
                </a:moveTo>
                <a:lnTo>
                  <a:pt x="260952" y="0"/>
                </a:lnTo>
                <a:lnTo>
                  <a:pt x="260952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31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86AAE2-2659-49C9-A644-CD5DB62F0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1349" y="4632142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41428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6C6254-5D7F-4A5A-B6B1-249BE8BEF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1349" y="4632142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31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5CDF82-5D0E-420A-A282-DFEA36F59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2300" y="4632142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C508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9762A4-C02C-41E0-8027-9AAA32C06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2300" y="4632142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31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BAD612-8678-427E-9D56-3D8F8BEC0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3251" y="4632142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167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5CDA2C-204D-44CA-9A43-92F9DB101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3251" y="4632142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31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D78D62-6FA0-45E0-B1C3-2FCEEAD45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4203" y="4632142"/>
            <a:ext cx="260952" cy="207680"/>
          </a:xfrm>
          <a:custGeom xmlns:a="http://schemas.openxmlformats.org/drawingml/2006/main">
            <a:pathLst>
              <a:path w="260952" h="207680">
                <a:moveTo>
                  <a:pt x="0" y="0"/>
                </a:moveTo>
                <a:lnTo>
                  <a:pt x="260952" y="0"/>
                </a:lnTo>
                <a:lnTo>
                  <a:pt x="260952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9568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A53FCE-D368-457C-B1E4-2A3D30EF8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4203" y="4632142"/>
            <a:ext cx="260952" cy="207680"/>
          </a:xfrm>
          <a:custGeom xmlns:a="http://schemas.openxmlformats.org/drawingml/2006/main">
            <a:pathLst>
              <a:path w="260952" h="207680" fill="none">
                <a:moveTo>
                  <a:pt x="0" y="0"/>
                </a:moveTo>
                <a:lnTo>
                  <a:pt x="260952" y="0"/>
                </a:lnTo>
                <a:lnTo>
                  <a:pt x="260952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31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FEB7CD-76D5-44B5-80D1-B8A5C783D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4691" y="4839822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264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92C8E6-3D26-4B93-8BD8-584FD29AF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4691" y="4839822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31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4E6DB5-B40D-4DFC-8E90-99FF19BEB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5642" y="4839822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F6B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4046F6-0161-4DE3-8D37-B8AE25995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5642" y="4839822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31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7B04BE-B6F8-4F7E-B8C2-CA2C93735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6593" y="4839822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9558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30FEA4-3650-4F49-88B6-AC6E303F0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6593" y="4839822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31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00E147-9887-42D8-B346-E8D0DA018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7544" y="4839822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E6D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8BFECA-91C4-4C8C-B85D-1C30EC4F5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7544" y="4839822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31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5EB8A1-F8EB-41CE-9886-99F7AD74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8495" y="4839822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C72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4DC92A-9A29-4636-A3A4-DB9A0E441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8495" y="4839822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32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4BD803-1B86-4769-BFBF-B053FE8AA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9446" y="4839822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168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942DD7-C978-43F5-AF31-E63E9FF0C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9446" y="4839822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32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E7FECE-84B6-4F3C-AD8C-A1AFA7435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0398" y="4839822"/>
            <a:ext cx="260952" cy="207680"/>
          </a:xfrm>
          <a:custGeom xmlns:a="http://schemas.openxmlformats.org/drawingml/2006/main">
            <a:pathLst>
              <a:path w="260952" h="207680">
                <a:moveTo>
                  <a:pt x="0" y="0"/>
                </a:moveTo>
                <a:lnTo>
                  <a:pt x="260952" y="0"/>
                </a:lnTo>
                <a:lnTo>
                  <a:pt x="260952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F6C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F135B6-8EB4-42B4-B94F-5E40C26F8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0398" y="4839822"/>
            <a:ext cx="260952" cy="207680"/>
          </a:xfrm>
          <a:custGeom xmlns:a="http://schemas.openxmlformats.org/drawingml/2006/main">
            <a:pathLst>
              <a:path w="260952" h="207680" fill="none">
                <a:moveTo>
                  <a:pt x="0" y="0"/>
                </a:moveTo>
                <a:lnTo>
                  <a:pt x="260952" y="0"/>
                </a:lnTo>
                <a:lnTo>
                  <a:pt x="260952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32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E2EE67-2931-4121-8DBA-10F86245E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1349" y="4839822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06A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38DC84-6148-48D3-A318-1634B56B3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1349" y="4839822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32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793DB2-4EA7-4D8F-ABF7-4CB8E105D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2300" y="4839822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B75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4BEC2F-0B5B-4A19-913C-7E12DA023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2300" y="4839822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32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B244CE-6DF8-4635-B2A0-F22199657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3251" y="4839822"/>
            <a:ext cx="260951" cy="207680"/>
          </a:xfrm>
          <a:custGeom xmlns:a="http://schemas.openxmlformats.org/drawingml/2006/main">
            <a:pathLst>
              <a:path w="260951" h="207680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65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DACA75-B22C-4619-89D0-6BCAB0B87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3251" y="4839822"/>
            <a:ext cx="260951" cy="207680"/>
          </a:xfrm>
          <a:custGeom xmlns:a="http://schemas.openxmlformats.org/drawingml/2006/main">
            <a:pathLst>
              <a:path w="260951" h="207680" fill="none">
                <a:moveTo>
                  <a:pt x="0" y="0"/>
                </a:moveTo>
                <a:lnTo>
                  <a:pt x="260951" y="0"/>
                </a:lnTo>
                <a:lnTo>
                  <a:pt x="260951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32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2D9DFC-1CCF-4F06-A499-44F7B6738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4203" y="4839822"/>
            <a:ext cx="260952" cy="207680"/>
          </a:xfrm>
          <a:custGeom xmlns:a="http://schemas.openxmlformats.org/drawingml/2006/main">
            <a:pathLst>
              <a:path w="260952" h="207680">
                <a:moveTo>
                  <a:pt x="0" y="0"/>
                </a:moveTo>
                <a:lnTo>
                  <a:pt x="260952" y="0"/>
                </a:lnTo>
                <a:lnTo>
                  <a:pt x="260952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584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708EC5-C6C5-489E-AEE4-C98380A57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4203" y="4839822"/>
            <a:ext cx="260952" cy="207680"/>
          </a:xfrm>
          <a:custGeom xmlns:a="http://schemas.openxmlformats.org/drawingml/2006/main">
            <a:pathLst>
              <a:path w="260952" h="207680" fill="none">
                <a:moveTo>
                  <a:pt x="0" y="0"/>
                </a:moveTo>
                <a:lnTo>
                  <a:pt x="260952" y="0"/>
                </a:lnTo>
                <a:lnTo>
                  <a:pt x="260952" y="207680"/>
                </a:lnTo>
                <a:lnTo>
                  <a:pt x="0" y="2076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" cap="flat">
            <a:solidFill>
              <a:srgbClr val="FFFFFF"/>
            </a:solidFill>
            <a:round/>
          </a:ln>
        </p:spPr>
      </p:sp>
      <p:sp>
        <p:nvSpPr>
          <p:cNvPr id="32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987DA3-E8D4-4B94-B6C9-4C1E34C6A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5166" y="5047502"/>
            <a:ext cx="10" cy="9971"/>
          </a:xfrm>
          <a:custGeom xmlns:a="http://schemas.openxmlformats.org/drawingml/2006/main">
            <a:pathLst>
              <a:path w="1" h="9971">
                <a:moveTo>
                  <a:pt x="0" y="0"/>
                </a:moveTo>
                <a:lnTo>
                  <a:pt x="0" y="997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6FD083-3541-449D-B68A-6F65E9A9D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5166" y="5047502"/>
            <a:ext cx="10" cy="9971"/>
          </a:xfrm>
          <a:custGeom xmlns:a="http://schemas.openxmlformats.org/drawingml/2006/main">
            <a:pathLst>
              <a:path w="1" h="9971" fill="none">
                <a:moveTo>
                  <a:pt x="0" y="0"/>
                </a:moveTo>
                <a:lnTo>
                  <a:pt x="0" y="9971"/>
                </a:lnTo>
              </a:path>
            </a:pathLst>
          </a:custGeom>
          <a:noFill xmlns:a="http://schemas.openxmlformats.org/drawingml/2006/main"/>
          <a:ln xmlns:a="http://schemas.openxmlformats.org/drawingml/2006/main" w="2279" cap="flat">
            <a:solidFill>
              <a:srgbClr val="000000"/>
            </a:solidFill>
            <a:round/>
          </a:ln>
        </p:spPr>
      </p:sp>
      <p:sp>
        <p:nvSpPr>
          <p:cNvPr id="32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649446-2F26-4A69-A1B9-B81DD3A35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3179" y="5070688"/>
            <a:ext cx="21394" cy="22542"/>
          </a:xfrm>
          <a:custGeom xmlns:a="http://schemas.openxmlformats.org/drawingml/2006/main">
            <a:pathLst>
              <a:path w="21394" h="22542">
                <a:moveTo>
                  <a:pt x="20145" y="9388"/>
                </a:moveTo>
                <a:cubicBezTo>
                  <a:pt x="21072" y="11201"/>
                  <a:pt x="21394" y="12973"/>
                  <a:pt x="21072" y="14666"/>
                </a:cubicBezTo>
                <a:cubicBezTo>
                  <a:pt x="20749" y="16398"/>
                  <a:pt x="19802" y="18030"/>
                  <a:pt x="18251" y="19581"/>
                </a:cubicBezTo>
                <a:cubicBezTo>
                  <a:pt x="17284" y="20548"/>
                  <a:pt x="16217" y="21293"/>
                  <a:pt x="15089" y="21777"/>
                </a:cubicBezTo>
                <a:cubicBezTo>
                  <a:pt x="13940" y="22280"/>
                  <a:pt x="12752" y="22542"/>
                  <a:pt x="11483" y="22522"/>
                </a:cubicBezTo>
                <a:cubicBezTo>
                  <a:pt x="10012" y="22542"/>
                  <a:pt x="8622" y="22240"/>
                  <a:pt x="7333" y="21676"/>
                </a:cubicBezTo>
                <a:cubicBezTo>
                  <a:pt x="6043" y="21112"/>
                  <a:pt x="4815" y="20205"/>
                  <a:pt x="3626" y="19017"/>
                </a:cubicBezTo>
                <a:cubicBezTo>
                  <a:pt x="1350" y="16740"/>
                  <a:pt x="161" y="14263"/>
                  <a:pt x="81" y="11523"/>
                </a:cubicBezTo>
                <a:cubicBezTo>
                  <a:pt x="0" y="8823"/>
                  <a:pt x="1027" y="6386"/>
                  <a:pt x="3203" y="4210"/>
                </a:cubicBezTo>
                <a:cubicBezTo>
                  <a:pt x="4009" y="3404"/>
                  <a:pt x="4976" y="2679"/>
                  <a:pt x="6084" y="1974"/>
                </a:cubicBezTo>
                <a:cubicBezTo>
                  <a:pt x="7172" y="1289"/>
                  <a:pt x="8481" y="624"/>
                  <a:pt x="9952" y="0"/>
                </a:cubicBezTo>
                <a:lnTo>
                  <a:pt x="13336" y="3384"/>
                </a:lnTo>
                <a:lnTo>
                  <a:pt x="12228" y="4492"/>
                </a:lnTo>
                <a:cubicBezTo>
                  <a:pt x="10757" y="3505"/>
                  <a:pt x="9347" y="3102"/>
                  <a:pt x="8038" y="3243"/>
                </a:cubicBezTo>
                <a:cubicBezTo>
                  <a:pt x="6728" y="3384"/>
                  <a:pt x="5399" y="4110"/>
                  <a:pt x="4089" y="5419"/>
                </a:cubicBezTo>
                <a:cubicBezTo>
                  <a:pt x="2518" y="6990"/>
                  <a:pt x="1894" y="8743"/>
                  <a:pt x="2196" y="10657"/>
                </a:cubicBezTo>
                <a:cubicBezTo>
                  <a:pt x="2518" y="12591"/>
                  <a:pt x="3747" y="14625"/>
                  <a:pt x="5882" y="16761"/>
                </a:cubicBezTo>
                <a:cubicBezTo>
                  <a:pt x="8038" y="18916"/>
                  <a:pt x="10072" y="20145"/>
                  <a:pt x="11986" y="20447"/>
                </a:cubicBezTo>
                <a:cubicBezTo>
                  <a:pt x="13920" y="20769"/>
                  <a:pt x="15653" y="20125"/>
                  <a:pt x="17224" y="18554"/>
                </a:cubicBezTo>
                <a:cubicBezTo>
                  <a:pt x="18312" y="17466"/>
                  <a:pt x="18936" y="16317"/>
                  <a:pt x="19138" y="15068"/>
                </a:cubicBezTo>
                <a:cubicBezTo>
                  <a:pt x="19319" y="13840"/>
                  <a:pt x="19057" y="12570"/>
                  <a:pt x="18332" y="11201"/>
                </a:cubicBezTo>
                <a:lnTo>
                  <a:pt x="20145" y="938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9B3FD3-E570-4C69-A474-E8649FF0B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6117" y="5047502"/>
            <a:ext cx="10" cy="9971"/>
          </a:xfrm>
          <a:custGeom xmlns:a="http://schemas.openxmlformats.org/drawingml/2006/main">
            <a:pathLst>
              <a:path w="1" h="9971">
                <a:moveTo>
                  <a:pt x="0" y="0"/>
                </a:moveTo>
                <a:lnTo>
                  <a:pt x="0" y="997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9A9950-EF3F-4267-80AF-905C71285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6117" y="5047502"/>
            <a:ext cx="10" cy="9971"/>
          </a:xfrm>
          <a:custGeom xmlns:a="http://schemas.openxmlformats.org/drawingml/2006/main">
            <a:pathLst>
              <a:path w="1" h="9971" fill="none">
                <a:moveTo>
                  <a:pt x="0" y="0"/>
                </a:moveTo>
                <a:lnTo>
                  <a:pt x="0" y="9971"/>
                </a:lnTo>
              </a:path>
            </a:pathLst>
          </a:custGeom>
          <a:noFill xmlns:a="http://schemas.openxmlformats.org/drawingml/2006/main"/>
          <a:ln xmlns:a="http://schemas.openxmlformats.org/drawingml/2006/main" w="2279" cap="flat">
            <a:solidFill>
              <a:srgbClr val="000000"/>
            </a:solidFill>
            <a:round/>
          </a:ln>
        </p:spPr>
      </p:sp>
      <p:sp>
        <p:nvSpPr>
          <p:cNvPr id="32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8293ED-8A01-4D4E-8980-E41DE42B3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695" y="5087559"/>
            <a:ext cx="21394" cy="22542"/>
          </a:xfrm>
          <a:custGeom xmlns:a="http://schemas.openxmlformats.org/drawingml/2006/main">
            <a:pathLst>
              <a:path w="21394" h="22542">
                <a:moveTo>
                  <a:pt x="20145" y="9388"/>
                </a:moveTo>
                <a:cubicBezTo>
                  <a:pt x="21072" y="11201"/>
                  <a:pt x="21394" y="12973"/>
                  <a:pt x="21072" y="14666"/>
                </a:cubicBezTo>
                <a:cubicBezTo>
                  <a:pt x="20749" y="16398"/>
                  <a:pt x="19802" y="18030"/>
                  <a:pt x="18251" y="19581"/>
                </a:cubicBezTo>
                <a:cubicBezTo>
                  <a:pt x="17284" y="20548"/>
                  <a:pt x="16217" y="21293"/>
                  <a:pt x="15089" y="21777"/>
                </a:cubicBezTo>
                <a:cubicBezTo>
                  <a:pt x="13940" y="22280"/>
                  <a:pt x="12752" y="22542"/>
                  <a:pt x="11483" y="22522"/>
                </a:cubicBezTo>
                <a:cubicBezTo>
                  <a:pt x="10012" y="22542"/>
                  <a:pt x="8622" y="22240"/>
                  <a:pt x="7333" y="21676"/>
                </a:cubicBezTo>
                <a:cubicBezTo>
                  <a:pt x="6043" y="21112"/>
                  <a:pt x="4815" y="20205"/>
                  <a:pt x="3626" y="19017"/>
                </a:cubicBezTo>
                <a:cubicBezTo>
                  <a:pt x="1350" y="16740"/>
                  <a:pt x="161" y="14263"/>
                  <a:pt x="81" y="11523"/>
                </a:cubicBezTo>
                <a:cubicBezTo>
                  <a:pt x="0" y="8823"/>
                  <a:pt x="1027" y="6386"/>
                  <a:pt x="3203" y="4210"/>
                </a:cubicBezTo>
                <a:cubicBezTo>
                  <a:pt x="4009" y="3404"/>
                  <a:pt x="4976" y="2679"/>
                  <a:pt x="6084" y="1974"/>
                </a:cubicBezTo>
                <a:cubicBezTo>
                  <a:pt x="7172" y="1289"/>
                  <a:pt x="8481" y="624"/>
                  <a:pt x="9952" y="0"/>
                </a:cubicBezTo>
                <a:lnTo>
                  <a:pt x="13336" y="3384"/>
                </a:lnTo>
                <a:lnTo>
                  <a:pt x="12228" y="4492"/>
                </a:lnTo>
                <a:cubicBezTo>
                  <a:pt x="10757" y="3505"/>
                  <a:pt x="9347" y="3102"/>
                  <a:pt x="8038" y="3243"/>
                </a:cubicBezTo>
                <a:cubicBezTo>
                  <a:pt x="6728" y="3384"/>
                  <a:pt x="5399" y="4110"/>
                  <a:pt x="4089" y="5419"/>
                </a:cubicBezTo>
                <a:cubicBezTo>
                  <a:pt x="2518" y="6990"/>
                  <a:pt x="1894" y="8743"/>
                  <a:pt x="2196" y="10657"/>
                </a:cubicBezTo>
                <a:cubicBezTo>
                  <a:pt x="2518" y="12591"/>
                  <a:pt x="3747" y="14625"/>
                  <a:pt x="5882" y="16761"/>
                </a:cubicBezTo>
                <a:cubicBezTo>
                  <a:pt x="8038" y="18916"/>
                  <a:pt x="10072" y="20145"/>
                  <a:pt x="11986" y="20447"/>
                </a:cubicBezTo>
                <a:cubicBezTo>
                  <a:pt x="13920" y="20769"/>
                  <a:pt x="15653" y="20125"/>
                  <a:pt x="17224" y="18554"/>
                </a:cubicBezTo>
                <a:cubicBezTo>
                  <a:pt x="18312" y="17466"/>
                  <a:pt x="18936" y="16317"/>
                  <a:pt x="19138" y="15068"/>
                </a:cubicBezTo>
                <a:cubicBezTo>
                  <a:pt x="19319" y="13840"/>
                  <a:pt x="19057" y="12570"/>
                  <a:pt x="18332" y="11201"/>
                </a:cubicBezTo>
                <a:lnTo>
                  <a:pt x="20145" y="938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40FE93-1E43-416A-A607-8F756CE25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3241" y="5071826"/>
            <a:ext cx="17828" cy="24214"/>
          </a:xfrm>
          <a:custGeom xmlns:a="http://schemas.openxmlformats.org/drawingml/2006/main">
            <a:pathLst>
              <a:path w="17828" h="24214">
                <a:moveTo>
                  <a:pt x="9085" y="8682"/>
                </a:moveTo>
                <a:lnTo>
                  <a:pt x="6305" y="11462"/>
                </a:lnTo>
                <a:lnTo>
                  <a:pt x="8763" y="15572"/>
                </a:lnTo>
                <a:lnTo>
                  <a:pt x="11563" y="12772"/>
                </a:lnTo>
                <a:lnTo>
                  <a:pt x="9085" y="8682"/>
                </a:lnTo>
                <a:close/>
                <a:moveTo>
                  <a:pt x="2095" y="4472"/>
                </a:moveTo>
                <a:lnTo>
                  <a:pt x="5177" y="9569"/>
                </a:lnTo>
                <a:lnTo>
                  <a:pt x="7957" y="6789"/>
                </a:lnTo>
                <a:lnTo>
                  <a:pt x="4875" y="1692"/>
                </a:lnTo>
                <a:lnTo>
                  <a:pt x="6567" y="0"/>
                </a:lnTo>
                <a:lnTo>
                  <a:pt x="9629" y="5117"/>
                </a:lnTo>
                <a:lnTo>
                  <a:pt x="12651" y="2095"/>
                </a:lnTo>
                <a:lnTo>
                  <a:pt x="14162" y="3606"/>
                </a:lnTo>
                <a:lnTo>
                  <a:pt x="10757" y="7010"/>
                </a:lnTo>
                <a:lnTo>
                  <a:pt x="13235" y="11100"/>
                </a:lnTo>
                <a:lnTo>
                  <a:pt x="16317" y="8018"/>
                </a:lnTo>
                <a:lnTo>
                  <a:pt x="17828" y="9529"/>
                </a:lnTo>
                <a:lnTo>
                  <a:pt x="14363" y="12993"/>
                </a:lnTo>
                <a:lnTo>
                  <a:pt x="17425" y="18070"/>
                </a:lnTo>
                <a:lnTo>
                  <a:pt x="15733" y="19762"/>
                </a:lnTo>
                <a:lnTo>
                  <a:pt x="12691" y="14666"/>
                </a:lnTo>
                <a:lnTo>
                  <a:pt x="9911" y="17446"/>
                </a:lnTo>
                <a:lnTo>
                  <a:pt x="12953" y="22542"/>
                </a:lnTo>
                <a:lnTo>
                  <a:pt x="11281" y="24214"/>
                </a:lnTo>
                <a:lnTo>
                  <a:pt x="8219" y="19138"/>
                </a:lnTo>
                <a:lnTo>
                  <a:pt x="5177" y="22180"/>
                </a:lnTo>
                <a:lnTo>
                  <a:pt x="3666" y="20669"/>
                </a:lnTo>
                <a:lnTo>
                  <a:pt x="7091" y="17244"/>
                </a:lnTo>
                <a:lnTo>
                  <a:pt x="4613" y="13155"/>
                </a:lnTo>
                <a:lnTo>
                  <a:pt x="1511" y="16257"/>
                </a:lnTo>
                <a:lnTo>
                  <a:pt x="0" y="14746"/>
                </a:lnTo>
                <a:lnTo>
                  <a:pt x="3485" y="11261"/>
                </a:lnTo>
                <a:lnTo>
                  <a:pt x="423" y="6144"/>
                </a:lnTo>
                <a:lnTo>
                  <a:pt x="2095" y="447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302311-7E51-48DF-8DD5-90DAE0BC2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7068" y="5047502"/>
            <a:ext cx="10" cy="9971"/>
          </a:xfrm>
          <a:custGeom xmlns:a="http://schemas.openxmlformats.org/drawingml/2006/main">
            <a:pathLst>
              <a:path w="1" h="9971">
                <a:moveTo>
                  <a:pt x="0" y="0"/>
                </a:moveTo>
                <a:lnTo>
                  <a:pt x="0" y="997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C40A0D-90E8-4307-904C-8CD5541F7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7068" y="5047502"/>
            <a:ext cx="10" cy="9971"/>
          </a:xfrm>
          <a:custGeom xmlns:a="http://schemas.openxmlformats.org/drawingml/2006/main">
            <a:pathLst>
              <a:path w="1" h="9971" fill="none">
                <a:moveTo>
                  <a:pt x="0" y="0"/>
                </a:moveTo>
                <a:lnTo>
                  <a:pt x="0" y="9971"/>
                </a:lnTo>
              </a:path>
            </a:pathLst>
          </a:custGeom>
          <a:noFill xmlns:a="http://schemas.openxmlformats.org/drawingml/2006/main"/>
          <a:ln xmlns:a="http://schemas.openxmlformats.org/drawingml/2006/main" w="2279" cap="flat">
            <a:solidFill>
              <a:srgbClr val="000000"/>
            </a:solidFill>
            <a:round/>
          </a:ln>
        </p:spPr>
      </p:sp>
      <p:sp>
        <p:nvSpPr>
          <p:cNvPr id="32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0B7FEA-E278-4188-BF31-B47D21336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8210" y="5104431"/>
            <a:ext cx="21394" cy="22542"/>
          </a:xfrm>
          <a:custGeom xmlns:a="http://schemas.openxmlformats.org/drawingml/2006/main">
            <a:pathLst>
              <a:path w="21394" h="22542">
                <a:moveTo>
                  <a:pt x="20145" y="9388"/>
                </a:moveTo>
                <a:cubicBezTo>
                  <a:pt x="21072" y="11201"/>
                  <a:pt x="21394" y="12973"/>
                  <a:pt x="21072" y="14666"/>
                </a:cubicBezTo>
                <a:cubicBezTo>
                  <a:pt x="20749" y="16398"/>
                  <a:pt x="19802" y="18030"/>
                  <a:pt x="18251" y="19581"/>
                </a:cubicBezTo>
                <a:cubicBezTo>
                  <a:pt x="17284" y="20548"/>
                  <a:pt x="16217" y="21293"/>
                  <a:pt x="15089" y="21777"/>
                </a:cubicBezTo>
                <a:cubicBezTo>
                  <a:pt x="13940" y="22280"/>
                  <a:pt x="12752" y="22542"/>
                  <a:pt x="11483" y="22522"/>
                </a:cubicBezTo>
                <a:cubicBezTo>
                  <a:pt x="10012" y="22542"/>
                  <a:pt x="8622" y="22240"/>
                  <a:pt x="7333" y="21676"/>
                </a:cubicBezTo>
                <a:cubicBezTo>
                  <a:pt x="6043" y="21112"/>
                  <a:pt x="4815" y="20205"/>
                  <a:pt x="3626" y="19017"/>
                </a:cubicBezTo>
                <a:cubicBezTo>
                  <a:pt x="1350" y="16740"/>
                  <a:pt x="161" y="14263"/>
                  <a:pt x="81" y="11523"/>
                </a:cubicBezTo>
                <a:cubicBezTo>
                  <a:pt x="0" y="8823"/>
                  <a:pt x="1027" y="6386"/>
                  <a:pt x="3203" y="4210"/>
                </a:cubicBezTo>
                <a:cubicBezTo>
                  <a:pt x="4009" y="3404"/>
                  <a:pt x="4976" y="2679"/>
                  <a:pt x="6084" y="1974"/>
                </a:cubicBezTo>
                <a:cubicBezTo>
                  <a:pt x="7172" y="1289"/>
                  <a:pt x="8481" y="624"/>
                  <a:pt x="9952" y="0"/>
                </a:cubicBezTo>
                <a:lnTo>
                  <a:pt x="13336" y="3384"/>
                </a:lnTo>
                <a:lnTo>
                  <a:pt x="12228" y="4492"/>
                </a:lnTo>
                <a:cubicBezTo>
                  <a:pt x="10757" y="3505"/>
                  <a:pt x="9347" y="3102"/>
                  <a:pt x="8038" y="3243"/>
                </a:cubicBezTo>
                <a:cubicBezTo>
                  <a:pt x="6728" y="3384"/>
                  <a:pt x="5399" y="4110"/>
                  <a:pt x="4089" y="5419"/>
                </a:cubicBezTo>
                <a:cubicBezTo>
                  <a:pt x="2518" y="6990"/>
                  <a:pt x="1894" y="8743"/>
                  <a:pt x="2196" y="10657"/>
                </a:cubicBezTo>
                <a:cubicBezTo>
                  <a:pt x="2518" y="12591"/>
                  <a:pt x="3747" y="14625"/>
                  <a:pt x="5882" y="16761"/>
                </a:cubicBezTo>
                <a:cubicBezTo>
                  <a:pt x="8038" y="18916"/>
                  <a:pt x="10072" y="20145"/>
                  <a:pt x="11986" y="20447"/>
                </a:cubicBezTo>
                <a:cubicBezTo>
                  <a:pt x="13920" y="20769"/>
                  <a:pt x="15653" y="20125"/>
                  <a:pt x="17224" y="18554"/>
                </a:cubicBezTo>
                <a:cubicBezTo>
                  <a:pt x="18312" y="17466"/>
                  <a:pt x="18936" y="16317"/>
                  <a:pt x="19138" y="15068"/>
                </a:cubicBezTo>
                <a:cubicBezTo>
                  <a:pt x="19319" y="13840"/>
                  <a:pt x="19057" y="12570"/>
                  <a:pt x="18332" y="11201"/>
                </a:cubicBezTo>
                <a:lnTo>
                  <a:pt x="20145" y="938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CDFCD3-6CFB-4C5C-8660-B6F0433DB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8475" y="5094640"/>
            <a:ext cx="14202" cy="14202"/>
          </a:xfrm>
          <a:custGeom xmlns:a="http://schemas.openxmlformats.org/drawingml/2006/main">
            <a:pathLst>
              <a:path w="14202" h="14202">
                <a:moveTo>
                  <a:pt x="1571" y="0"/>
                </a:moveTo>
                <a:lnTo>
                  <a:pt x="7091" y="5520"/>
                </a:lnTo>
                <a:lnTo>
                  <a:pt x="12611" y="0"/>
                </a:lnTo>
                <a:lnTo>
                  <a:pt x="14202" y="1591"/>
                </a:lnTo>
                <a:lnTo>
                  <a:pt x="8682" y="7111"/>
                </a:lnTo>
                <a:lnTo>
                  <a:pt x="14202" y="12631"/>
                </a:lnTo>
                <a:lnTo>
                  <a:pt x="12631" y="14202"/>
                </a:lnTo>
                <a:lnTo>
                  <a:pt x="7111" y="8682"/>
                </a:lnTo>
                <a:lnTo>
                  <a:pt x="1591" y="14202"/>
                </a:lnTo>
                <a:lnTo>
                  <a:pt x="0" y="12611"/>
                </a:lnTo>
                <a:lnTo>
                  <a:pt x="5520" y="7091"/>
                </a:lnTo>
                <a:lnTo>
                  <a:pt x="0" y="1571"/>
                </a:lnTo>
                <a:lnTo>
                  <a:pt x="157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E091CC-69F6-485E-AA33-52FF6589F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5357" y="5077759"/>
            <a:ext cx="14202" cy="14202"/>
          </a:xfrm>
          <a:custGeom xmlns:a="http://schemas.openxmlformats.org/drawingml/2006/main">
            <a:pathLst>
              <a:path w="14202" h="14202">
                <a:moveTo>
                  <a:pt x="1571" y="0"/>
                </a:moveTo>
                <a:lnTo>
                  <a:pt x="7091" y="5520"/>
                </a:lnTo>
                <a:lnTo>
                  <a:pt x="12611" y="0"/>
                </a:lnTo>
                <a:lnTo>
                  <a:pt x="14202" y="1591"/>
                </a:lnTo>
                <a:lnTo>
                  <a:pt x="8682" y="7111"/>
                </a:lnTo>
                <a:lnTo>
                  <a:pt x="14202" y="12631"/>
                </a:lnTo>
                <a:lnTo>
                  <a:pt x="12631" y="14202"/>
                </a:lnTo>
                <a:lnTo>
                  <a:pt x="7111" y="8682"/>
                </a:lnTo>
                <a:lnTo>
                  <a:pt x="1591" y="14202"/>
                </a:lnTo>
                <a:lnTo>
                  <a:pt x="0" y="12611"/>
                </a:lnTo>
                <a:lnTo>
                  <a:pt x="5520" y="7091"/>
                </a:lnTo>
                <a:lnTo>
                  <a:pt x="0" y="1571"/>
                </a:lnTo>
                <a:lnTo>
                  <a:pt x="157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1C1178-1A1D-4941-9422-A9B45CB73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8020" y="5047502"/>
            <a:ext cx="10" cy="9971"/>
          </a:xfrm>
          <a:custGeom xmlns:a="http://schemas.openxmlformats.org/drawingml/2006/main">
            <a:pathLst>
              <a:path w="1" h="9971">
                <a:moveTo>
                  <a:pt x="0" y="0"/>
                </a:moveTo>
                <a:lnTo>
                  <a:pt x="0" y="997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1B1F86-E5E8-4129-8ED5-6F88CFB28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8020" y="5047502"/>
            <a:ext cx="10" cy="9971"/>
          </a:xfrm>
          <a:custGeom xmlns:a="http://schemas.openxmlformats.org/drawingml/2006/main">
            <a:pathLst>
              <a:path w="1" h="9971" fill="none">
                <a:moveTo>
                  <a:pt x="0" y="0"/>
                </a:moveTo>
                <a:lnTo>
                  <a:pt x="0" y="9971"/>
                </a:lnTo>
              </a:path>
            </a:pathLst>
          </a:custGeom>
          <a:noFill xmlns:a="http://schemas.openxmlformats.org/drawingml/2006/main"/>
          <a:ln xmlns:a="http://schemas.openxmlformats.org/drawingml/2006/main" w="2279" cap="flat">
            <a:solidFill>
              <a:srgbClr val="000000"/>
            </a:solidFill>
            <a:round/>
          </a:ln>
        </p:spPr>
      </p:sp>
      <p:sp>
        <p:nvSpPr>
          <p:cNvPr id="32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7DF111-4048-4896-9366-74378EACE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9684" y="5083165"/>
            <a:ext cx="23066" cy="22905"/>
          </a:xfrm>
          <a:custGeom xmlns:a="http://schemas.openxmlformats.org/drawingml/2006/main">
            <a:pathLst>
              <a:path w="23066" h="22905">
                <a:moveTo>
                  <a:pt x="12389" y="4593"/>
                </a:moveTo>
                <a:cubicBezTo>
                  <a:pt x="10919" y="3606"/>
                  <a:pt x="9549" y="3163"/>
                  <a:pt x="8239" y="3304"/>
                </a:cubicBezTo>
                <a:cubicBezTo>
                  <a:pt x="6930" y="3445"/>
                  <a:pt x="5600" y="4170"/>
                  <a:pt x="4311" y="5459"/>
                </a:cubicBezTo>
                <a:cubicBezTo>
                  <a:pt x="2619" y="7151"/>
                  <a:pt x="1894" y="8965"/>
                  <a:pt x="2156" y="10878"/>
                </a:cubicBezTo>
                <a:cubicBezTo>
                  <a:pt x="2397" y="12812"/>
                  <a:pt x="3646" y="14867"/>
                  <a:pt x="5842" y="17063"/>
                </a:cubicBezTo>
                <a:cubicBezTo>
                  <a:pt x="8018" y="19238"/>
                  <a:pt x="10072" y="20447"/>
                  <a:pt x="12047" y="20689"/>
                </a:cubicBezTo>
                <a:cubicBezTo>
                  <a:pt x="14001" y="20951"/>
                  <a:pt x="15814" y="20226"/>
                  <a:pt x="17486" y="18554"/>
                </a:cubicBezTo>
                <a:cubicBezTo>
                  <a:pt x="18211" y="17828"/>
                  <a:pt x="18836" y="17043"/>
                  <a:pt x="19339" y="16176"/>
                </a:cubicBezTo>
                <a:cubicBezTo>
                  <a:pt x="19843" y="15310"/>
                  <a:pt x="20205" y="14383"/>
                  <a:pt x="20427" y="13396"/>
                </a:cubicBezTo>
                <a:lnTo>
                  <a:pt x="16640" y="9609"/>
                </a:lnTo>
                <a:lnTo>
                  <a:pt x="13880" y="12369"/>
                </a:lnTo>
                <a:lnTo>
                  <a:pt x="12832" y="11321"/>
                </a:lnTo>
                <a:lnTo>
                  <a:pt x="17587" y="6567"/>
                </a:lnTo>
                <a:lnTo>
                  <a:pt x="23066" y="12047"/>
                </a:lnTo>
                <a:cubicBezTo>
                  <a:pt x="22703" y="13457"/>
                  <a:pt x="22139" y="14746"/>
                  <a:pt x="21374" y="15995"/>
                </a:cubicBezTo>
                <a:cubicBezTo>
                  <a:pt x="20608" y="17244"/>
                  <a:pt x="19641" y="18453"/>
                  <a:pt x="18513" y="19581"/>
                </a:cubicBezTo>
                <a:cubicBezTo>
                  <a:pt x="16297" y="21797"/>
                  <a:pt x="13819" y="22905"/>
                  <a:pt x="11120" y="22865"/>
                </a:cubicBezTo>
                <a:cubicBezTo>
                  <a:pt x="8421" y="22824"/>
                  <a:pt x="5902" y="21636"/>
                  <a:pt x="3586" y="19319"/>
                </a:cubicBezTo>
                <a:cubicBezTo>
                  <a:pt x="1269" y="17002"/>
                  <a:pt x="81" y="14484"/>
                  <a:pt x="40" y="11785"/>
                </a:cubicBezTo>
                <a:cubicBezTo>
                  <a:pt x="0" y="9085"/>
                  <a:pt x="1108" y="6567"/>
                  <a:pt x="3384" y="4291"/>
                </a:cubicBezTo>
                <a:cubicBezTo>
                  <a:pt x="4210" y="3465"/>
                  <a:pt x="5177" y="2699"/>
                  <a:pt x="6285" y="1994"/>
                </a:cubicBezTo>
                <a:cubicBezTo>
                  <a:pt x="7373" y="1309"/>
                  <a:pt x="8622" y="624"/>
                  <a:pt x="10012" y="0"/>
                </a:cubicBezTo>
                <a:lnTo>
                  <a:pt x="13497" y="3485"/>
                </a:lnTo>
                <a:lnTo>
                  <a:pt x="12389" y="45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C0E2B8-15CA-4B50-B1AF-C67E3A9AD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8640" y="5075812"/>
            <a:ext cx="15512" cy="15491"/>
          </a:xfrm>
          <a:custGeom xmlns:a="http://schemas.openxmlformats.org/drawingml/2006/main">
            <a:pathLst>
              <a:path w="15512" h="15491">
                <a:moveTo>
                  <a:pt x="12309" y="12288"/>
                </a:moveTo>
                <a:cubicBezTo>
                  <a:pt x="13276" y="11321"/>
                  <a:pt x="13618" y="10213"/>
                  <a:pt x="13356" y="8944"/>
                </a:cubicBezTo>
                <a:cubicBezTo>
                  <a:pt x="13074" y="7695"/>
                  <a:pt x="12208" y="6305"/>
                  <a:pt x="10717" y="4815"/>
                </a:cubicBezTo>
                <a:cubicBezTo>
                  <a:pt x="9226" y="3324"/>
                  <a:pt x="7816" y="2438"/>
                  <a:pt x="6567" y="2156"/>
                </a:cubicBezTo>
                <a:cubicBezTo>
                  <a:pt x="5298" y="1894"/>
                  <a:pt x="4190" y="2236"/>
                  <a:pt x="3223" y="3203"/>
                </a:cubicBezTo>
                <a:cubicBezTo>
                  <a:pt x="2256" y="4170"/>
                  <a:pt x="1894" y="5298"/>
                  <a:pt x="2176" y="6547"/>
                </a:cubicBezTo>
                <a:cubicBezTo>
                  <a:pt x="2438" y="7816"/>
                  <a:pt x="3344" y="9206"/>
                  <a:pt x="4835" y="10697"/>
                </a:cubicBezTo>
                <a:cubicBezTo>
                  <a:pt x="6326" y="12188"/>
                  <a:pt x="7695" y="13074"/>
                  <a:pt x="8965" y="13336"/>
                </a:cubicBezTo>
                <a:cubicBezTo>
                  <a:pt x="10213" y="13618"/>
                  <a:pt x="11342" y="13255"/>
                  <a:pt x="12309" y="12288"/>
                </a:cubicBezTo>
                <a:close/>
                <a:moveTo>
                  <a:pt x="13255" y="13235"/>
                </a:moveTo>
                <a:cubicBezTo>
                  <a:pt x="11724" y="14766"/>
                  <a:pt x="10032" y="15491"/>
                  <a:pt x="8098" y="15411"/>
                </a:cubicBezTo>
                <a:cubicBezTo>
                  <a:pt x="6164" y="15330"/>
                  <a:pt x="4371" y="14464"/>
                  <a:pt x="2699" y="12792"/>
                </a:cubicBezTo>
                <a:cubicBezTo>
                  <a:pt x="1048" y="11140"/>
                  <a:pt x="161" y="9367"/>
                  <a:pt x="81" y="7433"/>
                </a:cubicBezTo>
                <a:cubicBezTo>
                  <a:pt x="0" y="5500"/>
                  <a:pt x="725" y="3767"/>
                  <a:pt x="2256" y="2236"/>
                </a:cubicBezTo>
                <a:cubicBezTo>
                  <a:pt x="3787" y="705"/>
                  <a:pt x="5500" y="0"/>
                  <a:pt x="7433" y="81"/>
                </a:cubicBezTo>
                <a:cubicBezTo>
                  <a:pt x="9367" y="161"/>
                  <a:pt x="11160" y="1027"/>
                  <a:pt x="12812" y="2679"/>
                </a:cubicBezTo>
                <a:cubicBezTo>
                  <a:pt x="14484" y="4351"/>
                  <a:pt x="15350" y="6144"/>
                  <a:pt x="15431" y="8078"/>
                </a:cubicBezTo>
                <a:cubicBezTo>
                  <a:pt x="15512" y="10012"/>
                  <a:pt x="14786" y="11704"/>
                  <a:pt x="13255" y="1323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5972DE-C002-49E2-BE63-6B651661D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8971" y="5047502"/>
            <a:ext cx="10" cy="9971"/>
          </a:xfrm>
          <a:custGeom xmlns:a="http://schemas.openxmlformats.org/drawingml/2006/main">
            <a:pathLst>
              <a:path w="1" h="9971">
                <a:moveTo>
                  <a:pt x="0" y="0"/>
                </a:moveTo>
                <a:lnTo>
                  <a:pt x="0" y="997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362219-D8D9-42B3-A572-B4CD16EFA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8971" y="5047502"/>
            <a:ext cx="10" cy="9971"/>
          </a:xfrm>
          <a:custGeom xmlns:a="http://schemas.openxmlformats.org/drawingml/2006/main">
            <a:pathLst>
              <a:path w="1" h="9971" fill="none">
                <a:moveTo>
                  <a:pt x="0" y="0"/>
                </a:moveTo>
                <a:lnTo>
                  <a:pt x="0" y="9971"/>
                </a:lnTo>
              </a:path>
            </a:pathLst>
          </a:custGeom>
          <a:noFill xmlns:a="http://schemas.openxmlformats.org/drawingml/2006/main"/>
          <a:ln xmlns:a="http://schemas.openxmlformats.org/drawingml/2006/main" w="2279" cap="flat">
            <a:solidFill>
              <a:srgbClr val="000000"/>
            </a:solidFill>
            <a:round/>
          </a:ln>
        </p:spPr>
      </p:sp>
      <p:sp>
        <p:nvSpPr>
          <p:cNvPr id="32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A480B3-8768-4546-9ABF-B71BD426F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9082" y="5104437"/>
            <a:ext cx="21152" cy="27014"/>
          </a:xfrm>
          <a:custGeom xmlns:a="http://schemas.openxmlformats.org/drawingml/2006/main">
            <a:pathLst>
              <a:path w="21152" h="27014">
                <a:moveTo>
                  <a:pt x="15512" y="27014"/>
                </a:moveTo>
                <a:lnTo>
                  <a:pt x="13195" y="24698"/>
                </a:lnTo>
                <a:lnTo>
                  <a:pt x="14323" y="23570"/>
                </a:lnTo>
                <a:cubicBezTo>
                  <a:pt x="14988" y="24194"/>
                  <a:pt x="15612" y="24537"/>
                  <a:pt x="16217" y="24577"/>
                </a:cubicBezTo>
                <a:cubicBezTo>
                  <a:pt x="16821" y="24617"/>
                  <a:pt x="17405" y="24355"/>
                  <a:pt x="17989" y="23771"/>
                </a:cubicBezTo>
                <a:cubicBezTo>
                  <a:pt x="18755" y="23006"/>
                  <a:pt x="19037" y="22200"/>
                  <a:pt x="18876" y="21394"/>
                </a:cubicBezTo>
                <a:cubicBezTo>
                  <a:pt x="18695" y="20608"/>
                  <a:pt x="17889" y="19480"/>
                  <a:pt x="16479" y="18070"/>
                </a:cubicBezTo>
                <a:lnTo>
                  <a:pt x="3324" y="4915"/>
                </a:lnTo>
                <a:lnTo>
                  <a:pt x="1048" y="7192"/>
                </a:lnTo>
                <a:lnTo>
                  <a:pt x="0" y="6144"/>
                </a:lnTo>
                <a:lnTo>
                  <a:pt x="6144" y="0"/>
                </a:lnTo>
                <a:lnTo>
                  <a:pt x="7192" y="1048"/>
                </a:lnTo>
                <a:lnTo>
                  <a:pt x="5318" y="2921"/>
                </a:lnTo>
                <a:lnTo>
                  <a:pt x="18554" y="16156"/>
                </a:lnTo>
                <a:cubicBezTo>
                  <a:pt x="20165" y="17768"/>
                  <a:pt x="20991" y="19238"/>
                  <a:pt x="21072" y="20608"/>
                </a:cubicBezTo>
                <a:cubicBezTo>
                  <a:pt x="21152" y="21978"/>
                  <a:pt x="20467" y="23388"/>
                  <a:pt x="19017" y="24839"/>
                </a:cubicBezTo>
                <a:cubicBezTo>
                  <a:pt x="18533" y="25322"/>
                  <a:pt x="18010" y="25725"/>
                  <a:pt x="17425" y="26068"/>
                </a:cubicBezTo>
                <a:cubicBezTo>
                  <a:pt x="16841" y="26410"/>
                  <a:pt x="16197" y="26732"/>
                  <a:pt x="15512" y="2701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5B158A-545E-4DED-8D9C-CC0EA7290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2721" y="5099824"/>
            <a:ext cx="19561" cy="15794"/>
          </a:xfrm>
          <a:custGeom xmlns:a="http://schemas.openxmlformats.org/drawingml/2006/main">
            <a:pathLst>
              <a:path w="19561" h="15794">
                <a:moveTo>
                  <a:pt x="12852" y="7071"/>
                </a:moveTo>
                <a:lnTo>
                  <a:pt x="10637" y="4855"/>
                </a:lnTo>
                <a:lnTo>
                  <a:pt x="8300" y="7192"/>
                </a:lnTo>
                <a:cubicBezTo>
                  <a:pt x="7393" y="8098"/>
                  <a:pt x="6930" y="8965"/>
                  <a:pt x="6869" y="9790"/>
                </a:cubicBezTo>
                <a:cubicBezTo>
                  <a:pt x="6829" y="10637"/>
                  <a:pt x="7212" y="11422"/>
                  <a:pt x="7998" y="12208"/>
                </a:cubicBezTo>
                <a:cubicBezTo>
                  <a:pt x="8723" y="12933"/>
                  <a:pt x="9529" y="13296"/>
                  <a:pt x="10395" y="13276"/>
                </a:cubicBezTo>
                <a:cubicBezTo>
                  <a:pt x="11281" y="13276"/>
                  <a:pt x="12087" y="12873"/>
                  <a:pt x="12852" y="12107"/>
                </a:cubicBezTo>
                <a:cubicBezTo>
                  <a:pt x="13598" y="11362"/>
                  <a:pt x="13981" y="10536"/>
                  <a:pt x="13981" y="9609"/>
                </a:cubicBezTo>
                <a:cubicBezTo>
                  <a:pt x="13981" y="8682"/>
                  <a:pt x="13618" y="7836"/>
                  <a:pt x="12852" y="7071"/>
                </a:cubicBezTo>
                <a:close/>
                <a:moveTo>
                  <a:pt x="11422" y="2014"/>
                </a:moveTo>
                <a:lnTo>
                  <a:pt x="16902" y="7494"/>
                </a:lnTo>
                <a:lnTo>
                  <a:pt x="18513" y="5882"/>
                </a:lnTo>
                <a:lnTo>
                  <a:pt x="19561" y="6930"/>
                </a:lnTo>
                <a:lnTo>
                  <a:pt x="16136" y="10355"/>
                </a:lnTo>
                <a:lnTo>
                  <a:pt x="15008" y="9226"/>
                </a:lnTo>
                <a:cubicBezTo>
                  <a:pt x="15089" y="10113"/>
                  <a:pt x="14988" y="10939"/>
                  <a:pt x="14686" y="11684"/>
                </a:cubicBezTo>
                <a:cubicBezTo>
                  <a:pt x="14363" y="12409"/>
                  <a:pt x="13860" y="13155"/>
                  <a:pt x="13175" y="13840"/>
                </a:cubicBezTo>
                <a:cubicBezTo>
                  <a:pt x="12006" y="15008"/>
                  <a:pt x="10778" y="15632"/>
                  <a:pt x="9488" y="15713"/>
                </a:cubicBezTo>
                <a:cubicBezTo>
                  <a:pt x="8199" y="15794"/>
                  <a:pt x="7031" y="15270"/>
                  <a:pt x="5983" y="14222"/>
                </a:cubicBezTo>
                <a:cubicBezTo>
                  <a:pt x="4915" y="13155"/>
                  <a:pt x="4472" y="11946"/>
                  <a:pt x="4653" y="10556"/>
                </a:cubicBezTo>
                <a:cubicBezTo>
                  <a:pt x="4815" y="9186"/>
                  <a:pt x="5620" y="7776"/>
                  <a:pt x="7051" y="6346"/>
                </a:cubicBezTo>
                <a:lnTo>
                  <a:pt x="9589" y="3807"/>
                </a:lnTo>
                <a:lnTo>
                  <a:pt x="8864" y="3082"/>
                </a:lnTo>
                <a:cubicBezTo>
                  <a:pt x="8078" y="2297"/>
                  <a:pt x="7232" y="1934"/>
                  <a:pt x="6305" y="1974"/>
                </a:cubicBezTo>
                <a:cubicBezTo>
                  <a:pt x="5379" y="2014"/>
                  <a:pt x="4472" y="2478"/>
                  <a:pt x="3606" y="3344"/>
                </a:cubicBezTo>
                <a:cubicBezTo>
                  <a:pt x="2881" y="4069"/>
                  <a:pt x="2498" y="4815"/>
                  <a:pt x="2397" y="5560"/>
                </a:cubicBezTo>
                <a:cubicBezTo>
                  <a:pt x="2276" y="6326"/>
                  <a:pt x="2498" y="7071"/>
                  <a:pt x="3042" y="7816"/>
                </a:cubicBezTo>
                <a:lnTo>
                  <a:pt x="2115" y="8743"/>
                </a:lnTo>
                <a:lnTo>
                  <a:pt x="0" y="6628"/>
                </a:lnTo>
                <a:cubicBezTo>
                  <a:pt x="363" y="5741"/>
                  <a:pt x="766" y="4936"/>
                  <a:pt x="1229" y="4190"/>
                </a:cubicBezTo>
                <a:cubicBezTo>
                  <a:pt x="1692" y="3485"/>
                  <a:pt x="2196" y="2820"/>
                  <a:pt x="2760" y="2256"/>
                </a:cubicBezTo>
                <a:cubicBezTo>
                  <a:pt x="4210" y="806"/>
                  <a:pt x="5661" y="81"/>
                  <a:pt x="7151" y="40"/>
                </a:cubicBezTo>
                <a:cubicBezTo>
                  <a:pt x="8642" y="0"/>
                  <a:pt x="10052" y="645"/>
                  <a:pt x="11422" y="201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FF90B0-0459-45C4-8976-A7A52FB4A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2350" y="5084413"/>
            <a:ext cx="16801" cy="16801"/>
          </a:xfrm>
          <a:custGeom xmlns:a="http://schemas.openxmlformats.org/drawingml/2006/main">
            <a:pathLst>
              <a:path w="16801" h="16801">
                <a:moveTo>
                  <a:pt x="15471" y="16801"/>
                </a:moveTo>
                <a:lnTo>
                  <a:pt x="2216" y="11241"/>
                </a:lnTo>
                <a:lnTo>
                  <a:pt x="1048" y="12409"/>
                </a:lnTo>
                <a:lnTo>
                  <a:pt x="0" y="11362"/>
                </a:lnTo>
                <a:lnTo>
                  <a:pt x="4794" y="6567"/>
                </a:lnTo>
                <a:lnTo>
                  <a:pt x="5842" y="7615"/>
                </a:lnTo>
                <a:lnTo>
                  <a:pt x="4170" y="9287"/>
                </a:lnTo>
                <a:lnTo>
                  <a:pt x="14303" y="13537"/>
                </a:lnTo>
                <a:lnTo>
                  <a:pt x="10052" y="3404"/>
                </a:lnTo>
                <a:lnTo>
                  <a:pt x="8481" y="4976"/>
                </a:lnTo>
                <a:lnTo>
                  <a:pt x="7433" y="3928"/>
                </a:lnTo>
                <a:lnTo>
                  <a:pt x="11362" y="0"/>
                </a:lnTo>
                <a:lnTo>
                  <a:pt x="12409" y="1048"/>
                </a:lnTo>
                <a:lnTo>
                  <a:pt x="11241" y="2216"/>
                </a:lnTo>
                <a:lnTo>
                  <a:pt x="16801" y="15471"/>
                </a:lnTo>
                <a:lnTo>
                  <a:pt x="15471" y="168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06B2EB-8171-4C9C-9452-2FA94A5EF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109" y="5076436"/>
            <a:ext cx="19561" cy="15794"/>
          </a:xfrm>
          <a:custGeom xmlns:a="http://schemas.openxmlformats.org/drawingml/2006/main">
            <a:pathLst>
              <a:path w="19561" h="15794">
                <a:moveTo>
                  <a:pt x="12852" y="7071"/>
                </a:moveTo>
                <a:lnTo>
                  <a:pt x="10637" y="4855"/>
                </a:lnTo>
                <a:lnTo>
                  <a:pt x="8300" y="7192"/>
                </a:lnTo>
                <a:cubicBezTo>
                  <a:pt x="7393" y="8098"/>
                  <a:pt x="6930" y="8965"/>
                  <a:pt x="6869" y="9790"/>
                </a:cubicBezTo>
                <a:cubicBezTo>
                  <a:pt x="6829" y="10637"/>
                  <a:pt x="7212" y="11422"/>
                  <a:pt x="7998" y="12208"/>
                </a:cubicBezTo>
                <a:cubicBezTo>
                  <a:pt x="8723" y="12933"/>
                  <a:pt x="9529" y="13296"/>
                  <a:pt x="10395" y="13276"/>
                </a:cubicBezTo>
                <a:cubicBezTo>
                  <a:pt x="11281" y="13276"/>
                  <a:pt x="12087" y="12873"/>
                  <a:pt x="12852" y="12107"/>
                </a:cubicBezTo>
                <a:cubicBezTo>
                  <a:pt x="13598" y="11362"/>
                  <a:pt x="13981" y="10536"/>
                  <a:pt x="13981" y="9609"/>
                </a:cubicBezTo>
                <a:cubicBezTo>
                  <a:pt x="13981" y="8682"/>
                  <a:pt x="13618" y="7836"/>
                  <a:pt x="12852" y="7071"/>
                </a:cubicBezTo>
                <a:close/>
                <a:moveTo>
                  <a:pt x="11422" y="2014"/>
                </a:moveTo>
                <a:lnTo>
                  <a:pt x="16902" y="7494"/>
                </a:lnTo>
                <a:lnTo>
                  <a:pt x="18513" y="5882"/>
                </a:lnTo>
                <a:lnTo>
                  <a:pt x="19561" y="6930"/>
                </a:lnTo>
                <a:lnTo>
                  <a:pt x="16136" y="10355"/>
                </a:lnTo>
                <a:lnTo>
                  <a:pt x="15008" y="9226"/>
                </a:lnTo>
                <a:cubicBezTo>
                  <a:pt x="15089" y="10113"/>
                  <a:pt x="14988" y="10939"/>
                  <a:pt x="14686" y="11684"/>
                </a:cubicBezTo>
                <a:cubicBezTo>
                  <a:pt x="14363" y="12409"/>
                  <a:pt x="13860" y="13155"/>
                  <a:pt x="13175" y="13840"/>
                </a:cubicBezTo>
                <a:cubicBezTo>
                  <a:pt x="12006" y="15008"/>
                  <a:pt x="10778" y="15632"/>
                  <a:pt x="9488" y="15713"/>
                </a:cubicBezTo>
                <a:cubicBezTo>
                  <a:pt x="8199" y="15794"/>
                  <a:pt x="7031" y="15270"/>
                  <a:pt x="5983" y="14222"/>
                </a:cubicBezTo>
                <a:cubicBezTo>
                  <a:pt x="4915" y="13155"/>
                  <a:pt x="4472" y="11946"/>
                  <a:pt x="4653" y="10556"/>
                </a:cubicBezTo>
                <a:cubicBezTo>
                  <a:pt x="4815" y="9186"/>
                  <a:pt x="5620" y="7776"/>
                  <a:pt x="7051" y="6346"/>
                </a:cubicBezTo>
                <a:lnTo>
                  <a:pt x="9589" y="3807"/>
                </a:lnTo>
                <a:lnTo>
                  <a:pt x="8864" y="3082"/>
                </a:lnTo>
                <a:cubicBezTo>
                  <a:pt x="8078" y="2297"/>
                  <a:pt x="7232" y="1934"/>
                  <a:pt x="6305" y="1974"/>
                </a:cubicBezTo>
                <a:cubicBezTo>
                  <a:pt x="5379" y="2014"/>
                  <a:pt x="4472" y="2478"/>
                  <a:pt x="3606" y="3344"/>
                </a:cubicBezTo>
                <a:cubicBezTo>
                  <a:pt x="2881" y="4069"/>
                  <a:pt x="2498" y="4815"/>
                  <a:pt x="2397" y="5560"/>
                </a:cubicBezTo>
                <a:cubicBezTo>
                  <a:pt x="2276" y="6326"/>
                  <a:pt x="2498" y="7071"/>
                  <a:pt x="3042" y="7816"/>
                </a:cubicBezTo>
                <a:lnTo>
                  <a:pt x="2115" y="8743"/>
                </a:lnTo>
                <a:lnTo>
                  <a:pt x="0" y="6628"/>
                </a:lnTo>
                <a:cubicBezTo>
                  <a:pt x="363" y="5741"/>
                  <a:pt x="766" y="4936"/>
                  <a:pt x="1229" y="4190"/>
                </a:cubicBezTo>
                <a:cubicBezTo>
                  <a:pt x="1692" y="3485"/>
                  <a:pt x="2196" y="2820"/>
                  <a:pt x="2760" y="2256"/>
                </a:cubicBezTo>
                <a:cubicBezTo>
                  <a:pt x="4210" y="806"/>
                  <a:pt x="5661" y="81"/>
                  <a:pt x="7151" y="40"/>
                </a:cubicBezTo>
                <a:cubicBezTo>
                  <a:pt x="8642" y="0"/>
                  <a:pt x="10052" y="645"/>
                  <a:pt x="11422" y="201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2757F5-DF6A-46E3-B3F9-BCBC8368F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9922" y="5047502"/>
            <a:ext cx="10" cy="9971"/>
          </a:xfrm>
          <a:custGeom xmlns:a="http://schemas.openxmlformats.org/drawingml/2006/main">
            <a:pathLst>
              <a:path w="1" h="9971">
                <a:moveTo>
                  <a:pt x="0" y="0"/>
                </a:moveTo>
                <a:lnTo>
                  <a:pt x="0" y="997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881115-10DC-4EAA-AC2E-C5CF7904D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9922" y="5047502"/>
            <a:ext cx="10" cy="9971"/>
          </a:xfrm>
          <a:custGeom xmlns:a="http://schemas.openxmlformats.org/drawingml/2006/main">
            <a:pathLst>
              <a:path w="1" h="9971" fill="none">
                <a:moveTo>
                  <a:pt x="0" y="0"/>
                </a:moveTo>
                <a:lnTo>
                  <a:pt x="0" y="9971"/>
                </a:lnTo>
              </a:path>
            </a:pathLst>
          </a:custGeom>
          <a:noFill xmlns:a="http://schemas.openxmlformats.org/drawingml/2006/main"/>
          <a:ln xmlns:a="http://schemas.openxmlformats.org/drawingml/2006/main" w="2279" cap="flat">
            <a:solidFill>
              <a:srgbClr val="000000"/>
            </a:solidFill>
            <a:round/>
          </a:ln>
        </p:spPr>
      </p:sp>
      <p:sp>
        <p:nvSpPr>
          <p:cNvPr id="32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72A3F8-8C9A-4A0F-B929-1D799C657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666" y="5163172"/>
            <a:ext cx="21152" cy="27014"/>
          </a:xfrm>
          <a:custGeom xmlns:a="http://schemas.openxmlformats.org/drawingml/2006/main">
            <a:pathLst>
              <a:path w="21152" h="27014">
                <a:moveTo>
                  <a:pt x="15512" y="27014"/>
                </a:moveTo>
                <a:lnTo>
                  <a:pt x="13195" y="24698"/>
                </a:lnTo>
                <a:lnTo>
                  <a:pt x="14323" y="23570"/>
                </a:lnTo>
                <a:cubicBezTo>
                  <a:pt x="14988" y="24194"/>
                  <a:pt x="15612" y="24537"/>
                  <a:pt x="16217" y="24577"/>
                </a:cubicBezTo>
                <a:cubicBezTo>
                  <a:pt x="16821" y="24617"/>
                  <a:pt x="17405" y="24355"/>
                  <a:pt x="17989" y="23771"/>
                </a:cubicBezTo>
                <a:cubicBezTo>
                  <a:pt x="18755" y="23006"/>
                  <a:pt x="19037" y="22200"/>
                  <a:pt x="18876" y="21394"/>
                </a:cubicBezTo>
                <a:cubicBezTo>
                  <a:pt x="18695" y="20608"/>
                  <a:pt x="17889" y="19480"/>
                  <a:pt x="16479" y="18070"/>
                </a:cubicBezTo>
                <a:lnTo>
                  <a:pt x="3324" y="4915"/>
                </a:lnTo>
                <a:lnTo>
                  <a:pt x="1048" y="7192"/>
                </a:lnTo>
                <a:lnTo>
                  <a:pt x="0" y="6144"/>
                </a:lnTo>
                <a:lnTo>
                  <a:pt x="6144" y="0"/>
                </a:lnTo>
                <a:lnTo>
                  <a:pt x="7192" y="1048"/>
                </a:lnTo>
                <a:lnTo>
                  <a:pt x="5318" y="2921"/>
                </a:lnTo>
                <a:lnTo>
                  <a:pt x="18554" y="16156"/>
                </a:lnTo>
                <a:cubicBezTo>
                  <a:pt x="20165" y="17768"/>
                  <a:pt x="20991" y="19238"/>
                  <a:pt x="21072" y="20608"/>
                </a:cubicBezTo>
                <a:cubicBezTo>
                  <a:pt x="21152" y="21978"/>
                  <a:pt x="20467" y="23388"/>
                  <a:pt x="19017" y="24839"/>
                </a:cubicBezTo>
                <a:cubicBezTo>
                  <a:pt x="18533" y="25322"/>
                  <a:pt x="18010" y="25725"/>
                  <a:pt x="17425" y="26068"/>
                </a:cubicBezTo>
                <a:cubicBezTo>
                  <a:pt x="16841" y="26410"/>
                  <a:pt x="16197" y="26732"/>
                  <a:pt x="15512" y="2701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C7624C-58FF-4A20-AB5E-BF19D3ABF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4304" y="5158559"/>
            <a:ext cx="19561" cy="15794"/>
          </a:xfrm>
          <a:custGeom xmlns:a="http://schemas.openxmlformats.org/drawingml/2006/main">
            <a:pathLst>
              <a:path w="19561" h="15794">
                <a:moveTo>
                  <a:pt x="12852" y="7071"/>
                </a:moveTo>
                <a:lnTo>
                  <a:pt x="10637" y="4855"/>
                </a:lnTo>
                <a:lnTo>
                  <a:pt x="8300" y="7192"/>
                </a:lnTo>
                <a:cubicBezTo>
                  <a:pt x="7393" y="8098"/>
                  <a:pt x="6930" y="8965"/>
                  <a:pt x="6869" y="9790"/>
                </a:cubicBezTo>
                <a:cubicBezTo>
                  <a:pt x="6829" y="10637"/>
                  <a:pt x="7212" y="11422"/>
                  <a:pt x="7998" y="12208"/>
                </a:cubicBezTo>
                <a:cubicBezTo>
                  <a:pt x="8723" y="12933"/>
                  <a:pt x="9529" y="13296"/>
                  <a:pt x="10395" y="13276"/>
                </a:cubicBezTo>
                <a:cubicBezTo>
                  <a:pt x="11281" y="13276"/>
                  <a:pt x="12087" y="12873"/>
                  <a:pt x="12852" y="12107"/>
                </a:cubicBezTo>
                <a:cubicBezTo>
                  <a:pt x="13598" y="11362"/>
                  <a:pt x="13981" y="10536"/>
                  <a:pt x="13981" y="9609"/>
                </a:cubicBezTo>
                <a:cubicBezTo>
                  <a:pt x="13981" y="8682"/>
                  <a:pt x="13618" y="7836"/>
                  <a:pt x="12852" y="7071"/>
                </a:cubicBezTo>
                <a:close/>
                <a:moveTo>
                  <a:pt x="11422" y="2014"/>
                </a:moveTo>
                <a:lnTo>
                  <a:pt x="16902" y="7494"/>
                </a:lnTo>
                <a:lnTo>
                  <a:pt x="18513" y="5882"/>
                </a:lnTo>
                <a:lnTo>
                  <a:pt x="19561" y="6930"/>
                </a:lnTo>
                <a:lnTo>
                  <a:pt x="16136" y="10355"/>
                </a:lnTo>
                <a:lnTo>
                  <a:pt x="15008" y="9226"/>
                </a:lnTo>
                <a:cubicBezTo>
                  <a:pt x="15089" y="10113"/>
                  <a:pt x="14988" y="10939"/>
                  <a:pt x="14686" y="11684"/>
                </a:cubicBezTo>
                <a:cubicBezTo>
                  <a:pt x="14363" y="12409"/>
                  <a:pt x="13860" y="13155"/>
                  <a:pt x="13175" y="13840"/>
                </a:cubicBezTo>
                <a:cubicBezTo>
                  <a:pt x="12006" y="15008"/>
                  <a:pt x="10778" y="15632"/>
                  <a:pt x="9488" y="15713"/>
                </a:cubicBezTo>
                <a:cubicBezTo>
                  <a:pt x="8199" y="15794"/>
                  <a:pt x="7031" y="15270"/>
                  <a:pt x="5983" y="14222"/>
                </a:cubicBezTo>
                <a:cubicBezTo>
                  <a:pt x="4915" y="13155"/>
                  <a:pt x="4472" y="11946"/>
                  <a:pt x="4653" y="10556"/>
                </a:cubicBezTo>
                <a:cubicBezTo>
                  <a:pt x="4815" y="9186"/>
                  <a:pt x="5620" y="7776"/>
                  <a:pt x="7051" y="6346"/>
                </a:cubicBezTo>
                <a:lnTo>
                  <a:pt x="9589" y="3807"/>
                </a:lnTo>
                <a:lnTo>
                  <a:pt x="8864" y="3082"/>
                </a:lnTo>
                <a:cubicBezTo>
                  <a:pt x="8078" y="2297"/>
                  <a:pt x="7232" y="1934"/>
                  <a:pt x="6305" y="1974"/>
                </a:cubicBezTo>
                <a:cubicBezTo>
                  <a:pt x="5379" y="2014"/>
                  <a:pt x="4472" y="2478"/>
                  <a:pt x="3606" y="3344"/>
                </a:cubicBezTo>
                <a:cubicBezTo>
                  <a:pt x="2881" y="4069"/>
                  <a:pt x="2498" y="4815"/>
                  <a:pt x="2397" y="5560"/>
                </a:cubicBezTo>
                <a:cubicBezTo>
                  <a:pt x="2276" y="6326"/>
                  <a:pt x="2498" y="7071"/>
                  <a:pt x="3042" y="7816"/>
                </a:cubicBezTo>
                <a:lnTo>
                  <a:pt x="2115" y="8743"/>
                </a:lnTo>
                <a:lnTo>
                  <a:pt x="0" y="6628"/>
                </a:lnTo>
                <a:cubicBezTo>
                  <a:pt x="363" y="5741"/>
                  <a:pt x="766" y="4936"/>
                  <a:pt x="1229" y="4190"/>
                </a:cubicBezTo>
                <a:cubicBezTo>
                  <a:pt x="1692" y="3485"/>
                  <a:pt x="2196" y="2820"/>
                  <a:pt x="2760" y="2256"/>
                </a:cubicBezTo>
                <a:cubicBezTo>
                  <a:pt x="4210" y="806"/>
                  <a:pt x="5661" y="81"/>
                  <a:pt x="7151" y="40"/>
                </a:cubicBezTo>
                <a:cubicBezTo>
                  <a:pt x="8642" y="0"/>
                  <a:pt x="10052" y="645"/>
                  <a:pt x="11422" y="201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CDBB8E-EF99-4DF5-AA41-BAEB7F26D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3933" y="5143148"/>
            <a:ext cx="16801" cy="16801"/>
          </a:xfrm>
          <a:custGeom xmlns:a="http://schemas.openxmlformats.org/drawingml/2006/main">
            <a:pathLst>
              <a:path w="16801" h="16801">
                <a:moveTo>
                  <a:pt x="15471" y="16801"/>
                </a:moveTo>
                <a:lnTo>
                  <a:pt x="2216" y="11241"/>
                </a:lnTo>
                <a:lnTo>
                  <a:pt x="1048" y="12409"/>
                </a:lnTo>
                <a:lnTo>
                  <a:pt x="0" y="11362"/>
                </a:lnTo>
                <a:lnTo>
                  <a:pt x="4794" y="6567"/>
                </a:lnTo>
                <a:lnTo>
                  <a:pt x="5842" y="7615"/>
                </a:lnTo>
                <a:lnTo>
                  <a:pt x="4170" y="9287"/>
                </a:lnTo>
                <a:lnTo>
                  <a:pt x="14303" y="13537"/>
                </a:lnTo>
                <a:lnTo>
                  <a:pt x="10052" y="3404"/>
                </a:lnTo>
                <a:lnTo>
                  <a:pt x="8481" y="4976"/>
                </a:lnTo>
                <a:lnTo>
                  <a:pt x="7433" y="3928"/>
                </a:lnTo>
                <a:lnTo>
                  <a:pt x="11362" y="0"/>
                </a:lnTo>
                <a:lnTo>
                  <a:pt x="12409" y="1048"/>
                </a:lnTo>
                <a:lnTo>
                  <a:pt x="11241" y="2216"/>
                </a:lnTo>
                <a:lnTo>
                  <a:pt x="16801" y="15471"/>
                </a:lnTo>
                <a:lnTo>
                  <a:pt x="15471" y="168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AB3322-8715-4421-AF87-4C3C3C18A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7692" y="5135171"/>
            <a:ext cx="19561" cy="15794"/>
          </a:xfrm>
          <a:custGeom xmlns:a="http://schemas.openxmlformats.org/drawingml/2006/main">
            <a:pathLst>
              <a:path w="19561" h="15794">
                <a:moveTo>
                  <a:pt x="12852" y="7071"/>
                </a:moveTo>
                <a:lnTo>
                  <a:pt x="10637" y="4855"/>
                </a:lnTo>
                <a:lnTo>
                  <a:pt x="8300" y="7192"/>
                </a:lnTo>
                <a:cubicBezTo>
                  <a:pt x="7393" y="8098"/>
                  <a:pt x="6930" y="8965"/>
                  <a:pt x="6869" y="9790"/>
                </a:cubicBezTo>
                <a:cubicBezTo>
                  <a:pt x="6829" y="10637"/>
                  <a:pt x="7212" y="11422"/>
                  <a:pt x="7998" y="12208"/>
                </a:cubicBezTo>
                <a:cubicBezTo>
                  <a:pt x="8723" y="12933"/>
                  <a:pt x="9529" y="13296"/>
                  <a:pt x="10395" y="13276"/>
                </a:cubicBezTo>
                <a:cubicBezTo>
                  <a:pt x="11281" y="13276"/>
                  <a:pt x="12087" y="12873"/>
                  <a:pt x="12852" y="12107"/>
                </a:cubicBezTo>
                <a:cubicBezTo>
                  <a:pt x="13598" y="11362"/>
                  <a:pt x="13981" y="10536"/>
                  <a:pt x="13981" y="9609"/>
                </a:cubicBezTo>
                <a:cubicBezTo>
                  <a:pt x="13981" y="8682"/>
                  <a:pt x="13618" y="7836"/>
                  <a:pt x="12852" y="7071"/>
                </a:cubicBezTo>
                <a:close/>
                <a:moveTo>
                  <a:pt x="11422" y="2014"/>
                </a:moveTo>
                <a:lnTo>
                  <a:pt x="16902" y="7494"/>
                </a:lnTo>
                <a:lnTo>
                  <a:pt x="18513" y="5882"/>
                </a:lnTo>
                <a:lnTo>
                  <a:pt x="19561" y="6930"/>
                </a:lnTo>
                <a:lnTo>
                  <a:pt x="16136" y="10355"/>
                </a:lnTo>
                <a:lnTo>
                  <a:pt x="15008" y="9226"/>
                </a:lnTo>
                <a:cubicBezTo>
                  <a:pt x="15089" y="10113"/>
                  <a:pt x="14988" y="10939"/>
                  <a:pt x="14686" y="11684"/>
                </a:cubicBezTo>
                <a:cubicBezTo>
                  <a:pt x="14363" y="12409"/>
                  <a:pt x="13860" y="13155"/>
                  <a:pt x="13175" y="13840"/>
                </a:cubicBezTo>
                <a:cubicBezTo>
                  <a:pt x="12006" y="15008"/>
                  <a:pt x="10778" y="15632"/>
                  <a:pt x="9488" y="15713"/>
                </a:cubicBezTo>
                <a:cubicBezTo>
                  <a:pt x="8199" y="15794"/>
                  <a:pt x="7031" y="15270"/>
                  <a:pt x="5983" y="14222"/>
                </a:cubicBezTo>
                <a:cubicBezTo>
                  <a:pt x="4915" y="13155"/>
                  <a:pt x="4472" y="11946"/>
                  <a:pt x="4653" y="10556"/>
                </a:cubicBezTo>
                <a:cubicBezTo>
                  <a:pt x="4815" y="9186"/>
                  <a:pt x="5620" y="7776"/>
                  <a:pt x="7051" y="6346"/>
                </a:cubicBezTo>
                <a:lnTo>
                  <a:pt x="9589" y="3807"/>
                </a:lnTo>
                <a:lnTo>
                  <a:pt x="8864" y="3082"/>
                </a:lnTo>
                <a:cubicBezTo>
                  <a:pt x="8078" y="2297"/>
                  <a:pt x="7232" y="1934"/>
                  <a:pt x="6305" y="1974"/>
                </a:cubicBezTo>
                <a:cubicBezTo>
                  <a:pt x="5379" y="2014"/>
                  <a:pt x="4472" y="2478"/>
                  <a:pt x="3606" y="3344"/>
                </a:cubicBezTo>
                <a:cubicBezTo>
                  <a:pt x="2881" y="4069"/>
                  <a:pt x="2498" y="4815"/>
                  <a:pt x="2397" y="5560"/>
                </a:cubicBezTo>
                <a:cubicBezTo>
                  <a:pt x="2276" y="6326"/>
                  <a:pt x="2498" y="7071"/>
                  <a:pt x="3042" y="7816"/>
                </a:cubicBezTo>
                <a:lnTo>
                  <a:pt x="2115" y="8743"/>
                </a:lnTo>
                <a:lnTo>
                  <a:pt x="0" y="6628"/>
                </a:lnTo>
                <a:cubicBezTo>
                  <a:pt x="363" y="5741"/>
                  <a:pt x="766" y="4936"/>
                  <a:pt x="1229" y="4190"/>
                </a:cubicBezTo>
                <a:cubicBezTo>
                  <a:pt x="1692" y="3485"/>
                  <a:pt x="2196" y="2820"/>
                  <a:pt x="2760" y="2256"/>
                </a:cubicBezTo>
                <a:cubicBezTo>
                  <a:pt x="4210" y="806"/>
                  <a:pt x="5661" y="81"/>
                  <a:pt x="7151" y="40"/>
                </a:cubicBezTo>
                <a:cubicBezTo>
                  <a:pt x="8642" y="0"/>
                  <a:pt x="10052" y="645"/>
                  <a:pt x="11422" y="201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345E97-7A9D-4A34-9667-EA2A37D25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9940" y="5122902"/>
            <a:ext cx="15673" cy="16922"/>
          </a:xfrm>
          <a:custGeom xmlns:a="http://schemas.openxmlformats.org/drawingml/2006/main">
            <a:pathLst>
              <a:path w="15673" h="16922">
                <a:moveTo>
                  <a:pt x="8421" y="16922"/>
                </a:moveTo>
                <a:lnTo>
                  <a:pt x="5983" y="14484"/>
                </a:lnTo>
                <a:lnTo>
                  <a:pt x="7031" y="13437"/>
                </a:lnTo>
                <a:cubicBezTo>
                  <a:pt x="7836" y="14202"/>
                  <a:pt x="8662" y="14545"/>
                  <a:pt x="9508" y="14464"/>
                </a:cubicBezTo>
                <a:cubicBezTo>
                  <a:pt x="10375" y="14404"/>
                  <a:pt x="11241" y="13900"/>
                  <a:pt x="12147" y="12993"/>
                </a:cubicBezTo>
                <a:cubicBezTo>
                  <a:pt x="12953" y="12188"/>
                  <a:pt x="13437" y="11422"/>
                  <a:pt x="13537" y="10677"/>
                </a:cubicBezTo>
                <a:cubicBezTo>
                  <a:pt x="13658" y="9952"/>
                  <a:pt x="13437" y="9287"/>
                  <a:pt x="12852" y="8703"/>
                </a:cubicBezTo>
                <a:cubicBezTo>
                  <a:pt x="12409" y="8259"/>
                  <a:pt x="11865" y="8038"/>
                  <a:pt x="11281" y="8058"/>
                </a:cubicBezTo>
                <a:cubicBezTo>
                  <a:pt x="10677" y="8098"/>
                  <a:pt x="9730" y="8441"/>
                  <a:pt x="8400" y="9126"/>
                </a:cubicBezTo>
                <a:lnTo>
                  <a:pt x="6648" y="9992"/>
                </a:lnTo>
                <a:cubicBezTo>
                  <a:pt x="5459" y="10616"/>
                  <a:pt x="4452" y="10898"/>
                  <a:pt x="3606" y="10858"/>
                </a:cubicBezTo>
                <a:cubicBezTo>
                  <a:pt x="2780" y="10838"/>
                  <a:pt x="2035" y="10496"/>
                  <a:pt x="1350" y="9811"/>
                </a:cubicBezTo>
                <a:cubicBezTo>
                  <a:pt x="403" y="8864"/>
                  <a:pt x="0" y="7776"/>
                  <a:pt x="161" y="6527"/>
                </a:cubicBezTo>
                <a:cubicBezTo>
                  <a:pt x="322" y="5278"/>
                  <a:pt x="1007" y="4029"/>
                  <a:pt x="2256" y="2780"/>
                </a:cubicBezTo>
                <a:cubicBezTo>
                  <a:pt x="2800" y="2236"/>
                  <a:pt x="3465" y="1732"/>
                  <a:pt x="4210" y="1269"/>
                </a:cubicBezTo>
                <a:cubicBezTo>
                  <a:pt x="4956" y="806"/>
                  <a:pt x="5802" y="363"/>
                  <a:pt x="6728" y="0"/>
                </a:cubicBezTo>
                <a:lnTo>
                  <a:pt x="9005" y="2276"/>
                </a:lnTo>
                <a:lnTo>
                  <a:pt x="7957" y="3324"/>
                </a:lnTo>
                <a:cubicBezTo>
                  <a:pt x="7252" y="2699"/>
                  <a:pt x="6507" y="2397"/>
                  <a:pt x="5681" y="2458"/>
                </a:cubicBezTo>
                <a:cubicBezTo>
                  <a:pt x="4855" y="2518"/>
                  <a:pt x="4049" y="2921"/>
                  <a:pt x="3284" y="3687"/>
                </a:cubicBezTo>
                <a:cubicBezTo>
                  <a:pt x="2518" y="4452"/>
                  <a:pt x="2075" y="5177"/>
                  <a:pt x="1954" y="5822"/>
                </a:cubicBezTo>
                <a:cubicBezTo>
                  <a:pt x="1833" y="6507"/>
                  <a:pt x="2055" y="7091"/>
                  <a:pt x="2579" y="7615"/>
                </a:cubicBezTo>
                <a:cubicBezTo>
                  <a:pt x="3022" y="8058"/>
                  <a:pt x="3525" y="8280"/>
                  <a:pt x="4089" y="8239"/>
                </a:cubicBezTo>
                <a:cubicBezTo>
                  <a:pt x="4633" y="8219"/>
                  <a:pt x="5500" y="7877"/>
                  <a:pt x="6668" y="7272"/>
                </a:cubicBezTo>
                <a:lnTo>
                  <a:pt x="8541" y="6285"/>
                </a:lnTo>
                <a:cubicBezTo>
                  <a:pt x="9851" y="5620"/>
                  <a:pt x="10939" y="5298"/>
                  <a:pt x="11845" y="5318"/>
                </a:cubicBezTo>
                <a:cubicBezTo>
                  <a:pt x="12752" y="5338"/>
                  <a:pt x="13558" y="5701"/>
                  <a:pt x="14283" y="6426"/>
                </a:cubicBezTo>
                <a:cubicBezTo>
                  <a:pt x="15290" y="7433"/>
                  <a:pt x="15673" y="8582"/>
                  <a:pt x="15471" y="9911"/>
                </a:cubicBezTo>
                <a:cubicBezTo>
                  <a:pt x="15270" y="11241"/>
                  <a:pt x="14504" y="12530"/>
                  <a:pt x="13175" y="13860"/>
                </a:cubicBezTo>
                <a:cubicBezTo>
                  <a:pt x="12490" y="14545"/>
                  <a:pt x="11765" y="15109"/>
                  <a:pt x="10999" y="15632"/>
                </a:cubicBezTo>
                <a:cubicBezTo>
                  <a:pt x="10234" y="16156"/>
                  <a:pt x="9367" y="16579"/>
                  <a:pt x="8421" y="1692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C38F2B-6D72-4105-8BB9-A0380BD39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1241" y="5111380"/>
            <a:ext cx="15350" cy="16277"/>
          </a:xfrm>
          <a:custGeom xmlns:a="http://schemas.openxmlformats.org/drawingml/2006/main">
            <a:pathLst>
              <a:path w="15350" h="16277">
                <a:moveTo>
                  <a:pt x="14122" y="6326"/>
                </a:moveTo>
                <a:cubicBezTo>
                  <a:pt x="14988" y="7716"/>
                  <a:pt x="15350" y="9045"/>
                  <a:pt x="15189" y="10334"/>
                </a:cubicBezTo>
                <a:cubicBezTo>
                  <a:pt x="15048" y="11644"/>
                  <a:pt x="14383" y="12873"/>
                  <a:pt x="13235" y="14021"/>
                </a:cubicBezTo>
                <a:cubicBezTo>
                  <a:pt x="11704" y="15552"/>
                  <a:pt x="10012" y="16277"/>
                  <a:pt x="8078" y="16197"/>
                </a:cubicBezTo>
                <a:cubicBezTo>
                  <a:pt x="6144" y="16116"/>
                  <a:pt x="4351" y="15250"/>
                  <a:pt x="2679" y="13578"/>
                </a:cubicBezTo>
                <a:cubicBezTo>
                  <a:pt x="1027" y="11926"/>
                  <a:pt x="161" y="10133"/>
                  <a:pt x="81" y="8199"/>
                </a:cubicBezTo>
                <a:cubicBezTo>
                  <a:pt x="0" y="6265"/>
                  <a:pt x="705" y="4553"/>
                  <a:pt x="2236" y="3022"/>
                </a:cubicBezTo>
                <a:cubicBezTo>
                  <a:pt x="2881" y="2377"/>
                  <a:pt x="3626" y="1793"/>
                  <a:pt x="4452" y="1289"/>
                </a:cubicBezTo>
                <a:cubicBezTo>
                  <a:pt x="5258" y="806"/>
                  <a:pt x="6144" y="363"/>
                  <a:pt x="7111" y="0"/>
                </a:cubicBezTo>
                <a:lnTo>
                  <a:pt x="9790" y="2679"/>
                </a:lnTo>
                <a:lnTo>
                  <a:pt x="8743" y="3727"/>
                </a:lnTo>
                <a:cubicBezTo>
                  <a:pt x="7695" y="2961"/>
                  <a:pt x="6728" y="2599"/>
                  <a:pt x="5842" y="2639"/>
                </a:cubicBezTo>
                <a:cubicBezTo>
                  <a:pt x="4956" y="2679"/>
                  <a:pt x="4069" y="3122"/>
                  <a:pt x="3223" y="3969"/>
                </a:cubicBezTo>
                <a:cubicBezTo>
                  <a:pt x="2236" y="4956"/>
                  <a:pt x="1873" y="6084"/>
                  <a:pt x="2156" y="7333"/>
                </a:cubicBezTo>
                <a:cubicBezTo>
                  <a:pt x="2417" y="8602"/>
                  <a:pt x="3304" y="9972"/>
                  <a:pt x="4815" y="11483"/>
                </a:cubicBezTo>
                <a:cubicBezTo>
                  <a:pt x="6326" y="12993"/>
                  <a:pt x="7695" y="13880"/>
                  <a:pt x="8965" y="14142"/>
                </a:cubicBezTo>
                <a:cubicBezTo>
                  <a:pt x="10213" y="14424"/>
                  <a:pt x="11321" y="14041"/>
                  <a:pt x="12309" y="13054"/>
                </a:cubicBezTo>
                <a:cubicBezTo>
                  <a:pt x="13074" y="12288"/>
                  <a:pt x="13497" y="11462"/>
                  <a:pt x="13558" y="10596"/>
                </a:cubicBezTo>
                <a:cubicBezTo>
                  <a:pt x="13618" y="9730"/>
                  <a:pt x="13316" y="8783"/>
                  <a:pt x="12671" y="7776"/>
                </a:cubicBezTo>
                <a:lnTo>
                  <a:pt x="14122" y="632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F2049C-E64C-4710-ABB0-476DB39CC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9702" y="5099816"/>
            <a:ext cx="16096" cy="19279"/>
          </a:xfrm>
          <a:custGeom xmlns:a="http://schemas.openxmlformats.org/drawingml/2006/main">
            <a:pathLst>
              <a:path w="16096" h="19279">
                <a:moveTo>
                  <a:pt x="8884" y="0"/>
                </a:moveTo>
                <a:lnTo>
                  <a:pt x="11503" y="2619"/>
                </a:lnTo>
                <a:lnTo>
                  <a:pt x="10455" y="3666"/>
                </a:lnTo>
                <a:cubicBezTo>
                  <a:pt x="9891" y="3183"/>
                  <a:pt x="9367" y="2941"/>
                  <a:pt x="8864" y="2921"/>
                </a:cubicBezTo>
                <a:cubicBezTo>
                  <a:pt x="8360" y="2941"/>
                  <a:pt x="7836" y="3183"/>
                  <a:pt x="7353" y="3666"/>
                </a:cubicBezTo>
                <a:cubicBezTo>
                  <a:pt x="6467" y="4553"/>
                  <a:pt x="6104" y="5560"/>
                  <a:pt x="6225" y="6648"/>
                </a:cubicBezTo>
                <a:cubicBezTo>
                  <a:pt x="6366" y="7756"/>
                  <a:pt x="7031" y="8864"/>
                  <a:pt x="8179" y="10012"/>
                </a:cubicBezTo>
                <a:lnTo>
                  <a:pt x="12953" y="14786"/>
                </a:lnTo>
                <a:lnTo>
                  <a:pt x="15048" y="12691"/>
                </a:lnTo>
                <a:lnTo>
                  <a:pt x="16096" y="13739"/>
                </a:lnTo>
                <a:lnTo>
                  <a:pt x="10556" y="19279"/>
                </a:lnTo>
                <a:lnTo>
                  <a:pt x="9508" y="18231"/>
                </a:lnTo>
                <a:lnTo>
                  <a:pt x="11140" y="16599"/>
                </a:lnTo>
                <a:lnTo>
                  <a:pt x="2760" y="8219"/>
                </a:lnTo>
                <a:lnTo>
                  <a:pt x="1027" y="9952"/>
                </a:lnTo>
                <a:lnTo>
                  <a:pt x="0" y="8924"/>
                </a:lnTo>
                <a:lnTo>
                  <a:pt x="3546" y="5379"/>
                </a:lnTo>
                <a:lnTo>
                  <a:pt x="5399" y="7232"/>
                </a:lnTo>
                <a:cubicBezTo>
                  <a:pt x="5016" y="6164"/>
                  <a:pt x="4936" y="5197"/>
                  <a:pt x="5137" y="4271"/>
                </a:cubicBezTo>
                <a:cubicBezTo>
                  <a:pt x="5359" y="3364"/>
                  <a:pt x="5862" y="2498"/>
                  <a:pt x="6668" y="1692"/>
                </a:cubicBezTo>
                <a:cubicBezTo>
                  <a:pt x="6950" y="1410"/>
                  <a:pt x="7313" y="1128"/>
                  <a:pt x="7675" y="846"/>
                </a:cubicBezTo>
                <a:cubicBezTo>
                  <a:pt x="8038" y="564"/>
                  <a:pt x="8441" y="282"/>
                  <a:pt x="8884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9DEFAA-6C92-429C-88D6-AC51E1671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6854" y="5091960"/>
            <a:ext cx="18191" cy="17607"/>
          </a:xfrm>
          <a:custGeom xmlns:a="http://schemas.openxmlformats.org/drawingml/2006/main">
            <a:pathLst>
              <a:path w="18191" h="17607">
                <a:moveTo>
                  <a:pt x="463" y="2679"/>
                </a:moveTo>
                <a:cubicBezTo>
                  <a:pt x="161" y="2377"/>
                  <a:pt x="0" y="2014"/>
                  <a:pt x="0" y="1571"/>
                </a:cubicBezTo>
                <a:cubicBezTo>
                  <a:pt x="0" y="1128"/>
                  <a:pt x="141" y="745"/>
                  <a:pt x="463" y="423"/>
                </a:cubicBezTo>
                <a:cubicBezTo>
                  <a:pt x="745" y="141"/>
                  <a:pt x="1128" y="0"/>
                  <a:pt x="1571" y="0"/>
                </a:cubicBezTo>
                <a:cubicBezTo>
                  <a:pt x="2014" y="0"/>
                  <a:pt x="2397" y="141"/>
                  <a:pt x="2699" y="443"/>
                </a:cubicBezTo>
                <a:cubicBezTo>
                  <a:pt x="3022" y="766"/>
                  <a:pt x="3163" y="1148"/>
                  <a:pt x="3163" y="1551"/>
                </a:cubicBezTo>
                <a:cubicBezTo>
                  <a:pt x="3163" y="1994"/>
                  <a:pt x="3002" y="2357"/>
                  <a:pt x="2699" y="2659"/>
                </a:cubicBezTo>
                <a:cubicBezTo>
                  <a:pt x="2377" y="2981"/>
                  <a:pt x="2014" y="3143"/>
                  <a:pt x="1571" y="3143"/>
                </a:cubicBezTo>
                <a:cubicBezTo>
                  <a:pt x="1148" y="3163"/>
                  <a:pt x="786" y="3002"/>
                  <a:pt x="463" y="2679"/>
                </a:cubicBezTo>
                <a:close/>
                <a:moveTo>
                  <a:pt x="15431" y="13014"/>
                </a:moveTo>
                <a:lnTo>
                  <a:pt x="17143" y="11301"/>
                </a:lnTo>
                <a:lnTo>
                  <a:pt x="18191" y="12349"/>
                </a:lnTo>
                <a:lnTo>
                  <a:pt x="12933" y="17607"/>
                </a:lnTo>
                <a:lnTo>
                  <a:pt x="11886" y="16559"/>
                </a:lnTo>
                <a:lnTo>
                  <a:pt x="13618" y="14827"/>
                </a:lnTo>
                <a:lnTo>
                  <a:pt x="5258" y="6467"/>
                </a:lnTo>
                <a:lnTo>
                  <a:pt x="3525" y="8199"/>
                </a:lnTo>
                <a:lnTo>
                  <a:pt x="2478" y="7151"/>
                </a:lnTo>
                <a:lnTo>
                  <a:pt x="6023" y="3606"/>
                </a:lnTo>
                <a:lnTo>
                  <a:pt x="15431" y="1301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7D5980-5AED-4CCA-8AD3-8AA360A43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5637" y="5083781"/>
            <a:ext cx="19883" cy="23650"/>
          </a:xfrm>
          <a:custGeom xmlns:a="http://schemas.openxmlformats.org/drawingml/2006/main">
            <a:pathLst>
              <a:path w="19883" h="23650">
                <a:moveTo>
                  <a:pt x="8259" y="10193"/>
                </a:moveTo>
                <a:lnTo>
                  <a:pt x="9287" y="11221"/>
                </a:lnTo>
                <a:cubicBezTo>
                  <a:pt x="10556" y="12490"/>
                  <a:pt x="11765" y="13215"/>
                  <a:pt x="12893" y="13376"/>
                </a:cubicBezTo>
                <a:cubicBezTo>
                  <a:pt x="14041" y="13558"/>
                  <a:pt x="15048" y="13195"/>
                  <a:pt x="15975" y="12268"/>
                </a:cubicBezTo>
                <a:cubicBezTo>
                  <a:pt x="16902" y="11342"/>
                  <a:pt x="17224" y="10294"/>
                  <a:pt x="16962" y="9065"/>
                </a:cubicBezTo>
                <a:cubicBezTo>
                  <a:pt x="16720" y="7857"/>
                  <a:pt x="15854" y="6507"/>
                  <a:pt x="14404" y="5056"/>
                </a:cubicBezTo>
                <a:cubicBezTo>
                  <a:pt x="12953" y="3606"/>
                  <a:pt x="11624" y="2760"/>
                  <a:pt x="10415" y="2518"/>
                </a:cubicBezTo>
                <a:cubicBezTo>
                  <a:pt x="9206" y="2276"/>
                  <a:pt x="8139" y="2579"/>
                  <a:pt x="7212" y="3505"/>
                </a:cubicBezTo>
                <a:cubicBezTo>
                  <a:pt x="6285" y="4432"/>
                  <a:pt x="5943" y="5459"/>
                  <a:pt x="6124" y="6608"/>
                </a:cubicBezTo>
                <a:cubicBezTo>
                  <a:pt x="6305" y="7756"/>
                  <a:pt x="7010" y="8944"/>
                  <a:pt x="8259" y="10193"/>
                </a:cubicBezTo>
                <a:close/>
                <a:moveTo>
                  <a:pt x="2780" y="8340"/>
                </a:moveTo>
                <a:lnTo>
                  <a:pt x="1048" y="10072"/>
                </a:lnTo>
                <a:lnTo>
                  <a:pt x="0" y="9025"/>
                </a:lnTo>
                <a:lnTo>
                  <a:pt x="3546" y="5479"/>
                </a:lnTo>
                <a:lnTo>
                  <a:pt x="5177" y="7111"/>
                </a:lnTo>
                <a:cubicBezTo>
                  <a:pt x="4875" y="6124"/>
                  <a:pt x="4835" y="5197"/>
                  <a:pt x="5077" y="4311"/>
                </a:cubicBezTo>
                <a:cubicBezTo>
                  <a:pt x="5318" y="3465"/>
                  <a:pt x="5842" y="2619"/>
                  <a:pt x="6648" y="1813"/>
                </a:cubicBezTo>
                <a:cubicBezTo>
                  <a:pt x="7937" y="524"/>
                  <a:pt x="9508" y="0"/>
                  <a:pt x="11321" y="201"/>
                </a:cubicBezTo>
                <a:cubicBezTo>
                  <a:pt x="13135" y="403"/>
                  <a:pt x="14887" y="1309"/>
                  <a:pt x="16519" y="2941"/>
                </a:cubicBezTo>
                <a:cubicBezTo>
                  <a:pt x="18171" y="4593"/>
                  <a:pt x="19077" y="6346"/>
                  <a:pt x="19279" y="8159"/>
                </a:cubicBezTo>
                <a:cubicBezTo>
                  <a:pt x="19480" y="9972"/>
                  <a:pt x="18936" y="11523"/>
                  <a:pt x="17647" y="12812"/>
                </a:cubicBezTo>
                <a:cubicBezTo>
                  <a:pt x="16841" y="13618"/>
                  <a:pt x="15995" y="14142"/>
                  <a:pt x="15169" y="14404"/>
                </a:cubicBezTo>
                <a:cubicBezTo>
                  <a:pt x="14303" y="14666"/>
                  <a:pt x="13376" y="14625"/>
                  <a:pt x="12369" y="14303"/>
                </a:cubicBezTo>
                <a:lnTo>
                  <a:pt x="17123" y="19057"/>
                </a:lnTo>
                <a:lnTo>
                  <a:pt x="18836" y="17345"/>
                </a:lnTo>
                <a:lnTo>
                  <a:pt x="19883" y="18392"/>
                </a:lnTo>
                <a:lnTo>
                  <a:pt x="14625" y="23650"/>
                </a:lnTo>
                <a:lnTo>
                  <a:pt x="13578" y="22603"/>
                </a:lnTo>
                <a:lnTo>
                  <a:pt x="15310" y="20870"/>
                </a:lnTo>
                <a:lnTo>
                  <a:pt x="2780" y="834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8B407B-8648-457A-A484-0B47B1322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6878" y="5073104"/>
            <a:ext cx="18332" cy="14625"/>
          </a:xfrm>
          <a:custGeom xmlns:a="http://schemas.openxmlformats.org/drawingml/2006/main">
            <a:pathLst>
              <a:path w="18332" h="14625">
                <a:moveTo>
                  <a:pt x="4291" y="6265"/>
                </a:moveTo>
                <a:lnTo>
                  <a:pt x="2699" y="7857"/>
                </a:lnTo>
                <a:lnTo>
                  <a:pt x="1652" y="6809"/>
                </a:lnTo>
                <a:lnTo>
                  <a:pt x="3243" y="5218"/>
                </a:lnTo>
                <a:lnTo>
                  <a:pt x="0" y="1974"/>
                </a:lnTo>
                <a:lnTo>
                  <a:pt x="1813" y="161"/>
                </a:lnTo>
                <a:lnTo>
                  <a:pt x="5056" y="3404"/>
                </a:lnTo>
                <a:lnTo>
                  <a:pt x="8461" y="0"/>
                </a:lnTo>
                <a:lnTo>
                  <a:pt x="9508" y="1048"/>
                </a:lnTo>
                <a:lnTo>
                  <a:pt x="6104" y="4452"/>
                </a:lnTo>
                <a:lnTo>
                  <a:pt x="12752" y="11100"/>
                </a:lnTo>
                <a:cubicBezTo>
                  <a:pt x="13638" y="11986"/>
                  <a:pt x="14303" y="12490"/>
                  <a:pt x="14726" y="12550"/>
                </a:cubicBezTo>
                <a:cubicBezTo>
                  <a:pt x="15129" y="12631"/>
                  <a:pt x="15572" y="12429"/>
                  <a:pt x="16035" y="11966"/>
                </a:cubicBezTo>
                <a:cubicBezTo>
                  <a:pt x="16499" y="11503"/>
                  <a:pt x="16700" y="11019"/>
                  <a:pt x="16640" y="10516"/>
                </a:cubicBezTo>
                <a:cubicBezTo>
                  <a:pt x="16559" y="10032"/>
                  <a:pt x="16237" y="9468"/>
                  <a:pt x="15632" y="8823"/>
                </a:cubicBezTo>
                <a:lnTo>
                  <a:pt x="17002" y="7454"/>
                </a:lnTo>
                <a:cubicBezTo>
                  <a:pt x="17909" y="8481"/>
                  <a:pt x="18332" y="9428"/>
                  <a:pt x="18292" y="10314"/>
                </a:cubicBezTo>
                <a:cubicBezTo>
                  <a:pt x="18251" y="11201"/>
                  <a:pt x="17768" y="12127"/>
                  <a:pt x="16821" y="13074"/>
                </a:cubicBezTo>
                <a:cubicBezTo>
                  <a:pt x="15774" y="14122"/>
                  <a:pt x="14786" y="14625"/>
                  <a:pt x="13920" y="14605"/>
                </a:cubicBezTo>
                <a:cubicBezTo>
                  <a:pt x="13034" y="14605"/>
                  <a:pt x="12047" y="14021"/>
                  <a:pt x="10939" y="12913"/>
                </a:cubicBezTo>
                <a:lnTo>
                  <a:pt x="4291" y="626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5E0F65-D9FC-4A5A-8431-654563DF9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874" y="5047502"/>
            <a:ext cx="10" cy="9971"/>
          </a:xfrm>
          <a:custGeom xmlns:a="http://schemas.openxmlformats.org/drawingml/2006/main">
            <a:pathLst>
              <a:path w="1" h="9971">
                <a:moveTo>
                  <a:pt x="0" y="0"/>
                </a:moveTo>
                <a:lnTo>
                  <a:pt x="0" y="997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60C353-0CFD-4D10-B424-7DEEC4DD6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874" y="5047502"/>
            <a:ext cx="10" cy="9971"/>
          </a:xfrm>
          <a:custGeom xmlns:a="http://schemas.openxmlformats.org/drawingml/2006/main">
            <a:pathLst>
              <a:path w="1" h="9971" fill="none">
                <a:moveTo>
                  <a:pt x="0" y="0"/>
                </a:moveTo>
                <a:lnTo>
                  <a:pt x="0" y="9971"/>
                </a:lnTo>
              </a:path>
            </a:pathLst>
          </a:custGeom>
          <a:noFill xmlns:a="http://schemas.openxmlformats.org/drawingml/2006/main"/>
          <a:ln xmlns:a="http://schemas.openxmlformats.org/drawingml/2006/main" w="2279" cap="flat">
            <a:solidFill>
              <a:srgbClr val="000000"/>
            </a:solidFill>
            <a:round/>
          </a:ln>
        </p:spPr>
      </p:sp>
      <p:sp>
        <p:nvSpPr>
          <p:cNvPr id="32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07D902-3D73-4619-B2ED-70F990DDA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0503" y="5102238"/>
            <a:ext cx="20830" cy="24093"/>
          </a:xfrm>
          <a:custGeom xmlns:a="http://schemas.openxmlformats.org/drawingml/2006/main">
            <a:pathLst>
              <a:path w="20830" h="24093">
                <a:moveTo>
                  <a:pt x="11080" y="12752"/>
                </a:moveTo>
                <a:lnTo>
                  <a:pt x="13678" y="10153"/>
                </a:lnTo>
                <a:cubicBezTo>
                  <a:pt x="14645" y="9186"/>
                  <a:pt x="15129" y="8179"/>
                  <a:pt x="15129" y="7131"/>
                </a:cubicBezTo>
                <a:cubicBezTo>
                  <a:pt x="15109" y="6104"/>
                  <a:pt x="14605" y="5077"/>
                  <a:pt x="13598" y="4069"/>
                </a:cubicBezTo>
                <a:cubicBezTo>
                  <a:pt x="12591" y="3062"/>
                  <a:pt x="11563" y="2558"/>
                  <a:pt x="10536" y="2538"/>
                </a:cubicBezTo>
                <a:cubicBezTo>
                  <a:pt x="9488" y="2538"/>
                  <a:pt x="8481" y="3022"/>
                  <a:pt x="7514" y="3989"/>
                </a:cubicBezTo>
                <a:lnTo>
                  <a:pt x="4915" y="6587"/>
                </a:lnTo>
                <a:lnTo>
                  <a:pt x="11080" y="12752"/>
                </a:lnTo>
                <a:close/>
                <a:moveTo>
                  <a:pt x="14686" y="24093"/>
                </a:moveTo>
                <a:lnTo>
                  <a:pt x="13638" y="23046"/>
                </a:lnTo>
                <a:lnTo>
                  <a:pt x="15512" y="21172"/>
                </a:lnTo>
                <a:lnTo>
                  <a:pt x="2921" y="8582"/>
                </a:lnTo>
                <a:lnTo>
                  <a:pt x="1048" y="10455"/>
                </a:lnTo>
                <a:lnTo>
                  <a:pt x="0" y="9408"/>
                </a:lnTo>
                <a:lnTo>
                  <a:pt x="6950" y="2458"/>
                </a:lnTo>
                <a:cubicBezTo>
                  <a:pt x="8400" y="1007"/>
                  <a:pt x="9952" y="222"/>
                  <a:pt x="11563" y="101"/>
                </a:cubicBezTo>
                <a:cubicBezTo>
                  <a:pt x="13155" y="0"/>
                  <a:pt x="14605" y="564"/>
                  <a:pt x="15854" y="1813"/>
                </a:cubicBezTo>
                <a:cubicBezTo>
                  <a:pt x="17123" y="3082"/>
                  <a:pt x="17687" y="4533"/>
                  <a:pt x="17587" y="6124"/>
                </a:cubicBezTo>
                <a:cubicBezTo>
                  <a:pt x="17466" y="7736"/>
                  <a:pt x="16660" y="9267"/>
                  <a:pt x="15209" y="10717"/>
                </a:cubicBezTo>
                <a:lnTo>
                  <a:pt x="12127" y="13799"/>
                </a:lnTo>
                <a:lnTo>
                  <a:pt x="17506" y="19178"/>
                </a:lnTo>
                <a:lnTo>
                  <a:pt x="19782" y="16902"/>
                </a:lnTo>
                <a:lnTo>
                  <a:pt x="20830" y="17949"/>
                </a:lnTo>
                <a:lnTo>
                  <a:pt x="14686" y="240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8D8F54-B06C-4808-82FE-8BAC8B74A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4061" y="5082737"/>
            <a:ext cx="30036" cy="30036"/>
          </a:xfrm>
          <a:custGeom xmlns:a="http://schemas.openxmlformats.org/drawingml/2006/main">
            <a:pathLst>
              <a:path w="30036" h="30036">
                <a:moveTo>
                  <a:pt x="14686" y="30036"/>
                </a:moveTo>
                <a:lnTo>
                  <a:pt x="13638" y="28989"/>
                </a:lnTo>
                <a:lnTo>
                  <a:pt x="15512" y="27115"/>
                </a:lnTo>
                <a:lnTo>
                  <a:pt x="2921" y="14525"/>
                </a:lnTo>
                <a:lnTo>
                  <a:pt x="1048" y="16398"/>
                </a:lnTo>
                <a:lnTo>
                  <a:pt x="0" y="15350"/>
                </a:lnTo>
                <a:lnTo>
                  <a:pt x="5741" y="9609"/>
                </a:lnTo>
                <a:lnTo>
                  <a:pt x="6789" y="10657"/>
                </a:lnTo>
                <a:lnTo>
                  <a:pt x="4915" y="12530"/>
                </a:lnTo>
                <a:lnTo>
                  <a:pt x="9992" y="17607"/>
                </a:lnTo>
                <a:lnTo>
                  <a:pt x="17607" y="9992"/>
                </a:lnTo>
                <a:lnTo>
                  <a:pt x="12530" y="4915"/>
                </a:lnTo>
                <a:lnTo>
                  <a:pt x="10657" y="6789"/>
                </a:lnTo>
                <a:lnTo>
                  <a:pt x="9609" y="5741"/>
                </a:lnTo>
                <a:lnTo>
                  <a:pt x="15350" y="0"/>
                </a:lnTo>
                <a:lnTo>
                  <a:pt x="16398" y="1048"/>
                </a:lnTo>
                <a:lnTo>
                  <a:pt x="14525" y="2921"/>
                </a:lnTo>
                <a:lnTo>
                  <a:pt x="27115" y="15512"/>
                </a:lnTo>
                <a:lnTo>
                  <a:pt x="28989" y="13638"/>
                </a:lnTo>
                <a:lnTo>
                  <a:pt x="30036" y="14686"/>
                </a:lnTo>
                <a:lnTo>
                  <a:pt x="24295" y="20427"/>
                </a:lnTo>
                <a:lnTo>
                  <a:pt x="23247" y="19379"/>
                </a:lnTo>
                <a:lnTo>
                  <a:pt x="25121" y="17506"/>
                </a:lnTo>
                <a:lnTo>
                  <a:pt x="18815" y="11201"/>
                </a:lnTo>
                <a:lnTo>
                  <a:pt x="11201" y="18815"/>
                </a:lnTo>
                <a:lnTo>
                  <a:pt x="17506" y="25121"/>
                </a:lnTo>
                <a:lnTo>
                  <a:pt x="19379" y="23247"/>
                </a:lnTo>
                <a:lnTo>
                  <a:pt x="20427" y="24295"/>
                </a:lnTo>
                <a:lnTo>
                  <a:pt x="14686" y="300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E44F00-3282-4B62-A5F0-C643390B4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1627" y="5071114"/>
            <a:ext cx="20830" cy="24093"/>
          </a:xfrm>
          <a:custGeom xmlns:a="http://schemas.openxmlformats.org/drawingml/2006/main">
            <a:pathLst>
              <a:path w="20830" h="24093">
                <a:moveTo>
                  <a:pt x="11080" y="12752"/>
                </a:moveTo>
                <a:lnTo>
                  <a:pt x="13678" y="10153"/>
                </a:lnTo>
                <a:cubicBezTo>
                  <a:pt x="14645" y="9186"/>
                  <a:pt x="15129" y="8179"/>
                  <a:pt x="15129" y="7131"/>
                </a:cubicBezTo>
                <a:cubicBezTo>
                  <a:pt x="15109" y="6104"/>
                  <a:pt x="14605" y="5077"/>
                  <a:pt x="13598" y="4069"/>
                </a:cubicBezTo>
                <a:cubicBezTo>
                  <a:pt x="12591" y="3062"/>
                  <a:pt x="11563" y="2558"/>
                  <a:pt x="10536" y="2538"/>
                </a:cubicBezTo>
                <a:cubicBezTo>
                  <a:pt x="9488" y="2538"/>
                  <a:pt x="8481" y="3022"/>
                  <a:pt x="7514" y="3989"/>
                </a:cubicBezTo>
                <a:lnTo>
                  <a:pt x="4915" y="6587"/>
                </a:lnTo>
                <a:lnTo>
                  <a:pt x="11080" y="12752"/>
                </a:lnTo>
                <a:close/>
                <a:moveTo>
                  <a:pt x="14686" y="24093"/>
                </a:moveTo>
                <a:lnTo>
                  <a:pt x="13638" y="23046"/>
                </a:lnTo>
                <a:lnTo>
                  <a:pt x="15512" y="21172"/>
                </a:lnTo>
                <a:lnTo>
                  <a:pt x="2921" y="8582"/>
                </a:lnTo>
                <a:lnTo>
                  <a:pt x="1048" y="10455"/>
                </a:lnTo>
                <a:lnTo>
                  <a:pt x="0" y="9408"/>
                </a:lnTo>
                <a:lnTo>
                  <a:pt x="6950" y="2458"/>
                </a:lnTo>
                <a:cubicBezTo>
                  <a:pt x="8400" y="1007"/>
                  <a:pt x="9952" y="222"/>
                  <a:pt x="11563" y="101"/>
                </a:cubicBezTo>
                <a:cubicBezTo>
                  <a:pt x="13155" y="0"/>
                  <a:pt x="14605" y="564"/>
                  <a:pt x="15854" y="1813"/>
                </a:cubicBezTo>
                <a:cubicBezTo>
                  <a:pt x="17123" y="3082"/>
                  <a:pt x="17687" y="4533"/>
                  <a:pt x="17587" y="6124"/>
                </a:cubicBezTo>
                <a:cubicBezTo>
                  <a:pt x="17466" y="7736"/>
                  <a:pt x="16660" y="9267"/>
                  <a:pt x="15209" y="10717"/>
                </a:cubicBezTo>
                <a:lnTo>
                  <a:pt x="12127" y="13799"/>
                </a:lnTo>
                <a:lnTo>
                  <a:pt x="17506" y="19178"/>
                </a:lnTo>
                <a:lnTo>
                  <a:pt x="19782" y="16902"/>
                </a:lnTo>
                <a:lnTo>
                  <a:pt x="20830" y="17949"/>
                </a:lnTo>
                <a:lnTo>
                  <a:pt x="14686" y="240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25DFBD-1EB4-412D-89BB-344DBD19F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1825" y="5047502"/>
            <a:ext cx="10" cy="9971"/>
          </a:xfrm>
          <a:custGeom xmlns:a="http://schemas.openxmlformats.org/drawingml/2006/main">
            <a:pathLst>
              <a:path w="1" h="9971">
                <a:moveTo>
                  <a:pt x="0" y="0"/>
                </a:moveTo>
                <a:lnTo>
                  <a:pt x="0" y="997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2D7123-045A-49E9-B234-C1CD1933B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1825" y="5047502"/>
            <a:ext cx="10" cy="9971"/>
          </a:xfrm>
          <a:custGeom xmlns:a="http://schemas.openxmlformats.org/drawingml/2006/main">
            <a:pathLst>
              <a:path w="1" h="9971" fill="none">
                <a:moveTo>
                  <a:pt x="0" y="0"/>
                </a:moveTo>
                <a:lnTo>
                  <a:pt x="0" y="9971"/>
                </a:lnTo>
              </a:path>
            </a:pathLst>
          </a:custGeom>
          <a:noFill xmlns:a="http://schemas.openxmlformats.org/drawingml/2006/main"/>
          <a:ln xmlns:a="http://schemas.openxmlformats.org/drawingml/2006/main" w="2279" cap="flat">
            <a:solidFill>
              <a:srgbClr val="000000"/>
            </a:solidFill>
            <a:round/>
          </a:ln>
        </p:spPr>
      </p:sp>
      <p:sp>
        <p:nvSpPr>
          <p:cNvPr id="32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3FF37F-8E6B-4023-9E0D-B2AF640D9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8108" y="5128646"/>
            <a:ext cx="20830" cy="24093"/>
          </a:xfrm>
          <a:custGeom xmlns:a="http://schemas.openxmlformats.org/drawingml/2006/main">
            <a:pathLst>
              <a:path w="20830" h="24093">
                <a:moveTo>
                  <a:pt x="11080" y="12752"/>
                </a:moveTo>
                <a:lnTo>
                  <a:pt x="13678" y="10153"/>
                </a:lnTo>
                <a:cubicBezTo>
                  <a:pt x="14645" y="9186"/>
                  <a:pt x="15129" y="8179"/>
                  <a:pt x="15129" y="7131"/>
                </a:cubicBezTo>
                <a:cubicBezTo>
                  <a:pt x="15109" y="6104"/>
                  <a:pt x="14605" y="5077"/>
                  <a:pt x="13598" y="4069"/>
                </a:cubicBezTo>
                <a:cubicBezTo>
                  <a:pt x="12591" y="3062"/>
                  <a:pt x="11563" y="2558"/>
                  <a:pt x="10536" y="2538"/>
                </a:cubicBezTo>
                <a:cubicBezTo>
                  <a:pt x="9488" y="2538"/>
                  <a:pt x="8481" y="3022"/>
                  <a:pt x="7514" y="3989"/>
                </a:cubicBezTo>
                <a:lnTo>
                  <a:pt x="4915" y="6587"/>
                </a:lnTo>
                <a:lnTo>
                  <a:pt x="11080" y="12752"/>
                </a:lnTo>
                <a:close/>
                <a:moveTo>
                  <a:pt x="14686" y="24093"/>
                </a:moveTo>
                <a:lnTo>
                  <a:pt x="13638" y="23046"/>
                </a:lnTo>
                <a:lnTo>
                  <a:pt x="15512" y="21172"/>
                </a:lnTo>
                <a:lnTo>
                  <a:pt x="2921" y="8582"/>
                </a:lnTo>
                <a:lnTo>
                  <a:pt x="1048" y="10455"/>
                </a:lnTo>
                <a:lnTo>
                  <a:pt x="0" y="9408"/>
                </a:lnTo>
                <a:lnTo>
                  <a:pt x="6950" y="2458"/>
                </a:lnTo>
                <a:cubicBezTo>
                  <a:pt x="8400" y="1007"/>
                  <a:pt x="9952" y="222"/>
                  <a:pt x="11563" y="101"/>
                </a:cubicBezTo>
                <a:cubicBezTo>
                  <a:pt x="13155" y="0"/>
                  <a:pt x="14605" y="564"/>
                  <a:pt x="15854" y="1813"/>
                </a:cubicBezTo>
                <a:cubicBezTo>
                  <a:pt x="17123" y="3082"/>
                  <a:pt x="17687" y="4533"/>
                  <a:pt x="17587" y="6124"/>
                </a:cubicBezTo>
                <a:cubicBezTo>
                  <a:pt x="17466" y="7736"/>
                  <a:pt x="16660" y="9267"/>
                  <a:pt x="15209" y="10717"/>
                </a:cubicBezTo>
                <a:lnTo>
                  <a:pt x="12127" y="13799"/>
                </a:lnTo>
                <a:lnTo>
                  <a:pt x="17506" y="19178"/>
                </a:lnTo>
                <a:lnTo>
                  <a:pt x="19782" y="16902"/>
                </a:lnTo>
                <a:lnTo>
                  <a:pt x="20830" y="17949"/>
                </a:lnTo>
                <a:lnTo>
                  <a:pt x="14686" y="240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C05670-E52F-4C8D-8659-08DFE3AF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4748" y="5118513"/>
            <a:ext cx="18876" cy="25282"/>
          </a:xfrm>
          <a:custGeom xmlns:a="http://schemas.openxmlformats.org/drawingml/2006/main">
            <a:pathLst>
              <a:path w="18876" h="25282">
                <a:moveTo>
                  <a:pt x="16740" y="19319"/>
                </a:moveTo>
                <a:lnTo>
                  <a:pt x="15693" y="16902"/>
                </a:lnTo>
                <a:lnTo>
                  <a:pt x="2216" y="11241"/>
                </a:lnTo>
                <a:lnTo>
                  <a:pt x="1048" y="12409"/>
                </a:lnTo>
                <a:lnTo>
                  <a:pt x="0" y="11362"/>
                </a:lnTo>
                <a:lnTo>
                  <a:pt x="4794" y="6567"/>
                </a:lnTo>
                <a:lnTo>
                  <a:pt x="5842" y="7615"/>
                </a:lnTo>
                <a:lnTo>
                  <a:pt x="4170" y="9287"/>
                </a:lnTo>
                <a:lnTo>
                  <a:pt x="14303" y="13537"/>
                </a:lnTo>
                <a:lnTo>
                  <a:pt x="10052" y="3404"/>
                </a:lnTo>
                <a:lnTo>
                  <a:pt x="8481" y="4976"/>
                </a:lnTo>
                <a:lnTo>
                  <a:pt x="7433" y="3928"/>
                </a:lnTo>
                <a:lnTo>
                  <a:pt x="11362" y="0"/>
                </a:lnTo>
                <a:lnTo>
                  <a:pt x="12409" y="1048"/>
                </a:lnTo>
                <a:lnTo>
                  <a:pt x="11241" y="2216"/>
                </a:lnTo>
                <a:lnTo>
                  <a:pt x="18191" y="18755"/>
                </a:lnTo>
                <a:cubicBezTo>
                  <a:pt x="18674" y="19883"/>
                  <a:pt x="18876" y="20810"/>
                  <a:pt x="18775" y="21515"/>
                </a:cubicBezTo>
                <a:cubicBezTo>
                  <a:pt x="18654" y="22200"/>
                  <a:pt x="18251" y="22925"/>
                  <a:pt x="17526" y="23650"/>
                </a:cubicBezTo>
                <a:cubicBezTo>
                  <a:pt x="17204" y="23972"/>
                  <a:pt x="16861" y="24234"/>
                  <a:pt x="16499" y="24516"/>
                </a:cubicBezTo>
                <a:cubicBezTo>
                  <a:pt x="16116" y="24778"/>
                  <a:pt x="15693" y="25040"/>
                  <a:pt x="15290" y="25282"/>
                </a:cubicBezTo>
                <a:lnTo>
                  <a:pt x="13296" y="23288"/>
                </a:lnTo>
                <a:lnTo>
                  <a:pt x="14222" y="22361"/>
                </a:lnTo>
                <a:cubicBezTo>
                  <a:pt x="14706" y="22764"/>
                  <a:pt x="15109" y="22965"/>
                  <a:pt x="15512" y="22965"/>
                </a:cubicBezTo>
                <a:cubicBezTo>
                  <a:pt x="15894" y="22985"/>
                  <a:pt x="16277" y="22804"/>
                  <a:pt x="16680" y="22401"/>
                </a:cubicBezTo>
                <a:cubicBezTo>
                  <a:pt x="17043" y="22039"/>
                  <a:pt x="17224" y="21656"/>
                  <a:pt x="17244" y="21233"/>
                </a:cubicBezTo>
                <a:cubicBezTo>
                  <a:pt x="17264" y="20810"/>
                  <a:pt x="17103" y="20165"/>
                  <a:pt x="16740" y="1931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16FACA-FFBF-467C-AAEE-B32BEACA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5103" y="5111060"/>
            <a:ext cx="18332" cy="14625"/>
          </a:xfrm>
          <a:custGeom xmlns:a="http://schemas.openxmlformats.org/drawingml/2006/main">
            <a:pathLst>
              <a:path w="18332" h="14625">
                <a:moveTo>
                  <a:pt x="4291" y="6265"/>
                </a:moveTo>
                <a:lnTo>
                  <a:pt x="2699" y="7857"/>
                </a:lnTo>
                <a:lnTo>
                  <a:pt x="1652" y="6809"/>
                </a:lnTo>
                <a:lnTo>
                  <a:pt x="3243" y="5218"/>
                </a:lnTo>
                <a:lnTo>
                  <a:pt x="0" y="1974"/>
                </a:lnTo>
                <a:lnTo>
                  <a:pt x="1813" y="161"/>
                </a:lnTo>
                <a:lnTo>
                  <a:pt x="5056" y="3404"/>
                </a:lnTo>
                <a:lnTo>
                  <a:pt x="8461" y="0"/>
                </a:lnTo>
                <a:lnTo>
                  <a:pt x="9508" y="1048"/>
                </a:lnTo>
                <a:lnTo>
                  <a:pt x="6104" y="4452"/>
                </a:lnTo>
                <a:lnTo>
                  <a:pt x="12752" y="11100"/>
                </a:lnTo>
                <a:cubicBezTo>
                  <a:pt x="13638" y="11986"/>
                  <a:pt x="14303" y="12490"/>
                  <a:pt x="14726" y="12550"/>
                </a:cubicBezTo>
                <a:cubicBezTo>
                  <a:pt x="15129" y="12631"/>
                  <a:pt x="15572" y="12429"/>
                  <a:pt x="16035" y="11966"/>
                </a:cubicBezTo>
                <a:cubicBezTo>
                  <a:pt x="16499" y="11503"/>
                  <a:pt x="16700" y="11019"/>
                  <a:pt x="16640" y="10516"/>
                </a:cubicBezTo>
                <a:cubicBezTo>
                  <a:pt x="16559" y="10032"/>
                  <a:pt x="16237" y="9468"/>
                  <a:pt x="15632" y="8823"/>
                </a:cubicBezTo>
                <a:lnTo>
                  <a:pt x="17002" y="7454"/>
                </a:lnTo>
                <a:cubicBezTo>
                  <a:pt x="17909" y="8481"/>
                  <a:pt x="18332" y="9428"/>
                  <a:pt x="18292" y="10314"/>
                </a:cubicBezTo>
                <a:cubicBezTo>
                  <a:pt x="18251" y="11201"/>
                  <a:pt x="17768" y="12127"/>
                  <a:pt x="16821" y="13074"/>
                </a:cubicBezTo>
                <a:cubicBezTo>
                  <a:pt x="15774" y="14122"/>
                  <a:pt x="14786" y="14625"/>
                  <a:pt x="13920" y="14605"/>
                </a:cubicBezTo>
                <a:cubicBezTo>
                  <a:pt x="13034" y="14605"/>
                  <a:pt x="12047" y="14021"/>
                  <a:pt x="10939" y="12913"/>
                </a:cubicBezTo>
                <a:lnTo>
                  <a:pt x="4291" y="626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58200E-81D8-4E48-A521-58444BF76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0139" y="5100987"/>
            <a:ext cx="26994" cy="18997"/>
          </a:xfrm>
          <a:custGeom xmlns:a="http://schemas.openxmlformats.org/drawingml/2006/main">
            <a:pathLst>
              <a:path w="26994" h="18997">
                <a:moveTo>
                  <a:pt x="15411" y="18997"/>
                </a:moveTo>
                <a:lnTo>
                  <a:pt x="14363" y="17949"/>
                </a:lnTo>
                <a:lnTo>
                  <a:pt x="15995" y="16317"/>
                </a:lnTo>
                <a:lnTo>
                  <a:pt x="2780" y="3102"/>
                </a:lnTo>
                <a:lnTo>
                  <a:pt x="1048" y="4835"/>
                </a:lnTo>
                <a:lnTo>
                  <a:pt x="0" y="3787"/>
                </a:lnTo>
                <a:lnTo>
                  <a:pt x="3546" y="242"/>
                </a:lnTo>
                <a:lnTo>
                  <a:pt x="10254" y="6950"/>
                </a:lnTo>
                <a:cubicBezTo>
                  <a:pt x="9891" y="5943"/>
                  <a:pt x="9790" y="4956"/>
                  <a:pt x="9952" y="4069"/>
                </a:cubicBezTo>
                <a:cubicBezTo>
                  <a:pt x="10113" y="3183"/>
                  <a:pt x="10556" y="2377"/>
                  <a:pt x="11281" y="1652"/>
                </a:cubicBezTo>
                <a:cubicBezTo>
                  <a:pt x="12429" y="504"/>
                  <a:pt x="13618" y="0"/>
                  <a:pt x="14807" y="101"/>
                </a:cubicBezTo>
                <a:cubicBezTo>
                  <a:pt x="16015" y="222"/>
                  <a:pt x="17325" y="967"/>
                  <a:pt x="18735" y="2377"/>
                </a:cubicBezTo>
                <a:lnTo>
                  <a:pt x="24335" y="7977"/>
                </a:lnTo>
                <a:lnTo>
                  <a:pt x="25947" y="6366"/>
                </a:lnTo>
                <a:lnTo>
                  <a:pt x="26994" y="7413"/>
                </a:lnTo>
                <a:lnTo>
                  <a:pt x="21998" y="12409"/>
                </a:lnTo>
                <a:lnTo>
                  <a:pt x="20951" y="11362"/>
                </a:lnTo>
                <a:lnTo>
                  <a:pt x="22522" y="9790"/>
                </a:lnTo>
                <a:lnTo>
                  <a:pt x="17486" y="4754"/>
                </a:lnTo>
                <a:cubicBezTo>
                  <a:pt x="16217" y="3485"/>
                  <a:pt x="15189" y="2780"/>
                  <a:pt x="14383" y="2619"/>
                </a:cubicBezTo>
                <a:cubicBezTo>
                  <a:pt x="13598" y="2478"/>
                  <a:pt x="12812" y="2780"/>
                  <a:pt x="12027" y="3566"/>
                </a:cubicBezTo>
                <a:cubicBezTo>
                  <a:pt x="11180" y="4412"/>
                  <a:pt x="10858" y="5379"/>
                  <a:pt x="11019" y="6426"/>
                </a:cubicBezTo>
                <a:cubicBezTo>
                  <a:pt x="11180" y="7474"/>
                  <a:pt x="11865" y="8562"/>
                  <a:pt x="13034" y="9730"/>
                </a:cubicBezTo>
                <a:lnTo>
                  <a:pt x="17808" y="14504"/>
                </a:lnTo>
                <a:lnTo>
                  <a:pt x="19379" y="12933"/>
                </a:lnTo>
                <a:lnTo>
                  <a:pt x="20427" y="13981"/>
                </a:lnTo>
                <a:lnTo>
                  <a:pt x="15411" y="1899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FF07DE-F48A-4571-B6E3-ACBACB9C5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767" y="5088800"/>
            <a:ext cx="15512" cy="15491"/>
          </a:xfrm>
          <a:custGeom xmlns:a="http://schemas.openxmlformats.org/drawingml/2006/main">
            <a:pathLst>
              <a:path w="15512" h="15491">
                <a:moveTo>
                  <a:pt x="12309" y="12288"/>
                </a:moveTo>
                <a:cubicBezTo>
                  <a:pt x="13276" y="11321"/>
                  <a:pt x="13618" y="10213"/>
                  <a:pt x="13356" y="8944"/>
                </a:cubicBezTo>
                <a:cubicBezTo>
                  <a:pt x="13074" y="7695"/>
                  <a:pt x="12208" y="6305"/>
                  <a:pt x="10717" y="4815"/>
                </a:cubicBezTo>
                <a:cubicBezTo>
                  <a:pt x="9226" y="3324"/>
                  <a:pt x="7816" y="2438"/>
                  <a:pt x="6567" y="2156"/>
                </a:cubicBezTo>
                <a:cubicBezTo>
                  <a:pt x="5298" y="1894"/>
                  <a:pt x="4190" y="2236"/>
                  <a:pt x="3223" y="3203"/>
                </a:cubicBezTo>
                <a:cubicBezTo>
                  <a:pt x="2256" y="4170"/>
                  <a:pt x="1894" y="5298"/>
                  <a:pt x="2176" y="6547"/>
                </a:cubicBezTo>
                <a:cubicBezTo>
                  <a:pt x="2438" y="7816"/>
                  <a:pt x="3344" y="9206"/>
                  <a:pt x="4835" y="10697"/>
                </a:cubicBezTo>
                <a:cubicBezTo>
                  <a:pt x="6326" y="12188"/>
                  <a:pt x="7695" y="13074"/>
                  <a:pt x="8965" y="13336"/>
                </a:cubicBezTo>
                <a:cubicBezTo>
                  <a:pt x="10213" y="13618"/>
                  <a:pt x="11342" y="13255"/>
                  <a:pt x="12309" y="12288"/>
                </a:cubicBezTo>
                <a:close/>
                <a:moveTo>
                  <a:pt x="13255" y="13235"/>
                </a:moveTo>
                <a:cubicBezTo>
                  <a:pt x="11724" y="14766"/>
                  <a:pt x="10032" y="15491"/>
                  <a:pt x="8098" y="15411"/>
                </a:cubicBezTo>
                <a:cubicBezTo>
                  <a:pt x="6164" y="15330"/>
                  <a:pt x="4371" y="14464"/>
                  <a:pt x="2699" y="12792"/>
                </a:cubicBezTo>
                <a:cubicBezTo>
                  <a:pt x="1048" y="11140"/>
                  <a:pt x="161" y="9367"/>
                  <a:pt x="81" y="7433"/>
                </a:cubicBezTo>
                <a:cubicBezTo>
                  <a:pt x="0" y="5500"/>
                  <a:pt x="725" y="3767"/>
                  <a:pt x="2256" y="2236"/>
                </a:cubicBezTo>
                <a:cubicBezTo>
                  <a:pt x="3787" y="705"/>
                  <a:pt x="5500" y="0"/>
                  <a:pt x="7433" y="81"/>
                </a:cubicBezTo>
                <a:cubicBezTo>
                  <a:pt x="9367" y="161"/>
                  <a:pt x="11160" y="1027"/>
                  <a:pt x="12812" y="2679"/>
                </a:cubicBezTo>
                <a:cubicBezTo>
                  <a:pt x="14484" y="4351"/>
                  <a:pt x="15350" y="6144"/>
                  <a:pt x="15431" y="8078"/>
                </a:cubicBezTo>
                <a:cubicBezTo>
                  <a:pt x="15512" y="10012"/>
                  <a:pt x="14786" y="11704"/>
                  <a:pt x="13255" y="1323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B10DC1-7751-4D00-B3BE-F1F2832A8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95" y="5075887"/>
            <a:ext cx="22139" cy="18997"/>
          </a:xfrm>
          <a:custGeom xmlns:a="http://schemas.openxmlformats.org/drawingml/2006/main">
            <a:pathLst>
              <a:path w="22139" h="18997">
                <a:moveTo>
                  <a:pt x="10556" y="18997"/>
                </a:moveTo>
                <a:lnTo>
                  <a:pt x="9508" y="17949"/>
                </a:lnTo>
                <a:lnTo>
                  <a:pt x="11140" y="16317"/>
                </a:lnTo>
                <a:lnTo>
                  <a:pt x="2780" y="7957"/>
                </a:lnTo>
                <a:lnTo>
                  <a:pt x="1048" y="9690"/>
                </a:lnTo>
                <a:lnTo>
                  <a:pt x="0" y="8642"/>
                </a:lnTo>
                <a:lnTo>
                  <a:pt x="3546" y="5097"/>
                </a:lnTo>
                <a:lnTo>
                  <a:pt x="5399" y="6950"/>
                </a:lnTo>
                <a:cubicBezTo>
                  <a:pt x="5036" y="5943"/>
                  <a:pt x="4936" y="4956"/>
                  <a:pt x="5097" y="4069"/>
                </a:cubicBezTo>
                <a:cubicBezTo>
                  <a:pt x="5258" y="3183"/>
                  <a:pt x="5701" y="2377"/>
                  <a:pt x="6426" y="1652"/>
                </a:cubicBezTo>
                <a:cubicBezTo>
                  <a:pt x="7575" y="504"/>
                  <a:pt x="8763" y="0"/>
                  <a:pt x="9952" y="101"/>
                </a:cubicBezTo>
                <a:cubicBezTo>
                  <a:pt x="11160" y="222"/>
                  <a:pt x="12470" y="967"/>
                  <a:pt x="13880" y="2377"/>
                </a:cubicBezTo>
                <a:lnTo>
                  <a:pt x="19480" y="7977"/>
                </a:lnTo>
                <a:lnTo>
                  <a:pt x="21092" y="6366"/>
                </a:lnTo>
                <a:lnTo>
                  <a:pt x="22139" y="7413"/>
                </a:lnTo>
                <a:lnTo>
                  <a:pt x="17143" y="12409"/>
                </a:lnTo>
                <a:lnTo>
                  <a:pt x="16096" y="11362"/>
                </a:lnTo>
                <a:lnTo>
                  <a:pt x="17667" y="9790"/>
                </a:lnTo>
                <a:lnTo>
                  <a:pt x="12631" y="4754"/>
                </a:lnTo>
                <a:cubicBezTo>
                  <a:pt x="11362" y="3485"/>
                  <a:pt x="10334" y="2780"/>
                  <a:pt x="9529" y="2619"/>
                </a:cubicBezTo>
                <a:cubicBezTo>
                  <a:pt x="8723" y="2458"/>
                  <a:pt x="7937" y="2760"/>
                  <a:pt x="7151" y="3546"/>
                </a:cubicBezTo>
                <a:cubicBezTo>
                  <a:pt x="6305" y="4392"/>
                  <a:pt x="5983" y="5359"/>
                  <a:pt x="6144" y="6406"/>
                </a:cubicBezTo>
                <a:cubicBezTo>
                  <a:pt x="6326" y="7474"/>
                  <a:pt x="7010" y="8562"/>
                  <a:pt x="8179" y="9730"/>
                </a:cubicBezTo>
                <a:lnTo>
                  <a:pt x="12953" y="14504"/>
                </a:lnTo>
                <a:lnTo>
                  <a:pt x="14525" y="12933"/>
                </a:lnTo>
                <a:lnTo>
                  <a:pt x="15572" y="13981"/>
                </a:lnTo>
                <a:lnTo>
                  <a:pt x="10556" y="1899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119763-67C7-45D0-B7A9-C3E9A0E33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2776" y="5047502"/>
            <a:ext cx="10" cy="9971"/>
          </a:xfrm>
          <a:custGeom xmlns:a="http://schemas.openxmlformats.org/drawingml/2006/main">
            <a:pathLst>
              <a:path w="1" h="9971">
                <a:moveTo>
                  <a:pt x="0" y="0"/>
                </a:moveTo>
                <a:lnTo>
                  <a:pt x="0" y="997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489410-E1A7-449B-89A7-EC5C33FA2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2776" y="5047502"/>
            <a:ext cx="10" cy="9971"/>
          </a:xfrm>
          <a:custGeom xmlns:a="http://schemas.openxmlformats.org/drawingml/2006/main">
            <a:pathLst>
              <a:path w="1" h="9971" fill="none">
                <a:moveTo>
                  <a:pt x="0" y="0"/>
                </a:moveTo>
                <a:lnTo>
                  <a:pt x="0" y="9971"/>
                </a:lnTo>
              </a:path>
            </a:pathLst>
          </a:custGeom>
          <a:noFill xmlns:a="http://schemas.openxmlformats.org/drawingml/2006/main"/>
          <a:ln xmlns:a="http://schemas.openxmlformats.org/drawingml/2006/main" w="2279" cap="flat">
            <a:solidFill>
              <a:srgbClr val="000000"/>
            </a:solidFill>
            <a:round/>
          </a:ln>
        </p:spPr>
      </p:sp>
      <p:sp>
        <p:nvSpPr>
          <p:cNvPr id="32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0E838A-BAB6-410B-A11A-903883D2C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8392" y="5109578"/>
            <a:ext cx="29230" cy="24496"/>
          </a:xfrm>
          <a:custGeom xmlns:a="http://schemas.openxmlformats.org/drawingml/2006/main">
            <a:pathLst>
              <a:path w="29230" h="24496">
                <a:moveTo>
                  <a:pt x="15935" y="8662"/>
                </a:moveTo>
                <a:cubicBezTo>
                  <a:pt x="16499" y="8340"/>
                  <a:pt x="17123" y="8159"/>
                  <a:pt x="17768" y="8118"/>
                </a:cubicBezTo>
                <a:cubicBezTo>
                  <a:pt x="18392" y="8098"/>
                  <a:pt x="19118" y="8219"/>
                  <a:pt x="19903" y="8481"/>
                </a:cubicBezTo>
                <a:lnTo>
                  <a:pt x="26390" y="10697"/>
                </a:lnTo>
                <a:lnTo>
                  <a:pt x="28183" y="8904"/>
                </a:lnTo>
                <a:lnTo>
                  <a:pt x="29230" y="9952"/>
                </a:lnTo>
                <a:lnTo>
                  <a:pt x="25765" y="13417"/>
                </a:lnTo>
                <a:lnTo>
                  <a:pt x="18795" y="11039"/>
                </a:lnTo>
                <a:cubicBezTo>
                  <a:pt x="17466" y="10596"/>
                  <a:pt x="16479" y="10415"/>
                  <a:pt x="15834" y="10496"/>
                </a:cubicBezTo>
                <a:cubicBezTo>
                  <a:pt x="15209" y="10596"/>
                  <a:pt x="14565" y="10959"/>
                  <a:pt x="13920" y="11603"/>
                </a:cubicBezTo>
                <a:lnTo>
                  <a:pt x="11724" y="13799"/>
                </a:lnTo>
                <a:lnTo>
                  <a:pt x="17506" y="19581"/>
                </a:lnTo>
                <a:lnTo>
                  <a:pt x="19581" y="17506"/>
                </a:lnTo>
                <a:lnTo>
                  <a:pt x="20628" y="18554"/>
                </a:lnTo>
                <a:lnTo>
                  <a:pt x="14686" y="24496"/>
                </a:lnTo>
                <a:lnTo>
                  <a:pt x="13638" y="23449"/>
                </a:lnTo>
                <a:lnTo>
                  <a:pt x="15512" y="21575"/>
                </a:lnTo>
                <a:lnTo>
                  <a:pt x="2921" y="8985"/>
                </a:lnTo>
                <a:lnTo>
                  <a:pt x="1048" y="10858"/>
                </a:lnTo>
                <a:lnTo>
                  <a:pt x="0" y="9811"/>
                </a:lnTo>
                <a:lnTo>
                  <a:pt x="7454" y="2357"/>
                </a:lnTo>
                <a:cubicBezTo>
                  <a:pt x="8864" y="947"/>
                  <a:pt x="10314" y="181"/>
                  <a:pt x="11785" y="81"/>
                </a:cubicBezTo>
                <a:cubicBezTo>
                  <a:pt x="13235" y="0"/>
                  <a:pt x="14605" y="564"/>
                  <a:pt x="15854" y="1813"/>
                </a:cubicBezTo>
                <a:cubicBezTo>
                  <a:pt x="16861" y="2820"/>
                  <a:pt x="17385" y="3908"/>
                  <a:pt x="17385" y="5036"/>
                </a:cubicBezTo>
                <a:cubicBezTo>
                  <a:pt x="17405" y="6185"/>
                  <a:pt x="16922" y="7393"/>
                  <a:pt x="15935" y="8662"/>
                </a:cubicBezTo>
                <a:close/>
                <a:moveTo>
                  <a:pt x="10677" y="12752"/>
                </a:moveTo>
                <a:lnTo>
                  <a:pt x="13578" y="9851"/>
                </a:lnTo>
                <a:cubicBezTo>
                  <a:pt x="14565" y="8864"/>
                  <a:pt x="15068" y="7917"/>
                  <a:pt x="15068" y="6950"/>
                </a:cubicBezTo>
                <a:cubicBezTo>
                  <a:pt x="15068" y="6023"/>
                  <a:pt x="14585" y="5056"/>
                  <a:pt x="13598" y="4069"/>
                </a:cubicBezTo>
                <a:cubicBezTo>
                  <a:pt x="12631" y="3102"/>
                  <a:pt x="11664" y="2619"/>
                  <a:pt x="10717" y="2599"/>
                </a:cubicBezTo>
                <a:cubicBezTo>
                  <a:pt x="9770" y="2619"/>
                  <a:pt x="8803" y="3102"/>
                  <a:pt x="7816" y="4089"/>
                </a:cubicBezTo>
                <a:lnTo>
                  <a:pt x="4915" y="6990"/>
                </a:lnTo>
                <a:lnTo>
                  <a:pt x="10677" y="1275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BA2A7C-A5E1-4D6C-9EBE-8363BF938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7228" y="5099042"/>
            <a:ext cx="22139" cy="17385"/>
          </a:xfrm>
          <a:custGeom xmlns:a="http://schemas.openxmlformats.org/drawingml/2006/main">
            <a:pathLst>
              <a:path w="22139" h="17385">
                <a:moveTo>
                  <a:pt x="6587" y="3384"/>
                </a:moveTo>
                <a:lnTo>
                  <a:pt x="9972" y="0"/>
                </a:lnTo>
                <a:lnTo>
                  <a:pt x="19379" y="9408"/>
                </a:lnTo>
                <a:lnTo>
                  <a:pt x="21092" y="7695"/>
                </a:lnTo>
                <a:lnTo>
                  <a:pt x="22139" y="8743"/>
                </a:lnTo>
                <a:lnTo>
                  <a:pt x="18614" y="12268"/>
                </a:lnTo>
                <a:lnTo>
                  <a:pt x="16761" y="10415"/>
                </a:lnTo>
                <a:cubicBezTo>
                  <a:pt x="17123" y="11462"/>
                  <a:pt x="17204" y="12429"/>
                  <a:pt x="17043" y="13316"/>
                </a:cubicBezTo>
                <a:cubicBezTo>
                  <a:pt x="16861" y="14182"/>
                  <a:pt x="16418" y="14988"/>
                  <a:pt x="15733" y="15673"/>
                </a:cubicBezTo>
                <a:cubicBezTo>
                  <a:pt x="14565" y="16841"/>
                  <a:pt x="13376" y="17385"/>
                  <a:pt x="12188" y="17284"/>
                </a:cubicBezTo>
                <a:cubicBezTo>
                  <a:pt x="10999" y="17184"/>
                  <a:pt x="9690" y="16398"/>
                  <a:pt x="8280" y="14988"/>
                </a:cubicBezTo>
                <a:lnTo>
                  <a:pt x="2679" y="9388"/>
                </a:lnTo>
                <a:lnTo>
                  <a:pt x="1048" y="11019"/>
                </a:lnTo>
                <a:lnTo>
                  <a:pt x="0" y="9972"/>
                </a:lnTo>
                <a:lnTo>
                  <a:pt x="3445" y="6527"/>
                </a:lnTo>
                <a:lnTo>
                  <a:pt x="9529" y="12611"/>
                </a:lnTo>
                <a:cubicBezTo>
                  <a:pt x="10818" y="13900"/>
                  <a:pt x="11825" y="14625"/>
                  <a:pt x="12611" y="14766"/>
                </a:cubicBezTo>
                <a:cubicBezTo>
                  <a:pt x="13417" y="14927"/>
                  <a:pt x="14182" y="14605"/>
                  <a:pt x="14988" y="13799"/>
                </a:cubicBezTo>
                <a:cubicBezTo>
                  <a:pt x="15834" y="12953"/>
                  <a:pt x="16156" y="12027"/>
                  <a:pt x="15975" y="10959"/>
                </a:cubicBezTo>
                <a:cubicBezTo>
                  <a:pt x="15814" y="9911"/>
                  <a:pt x="15129" y="8783"/>
                  <a:pt x="13960" y="7615"/>
                </a:cubicBezTo>
                <a:lnTo>
                  <a:pt x="9206" y="2861"/>
                </a:lnTo>
                <a:lnTo>
                  <a:pt x="7635" y="4432"/>
                </a:lnTo>
                <a:lnTo>
                  <a:pt x="6587" y="338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D1ED28-F493-4C87-A835-761BF02FB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5386" y="5086975"/>
            <a:ext cx="24335" cy="19480"/>
          </a:xfrm>
          <a:custGeom xmlns:a="http://schemas.openxmlformats.org/drawingml/2006/main">
            <a:pathLst>
              <a:path w="24335" h="19480">
                <a:moveTo>
                  <a:pt x="15995" y="16700"/>
                </a:moveTo>
                <a:lnTo>
                  <a:pt x="2780" y="3485"/>
                </a:lnTo>
                <a:lnTo>
                  <a:pt x="1048" y="5218"/>
                </a:lnTo>
                <a:lnTo>
                  <a:pt x="0" y="4170"/>
                </a:lnTo>
                <a:lnTo>
                  <a:pt x="3546" y="624"/>
                </a:lnTo>
                <a:lnTo>
                  <a:pt x="10032" y="7111"/>
                </a:lnTo>
                <a:cubicBezTo>
                  <a:pt x="9730" y="6124"/>
                  <a:pt x="9690" y="5197"/>
                  <a:pt x="9931" y="4311"/>
                </a:cubicBezTo>
                <a:cubicBezTo>
                  <a:pt x="10173" y="3465"/>
                  <a:pt x="10697" y="2619"/>
                  <a:pt x="11503" y="1813"/>
                </a:cubicBezTo>
                <a:cubicBezTo>
                  <a:pt x="12792" y="524"/>
                  <a:pt x="14363" y="0"/>
                  <a:pt x="16176" y="201"/>
                </a:cubicBezTo>
                <a:cubicBezTo>
                  <a:pt x="17989" y="403"/>
                  <a:pt x="19742" y="1309"/>
                  <a:pt x="21374" y="2941"/>
                </a:cubicBezTo>
                <a:cubicBezTo>
                  <a:pt x="23026" y="4593"/>
                  <a:pt x="23932" y="6346"/>
                  <a:pt x="24134" y="8159"/>
                </a:cubicBezTo>
                <a:cubicBezTo>
                  <a:pt x="24335" y="9972"/>
                  <a:pt x="23791" y="11523"/>
                  <a:pt x="22502" y="12812"/>
                </a:cubicBezTo>
                <a:cubicBezTo>
                  <a:pt x="21696" y="13618"/>
                  <a:pt x="20850" y="14142"/>
                  <a:pt x="20024" y="14404"/>
                </a:cubicBezTo>
                <a:cubicBezTo>
                  <a:pt x="19158" y="14666"/>
                  <a:pt x="18231" y="14625"/>
                  <a:pt x="17224" y="14303"/>
                </a:cubicBezTo>
                <a:lnTo>
                  <a:pt x="18856" y="15935"/>
                </a:lnTo>
                <a:lnTo>
                  <a:pt x="15310" y="19480"/>
                </a:lnTo>
                <a:lnTo>
                  <a:pt x="14263" y="18433"/>
                </a:lnTo>
                <a:lnTo>
                  <a:pt x="15995" y="16700"/>
                </a:lnTo>
                <a:close/>
                <a:moveTo>
                  <a:pt x="14142" y="11221"/>
                </a:moveTo>
                <a:cubicBezTo>
                  <a:pt x="15411" y="12490"/>
                  <a:pt x="16620" y="13215"/>
                  <a:pt x="17748" y="13376"/>
                </a:cubicBezTo>
                <a:cubicBezTo>
                  <a:pt x="18896" y="13558"/>
                  <a:pt x="19903" y="13195"/>
                  <a:pt x="20830" y="12268"/>
                </a:cubicBezTo>
                <a:cubicBezTo>
                  <a:pt x="21757" y="11342"/>
                  <a:pt x="22079" y="10294"/>
                  <a:pt x="21817" y="9065"/>
                </a:cubicBezTo>
                <a:cubicBezTo>
                  <a:pt x="21575" y="7857"/>
                  <a:pt x="20709" y="6507"/>
                  <a:pt x="19259" y="5056"/>
                </a:cubicBezTo>
                <a:cubicBezTo>
                  <a:pt x="17808" y="3606"/>
                  <a:pt x="16479" y="2760"/>
                  <a:pt x="15270" y="2518"/>
                </a:cubicBezTo>
                <a:cubicBezTo>
                  <a:pt x="14061" y="2276"/>
                  <a:pt x="12993" y="2579"/>
                  <a:pt x="12067" y="3505"/>
                </a:cubicBezTo>
                <a:cubicBezTo>
                  <a:pt x="11140" y="4432"/>
                  <a:pt x="10798" y="5459"/>
                  <a:pt x="10979" y="6608"/>
                </a:cubicBezTo>
                <a:cubicBezTo>
                  <a:pt x="11160" y="7756"/>
                  <a:pt x="11865" y="8944"/>
                  <a:pt x="13114" y="10193"/>
                </a:cubicBezTo>
                <a:lnTo>
                  <a:pt x="14142" y="1122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EF2DF5-9B33-4DEF-BF83-C358A44F2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2509" y="5072370"/>
            <a:ext cx="18876" cy="25282"/>
          </a:xfrm>
          <a:custGeom xmlns:a="http://schemas.openxmlformats.org/drawingml/2006/main">
            <a:pathLst>
              <a:path w="18876" h="25282">
                <a:moveTo>
                  <a:pt x="16740" y="19319"/>
                </a:moveTo>
                <a:lnTo>
                  <a:pt x="15693" y="16902"/>
                </a:lnTo>
                <a:lnTo>
                  <a:pt x="2216" y="11241"/>
                </a:lnTo>
                <a:lnTo>
                  <a:pt x="1048" y="12409"/>
                </a:lnTo>
                <a:lnTo>
                  <a:pt x="0" y="11362"/>
                </a:lnTo>
                <a:lnTo>
                  <a:pt x="4794" y="6567"/>
                </a:lnTo>
                <a:lnTo>
                  <a:pt x="5842" y="7615"/>
                </a:lnTo>
                <a:lnTo>
                  <a:pt x="4170" y="9287"/>
                </a:lnTo>
                <a:lnTo>
                  <a:pt x="14303" y="13537"/>
                </a:lnTo>
                <a:lnTo>
                  <a:pt x="10052" y="3404"/>
                </a:lnTo>
                <a:lnTo>
                  <a:pt x="8481" y="4976"/>
                </a:lnTo>
                <a:lnTo>
                  <a:pt x="7433" y="3928"/>
                </a:lnTo>
                <a:lnTo>
                  <a:pt x="11362" y="0"/>
                </a:lnTo>
                <a:lnTo>
                  <a:pt x="12409" y="1048"/>
                </a:lnTo>
                <a:lnTo>
                  <a:pt x="11241" y="2216"/>
                </a:lnTo>
                <a:lnTo>
                  <a:pt x="18191" y="18755"/>
                </a:lnTo>
                <a:cubicBezTo>
                  <a:pt x="18674" y="19883"/>
                  <a:pt x="18876" y="20810"/>
                  <a:pt x="18775" y="21515"/>
                </a:cubicBezTo>
                <a:cubicBezTo>
                  <a:pt x="18654" y="22200"/>
                  <a:pt x="18251" y="22925"/>
                  <a:pt x="17526" y="23650"/>
                </a:cubicBezTo>
                <a:cubicBezTo>
                  <a:pt x="17204" y="23972"/>
                  <a:pt x="16861" y="24234"/>
                  <a:pt x="16499" y="24516"/>
                </a:cubicBezTo>
                <a:cubicBezTo>
                  <a:pt x="16116" y="24778"/>
                  <a:pt x="15693" y="25040"/>
                  <a:pt x="15290" y="25282"/>
                </a:cubicBezTo>
                <a:lnTo>
                  <a:pt x="13296" y="23288"/>
                </a:lnTo>
                <a:lnTo>
                  <a:pt x="14222" y="22361"/>
                </a:lnTo>
                <a:cubicBezTo>
                  <a:pt x="14706" y="22764"/>
                  <a:pt x="15109" y="22965"/>
                  <a:pt x="15512" y="22965"/>
                </a:cubicBezTo>
                <a:cubicBezTo>
                  <a:pt x="15894" y="22985"/>
                  <a:pt x="16277" y="22804"/>
                  <a:pt x="16680" y="22401"/>
                </a:cubicBezTo>
                <a:cubicBezTo>
                  <a:pt x="17043" y="22039"/>
                  <a:pt x="17224" y="21656"/>
                  <a:pt x="17244" y="21233"/>
                </a:cubicBezTo>
                <a:cubicBezTo>
                  <a:pt x="17264" y="20810"/>
                  <a:pt x="17103" y="20165"/>
                  <a:pt x="16740" y="1931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5A1EC1-B901-464C-BDDE-4F228508C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3727" y="5047502"/>
            <a:ext cx="10" cy="9971"/>
          </a:xfrm>
          <a:custGeom xmlns:a="http://schemas.openxmlformats.org/drawingml/2006/main">
            <a:pathLst>
              <a:path w="1" h="9971">
                <a:moveTo>
                  <a:pt x="0" y="0"/>
                </a:moveTo>
                <a:lnTo>
                  <a:pt x="0" y="997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630893-D0AF-46BB-82CB-C7B7872E4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3727" y="5047502"/>
            <a:ext cx="10" cy="9971"/>
          </a:xfrm>
          <a:custGeom xmlns:a="http://schemas.openxmlformats.org/drawingml/2006/main">
            <a:pathLst>
              <a:path w="1" h="9971" fill="none">
                <a:moveTo>
                  <a:pt x="0" y="0"/>
                </a:moveTo>
                <a:lnTo>
                  <a:pt x="0" y="9971"/>
                </a:lnTo>
              </a:path>
            </a:pathLst>
          </a:custGeom>
          <a:noFill xmlns:a="http://schemas.openxmlformats.org/drawingml/2006/main"/>
          <a:ln xmlns:a="http://schemas.openxmlformats.org/drawingml/2006/main" w="2279" cap="flat">
            <a:solidFill>
              <a:srgbClr val="000000"/>
            </a:solidFill>
            <a:round/>
          </a:ln>
        </p:spPr>
      </p:sp>
      <p:sp>
        <p:nvSpPr>
          <p:cNvPr id="32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116620-DB64-43EA-AD67-6AF8D96C0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2412" y="5103723"/>
            <a:ext cx="29230" cy="24496"/>
          </a:xfrm>
          <a:custGeom xmlns:a="http://schemas.openxmlformats.org/drawingml/2006/main">
            <a:pathLst>
              <a:path w="29230" h="24496">
                <a:moveTo>
                  <a:pt x="15935" y="8662"/>
                </a:moveTo>
                <a:cubicBezTo>
                  <a:pt x="16499" y="8340"/>
                  <a:pt x="17123" y="8159"/>
                  <a:pt x="17768" y="8118"/>
                </a:cubicBezTo>
                <a:cubicBezTo>
                  <a:pt x="18392" y="8098"/>
                  <a:pt x="19118" y="8219"/>
                  <a:pt x="19903" y="8481"/>
                </a:cubicBezTo>
                <a:lnTo>
                  <a:pt x="26390" y="10697"/>
                </a:lnTo>
                <a:lnTo>
                  <a:pt x="28183" y="8904"/>
                </a:lnTo>
                <a:lnTo>
                  <a:pt x="29230" y="9952"/>
                </a:lnTo>
                <a:lnTo>
                  <a:pt x="25765" y="13417"/>
                </a:lnTo>
                <a:lnTo>
                  <a:pt x="18795" y="11039"/>
                </a:lnTo>
                <a:cubicBezTo>
                  <a:pt x="17466" y="10596"/>
                  <a:pt x="16479" y="10415"/>
                  <a:pt x="15834" y="10496"/>
                </a:cubicBezTo>
                <a:cubicBezTo>
                  <a:pt x="15209" y="10596"/>
                  <a:pt x="14565" y="10959"/>
                  <a:pt x="13920" y="11603"/>
                </a:cubicBezTo>
                <a:lnTo>
                  <a:pt x="11724" y="13799"/>
                </a:lnTo>
                <a:lnTo>
                  <a:pt x="17506" y="19581"/>
                </a:lnTo>
                <a:lnTo>
                  <a:pt x="19581" y="17506"/>
                </a:lnTo>
                <a:lnTo>
                  <a:pt x="20628" y="18554"/>
                </a:lnTo>
                <a:lnTo>
                  <a:pt x="14686" y="24496"/>
                </a:lnTo>
                <a:lnTo>
                  <a:pt x="13638" y="23449"/>
                </a:lnTo>
                <a:lnTo>
                  <a:pt x="15512" y="21575"/>
                </a:lnTo>
                <a:lnTo>
                  <a:pt x="2921" y="8985"/>
                </a:lnTo>
                <a:lnTo>
                  <a:pt x="1048" y="10858"/>
                </a:lnTo>
                <a:lnTo>
                  <a:pt x="0" y="9811"/>
                </a:lnTo>
                <a:lnTo>
                  <a:pt x="7454" y="2357"/>
                </a:lnTo>
                <a:cubicBezTo>
                  <a:pt x="8864" y="947"/>
                  <a:pt x="10314" y="181"/>
                  <a:pt x="11785" y="81"/>
                </a:cubicBezTo>
                <a:cubicBezTo>
                  <a:pt x="13235" y="0"/>
                  <a:pt x="14605" y="564"/>
                  <a:pt x="15854" y="1813"/>
                </a:cubicBezTo>
                <a:cubicBezTo>
                  <a:pt x="16861" y="2820"/>
                  <a:pt x="17385" y="3908"/>
                  <a:pt x="17385" y="5036"/>
                </a:cubicBezTo>
                <a:cubicBezTo>
                  <a:pt x="17405" y="6185"/>
                  <a:pt x="16922" y="7393"/>
                  <a:pt x="15935" y="8662"/>
                </a:cubicBezTo>
                <a:close/>
                <a:moveTo>
                  <a:pt x="10677" y="12752"/>
                </a:moveTo>
                <a:lnTo>
                  <a:pt x="13578" y="9851"/>
                </a:lnTo>
                <a:cubicBezTo>
                  <a:pt x="14565" y="8864"/>
                  <a:pt x="15068" y="7917"/>
                  <a:pt x="15068" y="6950"/>
                </a:cubicBezTo>
                <a:cubicBezTo>
                  <a:pt x="15068" y="6023"/>
                  <a:pt x="14585" y="5056"/>
                  <a:pt x="13598" y="4069"/>
                </a:cubicBezTo>
                <a:cubicBezTo>
                  <a:pt x="12631" y="3102"/>
                  <a:pt x="11664" y="2619"/>
                  <a:pt x="10717" y="2599"/>
                </a:cubicBezTo>
                <a:cubicBezTo>
                  <a:pt x="9770" y="2619"/>
                  <a:pt x="8803" y="3102"/>
                  <a:pt x="7816" y="4089"/>
                </a:cubicBezTo>
                <a:lnTo>
                  <a:pt x="4915" y="6990"/>
                </a:lnTo>
                <a:lnTo>
                  <a:pt x="10677" y="1275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3A93AF-C299-4F90-AE4D-522EDDC04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1247" y="5093187"/>
            <a:ext cx="22139" cy="17385"/>
          </a:xfrm>
          <a:custGeom xmlns:a="http://schemas.openxmlformats.org/drawingml/2006/main">
            <a:pathLst>
              <a:path w="22139" h="17385">
                <a:moveTo>
                  <a:pt x="6587" y="3384"/>
                </a:moveTo>
                <a:lnTo>
                  <a:pt x="9972" y="0"/>
                </a:lnTo>
                <a:lnTo>
                  <a:pt x="19379" y="9408"/>
                </a:lnTo>
                <a:lnTo>
                  <a:pt x="21092" y="7695"/>
                </a:lnTo>
                <a:lnTo>
                  <a:pt x="22139" y="8743"/>
                </a:lnTo>
                <a:lnTo>
                  <a:pt x="18614" y="12268"/>
                </a:lnTo>
                <a:lnTo>
                  <a:pt x="16761" y="10415"/>
                </a:lnTo>
                <a:cubicBezTo>
                  <a:pt x="17123" y="11462"/>
                  <a:pt x="17204" y="12429"/>
                  <a:pt x="17043" y="13316"/>
                </a:cubicBezTo>
                <a:cubicBezTo>
                  <a:pt x="16861" y="14182"/>
                  <a:pt x="16418" y="14988"/>
                  <a:pt x="15733" y="15673"/>
                </a:cubicBezTo>
                <a:cubicBezTo>
                  <a:pt x="14565" y="16841"/>
                  <a:pt x="13376" y="17385"/>
                  <a:pt x="12188" y="17284"/>
                </a:cubicBezTo>
                <a:cubicBezTo>
                  <a:pt x="10999" y="17184"/>
                  <a:pt x="9690" y="16398"/>
                  <a:pt x="8280" y="14988"/>
                </a:cubicBezTo>
                <a:lnTo>
                  <a:pt x="2679" y="9388"/>
                </a:lnTo>
                <a:lnTo>
                  <a:pt x="1048" y="11019"/>
                </a:lnTo>
                <a:lnTo>
                  <a:pt x="0" y="9972"/>
                </a:lnTo>
                <a:lnTo>
                  <a:pt x="3445" y="6527"/>
                </a:lnTo>
                <a:lnTo>
                  <a:pt x="9529" y="12611"/>
                </a:lnTo>
                <a:cubicBezTo>
                  <a:pt x="10818" y="13900"/>
                  <a:pt x="11825" y="14625"/>
                  <a:pt x="12611" y="14766"/>
                </a:cubicBezTo>
                <a:cubicBezTo>
                  <a:pt x="13417" y="14927"/>
                  <a:pt x="14182" y="14605"/>
                  <a:pt x="14988" y="13799"/>
                </a:cubicBezTo>
                <a:cubicBezTo>
                  <a:pt x="15834" y="12953"/>
                  <a:pt x="16156" y="12027"/>
                  <a:pt x="15975" y="10959"/>
                </a:cubicBezTo>
                <a:cubicBezTo>
                  <a:pt x="15814" y="9911"/>
                  <a:pt x="15129" y="8783"/>
                  <a:pt x="13960" y="7615"/>
                </a:cubicBezTo>
                <a:lnTo>
                  <a:pt x="9206" y="2861"/>
                </a:lnTo>
                <a:lnTo>
                  <a:pt x="7635" y="4432"/>
                </a:lnTo>
                <a:lnTo>
                  <a:pt x="6587" y="338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7EF2F4-1D88-4693-BBF9-FF56C6D15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6255" y="5082551"/>
            <a:ext cx="15673" cy="16922"/>
          </a:xfrm>
          <a:custGeom xmlns:a="http://schemas.openxmlformats.org/drawingml/2006/main">
            <a:pathLst>
              <a:path w="15673" h="16922">
                <a:moveTo>
                  <a:pt x="8421" y="16922"/>
                </a:moveTo>
                <a:lnTo>
                  <a:pt x="5983" y="14484"/>
                </a:lnTo>
                <a:lnTo>
                  <a:pt x="7031" y="13437"/>
                </a:lnTo>
                <a:cubicBezTo>
                  <a:pt x="7836" y="14202"/>
                  <a:pt x="8662" y="14545"/>
                  <a:pt x="9508" y="14464"/>
                </a:cubicBezTo>
                <a:cubicBezTo>
                  <a:pt x="10375" y="14404"/>
                  <a:pt x="11241" y="13900"/>
                  <a:pt x="12147" y="12993"/>
                </a:cubicBezTo>
                <a:cubicBezTo>
                  <a:pt x="12953" y="12188"/>
                  <a:pt x="13437" y="11422"/>
                  <a:pt x="13537" y="10677"/>
                </a:cubicBezTo>
                <a:cubicBezTo>
                  <a:pt x="13658" y="9952"/>
                  <a:pt x="13437" y="9287"/>
                  <a:pt x="12852" y="8703"/>
                </a:cubicBezTo>
                <a:cubicBezTo>
                  <a:pt x="12409" y="8259"/>
                  <a:pt x="11865" y="8038"/>
                  <a:pt x="11281" y="8058"/>
                </a:cubicBezTo>
                <a:cubicBezTo>
                  <a:pt x="10677" y="8098"/>
                  <a:pt x="9730" y="8441"/>
                  <a:pt x="8400" y="9126"/>
                </a:cubicBezTo>
                <a:lnTo>
                  <a:pt x="6648" y="9992"/>
                </a:lnTo>
                <a:cubicBezTo>
                  <a:pt x="5459" y="10616"/>
                  <a:pt x="4452" y="10898"/>
                  <a:pt x="3606" y="10858"/>
                </a:cubicBezTo>
                <a:cubicBezTo>
                  <a:pt x="2780" y="10838"/>
                  <a:pt x="2035" y="10496"/>
                  <a:pt x="1350" y="9811"/>
                </a:cubicBezTo>
                <a:cubicBezTo>
                  <a:pt x="403" y="8864"/>
                  <a:pt x="0" y="7776"/>
                  <a:pt x="161" y="6527"/>
                </a:cubicBezTo>
                <a:cubicBezTo>
                  <a:pt x="322" y="5278"/>
                  <a:pt x="1007" y="4029"/>
                  <a:pt x="2256" y="2780"/>
                </a:cubicBezTo>
                <a:cubicBezTo>
                  <a:pt x="2800" y="2236"/>
                  <a:pt x="3465" y="1732"/>
                  <a:pt x="4210" y="1269"/>
                </a:cubicBezTo>
                <a:cubicBezTo>
                  <a:pt x="4956" y="806"/>
                  <a:pt x="5802" y="363"/>
                  <a:pt x="6728" y="0"/>
                </a:cubicBezTo>
                <a:lnTo>
                  <a:pt x="9005" y="2276"/>
                </a:lnTo>
                <a:lnTo>
                  <a:pt x="7957" y="3324"/>
                </a:lnTo>
                <a:cubicBezTo>
                  <a:pt x="7252" y="2699"/>
                  <a:pt x="6507" y="2397"/>
                  <a:pt x="5681" y="2458"/>
                </a:cubicBezTo>
                <a:cubicBezTo>
                  <a:pt x="4855" y="2518"/>
                  <a:pt x="4049" y="2921"/>
                  <a:pt x="3284" y="3687"/>
                </a:cubicBezTo>
                <a:cubicBezTo>
                  <a:pt x="2518" y="4452"/>
                  <a:pt x="2075" y="5177"/>
                  <a:pt x="1954" y="5822"/>
                </a:cubicBezTo>
                <a:cubicBezTo>
                  <a:pt x="1833" y="6507"/>
                  <a:pt x="2055" y="7091"/>
                  <a:pt x="2579" y="7615"/>
                </a:cubicBezTo>
                <a:cubicBezTo>
                  <a:pt x="3022" y="8058"/>
                  <a:pt x="3525" y="8280"/>
                  <a:pt x="4089" y="8239"/>
                </a:cubicBezTo>
                <a:cubicBezTo>
                  <a:pt x="4633" y="8219"/>
                  <a:pt x="5500" y="7877"/>
                  <a:pt x="6668" y="7272"/>
                </a:cubicBezTo>
                <a:lnTo>
                  <a:pt x="8541" y="6285"/>
                </a:lnTo>
                <a:cubicBezTo>
                  <a:pt x="9851" y="5620"/>
                  <a:pt x="10939" y="5298"/>
                  <a:pt x="11845" y="5318"/>
                </a:cubicBezTo>
                <a:cubicBezTo>
                  <a:pt x="12752" y="5338"/>
                  <a:pt x="13558" y="5701"/>
                  <a:pt x="14283" y="6426"/>
                </a:cubicBezTo>
                <a:cubicBezTo>
                  <a:pt x="15290" y="7433"/>
                  <a:pt x="15673" y="8582"/>
                  <a:pt x="15471" y="9911"/>
                </a:cubicBezTo>
                <a:cubicBezTo>
                  <a:pt x="15270" y="11241"/>
                  <a:pt x="14504" y="12530"/>
                  <a:pt x="13175" y="13860"/>
                </a:cubicBezTo>
                <a:cubicBezTo>
                  <a:pt x="12490" y="14545"/>
                  <a:pt x="11765" y="15109"/>
                  <a:pt x="10999" y="15632"/>
                </a:cubicBezTo>
                <a:cubicBezTo>
                  <a:pt x="10234" y="16156"/>
                  <a:pt x="9367" y="16579"/>
                  <a:pt x="8421" y="1692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787DD0-01C8-4271-8E01-07A5E2074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2943" y="5073002"/>
            <a:ext cx="18332" cy="14625"/>
          </a:xfrm>
          <a:custGeom xmlns:a="http://schemas.openxmlformats.org/drawingml/2006/main">
            <a:pathLst>
              <a:path w="18332" h="14625">
                <a:moveTo>
                  <a:pt x="4291" y="6265"/>
                </a:moveTo>
                <a:lnTo>
                  <a:pt x="2699" y="7857"/>
                </a:lnTo>
                <a:lnTo>
                  <a:pt x="1652" y="6809"/>
                </a:lnTo>
                <a:lnTo>
                  <a:pt x="3243" y="5218"/>
                </a:lnTo>
                <a:lnTo>
                  <a:pt x="0" y="1974"/>
                </a:lnTo>
                <a:lnTo>
                  <a:pt x="1813" y="161"/>
                </a:lnTo>
                <a:lnTo>
                  <a:pt x="5056" y="3404"/>
                </a:lnTo>
                <a:lnTo>
                  <a:pt x="8461" y="0"/>
                </a:lnTo>
                <a:lnTo>
                  <a:pt x="9508" y="1048"/>
                </a:lnTo>
                <a:lnTo>
                  <a:pt x="6104" y="4452"/>
                </a:lnTo>
                <a:lnTo>
                  <a:pt x="12752" y="11100"/>
                </a:lnTo>
                <a:cubicBezTo>
                  <a:pt x="13638" y="11986"/>
                  <a:pt x="14303" y="12490"/>
                  <a:pt x="14726" y="12550"/>
                </a:cubicBezTo>
                <a:cubicBezTo>
                  <a:pt x="15129" y="12631"/>
                  <a:pt x="15572" y="12429"/>
                  <a:pt x="16035" y="11966"/>
                </a:cubicBezTo>
                <a:cubicBezTo>
                  <a:pt x="16499" y="11503"/>
                  <a:pt x="16700" y="11019"/>
                  <a:pt x="16640" y="10516"/>
                </a:cubicBezTo>
                <a:cubicBezTo>
                  <a:pt x="16559" y="10032"/>
                  <a:pt x="16237" y="9468"/>
                  <a:pt x="15632" y="8823"/>
                </a:cubicBezTo>
                <a:lnTo>
                  <a:pt x="17002" y="7454"/>
                </a:lnTo>
                <a:cubicBezTo>
                  <a:pt x="17909" y="8481"/>
                  <a:pt x="18332" y="9428"/>
                  <a:pt x="18292" y="10314"/>
                </a:cubicBezTo>
                <a:cubicBezTo>
                  <a:pt x="18251" y="11201"/>
                  <a:pt x="17768" y="12127"/>
                  <a:pt x="16821" y="13074"/>
                </a:cubicBezTo>
                <a:cubicBezTo>
                  <a:pt x="15774" y="14122"/>
                  <a:pt x="14786" y="14625"/>
                  <a:pt x="13920" y="14605"/>
                </a:cubicBezTo>
                <a:cubicBezTo>
                  <a:pt x="13034" y="14605"/>
                  <a:pt x="12047" y="14021"/>
                  <a:pt x="10939" y="12913"/>
                </a:cubicBezTo>
                <a:lnTo>
                  <a:pt x="4291" y="626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E8A79B-EF7D-4BBC-8928-0CD23B608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4678" y="5047502"/>
            <a:ext cx="10" cy="9971"/>
          </a:xfrm>
          <a:custGeom xmlns:a="http://schemas.openxmlformats.org/drawingml/2006/main">
            <a:pathLst>
              <a:path w="1" h="9971">
                <a:moveTo>
                  <a:pt x="0" y="0"/>
                </a:moveTo>
                <a:lnTo>
                  <a:pt x="0" y="997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90841E-93BF-42AC-9354-A842C3115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4678" y="5047502"/>
            <a:ext cx="10" cy="9971"/>
          </a:xfrm>
          <a:custGeom xmlns:a="http://schemas.openxmlformats.org/drawingml/2006/main">
            <a:pathLst>
              <a:path w="1" h="9971" fill="none">
                <a:moveTo>
                  <a:pt x="0" y="0"/>
                </a:moveTo>
                <a:lnTo>
                  <a:pt x="0" y="9971"/>
                </a:lnTo>
              </a:path>
            </a:pathLst>
          </a:custGeom>
          <a:noFill xmlns:a="http://schemas.openxmlformats.org/drawingml/2006/main"/>
          <a:ln xmlns:a="http://schemas.openxmlformats.org/drawingml/2006/main" w="2279" cap="flat">
            <a:solidFill>
              <a:srgbClr val="000000"/>
            </a:solidFill>
            <a:round/>
          </a:ln>
        </p:spPr>
      </p:sp>
      <p:sp>
        <p:nvSpPr>
          <p:cNvPr id="32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F86E7F-167A-4260-B95D-FC57CD0E2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1324" y="5112696"/>
            <a:ext cx="21454" cy="23086"/>
          </a:xfrm>
          <a:custGeom xmlns:a="http://schemas.openxmlformats.org/drawingml/2006/main">
            <a:pathLst>
              <a:path w="21454" h="23086">
                <a:moveTo>
                  <a:pt x="12268" y="23086"/>
                </a:moveTo>
                <a:lnTo>
                  <a:pt x="8924" y="19742"/>
                </a:lnTo>
                <a:lnTo>
                  <a:pt x="10052" y="18614"/>
                </a:lnTo>
                <a:cubicBezTo>
                  <a:pt x="11201" y="19722"/>
                  <a:pt x="12349" y="20226"/>
                  <a:pt x="13497" y="20125"/>
                </a:cubicBezTo>
                <a:cubicBezTo>
                  <a:pt x="14645" y="20064"/>
                  <a:pt x="15854" y="19379"/>
                  <a:pt x="17103" y="18130"/>
                </a:cubicBezTo>
                <a:cubicBezTo>
                  <a:pt x="18271" y="16962"/>
                  <a:pt x="18936" y="15854"/>
                  <a:pt x="19077" y="14786"/>
                </a:cubicBezTo>
                <a:cubicBezTo>
                  <a:pt x="19218" y="13719"/>
                  <a:pt x="18856" y="12711"/>
                  <a:pt x="17969" y="11825"/>
                </a:cubicBezTo>
                <a:cubicBezTo>
                  <a:pt x="17264" y="11120"/>
                  <a:pt x="16519" y="10778"/>
                  <a:pt x="15774" y="10757"/>
                </a:cubicBezTo>
                <a:cubicBezTo>
                  <a:pt x="15048" y="10757"/>
                  <a:pt x="13880" y="11160"/>
                  <a:pt x="12329" y="11986"/>
                </a:cubicBezTo>
                <a:lnTo>
                  <a:pt x="9811" y="13336"/>
                </a:lnTo>
                <a:cubicBezTo>
                  <a:pt x="7977" y="14323"/>
                  <a:pt x="6446" y="14807"/>
                  <a:pt x="5238" y="14726"/>
                </a:cubicBezTo>
                <a:cubicBezTo>
                  <a:pt x="4049" y="14666"/>
                  <a:pt x="2901" y="14081"/>
                  <a:pt x="1773" y="12953"/>
                </a:cubicBezTo>
                <a:cubicBezTo>
                  <a:pt x="524" y="11704"/>
                  <a:pt x="0" y="10294"/>
                  <a:pt x="201" y="8723"/>
                </a:cubicBezTo>
                <a:cubicBezTo>
                  <a:pt x="403" y="7151"/>
                  <a:pt x="1289" y="5580"/>
                  <a:pt x="2901" y="3969"/>
                </a:cubicBezTo>
                <a:cubicBezTo>
                  <a:pt x="3586" y="3284"/>
                  <a:pt x="4412" y="2619"/>
                  <a:pt x="5359" y="1954"/>
                </a:cubicBezTo>
                <a:cubicBezTo>
                  <a:pt x="6326" y="1309"/>
                  <a:pt x="7393" y="645"/>
                  <a:pt x="8602" y="0"/>
                </a:cubicBezTo>
                <a:lnTo>
                  <a:pt x="11724" y="3122"/>
                </a:lnTo>
                <a:lnTo>
                  <a:pt x="10616" y="4230"/>
                </a:lnTo>
                <a:cubicBezTo>
                  <a:pt x="9468" y="3324"/>
                  <a:pt x="8380" y="2921"/>
                  <a:pt x="7333" y="3042"/>
                </a:cubicBezTo>
                <a:cubicBezTo>
                  <a:pt x="6285" y="3163"/>
                  <a:pt x="5157" y="3807"/>
                  <a:pt x="3989" y="4976"/>
                </a:cubicBezTo>
                <a:cubicBezTo>
                  <a:pt x="2941" y="6023"/>
                  <a:pt x="2377" y="7031"/>
                  <a:pt x="2256" y="7998"/>
                </a:cubicBezTo>
                <a:cubicBezTo>
                  <a:pt x="2135" y="8965"/>
                  <a:pt x="2478" y="9831"/>
                  <a:pt x="3284" y="10637"/>
                </a:cubicBezTo>
                <a:cubicBezTo>
                  <a:pt x="3989" y="11342"/>
                  <a:pt x="4734" y="11684"/>
                  <a:pt x="5540" y="11684"/>
                </a:cubicBezTo>
                <a:cubicBezTo>
                  <a:pt x="6346" y="11684"/>
                  <a:pt x="7615" y="11221"/>
                  <a:pt x="9327" y="10274"/>
                </a:cubicBezTo>
                <a:lnTo>
                  <a:pt x="11684" y="9005"/>
                </a:lnTo>
                <a:cubicBezTo>
                  <a:pt x="13417" y="8078"/>
                  <a:pt x="14887" y="7655"/>
                  <a:pt x="16056" y="7695"/>
                </a:cubicBezTo>
                <a:cubicBezTo>
                  <a:pt x="17244" y="7756"/>
                  <a:pt x="18372" y="8280"/>
                  <a:pt x="19420" y="9327"/>
                </a:cubicBezTo>
                <a:cubicBezTo>
                  <a:pt x="20850" y="10757"/>
                  <a:pt x="21454" y="12288"/>
                  <a:pt x="21253" y="13900"/>
                </a:cubicBezTo>
                <a:cubicBezTo>
                  <a:pt x="21051" y="15552"/>
                  <a:pt x="20044" y="17244"/>
                  <a:pt x="18251" y="19037"/>
                </a:cubicBezTo>
                <a:cubicBezTo>
                  <a:pt x="17446" y="19843"/>
                  <a:pt x="16539" y="20588"/>
                  <a:pt x="15532" y="21273"/>
                </a:cubicBezTo>
                <a:cubicBezTo>
                  <a:pt x="14545" y="21978"/>
                  <a:pt x="13457" y="22582"/>
                  <a:pt x="12268" y="230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4E3EA8-A739-443C-8476-7DE87539D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13" y="5104739"/>
            <a:ext cx="15350" cy="16277"/>
          </a:xfrm>
          <a:custGeom xmlns:a="http://schemas.openxmlformats.org/drawingml/2006/main">
            <a:pathLst>
              <a:path w="15350" h="16277">
                <a:moveTo>
                  <a:pt x="14122" y="6326"/>
                </a:moveTo>
                <a:cubicBezTo>
                  <a:pt x="14988" y="7716"/>
                  <a:pt x="15350" y="9045"/>
                  <a:pt x="15189" y="10334"/>
                </a:cubicBezTo>
                <a:cubicBezTo>
                  <a:pt x="15048" y="11644"/>
                  <a:pt x="14383" y="12873"/>
                  <a:pt x="13235" y="14021"/>
                </a:cubicBezTo>
                <a:cubicBezTo>
                  <a:pt x="11704" y="15552"/>
                  <a:pt x="10012" y="16277"/>
                  <a:pt x="8078" y="16197"/>
                </a:cubicBezTo>
                <a:cubicBezTo>
                  <a:pt x="6144" y="16116"/>
                  <a:pt x="4351" y="15250"/>
                  <a:pt x="2679" y="13578"/>
                </a:cubicBezTo>
                <a:cubicBezTo>
                  <a:pt x="1027" y="11926"/>
                  <a:pt x="161" y="10133"/>
                  <a:pt x="81" y="8199"/>
                </a:cubicBezTo>
                <a:cubicBezTo>
                  <a:pt x="0" y="6265"/>
                  <a:pt x="705" y="4553"/>
                  <a:pt x="2236" y="3022"/>
                </a:cubicBezTo>
                <a:cubicBezTo>
                  <a:pt x="2881" y="2377"/>
                  <a:pt x="3626" y="1793"/>
                  <a:pt x="4452" y="1289"/>
                </a:cubicBezTo>
                <a:cubicBezTo>
                  <a:pt x="5258" y="806"/>
                  <a:pt x="6144" y="363"/>
                  <a:pt x="7111" y="0"/>
                </a:cubicBezTo>
                <a:lnTo>
                  <a:pt x="9790" y="2679"/>
                </a:lnTo>
                <a:lnTo>
                  <a:pt x="8743" y="3727"/>
                </a:lnTo>
                <a:cubicBezTo>
                  <a:pt x="7695" y="2961"/>
                  <a:pt x="6728" y="2599"/>
                  <a:pt x="5842" y="2639"/>
                </a:cubicBezTo>
                <a:cubicBezTo>
                  <a:pt x="4956" y="2679"/>
                  <a:pt x="4069" y="3122"/>
                  <a:pt x="3223" y="3969"/>
                </a:cubicBezTo>
                <a:cubicBezTo>
                  <a:pt x="2236" y="4956"/>
                  <a:pt x="1873" y="6084"/>
                  <a:pt x="2156" y="7333"/>
                </a:cubicBezTo>
                <a:cubicBezTo>
                  <a:pt x="2417" y="8602"/>
                  <a:pt x="3304" y="9972"/>
                  <a:pt x="4815" y="11483"/>
                </a:cubicBezTo>
                <a:cubicBezTo>
                  <a:pt x="6326" y="12993"/>
                  <a:pt x="7695" y="13880"/>
                  <a:pt x="8965" y="14142"/>
                </a:cubicBezTo>
                <a:cubicBezTo>
                  <a:pt x="10213" y="14424"/>
                  <a:pt x="11321" y="14041"/>
                  <a:pt x="12309" y="13054"/>
                </a:cubicBezTo>
                <a:cubicBezTo>
                  <a:pt x="13074" y="12288"/>
                  <a:pt x="13497" y="11462"/>
                  <a:pt x="13558" y="10596"/>
                </a:cubicBezTo>
                <a:cubicBezTo>
                  <a:pt x="13618" y="9730"/>
                  <a:pt x="13316" y="8783"/>
                  <a:pt x="12671" y="7776"/>
                </a:cubicBezTo>
                <a:lnTo>
                  <a:pt x="14122" y="632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50F45D-31A0-4C2E-95B7-5CD7D59B3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9386" y="5094909"/>
            <a:ext cx="19561" cy="15794"/>
          </a:xfrm>
          <a:custGeom xmlns:a="http://schemas.openxmlformats.org/drawingml/2006/main">
            <a:pathLst>
              <a:path w="19561" h="15794">
                <a:moveTo>
                  <a:pt x="12852" y="7071"/>
                </a:moveTo>
                <a:lnTo>
                  <a:pt x="10637" y="4855"/>
                </a:lnTo>
                <a:lnTo>
                  <a:pt x="8300" y="7192"/>
                </a:lnTo>
                <a:cubicBezTo>
                  <a:pt x="7393" y="8098"/>
                  <a:pt x="6930" y="8965"/>
                  <a:pt x="6869" y="9790"/>
                </a:cubicBezTo>
                <a:cubicBezTo>
                  <a:pt x="6829" y="10637"/>
                  <a:pt x="7212" y="11422"/>
                  <a:pt x="7998" y="12208"/>
                </a:cubicBezTo>
                <a:cubicBezTo>
                  <a:pt x="8723" y="12933"/>
                  <a:pt x="9529" y="13296"/>
                  <a:pt x="10395" y="13276"/>
                </a:cubicBezTo>
                <a:cubicBezTo>
                  <a:pt x="11281" y="13276"/>
                  <a:pt x="12087" y="12873"/>
                  <a:pt x="12852" y="12107"/>
                </a:cubicBezTo>
                <a:cubicBezTo>
                  <a:pt x="13598" y="11362"/>
                  <a:pt x="13981" y="10536"/>
                  <a:pt x="13981" y="9609"/>
                </a:cubicBezTo>
                <a:cubicBezTo>
                  <a:pt x="13981" y="8682"/>
                  <a:pt x="13618" y="7836"/>
                  <a:pt x="12852" y="7071"/>
                </a:cubicBezTo>
                <a:close/>
                <a:moveTo>
                  <a:pt x="11422" y="2014"/>
                </a:moveTo>
                <a:lnTo>
                  <a:pt x="16902" y="7494"/>
                </a:lnTo>
                <a:lnTo>
                  <a:pt x="18513" y="5882"/>
                </a:lnTo>
                <a:lnTo>
                  <a:pt x="19561" y="6930"/>
                </a:lnTo>
                <a:lnTo>
                  <a:pt x="16136" y="10355"/>
                </a:lnTo>
                <a:lnTo>
                  <a:pt x="15008" y="9226"/>
                </a:lnTo>
                <a:cubicBezTo>
                  <a:pt x="15089" y="10113"/>
                  <a:pt x="14988" y="10939"/>
                  <a:pt x="14686" y="11684"/>
                </a:cubicBezTo>
                <a:cubicBezTo>
                  <a:pt x="14363" y="12409"/>
                  <a:pt x="13860" y="13155"/>
                  <a:pt x="13175" y="13840"/>
                </a:cubicBezTo>
                <a:cubicBezTo>
                  <a:pt x="12006" y="15008"/>
                  <a:pt x="10778" y="15632"/>
                  <a:pt x="9488" y="15713"/>
                </a:cubicBezTo>
                <a:cubicBezTo>
                  <a:pt x="8199" y="15794"/>
                  <a:pt x="7031" y="15270"/>
                  <a:pt x="5983" y="14222"/>
                </a:cubicBezTo>
                <a:cubicBezTo>
                  <a:pt x="4915" y="13155"/>
                  <a:pt x="4472" y="11946"/>
                  <a:pt x="4653" y="10556"/>
                </a:cubicBezTo>
                <a:cubicBezTo>
                  <a:pt x="4815" y="9186"/>
                  <a:pt x="5620" y="7776"/>
                  <a:pt x="7051" y="6346"/>
                </a:cubicBezTo>
                <a:lnTo>
                  <a:pt x="9589" y="3807"/>
                </a:lnTo>
                <a:lnTo>
                  <a:pt x="8864" y="3082"/>
                </a:lnTo>
                <a:cubicBezTo>
                  <a:pt x="8078" y="2297"/>
                  <a:pt x="7232" y="1934"/>
                  <a:pt x="6305" y="1974"/>
                </a:cubicBezTo>
                <a:cubicBezTo>
                  <a:pt x="5379" y="2014"/>
                  <a:pt x="4472" y="2478"/>
                  <a:pt x="3606" y="3344"/>
                </a:cubicBezTo>
                <a:cubicBezTo>
                  <a:pt x="2881" y="4069"/>
                  <a:pt x="2498" y="4815"/>
                  <a:pt x="2397" y="5560"/>
                </a:cubicBezTo>
                <a:cubicBezTo>
                  <a:pt x="2276" y="6326"/>
                  <a:pt x="2498" y="7071"/>
                  <a:pt x="3042" y="7816"/>
                </a:cubicBezTo>
                <a:lnTo>
                  <a:pt x="2115" y="8743"/>
                </a:lnTo>
                <a:lnTo>
                  <a:pt x="0" y="6628"/>
                </a:lnTo>
                <a:cubicBezTo>
                  <a:pt x="363" y="5741"/>
                  <a:pt x="766" y="4936"/>
                  <a:pt x="1229" y="4190"/>
                </a:cubicBezTo>
                <a:cubicBezTo>
                  <a:pt x="1692" y="3485"/>
                  <a:pt x="2196" y="2820"/>
                  <a:pt x="2760" y="2256"/>
                </a:cubicBezTo>
                <a:cubicBezTo>
                  <a:pt x="4210" y="806"/>
                  <a:pt x="5661" y="81"/>
                  <a:pt x="7151" y="40"/>
                </a:cubicBezTo>
                <a:cubicBezTo>
                  <a:pt x="8642" y="0"/>
                  <a:pt x="10052" y="645"/>
                  <a:pt x="11422" y="201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A4DA90-EEF7-435A-85C4-4D7813122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4785" y="5081834"/>
            <a:ext cx="20568" cy="18856"/>
          </a:xfrm>
          <a:custGeom xmlns:a="http://schemas.openxmlformats.org/drawingml/2006/main">
            <a:pathLst>
              <a:path w="20568" h="18856">
                <a:moveTo>
                  <a:pt x="17808" y="14263"/>
                </a:moveTo>
                <a:lnTo>
                  <a:pt x="19520" y="12550"/>
                </a:lnTo>
                <a:lnTo>
                  <a:pt x="20568" y="13598"/>
                </a:lnTo>
                <a:lnTo>
                  <a:pt x="15310" y="18856"/>
                </a:lnTo>
                <a:lnTo>
                  <a:pt x="14263" y="17808"/>
                </a:lnTo>
                <a:lnTo>
                  <a:pt x="15995" y="16076"/>
                </a:lnTo>
                <a:lnTo>
                  <a:pt x="2780" y="2861"/>
                </a:lnTo>
                <a:lnTo>
                  <a:pt x="1048" y="4593"/>
                </a:lnTo>
                <a:lnTo>
                  <a:pt x="0" y="3546"/>
                </a:lnTo>
                <a:lnTo>
                  <a:pt x="3546" y="0"/>
                </a:lnTo>
                <a:lnTo>
                  <a:pt x="17808" y="1426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8F018E-FAC9-456F-B675-C086F7F27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39" y="5076456"/>
            <a:ext cx="19561" cy="15794"/>
          </a:xfrm>
          <a:custGeom xmlns:a="http://schemas.openxmlformats.org/drawingml/2006/main">
            <a:pathLst>
              <a:path w="19561" h="15794">
                <a:moveTo>
                  <a:pt x="12852" y="7071"/>
                </a:moveTo>
                <a:lnTo>
                  <a:pt x="10637" y="4855"/>
                </a:lnTo>
                <a:lnTo>
                  <a:pt x="8300" y="7192"/>
                </a:lnTo>
                <a:cubicBezTo>
                  <a:pt x="7393" y="8098"/>
                  <a:pt x="6930" y="8965"/>
                  <a:pt x="6869" y="9790"/>
                </a:cubicBezTo>
                <a:cubicBezTo>
                  <a:pt x="6829" y="10637"/>
                  <a:pt x="7212" y="11422"/>
                  <a:pt x="7998" y="12208"/>
                </a:cubicBezTo>
                <a:cubicBezTo>
                  <a:pt x="8723" y="12933"/>
                  <a:pt x="9529" y="13296"/>
                  <a:pt x="10395" y="13276"/>
                </a:cubicBezTo>
                <a:cubicBezTo>
                  <a:pt x="11281" y="13276"/>
                  <a:pt x="12087" y="12873"/>
                  <a:pt x="12852" y="12107"/>
                </a:cubicBezTo>
                <a:cubicBezTo>
                  <a:pt x="13598" y="11362"/>
                  <a:pt x="13981" y="10536"/>
                  <a:pt x="13981" y="9609"/>
                </a:cubicBezTo>
                <a:cubicBezTo>
                  <a:pt x="13981" y="8682"/>
                  <a:pt x="13618" y="7836"/>
                  <a:pt x="12852" y="7071"/>
                </a:cubicBezTo>
                <a:close/>
                <a:moveTo>
                  <a:pt x="11422" y="2014"/>
                </a:moveTo>
                <a:lnTo>
                  <a:pt x="16902" y="7494"/>
                </a:lnTo>
                <a:lnTo>
                  <a:pt x="18513" y="5882"/>
                </a:lnTo>
                <a:lnTo>
                  <a:pt x="19561" y="6930"/>
                </a:lnTo>
                <a:lnTo>
                  <a:pt x="16136" y="10355"/>
                </a:lnTo>
                <a:lnTo>
                  <a:pt x="15008" y="9226"/>
                </a:lnTo>
                <a:cubicBezTo>
                  <a:pt x="15089" y="10113"/>
                  <a:pt x="14988" y="10939"/>
                  <a:pt x="14686" y="11684"/>
                </a:cubicBezTo>
                <a:cubicBezTo>
                  <a:pt x="14363" y="12409"/>
                  <a:pt x="13860" y="13155"/>
                  <a:pt x="13175" y="13840"/>
                </a:cubicBezTo>
                <a:cubicBezTo>
                  <a:pt x="12006" y="15008"/>
                  <a:pt x="10778" y="15632"/>
                  <a:pt x="9488" y="15713"/>
                </a:cubicBezTo>
                <a:cubicBezTo>
                  <a:pt x="8199" y="15794"/>
                  <a:pt x="7031" y="15270"/>
                  <a:pt x="5983" y="14222"/>
                </a:cubicBezTo>
                <a:cubicBezTo>
                  <a:pt x="4915" y="13155"/>
                  <a:pt x="4472" y="11946"/>
                  <a:pt x="4653" y="10556"/>
                </a:cubicBezTo>
                <a:cubicBezTo>
                  <a:pt x="4815" y="9186"/>
                  <a:pt x="5620" y="7776"/>
                  <a:pt x="7051" y="6346"/>
                </a:cubicBezTo>
                <a:lnTo>
                  <a:pt x="9589" y="3807"/>
                </a:lnTo>
                <a:lnTo>
                  <a:pt x="8864" y="3082"/>
                </a:lnTo>
                <a:cubicBezTo>
                  <a:pt x="8078" y="2297"/>
                  <a:pt x="7232" y="1934"/>
                  <a:pt x="6305" y="1974"/>
                </a:cubicBezTo>
                <a:cubicBezTo>
                  <a:pt x="5379" y="2014"/>
                  <a:pt x="4472" y="2478"/>
                  <a:pt x="3606" y="3344"/>
                </a:cubicBezTo>
                <a:cubicBezTo>
                  <a:pt x="2881" y="4069"/>
                  <a:pt x="2498" y="4815"/>
                  <a:pt x="2397" y="5560"/>
                </a:cubicBezTo>
                <a:cubicBezTo>
                  <a:pt x="2276" y="6326"/>
                  <a:pt x="2498" y="7071"/>
                  <a:pt x="3042" y="7816"/>
                </a:cubicBezTo>
                <a:lnTo>
                  <a:pt x="2115" y="8743"/>
                </a:lnTo>
                <a:lnTo>
                  <a:pt x="0" y="6628"/>
                </a:lnTo>
                <a:cubicBezTo>
                  <a:pt x="363" y="5741"/>
                  <a:pt x="766" y="4936"/>
                  <a:pt x="1229" y="4190"/>
                </a:cubicBezTo>
                <a:cubicBezTo>
                  <a:pt x="1692" y="3485"/>
                  <a:pt x="2196" y="2820"/>
                  <a:pt x="2760" y="2256"/>
                </a:cubicBezTo>
                <a:cubicBezTo>
                  <a:pt x="4210" y="806"/>
                  <a:pt x="5661" y="81"/>
                  <a:pt x="7151" y="40"/>
                </a:cubicBezTo>
                <a:cubicBezTo>
                  <a:pt x="8642" y="0"/>
                  <a:pt x="10052" y="645"/>
                  <a:pt x="11422" y="201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23256F-5524-414C-B18B-E612CE1FC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4719" y="2866863"/>
            <a:ext cx="9971" cy="10"/>
          </a:xfrm>
          <a:custGeom xmlns:a="http://schemas.openxmlformats.org/drawingml/2006/main">
            <a:pathLst>
              <a:path w="9971" h="1">
                <a:moveTo>
                  <a:pt x="9971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DEB243-7A9E-4E26-BE55-BC2A02164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4719" y="2866863"/>
            <a:ext cx="9971" cy="10"/>
          </a:xfrm>
          <a:custGeom xmlns:a="http://schemas.openxmlformats.org/drawingml/2006/main">
            <a:pathLst>
              <a:path w="9971" h="1" fill="none">
                <a:moveTo>
                  <a:pt x="9971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9" cap="flat">
            <a:solidFill>
              <a:srgbClr val="000000"/>
            </a:solidFill>
            <a:round/>
          </a:ln>
        </p:spPr>
      </p:sp>
      <p:sp>
        <p:nvSpPr>
          <p:cNvPr id="32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E5E4F2-6531-4A63-B547-253FFEC1B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688" y="2857684"/>
            <a:ext cx="21509" cy="18490"/>
          </a:xfrm>
          <a:custGeom xmlns:a="http://schemas.openxmlformats.org/drawingml/2006/main">
            <a:pathLst>
              <a:path w="21509" h="18490">
                <a:moveTo>
                  <a:pt x="15641" y="0"/>
                </a:moveTo>
                <a:cubicBezTo>
                  <a:pt x="17578" y="627"/>
                  <a:pt x="19059" y="1652"/>
                  <a:pt x="20028" y="3077"/>
                </a:cubicBezTo>
                <a:cubicBezTo>
                  <a:pt x="21025" y="4530"/>
                  <a:pt x="21509" y="6353"/>
                  <a:pt x="21509" y="8547"/>
                </a:cubicBezTo>
                <a:cubicBezTo>
                  <a:pt x="21509" y="9914"/>
                  <a:pt x="21281" y="11196"/>
                  <a:pt x="20826" y="12336"/>
                </a:cubicBezTo>
                <a:cubicBezTo>
                  <a:pt x="20370" y="13504"/>
                  <a:pt x="19715" y="14530"/>
                  <a:pt x="18803" y="15413"/>
                </a:cubicBezTo>
                <a:cubicBezTo>
                  <a:pt x="17777" y="16467"/>
                  <a:pt x="16581" y="17236"/>
                  <a:pt x="15270" y="17749"/>
                </a:cubicBezTo>
                <a:cubicBezTo>
                  <a:pt x="13960" y="18262"/>
                  <a:pt x="12450" y="18490"/>
                  <a:pt x="10769" y="18490"/>
                </a:cubicBezTo>
                <a:cubicBezTo>
                  <a:pt x="7550" y="18490"/>
                  <a:pt x="4957" y="17578"/>
                  <a:pt x="2963" y="15698"/>
                </a:cubicBezTo>
                <a:cubicBezTo>
                  <a:pt x="997" y="13846"/>
                  <a:pt x="0" y="11396"/>
                  <a:pt x="0" y="8319"/>
                </a:cubicBezTo>
                <a:cubicBezTo>
                  <a:pt x="0" y="7179"/>
                  <a:pt x="171" y="5983"/>
                  <a:pt x="456" y="4701"/>
                </a:cubicBezTo>
                <a:cubicBezTo>
                  <a:pt x="741" y="3447"/>
                  <a:pt x="1197" y="2051"/>
                  <a:pt x="1795" y="570"/>
                </a:cubicBezTo>
                <a:lnTo>
                  <a:pt x="6581" y="570"/>
                </a:lnTo>
                <a:lnTo>
                  <a:pt x="6581" y="2137"/>
                </a:lnTo>
                <a:cubicBezTo>
                  <a:pt x="4843" y="2479"/>
                  <a:pt x="3561" y="3191"/>
                  <a:pt x="2735" y="4216"/>
                </a:cubicBezTo>
                <a:cubicBezTo>
                  <a:pt x="1909" y="5242"/>
                  <a:pt x="1481" y="6695"/>
                  <a:pt x="1481" y="8547"/>
                </a:cubicBezTo>
                <a:cubicBezTo>
                  <a:pt x="1481" y="10769"/>
                  <a:pt x="2279" y="12450"/>
                  <a:pt x="3846" y="13589"/>
                </a:cubicBezTo>
                <a:cubicBezTo>
                  <a:pt x="5441" y="14729"/>
                  <a:pt x="7749" y="15299"/>
                  <a:pt x="10769" y="15299"/>
                </a:cubicBezTo>
                <a:cubicBezTo>
                  <a:pt x="13817" y="15299"/>
                  <a:pt x="16125" y="14729"/>
                  <a:pt x="17692" y="13589"/>
                </a:cubicBezTo>
                <a:cubicBezTo>
                  <a:pt x="19287" y="12450"/>
                  <a:pt x="20056" y="10769"/>
                  <a:pt x="20056" y="8547"/>
                </a:cubicBezTo>
                <a:cubicBezTo>
                  <a:pt x="20056" y="7008"/>
                  <a:pt x="19686" y="5755"/>
                  <a:pt x="18945" y="4729"/>
                </a:cubicBezTo>
                <a:cubicBezTo>
                  <a:pt x="18205" y="3732"/>
                  <a:pt x="17122" y="3020"/>
                  <a:pt x="15641" y="2564"/>
                </a:cubicBezTo>
                <a:lnTo>
                  <a:pt x="1564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3F4CAF-89E8-443A-A2CF-6FB4E0E38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4719" y="3074543"/>
            <a:ext cx="9971" cy="10"/>
          </a:xfrm>
          <a:custGeom xmlns:a="http://schemas.openxmlformats.org/drawingml/2006/main">
            <a:pathLst>
              <a:path w="9971" h="1">
                <a:moveTo>
                  <a:pt x="9971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C320F7-1983-4289-ADD8-F527D127D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4719" y="3074543"/>
            <a:ext cx="9971" cy="10"/>
          </a:xfrm>
          <a:custGeom xmlns:a="http://schemas.openxmlformats.org/drawingml/2006/main">
            <a:pathLst>
              <a:path w="9971" h="1" fill="none">
                <a:moveTo>
                  <a:pt x="9971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9" cap="flat">
            <a:solidFill>
              <a:srgbClr val="000000"/>
            </a:solidFill>
            <a:round/>
          </a:ln>
        </p:spPr>
      </p:sp>
      <p:sp>
        <p:nvSpPr>
          <p:cNvPr id="32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29398B-A1D3-4B8B-B1F8-273BF0899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688" y="3077294"/>
            <a:ext cx="21509" cy="18490"/>
          </a:xfrm>
          <a:custGeom xmlns:a="http://schemas.openxmlformats.org/drawingml/2006/main">
            <a:pathLst>
              <a:path w="21509" h="18490">
                <a:moveTo>
                  <a:pt x="15641" y="0"/>
                </a:moveTo>
                <a:cubicBezTo>
                  <a:pt x="17578" y="627"/>
                  <a:pt x="19059" y="1652"/>
                  <a:pt x="20028" y="3077"/>
                </a:cubicBezTo>
                <a:cubicBezTo>
                  <a:pt x="21025" y="4530"/>
                  <a:pt x="21509" y="6353"/>
                  <a:pt x="21509" y="8547"/>
                </a:cubicBezTo>
                <a:cubicBezTo>
                  <a:pt x="21509" y="9914"/>
                  <a:pt x="21281" y="11196"/>
                  <a:pt x="20826" y="12336"/>
                </a:cubicBezTo>
                <a:cubicBezTo>
                  <a:pt x="20370" y="13504"/>
                  <a:pt x="19715" y="14530"/>
                  <a:pt x="18803" y="15413"/>
                </a:cubicBezTo>
                <a:cubicBezTo>
                  <a:pt x="17777" y="16467"/>
                  <a:pt x="16581" y="17236"/>
                  <a:pt x="15270" y="17749"/>
                </a:cubicBezTo>
                <a:cubicBezTo>
                  <a:pt x="13960" y="18262"/>
                  <a:pt x="12450" y="18490"/>
                  <a:pt x="10769" y="18490"/>
                </a:cubicBezTo>
                <a:cubicBezTo>
                  <a:pt x="7550" y="18490"/>
                  <a:pt x="4957" y="17578"/>
                  <a:pt x="2963" y="15698"/>
                </a:cubicBezTo>
                <a:cubicBezTo>
                  <a:pt x="997" y="13846"/>
                  <a:pt x="0" y="11396"/>
                  <a:pt x="0" y="8319"/>
                </a:cubicBezTo>
                <a:cubicBezTo>
                  <a:pt x="0" y="7179"/>
                  <a:pt x="171" y="5983"/>
                  <a:pt x="456" y="4701"/>
                </a:cubicBezTo>
                <a:cubicBezTo>
                  <a:pt x="741" y="3447"/>
                  <a:pt x="1197" y="2051"/>
                  <a:pt x="1795" y="570"/>
                </a:cubicBezTo>
                <a:lnTo>
                  <a:pt x="6581" y="570"/>
                </a:lnTo>
                <a:lnTo>
                  <a:pt x="6581" y="2137"/>
                </a:lnTo>
                <a:cubicBezTo>
                  <a:pt x="4843" y="2479"/>
                  <a:pt x="3561" y="3191"/>
                  <a:pt x="2735" y="4216"/>
                </a:cubicBezTo>
                <a:cubicBezTo>
                  <a:pt x="1909" y="5242"/>
                  <a:pt x="1481" y="6695"/>
                  <a:pt x="1481" y="8547"/>
                </a:cubicBezTo>
                <a:cubicBezTo>
                  <a:pt x="1481" y="10769"/>
                  <a:pt x="2279" y="12450"/>
                  <a:pt x="3846" y="13589"/>
                </a:cubicBezTo>
                <a:cubicBezTo>
                  <a:pt x="5441" y="14729"/>
                  <a:pt x="7749" y="15299"/>
                  <a:pt x="10769" y="15299"/>
                </a:cubicBezTo>
                <a:cubicBezTo>
                  <a:pt x="13817" y="15299"/>
                  <a:pt x="16125" y="14729"/>
                  <a:pt x="17692" y="13589"/>
                </a:cubicBezTo>
                <a:cubicBezTo>
                  <a:pt x="19287" y="12450"/>
                  <a:pt x="20056" y="10769"/>
                  <a:pt x="20056" y="8547"/>
                </a:cubicBezTo>
                <a:cubicBezTo>
                  <a:pt x="20056" y="7008"/>
                  <a:pt x="19686" y="5755"/>
                  <a:pt x="18945" y="4729"/>
                </a:cubicBezTo>
                <a:cubicBezTo>
                  <a:pt x="18205" y="3732"/>
                  <a:pt x="17122" y="3020"/>
                  <a:pt x="15641" y="2564"/>
                </a:cubicBezTo>
                <a:lnTo>
                  <a:pt x="1564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92D0E6-81AC-4846-99E0-E19B32E97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8372" y="3053904"/>
            <a:ext cx="20455" cy="19487"/>
          </a:xfrm>
          <a:custGeom xmlns:a="http://schemas.openxmlformats.org/drawingml/2006/main">
            <a:pathLst>
              <a:path w="20455" h="19487">
                <a:moveTo>
                  <a:pt x="7920" y="7179"/>
                </a:moveTo>
                <a:lnTo>
                  <a:pt x="7920" y="11111"/>
                </a:lnTo>
                <a:lnTo>
                  <a:pt x="12564" y="12279"/>
                </a:lnTo>
                <a:lnTo>
                  <a:pt x="12564" y="8319"/>
                </a:lnTo>
                <a:lnTo>
                  <a:pt x="7920" y="7179"/>
                </a:lnTo>
                <a:close/>
                <a:moveTo>
                  <a:pt x="0" y="9145"/>
                </a:moveTo>
                <a:lnTo>
                  <a:pt x="5783" y="10570"/>
                </a:lnTo>
                <a:lnTo>
                  <a:pt x="5783" y="6638"/>
                </a:lnTo>
                <a:lnTo>
                  <a:pt x="0" y="5214"/>
                </a:lnTo>
                <a:lnTo>
                  <a:pt x="0" y="2820"/>
                </a:lnTo>
                <a:lnTo>
                  <a:pt x="5783" y="4273"/>
                </a:lnTo>
                <a:lnTo>
                  <a:pt x="5783" y="0"/>
                </a:lnTo>
                <a:lnTo>
                  <a:pt x="7920" y="0"/>
                </a:lnTo>
                <a:lnTo>
                  <a:pt x="7920" y="4815"/>
                </a:lnTo>
                <a:lnTo>
                  <a:pt x="12564" y="5954"/>
                </a:lnTo>
                <a:lnTo>
                  <a:pt x="12564" y="1595"/>
                </a:lnTo>
                <a:lnTo>
                  <a:pt x="14700" y="1595"/>
                </a:lnTo>
                <a:lnTo>
                  <a:pt x="14700" y="6496"/>
                </a:lnTo>
                <a:lnTo>
                  <a:pt x="20455" y="7920"/>
                </a:lnTo>
                <a:lnTo>
                  <a:pt x="20455" y="10313"/>
                </a:lnTo>
                <a:lnTo>
                  <a:pt x="14700" y="8860"/>
                </a:lnTo>
                <a:lnTo>
                  <a:pt x="14700" y="12792"/>
                </a:lnTo>
                <a:lnTo>
                  <a:pt x="20455" y="14245"/>
                </a:lnTo>
                <a:lnTo>
                  <a:pt x="20455" y="16609"/>
                </a:lnTo>
                <a:lnTo>
                  <a:pt x="14700" y="15185"/>
                </a:lnTo>
                <a:lnTo>
                  <a:pt x="14700" y="19487"/>
                </a:lnTo>
                <a:lnTo>
                  <a:pt x="12564" y="19487"/>
                </a:lnTo>
                <a:lnTo>
                  <a:pt x="12564" y="14643"/>
                </a:lnTo>
                <a:lnTo>
                  <a:pt x="7920" y="13504"/>
                </a:lnTo>
                <a:lnTo>
                  <a:pt x="7920" y="17891"/>
                </a:lnTo>
                <a:lnTo>
                  <a:pt x="5783" y="17891"/>
                </a:lnTo>
                <a:lnTo>
                  <a:pt x="5783" y="12963"/>
                </a:lnTo>
                <a:lnTo>
                  <a:pt x="0" y="11510"/>
                </a:lnTo>
                <a:lnTo>
                  <a:pt x="0" y="914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635ECD-C9BE-408D-8763-2302EC1A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4719" y="3282223"/>
            <a:ext cx="9971" cy="10"/>
          </a:xfrm>
          <a:custGeom xmlns:a="http://schemas.openxmlformats.org/drawingml/2006/main">
            <a:pathLst>
              <a:path w="9971" h="1">
                <a:moveTo>
                  <a:pt x="9971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FCCFAC-8016-4A8E-8599-2A110BF60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4719" y="3282223"/>
            <a:ext cx="9971" cy="10"/>
          </a:xfrm>
          <a:custGeom xmlns:a="http://schemas.openxmlformats.org/drawingml/2006/main">
            <a:pathLst>
              <a:path w="9971" h="1" fill="none">
                <a:moveTo>
                  <a:pt x="9971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9" cap="flat">
            <a:solidFill>
              <a:srgbClr val="000000"/>
            </a:solidFill>
            <a:round/>
          </a:ln>
        </p:spPr>
      </p:sp>
      <p:sp>
        <p:nvSpPr>
          <p:cNvPr id="32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A155BA-1952-4924-A4EE-1677D0822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688" y="3296904"/>
            <a:ext cx="21509" cy="18490"/>
          </a:xfrm>
          <a:custGeom xmlns:a="http://schemas.openxmlformats.org/drawingml/2006/main">
            <a:pathLst>
              <a:path w="21509" h="18490">
                <a:moveTo>
                  <a:pt x="15641" y="0"/>
                </a:moveTo>
                <a:cubicBezTo>
                  <a:pt x="17578" y="627"/>
                  <a:pt x="19059" y="1652"/>
                  <a:pt x="20028" y="3077"/>
                </a:cubicBezTo>
                <a:cubicBezTo>
                  <a:pt x="21025" y="4530"/>
                  <a:pt x="21509" y="6353"/>
                  <a:pt x="21509" y="8547"/>
                </a:cubicBezTo>
                <a:cubicBezTo>
                  <a:pt x="21509" y="9914"/>
                  <a:pt x="21281" y="11196"/>
                  <a:pt x="20826" y="12336"/>
                </a:cubicBezTo>
                <a:cubicBezTo>
                  <a:pt x="20370" y="13504"/>
                  <a:pt x="19715" y="14530"/>
                  <a:pt x="18803" y="15413"/>
                </a:cubicBezTo>
                <a:cubicBezTo>
                  <a:pt x="17777" y="16467"/>
                  <a:pt x="16581" y="17236"/>
                  <a:pt x="15270" y="17749"/>
                </a:cubicBezTo>
                <a:cubicBezTo>
                  <a:pt x="13960" y="18262"/>
                  <a:pt x="12450" y="18490"/>
                  <a:pt x="10769" y="18490"/>
                </a:cubicBezTo>
                <a:cubicBezTo>
                  <a:pt x="7550" y="18490"/>
                  <a:pt x="4957" y="17578"/>
                  <a:pt x="2963" y="15698"/>
                </a:cubicBezTo>
                <a:cubicBezTo>
                  <a:pt x="997" y="13846"/>
                  <a:pt x="0" y="11396"/>
                  <a:pt x="0" y="8319"/>
                </a:cubicBezTo>
                <a:cubicBezTo>
                  <a:pt x="0" y="7179"/>
                  <a:pt x="171" y="5983"/>
                  <a:pt x="456" y="4701"/>
                </a:cubicBezTo>
                <a:cubicBezTo>
                  <a:pt x="741" y="3447"/>
                  <a:pt x="1197" y="2051"/>
                  <a:pt x="1795" y="570"/>
                </a:cubicBezTo>
                <a:lnTo>
                  <a:pt x="6581" y="570"/>
                </a:lnTo>
                <a:lnTo>
                  <a:pt x="6581" y="2137"/>
                </a:lnTo>
                <a:cubicBezTo>
                  <a:pt x="4843" y="2479"/>
                  <a:pt x="3561" y="3191"/>
                  <a:pt x="2735" y="4216"/>
                </a:cubicBezTo>
                <a:cubicBezTo>
                  <a:pt x="1909" y="5242"/>
                  <a:pt x="1481" y="6695"/>
                  <a:pt x="1481" y="8547"/>
                </a:cubicBezTo>
                <a:cubicBezTo>
                  <a:pt x="1481" y="10769"/>
                  <a:pt x="2279" y="12450"/>
                  <a:pt x="3846" y="13589"/>
                </a:cubicBezTo>
                <a:cubicBezTo>
                  <a:pt x="5441" y="14729"/>
                  <a:pt x="7749" y="15299"/>
                  <a:pt x="10769" y="15299"/>
                </a:cubicBezTo>
                <a:cubicBezTo>
                  <a:pt x="13817" y="15299"/>
                  <a:pt x="16125" y="14729"/>
                  <a:pt x="17692" y="13589"/>
                </a:cubicBezTo>
                <a:cubicBezTo>
                  <a:pt x="19287" y="12450"/>
                  <a:pt x="20056" y="10769"/>
                  <a:pt x="20056" y="8547"/>
                </a:cubicBezTo>
                <a:cubicBezTo>
                  <a:pt x="20056" y="7008"/>
                  <a:pt x="19686" y="5755"/>
                  <a:pt x="18945" y="4729"/>
                </a:cubicBezTo>
                <a:cubicBezTo>
                  <a:pt x="18205" y="3732"/>
                  <a:pt x="17122" y="3020"/>
                  <a:pt x="15641" y="2564"/>
                </a:cubicBezTo>
                <a:lnTo>
                  <a:pt x="1564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D6A532-7A84-41B5-8569-D6B6947E8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0965" y="3274340"/>
            <a:ext cx="17863" cy="17834"/>
          </a:xfrm>
          <a:custGeom xmlns:a="http://schemas.openxmlformats.org/drawingml/2006/main">
            <a:pathLst>
              <a:path w="17863" h="17834">
                <a:moveTo>
                  <a:pt x="0" y="7806"/>
                </a:moveTo>
                <a:lnTo>
                  <a:pt x="7806" y="7806"/>
                </a:lnTo>
                <a:lnTo>
                  <a:pt x="7806" y="0"/>
                </a:lnTo>
                <a:lnTo>
                  <a:pt x="10057" y="0"/>
                </a:lnTo>
                <a:lnTo>
                  <a:pt x="10057" y="7806"/>
                </a:lnTo>
                <a:lnTo>
                  <a:pt x="17863" y="7806"/>
                </a:lnTo>
                <a:lnTo>
                  <a:pt x="17863" y="10028"/>
                </a:lnTo>
                <a:lnTo>
                  <a:pt x="10057" y="10028"/>
                </a:lnTo>
                <a:lnTo>
                  <a:pt x="10057" y="17834"/>
                </a:lnTo>
                <a:lnTo>
                  <a:pt x="7806" y="17834"/>
                </a:lnTo>
                <a:lnTo>
                  <a:pt x="7806" y="10028"/>
                </a:lnTo>
                <a:lnTo>
                  <a:pt x="0" y="10028"/>
                </a:lnTo>
                <a:lnTo>
                  <a:pt x="0" y="780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AA4510-E10B-4ADC-BBD5-E3E3C658C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0965" y="3250466"/>
            <a:ext cx="17863" cy="17834"/>
          </a:xfrm>
          <a:custGeom xmlns:a="http://schemas.openxmlformats.org/drawingml/2006/main">
            <a:pathLst>
              <a:path w="17863" h="17834">
                <a:moveTo>
                  <a:pt x="0" y="7806"/>
                </a:moveTo>
                <a:lnTo>
                  <a:pt x="7806" y="7806"/>
                </a:lnTo>
                <a:lnTo>
                  <a:pt x="7806" y="0"/>
                </a:lnTo>
                <a:lnTo>
                  <a:pt x="10057" y="0"/>
                </a:lnTo>
                <a:lnTo>
                  <a:pt x="10057" y="7806"/>
                </a:lnTo>
                <a:lnTo>
                  <a:pt x="17863" y="7806"/>
                </a:lnTo>
                <a:lnTo>
                  <a:pt x="17863" y="10028"/>
                </a:lnTo>
                <a:lnTo>
                  <a:pt x="10057" y="10028"/>
                </a:lnTo>
                <a:lnTo>
                  <a:pt x="10057" y="17834"/>
                </a:lnTo>
                <a:lnTo>
                  <a:pt x="7806" y="17834"/>
                </a:lnTo>
                <a:lnTo>
                  <a:pt x="7806" y="10028"/>
                </a:lnTo>
                <a:lnTo>
                  <a:pt x="0" y="10028"/>
                </a:lnTo>
                <a:lnTo>
                  <a:pt x="0" y="780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675CE7-2027-4444-A483-57E964CD4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4719" y="3489903"/>
            <a:ext cx="9971" cy="10"/>
          </a:xfrm>
          <a:custGeom xmlns:a="http://schemas.openxmlformats.org/drawingml/2006/main">
            <a:pathLst>
              <a:path w="9971" h="1">
                <a:moveTo>
                  <a:pt x="9971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51AF81-AAFE-4A37-A6BF-71211B3CA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4719" y="3489903"/>
            <a:ext cx="9971" cy="10"/>
          </a:xfrm>
          <a:custGeom xmlns:a="http://schemas.openxmlformats.org/drawingml/2006/main">
            <a:pathLst>
              <a:path w="9971" h="1" fill="none">
                <a:moveTo>
                  <a:pt x="9971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9" cap="flat">
            <a:solidFill>
              <a:srgbClr val="000000"/>
            </a:solidFill>
            <a:round/>
          </a:ln>
        </p:spPr>
      </p:sp>
      <p:sp>
        <p:nvSpPr>
          <p:cNvPr id="32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02C268-7439-43C9-A915-ECAF0F405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688" y="3489333"/>
            <a:ext cx="21509" cy="18917"/>
          </a:xfrm>
          <a:custGeom xmlns:a="http://schemas.openxmlformats.org/drawingml/2006/main">
            <a:pathLst>
              <a:path w="21509" h="18917">
                <a:moveTo>
                  <a:pt x="6581" y="2279"/>
                </a:moveTo>
                <a:cubicBezTo>
                  <a:pt x="4843" y="2621"/>
                  <a:pt x="3561" y="3276"/>
                  <a:pt x="2735" y="4302"/>
                </a:cubicBezTo>
                <a:cubicBezTo>
                  <a:pt x="1909" y="5327"/>
                  <a:pt x="1481" y="6780"/>
                  <a:pt x="1481" y="8604"/>
                </a:cubicBezTo>
                <a:cubicBezTo>
                  <a:pt x="1481" y="10997"/>
                  <a:pt x="2251" y="12792"/>
                  <a:pt x="3789" y="13960"/>
                </a:cubicBezTo>
                <a:cubicBezTo>
                  <a:pt x="5327" y="15156"/>
                  <a:pt x="7664" y="15726"/>
                  <a:pt x="10769" y="15726"/>
                </a:cubicBezTo>
                <a:cubicBezTo>
                  <a:pt x="13846" y="15726"/>
                  <a:pt x="16153" y="15128"/>
                  <a:pt x="17720" y="13903"/>
                </a:cubicBezTo>
                <a:cubicBezTo>
                  <a:pt x="19287" y="12706"/>
                  <a:pt x="20056" y="10911"/>
                  <a:pt x="20056" y="8547"/>
                </a:cubicBezTo>
                <a:cubicBezTo>
                  <a:pt x="20056" y="7521"/>
                  <a:pt x="19942" y="6524"/>
                  <a:pt x="19686" y="5555"/>
                </a:cubicBezTo>
                <a:cubicBezTo>
                  <a:pt x="19430" y="4587"/>
                  <a:pt x="19031" y="3675"/>
                  <a:pt x="18490" y="2820"/>
                </a:cubicBezTo>
                <a:lnTo>
                  <a:pt x="13134" y="2820"/>
                </a:lnTo>
                <a:lnTo>
                  <a:pt x="13134" y="6723"/>
                </a:lnTo>
                <a:lnTo>
                  <a:pt x="11652" y="6723"/>
                </a:lnTo>
                <a:lnTo>
                  <a:pt x="11652" y="0"/>
                </a:lnTo>
                <a:lnTo>
                  <a:pt x="19401" y="0"/>
                </a:lnTo>
                <a:cubicBezTo>
                  <a:pt x="20142" y="1254"/>
                  <a:pt x="20655" y="2564"/>
                  <a:pt x="20997" y="3988"/>
                </a:cubicBezTo>
                <a:cubicBezTo>
                  <a:pt x="21338" y="5413"/>
                  <a:pt x="21509" y="6951"/>
                  <a:pt x="21509" y="8547"/>
                </a:cubicBezTo>
                <a:cubicBezTo>
                  <a:pt x="21509" y="11681"/>
                  <a:pt x="20541" y="14216"/>
                  <a:pt x="18603" y="16096"/>
                </a:cubicBezTo>
                <a:cubicBezTo>
                  <a:pt x="16666" y="17977"/>
                  <a:pt x="14045" y="18917"/>
                  <a:pt x="10769" y="18917"/>
                </a:cubicBezTo>
                <a:cubicBezTo>
                  <a:pt x="7493" y="18917"/>
                  <a:pt x="4872" y="17977"/>
                  <a:pt x="2934" y="16096"/>
                </a:cubicBezTo>
                <a:cubicBezTo>
                  <a:pt x="997" y="14216"/>
                  <a:pt x="0" y="11652"/>
                  <a:pt x="0" y="8433"/>
                </a:cubicBezTo>
                <a:cubicBezTo>
                  <a:pt x="0" y="7265"/>
                  <a:pt x="142" y="6040"/>
                  <a:pt x="427" y="4758"/>
                </a:cubicBezTo>
                <a:cubicBezTo>
                  <a:pt x="712" y="3504"/>
                  <a:pt x="1111" y="2137"/>
                  <a:pt x="1652" y="712"/>
                </a:cubicBezTo>
                <a:lnTo>
                  <a:pt x="6581" y="712"/>
                </a:lnTo>
                <a:lnTo>
                  <a:pt x="6581" y="227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3028AA-CC48-4D6F-8D71-838913837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643" y="3471356"/>
            <a:ext cx="15555" cy="14302"/>
          </a:xfrm>
          <a:custGeom xmlns:a="http://schemas.openxmlformats.org/drawingml/2006/main">
            <a:pathLst>
              <a:path w="15555" h="14302">
                <a:moveTo>
                  <a:pt x="14216" y="7151"/>
                </a:moveTo>
                <a:cubicBezTo>
                  <a:pt x="14216" y="5783"/>
                  <a:pt x="13675" y="4758"/>
                  <a:pt x="12592" y="4045"/>
                </a:cubicBezTo>
                <a:cubicBezTo>
                  <a:pt x="11510" y="3362"/>
                  <a:pt x="9914" y="2991"/>
                  <a:pt x="7806" y="2991"/>
                </a:cubicBezTo>
                <a:cubicBezTo>
                  <a:pt x="5698" y="2991"/>
                  <a:pt x="4074" y="3362"/>
                  <a:pt x="2991" y="4045"/>
                </a:cubicBezTo>
                <a:cubicBezTo>
                  <a:pt x="1909" y="4758"/>
                  <a:pt x="1367" y="5783"/>
                  <a:pt x="1367" y="7151"/>
                </a:cubicBezTo>
                <a:cubicBezTo>
                  <a:pt x="1367" y="8518"/>
                  <a:pt x="1909" y="9572"/>
                  <a:pt x="2991" y="10256"/>
                </a:cubicBezTo>
                <a:cubicBezTo>
                  <a:pt x="4074" y="10968"/>
                  <a:pt x="5698" y="11310"/>
                  <a:pt x="7806" y="11310"/>
                </a:cubicBezTo>
                <a:cubicBezTo>
                  <a:pt x="9914" y="11310"/>
                  <a:pt x="11510" y="10968"/>
                  <a:pt x="12592" y="10256"/>
                </a:cubicBezTo>
                <a:cubicBezTo>
                  <a:pt x="13675" y="9572"/>
                  <a:pt x="14216" y="8518"/>
                  <a:pt x="14216" y="7151"/>
                </a:cubicBezTo>
                <a:close/>
                <a:moveTo>
                  <a:pt x="15555" y="7151"/>
                </a:moveTo>
                <a:cubicBezTo>
                  <a:pt x="15555" y="9316"/>
                  <a:pt x="14871" y="11025"/>
                  <a:pt x="13447" y="12336"/>
                </a:cubicBezTo>
                <a:cubicBezTo>
                  <a:pt x="12022" y="13646"/>
                  <a:pt x="10142" y="14302"/>
                  <a:pt x="7778" y="14302"/>
                </a:cubicBezTo>
                <a:cubicBezTo>
                  <a:pt x="5441" y="14302"/>
                  <a:pt x="3561" y="13675"/>
                  <a:pt x="2137" y="12364"/>
                </a:cubicBezTo>
                <a:cubicBezTo>
                  <a:pt x="712" y="11054"/>
                  <a:pt x="0" y="9316"/>
                  <a:pt x="0" y="7151"/>
                </a:cubicBezTo>
                <a:cubicBezTo>
                  <a:pt x="0" y="4986"/>
                  <a:pt x="712" y="3276"/>
                  <a:pt x="2137" y="1966"/>
                </a:cubicBezTo>
                <a:cubicBezTo>
                  <a:pt x="3561" y="655"/>
                  <a:pt x="5441" y="0"/>
                  <a:pt x="7778" y="0"/>
                </a:cubicBezTo>
                <a:cubicBezTo>
                  <a:pt x="10142" y="0"/>
                  <a:pt x="12022" y="655"/>
                  <a:pt x="13447" y="1966"/>
                </a:cubicBezTo>
                <a:cubicBezTo>
                  <a:pt x="14871" y="3276"/>
                  <a:pt x="15555" y="4986"/>
                  <a:pt x="15555" y="715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9E976C-9A02-494C-832D-C555BAD6E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4719" y="3697583"/>
            <a:ext cx="9971" cy="10"/>
          </a:xfrm>
          <a:custGeom xmlns:a="http://schemas.openxmlformats.org/drawingml/2006/main">
            <a:pathLst>
              <a:path w="9971" h="1">
                <a:moveTo>
                  <a:pt x="9971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C610B7-C16F-4D84-BE49-1BDC866B7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4719" y="3697583"/>
            <a:ext cx="9971" cy="10"/>
          </a:xfrm>
          <a:custGeom xmlns:a="http://schemas.openxmlformats.org/drawingml/2006/main">
            <a:pathLst>
              <a:path w="9971" h="1" fill="none">
                <a:moveTo>
                  <a:pt x="9971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9" cap="flat">
            <a:solidFill>
              <a:srgbClr val="000000"/>
            </a:solidFill>
            <a:round/>
          </a:ln>
        </p:spPr>
      </p:sp>
      <p:sp>
        <p:nvSpPr>
          <p:cNvPr id="32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817DD7-F835-4B91-AAEC-7C7E7720A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8059" y="3718251"/>
            <a:ext cx="26666" cy="12478"/>
          </a:xfrm>
          <a:custGeom xmlns:a="http://schemas.openxmlformats.org/drawingml/2006/main">
            <a:pathLst>
              <a:path w="26666" h="12478">
                <a:moveTo>
                  <a:pt x="25726" y="12478"/>
                </a:moveTo>
                <a:lnTo>
                  <a:pt x="22450" y="12478"/>
                </a:lnTo>
                <a:lnTo>
                  <a:pt x="22450" y="10883"/>
                </a:lnTo>
                <a:cubicBezTo>
                  <a:pt x="23361" y="10854"/>
                  <a:pt x="24045" y="10655"/>
                  <a:pt x="24501" y="10256"/>
                </a:cubicBezTo>
                <a:cubicBezTo>
                  <a:pt x="24957" y="9857"/>
                  <a:pt x="25185" y="9259"/>
                  <a:pt x="25185" y="8433"/>
                </a:cubicBezTo>
                <a:cubicBezTo>
                  <a:pt x="25185" y="7350"/>
                  <a:pt x="24814" y="6581"/>
                  <a:pt x="24130" y="6125"/>
                </a:cubicBezTo>
                <a:cubicBezTo>
                  <a:pt x="23447" y="5698"/>
                  <a:pt x="22079" y="5470"/>
                  <a:pt x="20085" y="5470"/>
                </a:cubicBezTo>
                <a:lnTo>
                  <a:pt x="1481" y="5470"/>
                </a:lnTo>
                <a:lnTo>
                  <a:pt x="1481" y="8689"/>
                </a:lnTo>
                <a:lnTo>
                  <a:pt x="0" y="8689"/>
                </a:lnTo>
                <a:lnTo>
                  <a:pt x="0" y="0"/>
                </a:lnTo>
                <a:lnTo>
                  <a:pt x="1481" y="0"/>
                </a:lnTo>
                <a:lnTo>
                  <a:pt x="1481" y="2650"/>
                </a:lnTo>
                <a:lnTo>
                  <a:pt x="20199" y="2650"/>
                </a:lnTo>
                <a:cubicBezTo>
                  <a:pt x="22478" y="2650"/>
                  <a:pt x="24102" y="3105"/>
                  <a:pt x="25128" y="4017"/>
                </a:cubicBezTo>
                <a:cubicBezTo>
                  <a:pt x="26153" y="4929"/>
                  <a:pt x="26666" y="6410"/>
                  <a:pt x="26666" y="8461"/>
                </a:cubicBezTo>
                <a:cubicBezTo>
                  <a:pt x="26666" y="9145"/>
                  <a:pt x="26580" y="9800"/>
                  <a:pt x="26410" y="10456"/>
                </a:cubicBezTo>
                <a:cubicBezTo>
                  <a:pt x="26239" y="11111"/>
                  <a:pt x="26011" y="11795"/>
                  <a:pt x="25726" y="1247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6FAC15-C0EF-47E7-B103-9783AC6FC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643" y="3700758"/>
            <a:ext cx="15555" cy="14757"/>
          </a:xfrm>
          <a:custGeom xmlns:a="http://schemas.openxmlformats.org/drawingml/2006/main">
            <a:pathLst>
              <a:path w="15555" h="14757">
                <a:moveTo>
                  <a:pt x="10541" y="4843"/>
                </a:moveTo>
                <a:lnTo>
                  <a:pt x="7407" y="4843"/>
                </a:lnTo>
                <a:lnTo>
                  <a:pt x="7407" y="8148"/>
                </a:lnTo>
                <a:cubicBezTo>
                  <a:pt x="7407" y="9430"/>
                  <a:pt x="7692" y="10370"/>
                  <a:pt x="8233" y="10997"/>
                </a:cubicBezTo>
                <a:cubicBezTo>
                  <a:pt x="8803" y="11624"/>
                  <a:pt x="9629" y="11909"/>
                  <a:pt x="10740" y="11909"/>
                </a:cubicBezTo>
                <a:cubicBezTo>
                  <a:pt x="11766" y="11909"/>
                  <a:pt x="12592" y="11595"/>
                  <a:pt x="13191" y="10968"/>
                </a:cubicBezTo>
                <a:cubicBezTo>
                  <a:pt x="13817" y="10342"/>
                  <a:pt x="14102" y="9487"/>
                  <a:pt x="14102" y="8404"/>
                </a:cubicBezTo>
                <a:cubicBezTo>
                  <a:pt x="14102" y="7350"/>
                  <a:pt x="13789" y="6496"/>
                  <a:pt x="13134" y="5840"/>
                </a:cubicBezTo>
                <a:cubicBezTo>
                  <a:pt x="12478" y="5185"/>
                  <a:pt x="11624" y="4843"/>
                  <a:pt x="10541" y="4843"/>
                </a:cubicBezTo>
                <a:close/>
                <a:moveTo>
                  <a:pt x="5954" y="2279"/>
                </a:moveTo>
                <a:lnTo>
                  <a:pt x="13703" y="2279"/>
                </a:lnTo>
                <a:lnTo>
                  <a:pt x="13703" y="0"/>
                </a:lnTo>
                <a:lnTo>
                  <a:pt x="15185" y="0"/>
                </a:lnTo>
                <a:lnTo>
                  <a:pt x="15185" y="4843"/>
                </a:lnTo>
                <a:lnTo>
                  <a:pt x="13589" y="4843"/>
                </a:lnTo>
                <a:cubicBezTo>
                  <a:pt x="14273" y="5413"/>
                  <a:pt x="14786" y="6068"/>
                  <a:pt x="15099" y="6809"/>
                </a:cubicBezTo>
                <a:cubicBezTo>
                  <a:pt x="15384" y="7550"/>
                  <a:pt x="15555" y="8433"/>
                  <a:pt x="15555" y="9401"/>
                </a:cubicBezTo>
                <a:cubicBezTo>
                  <a:pt x="15555" y="11054"/>
                  <a:pt x="15128" y="12364"/>
                  <a:pt x="14273" y="13333"/>
                </a:cubicBezTo>
                <a:cubicBezTo>
                  <a:pt x="13418" y="14302"/>
                  <a:pt x="12222" y="14757"/>
                  <a:pt x="10740" y="14757"/>
                </a:cubicBezTo>
                <a:cubicBezTo>
                  <a:pt x="9231" y="14757"/>
                  <a:pt x="8062" y="14216"/>
                  <a:pt x="7208" y="13105"/>
                </a:cubicBezTo>
                <a:cubicBezTo>
                  <a:pt x="6353" y="12022"/>
                  <a:pt x="5926" y="10456"/>
                  <a:pt x="5926" y="8433"/>
                </a:cubicBezTo>
                <a:lnTo>
                  <a:pt x="5926" y="4843"/>
                </a:lnTo>
                <a:lnTo>
                  <a:pt x="4900" y="4843"/>
                </a:lnTo>
                <a:cubicBezTo>
                  <a:pt x="3789" y="4843"/>
                  <a:pt x="2934" y="5185"/>
                  <a:pt x="2308" y="5869"/>
                </a:cubicBezTo>
                <a:cubicBezTo>
                  <a:pt x="1681" y="6553"/>
                  <a:pt x="1367" y="7521"/>
                  <a:pt x="1367" y="8746"/>
                </a:cubicBezTo>
                <a:cubicBezTo>
                  <a:pt x="1367" y="9772"/>
                  <a:pt x="1624" y="10570"/>
                  <a:pt x="2080" y="11168"/>
                </a:cubicBezTo>
                <a:cubicBezTo>
                  <a:pt x="2536" y="11795"/>
                  <a:pt x="3219" y="12165"/>
                  <a:pt x="4131" y="12307"/>
                </a:cubicBezTo>
                <a:lnTo>
                  <a:pt x="4131" y="13618"/>
                </a:lnTo>
                <a:lnTo>
                  <a:pt x="1140" y="13618"/>
                </a:lnTo>
                <a:cubicBezTo>
                  <a:pt x="769" y="12735"/>
                  <a:pt x="484" y="11880"/>
                  <a:pt x="285" y="11025"/>
                </a:cubicBezTo>
                <a:cubicBezTo>
                  <a:pt x="114" y="10199"/>
                  <a:pt x="0" y="9373"/>
                  <a:pt x="0" y="8575"/>
                </a:cubicBezTo>
                <a:cubicBezTo>
                  <a:pt x="0" y="6524"/>
                  <a:pt x="513" y="4986"/>
                  <a:pt x="1538" y="3903"/>
                </a:cubicBezTo>
                <a:cubicBezTo>
                  <a:pt x="2564" y="2820"/>
                  <a:pt x="4017" y="2279"/>
                  <a:pt x="5954" y="227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09F563-36F2-4BF0-A0CC-71ADAD5EF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4041" y="3683950"/>
            <a:ext cx="14786" cy="16068"/>
          </a:xfrm>
          <a:custGeom xmlns:a="http://schemas.openxmlformats.org/drawingml/2006/main">
            <a:pathLst>
              <a:path w="14786" h="16068">
                <a:moveTo>
                  <a:pt x="14786" y="8974"/>
                </a:moveTo>
                <a:lnTo>
                  <a:pt x="1481" y="14416"/>
                </a:lnTo>
                <a:lnTo>
                  <a:pt x="1481" y="16068"/>
                </a:lnTo>
                <a:lnTo>
                  <a:pt x="0" y="16068"/>
                </a:lnTo>
                <a:lnTo>
                  <a:pt x="0" y="9288"/>
                </a:lnTo>
                <a:lnTo>
                  <a:pt x="1481" y="9288"/>
                </a:lnTo>
                <a:lnTo>
                  <a:pt x="1481" y="11652"/>
                </a:lnTo>
                <a:lnTo>
                  <a:pt x="11652" y="7493"/>
                </a:lnTo>
                <a:lnTo>
                  <a:pt x="1481" y="3333"/>
                </a:lnTo>
                <a:lnTo>
                  <a:pt x="1481" y="5555"/>
                </a:lnTo>
                <a:lnTo>
                  <a:pt x="0" y="5555"/>
                </a:lnTo>
                <a:lnTo>
                  <a:pt x="0" y="0"/>
                </a:lnTo>
                <a:lnTo>
                  <a:pt x="1481" y="0"/>
                </a:lnTo>
                <a:lnTo>
                  <a:pt x="1481" y="1652"/>
                </a:lnTo>
                <a:lnTo>
                  <a:pt x="14786" y="7094"/>
                </a:lnTo>
                <a:lnTo>
                  <a:pt x="14786" y="897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762CC6-739E-4CFB-8875-103B8D355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643" y="3667682"/>
            <a:ext cx="15555" cy="14757"/>
          </a:xfrm>
          <a:custGeom xmlns:a="http://schemas.openxmlformats.org/drawingml/2006/main">
            <a:pathLst>
              <a:path w="15555" h="14757">
                <a:moveTo>
                  <a:pt x="10541" y="4843"/>
                </a:moveTo>
                <a:lnTo>
                  <a:pt x="7407" y="4843"/>
                </a:lnTo>
                <a:lnTo>
                  <a:pt x="7407" y="8148"/>
                </a:lnTo>
                <a:cubicBezTo>
                  <a:pt x="7407" y="9430"/>
                  <a:pt x="7692" y="10370"/>
                  <a:pt x="8233" y="10997"/>
                </a:cubicBezTo>
                <a:cubicBezTo>
                  <a:pt x="8803" y="11624"/>
                  <a:pt x="9629" y="11909"/>
                  <a:pt x="10740" y="11909"/>
                </a:cubicBezTo>
                <a:cubicBezTo>
                  <a:pt x="11766" y="11909"/>
                  <a:pt x="12592" y="11595"/>
                  <a:pt x="13191" y="10968"/>
                </a:cubicBezTo>
                <a:cubicBezTo>
                  <a:pt x="13817" y="10342"/>
                  <a:pt x="14102" y="9487"/>
                  <a:pt x="14102" y="8404"/>
                </a:cubicBezTo>
                <a:cubicBezTo>
                  <a:pt x="14102" y="7350"/>
                  <a:pt x="13789" y="6496"/>
                  <a:pt x="13134" y="5840"/>
                </a:cubicBezTo>
                <a:cubicBezTo>
                  <a:pt x="12478" y="5185"/>
                  <a:pt x="11624" y="4843"/>
                  <a:pt x="10541" y="4843"/>
                </a:cubicBezTo>
                <a:close/>
                <a:moveTo>
                  <a:pt x="5954" y="2279"/>
                </a:moveTo>
                <a:lnTo>
                  <a:pt x="13703" y="2279"/>
                </a:lnTo>
                <a:lnTo>
                  <a:pt x="13703" y="0"/>
                </a:lnTo>
                <a:lnTo>
                  <a:pt x="15185" y="0"/>
                </a:lnTo>
                <a:lnTo>
                  <a:pt x="15185" y="4843"/>
                </a:lnTo>
                <a:lnTo>
                  <a:pt x="13589" y="4843"/>
                </a:lnTo>
                <a:cubicBezTo>
                  <a:pt x="14273" y="5413"/>
                  <a:pt x="14786" y="6068"/>
                  <a:pt x="15099" y="6809"/>
                </a:cubicBezTo>
                <a:cubicBezTo>
                  <a:pt x="15384" y="7550"/>
                  <a:pt x="15555" y="8433"/>
                  <a:pt x="15555" y="9401"/>
                </a:cubicBezTo>
                <a:cubicBezTo>
                  <a:pt x="15555" y="11054"/>
                  <a:pt x="15128" y="12364"/>
                  <a:pt x="14273" y="13333"/>
                </a:cubicBezTo>
                <a:cubicBezTo>
                  <a:pt x="13418" y="14302"/>
                  <a:pt x="12222" y="14757"/>
                  <a:pt x="10740" y="14757"/>
                </a:cubicBezTo>
                <a:cubicBezTo>
                  <a:pt x="9231" y="14757"/>
                  <a:pt x="8062" y="14216"/>
                  <a:pt x="7208" y="13105"/>
                </a:cubicBezTo>
                <a:cubicBezTo>
                  <a:pt x="6353" y="12022"/>
                  <a:pt x="5926" y="10456"/>
                  <a:pt x="5926" y="8433"/>
                </a:cubicBezTo>
                <a:lnTo>
                  <a:pt x="5926" y="4843"/>
                </a:lnTo>
                <a:lnTo>
                  <a:pt x="4900" y="4843"/>
                </a:lnTo>
                <a:cubicBezTo>
                  <a:pt x="3789" y="4843"/>
                  <a:pt x="2934" y="5185"/>
                  <a:pt x="2308" y="5869"/>
                </a:cubicBezTo>
                <a:cubicBezTo>
                  <a:pt x="1681" y="6553"/>
                  <a:pt x="1367" y="7521"/>
                  <a:pt x="1367" y="8746"/>
                </a:cubicBezTo>
                <a:cubicBezTo>
                  <a:pt x="1367" y="9772"/>
                  <a:pt x="1624" y="10570"/>
                  <a:pt x="2080" y="11168"/>
                </a:cubicBezTo>
                <a:cubicBezTo>
                  <a:pt x="2536" y="11795"/>
                  <a:pt x="3219" y="12165"/>
                  <a:pt x="4131" y="12307"/>
                </a:cubicBezTo>
                <a:lnTo>
                  <a:pt x="4131" y="13618"/>
                </a:lnTo>
                <a:lnTo>
                  <a:pt x="1140" y="13618"/>
                </a:lnTo>
                <a:cubicBezTo>
                  <a:pt x="769" y="12735"/>
                  <a:pt x="484" y="11880"/>
                  <a:pt x="285" y="11025"/>
                </a:cubicBezTo>
                <a:cubicBezTo>
                  <a:pt x="114" y="10199"/>
                  <a:pt x="0" y="9373"/>
                  <a:pt x="0" y="8575"/>
                </a:cubicBezTo>
                <a:cubicBezTo>
                  <a:pt x="0" y="6524"/>
                  <a:pt x="513" y="4986"/>
                  <a:pt x="1538" y="3903"/>
                </a:cubicBezTo>
                <a:cubicBezTo>
                  <a:pt x="2564" y="2820"/>
                  <a:pt x="4017" y="2279"/>
                  <a:pt x="5954" y="227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73B272-EA9A-4FF2-AFEA-8AA596580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4719" y="3905263"/>
            <a:ext cx="9971" cy="10"/>
          </a:xfrm>
          <a:custGeom xmlns:a="http://schemas.openxmlformats.org/drawingml/2006/main">
            <a:pathLst>
              <a:path w="9971" h="1">
                <a:moveTo>
                  <a:pt x="9971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940B81-FDC0-4B69-8B10-647CD68BE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4719" y="3905263"/>
            <a:ext cx="9971" cy="10"/>
          </a:xfrm>
          <a:custGeom xmlns:a="http://schemas.openxmlformats.org/drawingml/2006/main">
            <a:pathLst>
              <a:path w="9971" h="1" fill="none">
                <a:moveTo>
                  <a:pt x="9971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9" cap="flat">
            <a:solidFill>
              <a:srgbClr val="000000"/>
            </a:solidFill>
            <a:round/>
          </a:ln>
        </p:spPr>
      </p:sp>
      <p:sp>
        <p:nvSpPr>
          <p:cNvPr id="33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1D0924-FDEF-49E8-9F02-C178D6C6C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8059" y="3967463"/>
            <a:ext cx="26666" cy="12478"/>
          </a:xfrm>
          <a:custGeom xmlns:a="http://schemas.openxmlformats.org/drawingml/2006/main">
            <a:pathLst>
              <a:path w="26666" h="12478">
                <a:moveTo>
                  <a:pt x="25726" y="12478"/>
                </a:moveTo>
                <a:lnTo>
                  <a:pt x="22450" y="12478"/>
                </a:lnTo>
                <a:lnTo>
                  <a:pt x="22450" y="10883"/>
                </a:lnTo>
                <a:cubicBezTo>
                  <a:pt x="23361" y="10854"/>
                  <a:pt x="24045" y="10655"/>
                  <a:pt x="24501" y="10256"/>
                </a:cubicBezTo>
                <a:cubicBezTo>
                  <a:pt x="24957" y="9857"/>
                  <a:pt x="25185" y="9259"/>
                  <a:pt x="25185" y="8433"/>
                </a:cubicBezTo>
                <a:cubicBezTo>
                  <a:pt x="25185" y="7350"/>
                  <a:pt x="24814" y="6581"/>
                  <a:pt x="24130" y="6125"/>
                </a:cubicBezTo>
                <a:cubicBezTo>
                  <a:pt x="23447" y="5698"/>
                  <a:pt x="22079" y="5470"/>
                  <a:pt x="20085" y="5470"/>
                </a:cubicBezTo>
                <a:lnTo>
                  <a:pt x="1481" y="5470"/>
                </a:lnTo>
                <a:lnTo>
                  <a:pt x="1481" y="8689"/>
                </a:lnTo>
                <a:lnTo>
                  <a:pt x="0" y="8689"/>
                </a:lnTo>
                <a:lnTo>
                  <a:pt x="0" y="0"/>
                </a:lnTo>
                <a:lnTo>
                  <a:pt x="1481" y="0"/>
                </a:lnTo>
                <a:lnTo>
                  <a:pt x="1481" y="2650"/>
                </a:lnTo>
                <a:lnTo>
                  <a:pt x="20199" y="2650"/>
                </a:lnTo>
                <a:cubicBezTo>
                  <a:pt x="22478" y="2650"/>
                  <a:pt x="24102" y="3105"/>
                  <a:pt x="25128" y="4017"/>
                </a:cubicBezTo>
                <a:cubicBezTo>
                  <a:pt x="26153" y="4929"/>
                  <a:pt x="26666" y="6410"/>
                  <a:pt x="26666" y="8461"/>
                </a:cubicBezTo>
                <a:cubicBezTo>
                  <a:pt x="26666" y="9145"/>
                  <a:pt x="26580" y="9800"/>
                  <a:pt x="26410" y="10456"/>
                </a:cubicBezTo>
                <a:cubicBezTo>
                  <a:pt x="26239" y="11111"/>
                  <a:pt x="26011" y="11795"/>
                  <a:pt x="25726" y="1247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AF4CB3-6B42-468F-895C-98AAA3AF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643" y="3949970"/>
            <a:ext cx="15555" cy="14757"/>
          </a:xfrm>
          <a:custGeom xmlns:a="http://schemas.openxmlformats.org/drawingml/2006/main">
            <a:pathLst>
              <a:path w="15555" h="14757">
                <a:moveTo>
                  <a:pt x="10541" y="4843"/>
                </a:moveTo>
                <a:lnTo>
                  <a:pt x="7407" y="4843"/>
                </a:lnTo>
                <a:lnTo>
                  <a:pt x="7407" y="8148"/>
                </a:lnTo>
                <a:cubicBezTo>
                  <a:pt x="7407" y="9430"/>
                  <a:pt x="7692" y="10370"/>
                  <a:pt x="8233" y="10997"/>
                </a:cubicBezTo>
                <a:cubicBezTo>
                  <a:pt x="8803" y="11624"/>
                  <a:pt x="9629" y="11909"/>
                  <a:pt x="10740" y="11909"/>
                </a:cubicBezTo>
                <a:cubicBezTo>
                  <a:pt x="11766" y="11909"/>
                  <a:pt x="12592" y="11595"/>
                  <a:pt x="13191" y="10968"/>
                </a:cubicBezTo>
                <a:cubicBezTo>
                  <a:pt x="13817" y="10342"/>
                  <a:pt x="14102" y="9487"/>
                  <a:pt x="14102" y="8404"/>
                </a:cubicBezTo>
                <a:cubicBezTo>
                  <a:pt x="14102" y="7350"/>
                  <a:pt x="13789" y="6496"/>
                  <a:pt x="13134" y="5840"/>
                </a:cubicBezTo>
                <a:cubicBezTo>
                  <a:pt x="12478" y="5185"/>
                  <a:pt x="11624" y="4843"/>
                  <a:pt x="10541" y="4843"/>
                </a:cubicBezTo>
                <a:close/>
                <a:moveTo>
                  <a:pt x="5954" y="2279"/>
                </a:moveTo>
                <a:lnTo>
                  <a:pt x="13703" y="2279"/>
                </a:lnTo>
                <a:lnTo>
                  <a:pt x="13703" y="0"/>
                </a:lnTo>
                <a:lnTo>
                  <a:pt x="15185" y="0"/>
                </a:lnTo>
                <a:lnTo>
                  <a:pt x="15185" y="4843"/>
                </a:lnTo>
                <a:lnTo>
                  <a:pt x="13589" y="4843"/>
                </a:lnTo>
                <a:cubicBezTo>
                  <a:pt x="14273" y="5413"/>
                  <a:pt x="14786" y="6068"/>
                  <a:pt x="15099" y="6809"/>
                </a:cubicBezTo>
                <a:cubicBezTo>
                  <a:pt x="15384" y="7550"/>
                  <a:pt x="15555" y="8433"/>
                  <a:pt x="15555" y="9401"/>
                </a:cubicBezTo>
                <a:cubicBezTo>
                  <a:pt x="15555" y="11054"/>
                  <a:pt x="15128" y="12364"/>
                  <a:pt x="14273" y="13333"/>
                </a:cubicBezTo>
                <a:cubicBezTo>
                  <a:pt x="13418" y="14302"/>
                  <a:pt x="12222" y="14757"/>
                  <a:pt x="10740" y="14757"/>
                </a:cubicBezTo>
                <a:cubicBezTo>
                  <a:pt x="9231" y="14757"/>
                  <a:pt x="8062" y="14216"/>
                  <a:pt x="7208" y="13105"/>
                </a:cubicBezTo>
                <a:cubicBezTo>
                  <a:pt x="6353" y="12022"/>
                  <a:pt x="5926" y="10456"/>
                  <a:pt x="5926" y="8433"/>
                </a:cubicBezTo>
                <a:lnTo>
                  <a:pt x="5926" y="4843"/>
                </a:lnTo>
                <a:lnTo>
                  <a:pt x="4900" y="4843"/>
                </a:lnTo>
                <a:cubicBezTo>
                  <a:pt x="3789" y="4843"/>
                  <a:pt x="2934" y="5185"/>
                  <a:pt x="2308" y="5869"/>
                </a:cubicBezTo>
                <a:cubicBezTo>
                  <a:pt x="1681" y="6553"/>
                  <a:pt x="1367" y="7521"/>
                  <a:pt x="1367" y="8746"/>
                </a:cubicBezTo>
                <a:cubicBezTo>
                  <a:pt x="1367" y="9772"/>
                  <a:pt x="1624" y="10570"/>
                  <a:pt x="2080" y="11168"/>
                </a:cubicBezTo>
                <a:cubicBezTo>
                  <a:pt x="2536" y="11795"/>
                  <a:pt x="3219" y="12165"/>
                  <a:pt x="4131" y="12307"/>
                </a:cubicBezTo>
                <a:lnTo>
                  <a:pt x="4131" y="13618"/>
                </a:lnTo>
                <a:lnTo>
                  <a:pt x="1140" y="13618"/>
                </a:lnTo>
                <a:cubicBezTo>
                  <a:pt x="769" y="12735"/>
                  <a:pt x="484" y="11880"/>
                  <a:pt x="285" y="11025"/>
                </a:cubicBezTo>
                <a:cubicBezTo>
                  <a:pt x="114" y="10199"/>
                  <a:pt x="0" y="9373"/>
                  <a:pt x="0" y="8575"/>
                </a:cubicBezTo>
                <a:cubicBezTo>
                  <a:pt x="0" y="6524"/>
                  <a:pt x="513" y="4986"/>
                  <a:pt x="1538" y="3903"/>
                </a:cubicBezTo>
                <a:cubicBezTo>
                  <a:pt x="2564" y="2820"/>
                  <a:pt x="4017" y="2279"/>
                  <a:pt x="5954" y="227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6891AA-8C27-445A-A4D4-AC550EF3F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4041" y="3933162"/>
            <a:ext cx="14786" cy="16068"/>
          </a:xfrm>
          <a:custGeom xmlns:a="http://schemas.openxmlformats.org/drawingml/2006/main">
            <a:pathLst>
              <a:path w="14786" h="16068">
                <a:moveTo>
                  <a:pt x="14786" y="8974"/>
                </a:moveTo>
                <a:lnTo>
                  <a:pt x="1481" y="14416"/>
                </a:lnTo>
                <a:lnTo>
                  <a:pt x="1481" y="16068"/>
                </a:lnTo>
                <a:lnTo>
                  <a:pt x="0" y="16068"/>
                </a:lnTo>
                <a:lnTo>
                  <a:pt x="0" y="9288"/>
                </a:lnTo>
                <a:lnTo>
                  <a:pt x="1481" y="9288"/>
                </a:lnTo>
                <a:lnTo>
                  <a:pt x="1481" y="11652"/>
                </a:lnTo>
                <a:lnTo>
                  <a:pt x="11652" y="7493"/>
                </a:lnTo>
                <a:lnTo>
                  <a:pt x="1481" y="3333"/>
                </a:lnTo>
                <a:lnTo>
                  <a:pt x="1481" y="5555"/>
                </a:lnTo>
                <a:lnTo>
                  <a:pt x="0" y="5555"/>
                </a:lnTo>
                <a:lnTo>
                  <a:pt x="0" y="0"/>
                </a:lnTo>
                <a:lnTo>
                  <a:pt x="1481" y="0"/>
                </a:lnTo>
                <a:lnTo>
                  <a:pt x="1481" y="1652"/>
                </a:lnTo>
                <a:lnTo>
                  <a:pt x="14786" y="7094"/>
                </a:lnTo>
                <a:lnTo>
                  <a:pt x="14786" y="897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CE356C-74BA-460D-A125-F931034FF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643" y="3916894"/>
            <a:ext cx="15555" cy="14757"/>
          </a:xfrm>
          <a:custGeom xmlns:a="http://schemas.openxmlformats.org/drawingml/2006/main">
            <a:pathLst>
              <a:path w="15555" h="14757">
                <a:moveTo>
                  <a:pt x="10541" y="4843"/>
                </a:moveTo>
                <a:lnTo>
                  <a:pt x="7407" y="4843"/>
                </a:lnTo>
                <a:lnTo>
                  <a:pt x="7407" y="8148"/>
                </a:lnTo>
                <a:cubicBezTo>
                  <a:pt x="7407" y="9430"/>
                  <a:pt x="7692" y="10370"/>
                  <a:pt x="8233" y="10997"/>
                </a:cubicBezTo>
                <a:cubicBezTo>
                  <a:pt x="8803" y="11624"/>
                  <a:pt x="9629" y="11909"/>
                  <a:pt x="10740" y="11909"/>
                </a:cubicBezTo>
                <a:cubicBezTo>
                  <a:pt x="11766" y="11909"/>
                  <a:pt x="12592" y="11595"/>
                  <a:pt x="13191" y="10968"/>
                </a:cubicBezTo>
                <a:cubicBezTo>
                  <a:pt x="13817" y="10342"/>
                  <a:pt x="14102" y="9487"/>
                  <a:pt x="14102" y="8404"/>
                </a:cubicBezTo>
                <a:cubicBezTo>
                  <a:pt x="14102" y="7350"/>
                  <a:pt x="13789" y="6496"/>
                  <a:pt x="13134" y="5840"/>
                </a:cubicBezTo>
                <a:cubicBezTo>
                  <a:pt x="12478" y="5185"/>
                  <a:pt x="11624" y="4843"/>
                  <a:pt x="10541" y="4843"/>
                </a:cubicBezTo>
                <a:close/>
                <a:moveTo>
                  <a:pt x="5954" y="2279"/>
                </a:moveTo>
                <a:lnTo>
                  <a:pt x="13703" y="2279"/>
                </a:lnTo>
                <a:lnTo>
                  <a:pt x="13703" y="0"/>
                </a:lnTo>
                <a:lnTo>
                  <a:pt x="15185" y="0"/>
                </a:lnTo>
                <a:lnTo>
                  <a:pt x="15185" y="4843"/>
                </a:lnTo>
                <a:lnTo>
                  <a:pt x="13589" y="4843"/>
                </a:lnTo>
                <a:cubicBezTo>
                  <a:pt x="14273" y="5413"/>
                  <a:pt x="14786" y="6068"/>
                  <a:pt x="15099" y="6809"/>
                </a:cubicBezTo>
                <a:cubicBezTo>
                  <a:pt x="15384" y="7550"/>
                  <a:pt x="15555" y="8433"/>
                  <a:pt x="15555" y="9401"/>
                </a:cubicBezTo>
                <a:cubicBezTo>
                  <a:pt x="15555" y="11054"/>
                  <a:pt x="15128" y="12364"/>
                  <a:pt x="14273" y="13333"/>
                </a:cubicBezTo>
                <a:cubicBezTo>
                  <a:pt x="13418" y="14302"/>
                  <a:pt x="12222" y="14757"/>
                  <a:pt x="10740" y="14757"/>
                </a:cubicBezTo>
                <a:cubicBezTo>
                  <a:pt x="9231" y="14757"/>
                  <a:pt x="8062" y="14216"/>
                  <a:pt x="7208" y="13105"/>
                </a:cubicBezTo>
                <a:cubicBezTo>
                  <a:pt x="6353" y="12022"/>
                  <a:pt x="5926" y="10456"/>
                  <a:pt x="5926" y="8433"/>
                </a:cubicBezTo>
                <a:lnTo>
                  <a:pt x="5926" y="4843"/>
                </a:lnTo>
                <a:lnTo>
                  <a:pt x="4900" y="4843"/>
                </a:lnTo>
                <a:cubicBezTo>
                  <a:pt x="3789" y="4843"/>
                  <a:pt x="2934" y="5185"/>
                  <a:pt x="2308" y="5869"/>
                </a:cubicBezTo>
                <a:cubicBezTo>
                  <a:pt x="1681" y="6553"/>
                  <a:pt x="1367" y="7521"/>
                  <a:pt x="1367" y="8746"/>
                </a:cubicBezTo>
                <a:cubicBezTo>
                  <a:pt x="1367" y="9772"/>
                  <a:pt x="1624" y="10570"/>
                  <a:pt x="2080" y="11168"/>
                </a:cubicBezTo>
                <a:cubicBezTo>
                  <a:pt x="2536" y="11795"/>
                  <a:pt x="3219" y="12165"/>
                  <a:pt x="4131" y="12307"/>
                </a:cubicBezTo>
                <a:lnTo>
                  <a:pt x="4131" y="13618"/>
                </a:lnTo>
                <a:lnTo>
                  <a:pt x="1140" y="13618"/>
                </a:lnTo>
                <a:cubicBezTo>
                  <a:pt x="769" y="12735"/>
                  <a:pt x="484" y="11880"/>
                  <a:pt x="285" y="11025"/>
                </a:cubicBezTo>
                <a:cubicBezTo>
                  <a:pt x="114" y="10199"/>
                  <a:pt x="0" y="9373"/>
                  <a:pt x="0" y="8575"/>
                </a:cubicBezTo>
                <a:cubicBezTo>
                  <a:pt x="0" y="6524"/>
                  <a:pt x="513" y="4986"/>
                  <a:pt x="1538" y="3903"/>
                </a:cubicBezTo>
                <a:cubicBezTo>
                  <a:pt x="2564" y="2820"/>
                  <a:pt x="4017" y="2279"/>
                  <a:pt x="5954" y="227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B934E2-1E9B-49BD-9D05-395C4FE08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643" y="3902935"/>
            <a:ext cx="15555" cy="11567"/>
          </a:xfrm>
          <a:custGeom xmlns:a="http://schemas.openxmlformats.org/drawingml/2006/main">
            <a:pathLst>
              <a:path w="15555" h="11567">
                <a:moveTo>
                  <a:pt x="14359" y="11567"/>
                </a:moveTo>
                <a:lnTo>
                  <a:pt x="10911" y="11567"/>
                </a:lnTo>
                <a:lnTo>
                  <a:pt x="10911" y="10085"/>
                </a:lnTo>
                <a:cubicBezTo>
                  <a:pt x="12022" y="10057"/>
                  <a:pt x="12849" y="9715"/>
                  <a:pt x="13390" y="9060"/>
                </a:cubicBezTo>
                <a:cubicBezTo>
                  <a:pt x="13960" y="8404"/>
                  <a:pt x="14216" y="7436"/>
                  <a:pt x="14216" y="6154"/>
                </a:cubicBezTo>
                <a:cubicBezTo>
                  <a:pt x="14216" y="5014"/>
                  <a:pt x="14017" y="4131"/>
                  <a:pt x="13561" y="3533"/>
                </a:cubicBezTo>
                <a:cubicBezTo>
                  <a:pt x="13134" y="2934"/>
                  <a:pt x="12507" y="2621"/>
                  <a:pt x="11681" y="2621"/>
                </a:cubicBezTo>
                <a:cubicBezTo>
                  <a:pt x="11054" y="2621"/>
                  <a:pt x="10513" y="2849"/>
                  <a:pt x="10114" y="3276"/>
                </a:cubicBezTo>
                <a:cubicBezTo>
                  <a:pt x="9715" y="3732"/>
                  <a:pt x="9288" y="4644"/>
                  <a:pt x="8832" y="6068"/>
                </a:cubicBezTo>
                <a:lnTo>
                  <a:pt x="8205" y="7920"/>
                </a:lnTo>
                <a:cubicBezTo>
                  <a:pt x="7806" y="9202"/>
                  <a:pt x="7293" y="10114"/>
                  <a:pt x="6666" y="10683"/>
                </a:cubicBezTo>
                <a:cubicBezTo>
                  <a:pt x="6068" y="11253"/>
                  <a:pt x="5299" y="11538"/>
                  <a:pt x="4330" y="11538"/>
                </a:cubicBezTo>
                <a:cubicBezTo>
                  <a:pt x="2991" y="11538"/>
                  <a:pt x="1937" y="11054"/>
                  <a:pt x="1168" y="10057"/>
                </a:cubicBezTo>
                <a:cubicBezTo>
                  <a:pt x="399" y="9060"/>
                  <a:pt x="0" y="7692"/>
                  <a:pt x="0" y="5926"/>
                </a:cubicBezTo>
                <a:cubicBezTo>
                  <a:pt x="0" y="5157"/>
                  <a:pt x="114" y="4330"/>
                  <a:pt x="313" y="3476"/>
                </a:cubicBezTo>
                <a:cubicBezTo>
                  <a:pt x="513" y="2621"/>
                  <a:pt x="798" y="1709"/>
                  <a:pt x="1197" y="798"/>
                </a:cubicBezTo>
                <a:lnTo>
                  <a:pt x="4416" y="798"/>
                </a:lnTo>
                <a:lnTo>
                  <a:pt x="4416" y="2279"/>
                </a:lnTo>
                <a:cubicBezTo>
                  <a:pt x="3476" y="2336"/>
                  <a:pt x="2735" y="2650"/>
                  <a:pt x="2194" y="3276"/>
                </a:cubicBezTo>
                <a:cubicBezTo>
                  <a:pt x="1652" y="3903"/>
                  <a:pt x="1367" y="4758"/>
                  <a:pt x="1367" y="5840"/>
                </a:cubicBezTo>
                <a:cubicBezTo>
                  <a:pt x="1367" y="6923"/>
                  <a:pt x="1567" y="7749"/>
                  <a:pt x="1937" y="8290"/>
                </a:cubicBezTo>
                <a:cubicBezTo>
                  <a:pt x="2336" y="8860"/>
                  <a:pt x="2906" y="9117"/>
                  <a:pt x="3647" y="9117"/>
                </a:cubicBezTo>
                <a:cubicBezTo>
                  <a:pt x="4273" y="9117"/>
                  <a:pt x="4786" y="8917"/>
                  <a:pt x="5157" y="8490"/>
                </a:cubicBezTo>
                <a:cubicBezTo>
                  <a:pt x="5527" y="8091"/>
                  <a:pt x="5897" y="7236"/>
                  <a:pt x="6296" y="5983"/>
                </a:cubicBezTo>
                <a:lnTo>
                  <a:pt x="6923" y="3960"/>
                </a:lnTo>
                <a:cubicBezTo>
                  <a:pt x="7379" y="2564"/>
                  <a:pt x="7920" y="1567"/>
                  <a:pt x="8575" y="940"/>
                </a:cubicBezTo>
                <a:cubicBezTo>
                  <a:pt x="9231" y="313"/>
                  <a:pt x="10057" y="0"/>
                  <a:pt x="11082" y="0"/>
                </a:cubicBezTo>
                <a:cubicBezTo>
                  <a:pt x="12507" y="0"/>
                  <a:pt x="13589" y="541"/>
                  <a:pt x="14387" y="1624"/>
                </a:cubicBezTo>
                <a:cubicBezTo>
                  <a:pt x="15185" y="2706"/>
                  <a:pt x="15555" y="4159"/>
                  <a:pt x="15555" y="6040"/>
                </a:cubicBezTo>
                <a:cubicBezTo>
                  <a:pt x="15555" y="7008"/>
                  <a:pt x="15441" y="7920"/>
                  <a:pt x="15270" y="8832"/>
                </a:cubicBezTo>
                <a:cubicBezTo>
                  <a:pt x="15099" y="9743"/>
                  <a:pt x="14786" y="10655"/>
                  <a:pt x="14359" y="1156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5C921C-1F9E-4F0F-A59E-F830F3EE1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643" y="3886838"/>
            <a:ext cx="15555" cy="13219"/>
          </a:xfrm>
          <a:custGeom xmlns:a="http://schemas.openxmlformats.org/drawingml/2006/main">
            <a:pathLst>
              <a:path w="15555" h="13219">
                <a:moveTo>
                  <a:pt x="10740" y="0"/>
                </a:moveTo>
                <a:cubicBezTo>
                  <a:pt x="12336" y="370"/>
                  <a:pt x="13532" y="1054"/>
                  <a:pt x="14330" y="2080"/>
                </a:cubicBezTo>
                <a:cubicBezTo>
                  <a:pt x="15156" y="3105"/>
                  <a:pt x="15555" y="4444"/>
                  <a:pt x="15555" y="6068"/>
                </a:cubicBezTo>
                <a:cubicBezTo>
                  <a:pt x="15555" y="8233"/>
                  <a:pt x="14871" y="9943"/>
                  <a:pt x="13447" y="11253"/>
                </a:cubicBezTo>
                <a:cubicBezTo>
                  <a:pt x="12022" y="12564"/>
                  <a:pt x="10142" y="13219"/>
                  <a:pt x="7778" y="13219"/>
                </a:cubicBezTo>
                <a:cubicBezTo>
                  <a:pt x="5441" y="13219"/>
                  <a:pt x="3561" y="12564"/>
                  <a:pt x="2137" y="11253"/>
                </a:cubicBezTo>
                <a:cubicBezTo>
                  <a:pt x="712" y="9943"/>
                  <a:pt x="0" y="8233"/>
                  <a:pt x="0" y="6068"/>
                </a:cubicBezTo>
                <a:cubicBezTo>
                  <a:pt x="0" y="5157"/>
                  <a:pt x="114" y="4216"/>
                  <a:pt x="342" y="3276"/>
                </a:cubicBezTo>
                <a:cubicBezTo>
                  <a:pt x="570" y="2365"/>
                  <a:pt x="883" y="1424"/>
                  <a:pt x="1311" y="484"/>
                </a:cubicBezTo>
                <a:lnTo>
                  <a:pt x="5100" y="484"/>
                </a:lnTo>
                <a:lnTo>
                  <a:pt x="5100" y="1966"/>
                </a:lnTo>
                <a:cubicBezTo>
                  <a:pt x="3818" y="2165"/>
                  <a:pt x="2877" y="2593"/>
                  <a:pt x="2279" y="3248"/>
                </a:cubicBezTo>
                <a:cubicBezTo>
                  <a:pt x="1681" y="3903"/>
                  <a:pt x="1367" y="4843"/>
                  <a:pt x="1367" y="6040"/>
                </a:cubicBezTo>
                <a:cubicBezTo>
                  <a:pt x="1367" y="7436"/>
                  <a:pt x="1909" y="8490"/>
                  <a:pt x="2991" y="9174"/>
                </a:cubicBezTo>
                <a:cubicBezTo>
                  <a:pt x="4074" y="9886"/>
                  <a:pt x="5669" y="10228"/>
                  <a:pt x="7806" y="10228"/>
                </a:cubicBezTo>
                <a:cubicBezTo>
                  <a:pt x="9943" y="10228"/>
                  <a:pt x="11538" y="9886"/>
                  <a:pt x="12621" y="9174"/>
                </a:cubicBezTo>
                <a:cubicBezTo>
                  <a:pt x="13703" y="8490"/>
                  <a:pt x="14216" y="7436"/>
                  <a:pt x="14216" y="6040"/>
                </a:cubicBezTo>
                <a:cubicBezTo>
                  <a:pt x="14216" y="4957"/>
                  <a:pt x="13931" y="4074"/>
                  <a:pt x="13361" y="3419"/>
                </a:cubicBezTo>
                <a:cubicBezTo>
                  <a:pt x="12792" y="2763"/>
                  <a:pt x="11909" y="2308"/>
                  <a:pt x="10740" y="2051"/>
                </a:cubicBezTo>
                <a:lnTo>
                  <a:pt x="1074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EEF6DC-6CCE-4412-9363-DA8A98977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643" y="3871909"/>
            <a:ext cx="15185" cy="12592"/>
          </a:xfrm>
          <a:custGeom xmlns:a="http://schemas.openxmlformats.org/drawingml/2006/main">
            <a:pathLst>
              <a:path w="15185" h="12592">
                <a:moveTo>
                  <a:pt x="370" y="0"/>
                </a:moveTo>
                <a:lnTo>
                  <a:pt x="4074" y="0"/>
                </a:lnTo>
                <a:lnTo>
                  <a:pt x="4074" y="1481"/>
                </a:lnTo>
                <a:cubicBezTo>
                  <a:pt x="3333" y="1538"/>
                  <a:pt x="2792" y="1738"/>
                  <a:pt x="2422" y="2080"/>
                </a:cubicBezTo>
                <a:cubicBezTo>
                  <a:pt x="2080" y="2450"/>
                  <a:pt x="1880" y="2991"/>
                  <a:pt x="1880" y="3675"/>
                </a:cubicBezTo>
                <a:cubicBezTo>
                  <a:pt x="1880" y="4929"/>
                  <a:pt x="2336" y="5897"/>
                  <a:pt x="3191" y="6581"/>
                </a:cubicBezTo>
                <a:cubicBezTo>
                  <a:pt x="4074" y="7265"/>
                  <a:pt x="5327" y="7578"/>
                  <a:pt x="6951" y="7578"/>
                </a:cubicBezTo>
                <a:lnTo>
                  <a:pt x="13703" y="7578"/>
                </a:lnTo>
                <a:lnTo>
                  <a:pt x="13703" y="4615"/>
                </a:lnTo>
                <a:lnTo>
                  <a:pt x="15185" y="4615"/>
                </a:lnTo>
                <a:lnTo>
                  <a:pt x="15185" y="12450"/>
                </a:lnTo>
                <a:lnTo>
                  <a:pt x="13703" y="12450"/>
                </a:lnTo>
                <a:lnTo>
                  <a:pt x="13703" y="10142"/>
                </a:lnTo>
                <a:lnTo>
                  <a:pt x="1852" y="10142"/>
                </a:lnTo>
                <a:lnTo>
                  <a:pt x="1852" y="12592"/>
                </a:lnTo>
                <a:lnTo>
                  <a:pt x="399" y="12592"/>
                </a:lnTo>
                <a:lnTo>
                  <a:pt x="399" y="7578"/>
                </a:lnTo>
                <a:lnTo>
                  <a:pt x="3020" y="7578"/>
                </a:lnTo>
                <a:cubicBezTo>
                  <a:pt x="1994" y="7094"/>
                  <a:pt x="1254" y="6467"/>
                  <a:pt x="741" y="5669"/>
                </a:cubicBezTo>
                <a:cubicBezTo>
                  <a:pt x="256" y="4872"/>
                  <a:pt x="0" y="3903"/>
                  <a:pt x="0" y="2763"/>
                </a:cubicBezTo>
                <a:cubicBezTo>
                  <a:pt x="0" y="2365"/>
                  <a:pt x="57" y="1909"/>
                  <a:pt x="114" y="1453"/>
                </a:cubicBezTo>
                <a:cubicBezTo>
                  <a:pt x="171" y="997"/>
                  <a:pt x="256" y="513"/>
                  <a:pt x="370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E53C32-420B-4069-AB33-4EFD28162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859" y="3863448"/>
            <a:ext cx="20968" cy="7436"/>
          </a:xfrm>
          <a:custGeom xmlns:a="http://schemas.openxmlformats.org/drawingml/2006/main">
            <a:pathLst>
              <a:path w="20968" h="7436">
                <a:moveTo>
                  <a:pt x="1595" y="5698"/>
                </a:moveTo>
                <a:cubicBezTo>
                  <a:pt x="1168" y="5698"/>
                  <a:pt x="798" y="5555"/>
                  <a:pt x="484" y="5242"/>
                </a:cubicBezTo>
                <a:cubicBezTo>
                  <a:pt x="171" y="4929"/>
                  <a:pt x="0" y="4558"/>
                  <a:pt x="0" y="4102"/>
                </a:cubicBezTo>
                <a:cubicBezTo>
                  <a:pt x="0" y="3704"/>
                  <a:pt x="171" y="3333"/>
                  <a:pt x="484" y="3020"/>
                </a:cubicBezTo>
                <a:cubicBezTo>
                  <a:pt x="798" y="2706"/>
                  <a:pt x="1168" y="2536"/>
                  <a:pt x="1595" y="2536"/>
                </a:cubicBezTo>
                <a:cubicBezTo>
                  <a:pt x="2051" y="2536"/>
                  <a:pt x="2422" y="2706"/>
                  <a:pt x="2706" y="2991"/>
                </a:cubicBezTo>
                <a:cubicBezTo>
                  <a:pt x="3020" y="3305"/>
                  <a:pt x="3162" y="3675"/>
                  <a:pt x="3162" y="4102"/>
                </a:cubicBezTo>
                <a:cubicBezTo>
                  <a:pt x="3162" y="4558"/>
                  <a:pt x="3020" y="4929"/>
                  <a:pt x="2706" y="5242"/>
                </a:cubicBezTo>
                <a:cubicBezTo>
                  <a:pt x="2422" y="5555"/>
                  <a:pt x="2051" y="5698"/>
                  <a:pt x="1595" y="5698"/>
                </a:cubicBezTo>
                <a:close/>
                <a:moveTo>
                  <a:pt x="19487" y="2422"/>
                </a:moveTo>
                <a:lnTo>
                  <a:pt x="19487" y="0"/>
                </a:lnTo>
                <a:lnTo>
                  <a:pt x="20968" y="0"/>
                </a:lnTo>
                <a:lnTo>
                  <a:pt x="20968" y="7436"/>
                </a:lnTo>
                <a:lnTo>
                  <a:pt x="19487" y="7436"/>
                </a:lnTo>
                <a:lnTo>
                  <a:pt x="19487" y="4986"/>
                </a:lnTo>
                <a:lnTo>
                  <a:pt x="7664" y="4986"/>
                </a:lnTo>
                <a:lnTo>
                  <a:pt x="7664" y="7436"/>
                </a:lnTo>
                <a:lnTo>
                  <a:pt x="6182" y="7436"/>
                </a:lnTo>
                <a:lnTo>
                  <a:pt x="6182" y="2422"/>
                </a:lnTo>
                <a:lnTo>
                  <a:pt x="19487" y="242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6BFE17-8AB7-49F9-845B-5588DEB7E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643" y="3845985"/>
            <a:ext cx="21082" cy="15982"/>
          </a:xfrm>
          <a:custGeom xmlns:a="http://schemas.openxmlformats.org/drawingml/2006/main">
            <a:pathLst>
              <a:path w="21082" h="15982">
                <a:moveTo>
                  <a:pt x="7065" y="10968"/>
                </a:moveTo>
                <a:lnTo>
                  <a:pt x="8518" y="10968"/>
                </a:lnTo>
                <a:cubicBezTo>
                  <a:pt x="10313" y="10968"/>
                  <a:pt x="11681" y="10626"/>
                  <a:pt x="12592" y="9943"/>
                </a:cubicBezTo>
                <a:cubicBezTo>
                  <a:pt x="13532" y="9259"/>
                  <a:pt x="13988" y="8290"/>
                  <a:pt x="13988" y="6980"/>
                </a:cubicBezTo>
                <a:cubicBezTo>
                  <a:pt x="13988" y="5669"/>
                  <a:pt x="13475" y="4701"/>
                  <a:pt x="12421" y="4017"/>
                </a:cubicBezTo>
                <a:cubicBezTo>
                  <a:pt x="11396" y="3333"/>
                  <a:pt x="9829" y="2991"/>
                  <a:pt x="7778" y="2991"/>
                </a:cubicBezTo>
                <a:cubicBezTo>
                  <a:pt x="5726" y="2991"/>
                  <a:pt x="4188" y="3333"/>
                  <a:pt x="3162" y="4017"/>
                </a:cubicBezTo>
                <a:cubicBezTo>
                  <a:pt x="2137" y="4701"/>
                  <a:pt x="1595" y="5669"/>
                  <a:pt x="1595" y="6980"/>
                </a:cubicBezTo>
                <a:cubicBezTo>
                  <a:pt x="1595" y="8290"/>
                  <a:pt x="2080" y="9259"/>
                  <a:pt x="3020" y="9943"/>
                </a:cubicBezTo>
                <a:cubicBezTo>
                  <a:pt x="3960" y="10626"/>
                  <a:pt x="5299" y="10968"/>
                  <a:pt x="7065" y="10968"/>
                </a:cubicBezTo>
                <a:close/>
                <a:moveTo>
                  <a:pt x="1880" y="13532"/>
                </a:moveTo>
                <a:lnTo>
                  <a:pt x="1880" y="15982"/>
                </a:lnTo>
                <a:lnTo>
                  <a:pt x="399" y="15982"/>
                </a:lnTo>
                <a:lnTo>
                  <a:pt x="399" y="10968"/>
                </a:lnTo>
                <a:lnTo>
                  <a:pt x="2706" y="10968"/>
                </a:lnTo>
                <a:cubicBezTo>
                  <a:pt x="1795" y="10484"/>
                  <a:pt x="1111" y="9857"/>
                  <a:pt x="655" y="9060"/>
                </a:cubicBezTo>
                <a:cubicBezTo>
                  <a:pt x="228" y="8290"/>
                  <a:pt x="0" y="7322"/>
                  <a:pt x="0" y="6182"/>
                </a:cubicBezTo>
                <a:cubicBezTo>
                  <a:pt x="0" y="4359"/>
                  <a:pt x="741" y="2877"/>
                  <a:pt x="2165" y="1738"/>
                </a:cubicBezTo>
                <a:cubicBezTo>
                  <a:pt x="3590" y="598"/>
                  <a:pt x="5470" y="0"/>
                  <a:pt x="7778" y="0"/>
                </a:cubicBezTo>
                <a:cubicBezTo>
                  <a:pt x="10114" y="0"/>
                  <a:pt x="11994" y="598"/>
                  <a:pt x="13418" y="1738"/>
                </a:cubicBezTo>
                <a:cubicBezTo>
                  <a:pt x="14843" y="2877"/>
                  <a:pt x="15555" y="4359"/>
                  <a:pt x="15555" y="6182"/>
                </a:cubicBezTo>
                <a:cubicBezTo>
                  <a:pt x="15555" y="7322"/>
                  <a:pt x="15327" y="8290"/>
                  <a:pt x="14928" y="9060"/>
                </a:cubicBezTo>
                <a:cubicBezTo>
                  <a:pt x="14501" y="9857"/>
                  <a:pt x="13817" y="10484"/>
                  <a:pt x="12877" y="10968"/>
                </a:cubicBezTo>
                <a:lnTo>
                  <a:pt x="19601" y="10968"/>
                </a:lnTo>
                <a:lnTo>
                  <a:pt x="19601" y="8547"/>
                </a:lnTo>
                <a:lnTo>
                  <a:pt x="21082" y="8547"/>
                </a:lnTo>
                <a:lnTo>
                  <a:pt x="21082" y="15982"/>
                </a:lnTo>
                <a:lnTo>
                  <a:pt x="19601" y="15982"/>
                </a:lnTo>
                <a:lnTo>
                  <a:pt x="19601" y="13532"/>
                </a:lnTo>
                <a:lnTo>
                  <a:pt x="1880" y="1353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30D289-047B-4279-9F63-036481931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9455" y="3833335"/>
            <a:ext cx="19743" cy="10399"/>
          </a:xfrm>
          <a:custGeom xmlns:a="http://schemas.openxmlformats.org/drawingml/2006/main">
            <a:pathLst>
              <a:path w="19743" h="10399">
                <a:moveTo>
                  <a:pt x="6068" y="8148"/>
                </a:moveTo>
                <a:lnTo>
                  <a:pt x="6068" y="10399"/>
                </a:lnTo>
                <a:lnTo>
                  <a:pt x="4587" y="10399"/>
                </a:lnTo>
                <a:lnTo>
                  <a:pt x="4587" y="8148"/>
                </a:lnTo>
                <a:lnTo>
                  <a:pt x="0" y="8148"/>
                </a:lnTo>
                <a:lnTo>
                  <a:pt x="0" y="5584"/>
                </a:lnTo>
                <a:lnTo>
                  <a:pt x="4587" y="5584"/>
                </a:lnTo>
                <a:lnTo>
                  <a:pt x="4587" y="769"/>
                </a:lnTo>
                <a:lnTo>
                  <a:pt x="6068" y="769"/>
                </a:lnTo>
                <a:lnTo>
                  <a:pt x="6068" y="5584"/>
                </a:lnTo>
                <a:lnTo>
                  <a:pt x="15470" y="5584"/>
                </a:lnTo>
                <a:cubicBezTo>
                  <a:pt x="16723" y="5584"/>
                  <a:pt x="17549" y="5470"/>
                  <a:pt x="17891" y="5214"/>
                </a:cubicBezTo>
                <a:cubicBezTo>
                  <a:pt x="18233" y="4986"/>
                  <a:pt x="18404" y="4530"/>
                  <a:pt x="18404" y="3875"/>
                </a:cubicBezTo>
                <a:cubicBezTo>
                  <a:pt x="18404" y="3219"/>
                  <a:pt x="18205" y="2735"/>
                  <a:pt x="17806" y="2422"/>
                </a:cubicBezTo>
                <a:cubicBezTo>
                  <a:pt x="17407" y="2137"/>
                  <a:pt x="16780" y="1966"/>
                  <a:pt x="15897" y="1937"/>
                </a:cubicBezTo>
                <a:lnTo>
                  <a:pt x="15897" y="0"/>
                </a:lnTo>
                <a:cubicBezTo>
                  <a:pt x="17265" y="85"/>
                  <a:pt x="18233" y="456"/>
                  <a:pt x="18831" y="1111"/>
                </a:cubicBezTo>
                <a:cubicBezTo>
                  <a:pt x="19430" y="1766"/>
                  <a:pt x="19743" y="2763"/>
                  <a:pt x="19743" y="4102"/>
                </a:cubicBezTo>
                <a:cubicBezTo>
                  <a:pt x="19743" y="5584"/>
                  <a:pt x="19401" y="6638"/>
                  <a:pt x="18774" y="7236"/>
                </a:cubicBezTo>
                <a:cubicBezTo>
                  <a:pt x="18148" y="7863"/>
                  <a:pt x="17037" y="8148"/>
                  <a:pt x="15470" y="8148"/>
                </a:cubicBezTo>
                <a:lnTo>
                  <a:pt x="6068" y="814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1E27DB-DF77-43FA-927B-6BB48F47C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4719" y="4112942"/>
            <a:ext cx="9971" cy="10"/>
          </a:xfrm>
          <a:custGeom xmlns:a="http://schemas.openxmlformats.org/drawingml/2006/main">
            <a:pathLst>
              <a:path w="9971" h="1">
                <a:moveTo>
                  <a:pt x="9971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348516-F793-444E-900D-E81429356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4719" y="4112942"/>
            <a:ext cx="9971" cy="10"/>
          </a:xfrm>
          <a:custGeom xmlns:a="http://schemas.openxmlformats.org/drawingml/2006/main">
            <a:pathLst>
              <a:path w="9971" h="1" fill="none">
                <a:moveTo>
                  <a:pt x="9971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9" cap="flat">
            <a:solidFill>
              <a:srgbClr val="000000"/>
            </a:solidFill>
            <a:round/>
          </a:ln>
        </p:spPr>
      </p:sp>
      <p:sp>
        <p:nvSpPr>
          <p:cNvPr id="33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BEB487-4DB6-48A8-9148-0C8DE432E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8059" y="4126400"/>
            <a:ext cx="20769" cy="16581"/>
          </a:xfrm>
          <a:custGeom xmlns:a="http://schemas.openxmlformats.org/drawingml/2006/main">
            <a:pathLst>
              <a:path w="20769" h="16581">
                <a:moveTo>
                  <a:pt x="10199" y="11111"/>
                </a:moveTo>
                <a:lnTo>
                  <a:pt x="10199" y="7436"/>
                </a:lnTo>
                <a:cubicBezTo>
                  <a:pt x="10199" y="6068"/>
                  <a:pt x="9829" y="5014"/>
                  <a:pt x="9088" y="4273"/>
                </a:cubicBezTo>
                <a:cubicBezTo>
                  <a:pt x="8347" y="3561"/>
                  <a:pt x="7265" y="3191"/>
                  <a:pt x="5840" y="3191"/>
                </a:cubicBezTo>
                <a:cubicBezTo>
                  <a:pt x="4416" y="3191"/>
                  <a:pt x="3333" y="3561"/>
                  <a:pt x="2593" y="4273"/>
                </a:cubicBezTo>
                <a:cubicBezTo>
                  <a:pt x="1852" y="5014"/>
                  <a:pt x="1481" y="6068"/>
                  <a:pt x="1481" y="7436"/>
                </a:cubicBezTo>
                <a:lnTo>
                  <a:pt x="1481" y="11111"/>
                </a:lnTo>
                <a:lnTo>
                  <a:pt x="10199" y="11111"/>
                </a:lnTo>
                <a:close/>
                <a:moveTo>
                  <a:pt x="20769" y="16581"/>
                </a:moveTo>
                <a:lnTo>
                  <a:pt x="19287" y="16581"/>
                </a:lnTo>
                <a:lnTo>
                  <a:pt x="19287" y="13931"/>
                </a:lnTo>
                <a:lnTo>
                  <a:pt x="1481" y="13931"/>
                </a:lnTo>
                <a:lnTo>
                  <a:pt x="1481" y="16581"/>
                </a:lnTo>
                <a:lnTo>
                  <a:pt x="0" y="16581"/>
                </a:lnTo>
                <a:lnTo>
                  <a:pt x="0" y="6752"/>
                </a:lnTo>
                <a:cubicBezTo>
                  <a:pt x="0" y="4701"/>
                  <a:pt x="541" y="3048"/>
                  <a:pt x="1595" y="1823"/>
                </a:cubicBezTo>
                <a:cubicBezTo>
                  <a:pt x="2650" y="627"/>
                  <a:pt x="4074" y="0"/>
                  <a:pt x="5840" y="0"/>
                </a:cubicBezTo>
                <a:cubicBezTo>
                  <a:pt x="7635" y="0"/>
                  <a:pt x="9060" y="627"/>
                  <a:pt x="10114" y="1823"/>
                </a:cubicBezTo>
                <a:cubicBezTo>
                  <a:pt x="11168" y="3048"/>
                  <a:pt x="11681" y="4701"/>
                  <a:pt x="11681" y="6752"/>
                </a:cubicBezTo>
                <a:lnTo>
                  <a:pt x="11681" y="11111"/>
                </a:lnTo>
                <a:lnTo>
                  <a:pt x="19287" y="11111"/>
                </a:lnTo>
                <a:lnTo>
                  <a:pt x="19287" y="7892"/>
                </a:lnTo>
                <a:lnTo>
                  <a:pt x="20769" y="7892"/>
                </a:lnTo>
                <a:lnTo>
                  <a:pt x="20769" y="1658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3CD608-182E-4869-B71A-6FB9FB939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8059" y="4102099"/>
            <a:ext cx="20769" cy="21709"/>
          </a:xfrm>
          <a:custGeom xmlns:a="http://schemas.openxmlformats.org/drawingml/2006/main">
            <a:pathLst>
              <a:path w="20769" h="21709">
                <a:moveTo>
                  <a:pt x="20769" y="21709"/>
                </a:moveTo>
                <a:lnTo>
                  <a:pt x="19287" y="21709"/>
                </a:lnTo>
                <a:lnTo>
                  <a:pt x="19287" y="19059"/>
                </a:lnTo>
                <a:lnTo>
                  <a:pt x="1481" y="19059"/>
                </a:lnTo>
                <a:lnTo>
                  <a:pt x="1481" y="21709"/>
                </a:lnTo>
                <a:lnTo>
                  <a:pt x="0" y="21709"/>
                </a:lnTo>
                <a:lnTo>
                  <a:pt x="0" y="13589"/>
                </a:lnTo>
                <a:lnTo>
                  <a:pt x="1481" y="13589"/>
                </a:lnTo>
                <a:lnTo>
                  <a:pt x="1481" y="16239"/>
                </a:lnTo>
                <a:lnTo>
                  <a:pt x="8661" y="16239"/>
                </a:lnTo>
                <a:lnTo>
                  <a:pt x="8661" y="5470"/>
                </a:lnTo>
                <a:lnTo>
                  <a:pt x="1481" y="5470"/>
                </a:lnTo>
                <a:lnTo>
                  <a:pt x="1481" y="8119"/>
                </a:lnTo>
                <a:lnTo>
                  <a:pt x="0" y="8119"/>
                </a:lnTo>
                <a:lnTo>
                  <a:pt x="0" y="0"/>
                </a:lnTo>
                <a:lnTo>
                  <a:pt x="1481" y="0"/>
                </a:lnTo>
                <a:lnTo>
                  <a:pt x="1481" y="2650"/>
                </a:lnTo>
                <a:lnTo>
                  <a:pt x="19287" y="2650"/>
                </a:lnTo>
                <a:lnTo>
                  <a:pt x="19287" y="0"/>
                </a:lnTo>
                <a:lnTo>
                  <a:pt x="20769" y="0"/>
                </a:lnTo>
                <a:lnTo>
                  <a:pt x="20769" y="8119"/>
                </a:lnTo>
                <a:lnTo>
                  <a:pt x="19287" y="8119"/>
                </a:lnTo>
                <a:lnTo>
                  <a:pt x="19287" y="5470"/>
                </a:lnTo>
                <a:lnTo>
                  <a:pt x="10370" y="5470"/>
                </a:lnTo>
                <a:lnTo>
                  <a:pt x="10370" y="16239"/>
                </a:lnTo>
                <a:lnTo>
                  <a:pt x="19287" y="16239"/>
                </a:lnTo>
                <a:lnTo>
                  <a:pt x="19287" y="13589"/>
                </a:lnTo>
                <a:lnTo>
                  <a:pt x="20769" y="13589"/>
                </a:lnTo>
                <a:lnTo>
                  <a:pt x="20769" y="2170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313156-D52F-4A38-B8F0-0AD6C9294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8059" y="4082385"/>
            <a:ext cx="20769" cy="16581"/>
          </a:xfrm>
          <a:custGeom xmlns:a="http://schemas.openxmlformats.org/drawingml/2006/main">
            <a:pathLst>
              <a:path w="20769" h="16581">
                <a:moveTo>
                  <a:pt x="10199" y="11111"/>
                </a:moveTo>
                <a:lnTo>
                  <a:pt x="10199" y="7436"/>
                </a:lnTo>
                <a:cubicBezTo>
                  <a:pt x="10199" y="6068"/>
                  <a:pt x="9829" y="5014"/>
                  <a:pt x="9088" y="4273"/>
                </a:cubicBezTo>
                <a:cubicBezTo>
                  <a:pt x="8347" y="3561"/>
                  <a:pt x="7265" y="3191"/>
                  <a:pt x="5840" y="3191"/>
                </a:cubicBezTo>
                <a:cubicBezTo>
                  <a:pt x="4416" y="3191"/>
                  <a:pt x="3333" y="3561"/>
                  <a:pt x="2593" y="4273"/>
                </a:cubicBezTo>
                <a:cubicBezTo>
                  <a:pt x="1852" y="5014"/>
                  <a:pt x="1481" y="6068"/>
                  <a:pt x="1481" y="7436"/>
                </a:cubicBezTo>
                <a:lnTo>
                  <a:pt x="1481" y="11111"/>
                </a:lnTo>
                <a:lnTo>
                  <a:pt x="10199" y="11111"/>
                </a:lnTo>
                <a:close/>
                <a:moveTo>
                  <a:pt x="20769" y="16581"/>
                </a:moveTo>
                <a:lnTo>
                  <a:pt x="19287" y="16581"/>
                </a:lnTo>
                <a:lnTo>
                  <a:pt x="19287" y="13931"/>
                </a:lnTo>
                <a:lnTo>
                  <a:pt x="1481" y="13931"/>
                </a:lnTo>
                <a:lnTo>
                  <a:pt x="1481" y="16581"/>
                </a:lnTo>
                <a:lnTo>
                  <a:pt x="0" y="16581"/>
                </a:lnTo>
                <a:lnTo>
                  <a:pt x="0" y="6752"/>
                </a:lnTo>
                <a:cubicBezTo>
                  <a:pt x="0" y="4701"/>
                  <a:pt x="541" y="3048"/>
                  <a:pt x="1595" y="1823"/>
                </a:cubicBezTo>
                <a:cubicBezTo>
                  <a:pt x="2650" y="627"/>
                  <a:pt x="4074" y="0"/>
                  <a:pt x="5840" y="0"/>
                </a:cubicBezTo>
                <a:cubicBezTo>
                  <a:pt x="7635" y="0"/>
                  <a:pt x="9060" y="627"/>
                  <a:pt x="10114" y="1823"/>
                </a:cubicBezTo>
                <a:cubicBezTo>
                  <a:pt x="11168" y="3048"/>
                  <a:pt x="11681" y="4701"/>
                  <a:pt x="11681" y="6752"/>
                </a:cubicBezTo>
                <a:lnTo>
                  <a:pt x="11681" y="11111"/>
                </a:lnTo>
                <a:lnTo>
                  <a:pt x="19287" y="11111"/>
                </a:lnTo>
                <a:lnTo>
                  <a:pt x="19287" y="7892"/>
                </a:lnTo>
                <a:lnTo>
                  <a:pt x="20769" y="7892"/>
                </a:lnTo>
                <a:lnTo>
                  <a:pt x="20769" y="1658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C9BE56-F5C4-4AA5-BE16-02AC2E7B8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4719" y="4320622"/>
            <a:ext cx="9971" cy="10"/>
          </a:xfrm>
          <a:custGeom xmlns:a="http://schemas.openxmlformats.org/drawingml/2006/main">
            <a:pathLst>
              <a:path w="9971" h="1">
                <a:moveTo>
                  <a:pt x="9971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5421F4-1E0C-4AC9-A287-D565E74B6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4719" y="4320622"/>
            <a:ext cx="9971" cy="10"/>
          </a:xfrm>
          <a:custGeom xmlns:a="http://schemas.openxmlformats.org/drawingml/2006/main">
            <a:pathLst>
              <a:path w="9971" h="1" fill="none">
                <a:moveTo>
                  <a:pt x="9971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9" cap="flat">
            <a:solidFill>
              <a:srgbClr val="000000"/>
            </a:solidFill>
            <a:round/>
          </a:ln>
        </p:spPr>
      </p:sp>
      <p:sp>
        <p:nvSpPr>
          <p:cNvPr id="33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6C97B4-90DE-421D-9996-1BEE973AE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658" y="4352754"/>
            <a:ext cx="20769" cy="16581"/>
          </a:xfrm>
          <a:custGeom xmlns:a="http://schemas.openxmlformats.org/drawingml/2006/main">
            <a:pathLst>
              <a:path w="20769" h="16581">
                <a:moveTo>
                  <a:pt x="10199" y="11111"/>
                </a:moveTo>
                <a:lnTo>
                  <a:pt x="10199" y="7436"/>
                </a:lnTo>
                <a:cubicBezTo>
                  <a:pt x="10199" y="6068"/>
                  <a:pt x="9829" y="5014"/>
                  <a:pt x="9088" y="4273"/>
                </a:cubicBezTo>
                <a:cubicBezTo>
                  <a:pt x="8347" y="3561"/>
                  <a:pt x="7265" y="3191"/>
                  <a:pt x="5840" y="3191"/>
                </a:cubicBezTo>
                <a:cubicBezTo>
                  <a:pt x="4416" y="3191"/>
                  <a:pt x="3333" y="3561"/>
                  <a:pt x="2593" y="4273"/>
                </a:cubicBezTo>
                <a:cubicBezTo>
                  <a:pt x="1852" y="5014"/>
                  <a:pt x="1481" y="6068"/>
                  <a:pt x="1481" y="7436"/>
                </a:cubicBezTo>
                <a:lnTo>
                  <a:pt x="1481" y="11111"/>
                </a:lnTo>
                <a:lnTo>
                  <a:pt x="10199" y="11111"/>
                </a:lnTo>
                <a:close/>
                <a:moveTo>
                  <a:pt x="20769" y="16581"/>
                </a:moveTo>
                <a:lnTo>
                  <a:pt x="19287" y="16581"/>
                </a:lnTo>
                <a:lnTo>
                  <a:pt x="19287" y="13931"/>
                </a:lnTo>
                <a:lnTo>
                  <a:pt x="1481" y="13931"/>
                </a:lnTo>
                <a:lnTo>
                  <a:pt x="1481" y="16581"/>
                </a:lnTo>
                <a:lnTo>
                  <a:pt x="0" y="16581"/>
                </a:lnTo>
                <a:lnTo>
                  <a:pt x="0" y="6752"/>
                </a:lnTo>
                <a:cubicBezTo>
                  <a:pt x="0" y="4701"/>
                  <a:pt x="541" y="3048"/>
                  <a:pt x="1595" y="1823"/>
                </a:cubicBezTo>
                <a:cubicBezTo>
                  <a:pt x="2650" y="627"/>
                  <a:pt x="4074" y="0"/>
                  <a:pt x="5840" y="0"/>
                </a:cubicBezTo>
                <a:cubicBezTo>
                  <a:pt x="7635" y="0"/>
                  <a:pt x="9060" y="627"/>
                  <a:pt x="10114" y="1823"/>
                </a:cubicBezTo>
                <a:cubicBezTo>
                  <a:pt x="11168" y="3048"/>
                  <a:pt x="11681" y="4701"/>
                  <a:pt x="11681" y="6752"/>
                </a:cubicBezTo>
                <a:lnTo>
                  <a:pt x="11681" y="11111"/>
                </a:lnTo>
                <a:lnTo>
                  <a:pt x="19287" y="11111"/>
                </a:lnTo>
                <a:lnTo>
                  <a:pt x="19287" y="7892"/>
                </a:lnTo>
                <a:lnTo>
                  <a:pt x="20769" y="7892"/>
                </a:lnTo>
                <a:lnTo>
                  <a:pt x="20769" y="1658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EC2EDB-13AD-4AF8-8D85-7EE6259AE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641" y="4335717"/>
            <a:ext cx="21082" cy="16068"/>
          </a:xfrm>
          <a:custGeom xmlns:a="http://schemas.openxmlformats.org/drawingml/2006/main">
            <a:pathLst>
              <a:path w="21082" h="16068">
                <a:moveTo>
                  <a:pt x="17464" y="9857"/>
                </a:moveTo>
                <a:lnTo>
                  <a:pt x="15014" y="8889"/>
                </a:lnTo>
                <a:lnTo>
                  <a:pt x="1481" y="14416"/>
                </a:lnTo>
                <a:lnTo>
                  <a:pt x="1481" y="16068"/>
                </a:lnTo>
                <a:lnTo>
                  <a:pt x="0" y="16068"/>
                </a:lnTo>
                <a:lnTo>
                  <a:pt x="0" y="9288"/>
                </a:lnTo>
                <a:lnTo>
                  <a:pt x="1481" y="9288"/>
                </a:lnTo>
                <a:lnTo>
                  <a:pt x="1481" y="11652"/>
                </a:lnTo>
                <a:lnTo>
                  <a:pt x="11652" y="7493"/>
                </a:lnTo>
                <a:lnTo>
                  <a:pt x="1481" y="3333"/>
                </a:lnTo>
                <a:lnTo>
                  <a:pt x="1481" y="5555"/>
                </a:lnTo>
                <a:lnTo>
                  <a:pt x="0" y="5555"/>
                </a:lnTo>
                <a:lnTo>
                  <a:pt x="0" y="0"/>
                </a:lnTo>
                <a:lnTo>
                  <a:pt x="1481" y="0"/>
                </a:lnTo>
                <a:lnTo>
                  <a:pt x="1481" y="1652"/>
                </a:lnTo>
                <a:lnTo>
                  <a:pt x="18091" y="8433"/>
                </a:lnTo>
                <a:cubicBezTo>
                  <a:pt x="19230" y="8889"/>
                  <a:pt x="20028" y="9401"/>
                  <a:pt x="20455" y="9971"/>
                </a:cubicBezTo>
                <a:cubicBezTo>
                  <a:pt x="20854" y="10541"/>
                  <a:pt x="21082" y="11339"/>
                  <a:pt x="21082" y="12364"/>
                </a:cubicBezTo>
                <a:cubicBezTo>
                  <a:pt x="21082" y="12820"/>
                  <a:pt x="21025" y="13248"/>
                  <a:pt x="20968" y="13703"/>
                </a:cubicBezTo>
                <a:cubicBezTo>
                  <a:pt x="20883" y="14159"/>
                  <a:pt x="20769" y="14643"/>
                  <a:pt x="20655" y="15099"/>
                </a:cubicBezTo>
                <a:lnTo>
                  <a:pt x="17834" y="15099"/>
                </a:lnTo>
                <a:lnTo>
                  <a:pt x="17834" y="13789"/>
                </a:lnTo>
                <a:cubicBezTo>
                  <a:pt x="18461" y="13732"/>
                  <a:pt x="18888" y="13589"/>
                  <a:pt x="19173" y="13304"/>
                </a:cubicBezTo>
                <a:cubicBezTo>
                  <a:pt x="19458" y="13048"/>
                  <a:pt x="19601" y="12649"/>
                  <a:pt x="19601" y="12079"/>
                </a:cubicBezTo>
                <a:cubicBezTo>
                  <a:pt x="19601" y="11567"/>
                  <a:pt x="19458" y="11168"/>
                  <a:pt x="19173" y="10854"/>
                </a:cubicBezTo>
                <a:cubicBezTo>
                  <a:pt x="18888" y="10541"/>
                  <a:pt x="18319" y="10199"/>
                  <a:pt x="17464" y="985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96A206-31F6-4965-A59D-8786B69A2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9054" y="4324407"/>
            <a:ext cx="19743" cy="10399"/>
          </a:xfrm>
          <a:custGeom xmlns:a="http://schemas.openxmlformats.org/drawingml/2006/main">
            <a:pathLst>
              <a:path w="19743" h="10399">
                <a:moveTo>
                  <a:pt x="6068" y="8148"/>
                </a:moveTo>
                <a:lnTo>
                  <a:pt x="6068" y="10399"/>
                </a:lnTo>
                <a:lnTo>
                  <a:pt x="4587" y="10399"/>
                </a:lnTo>
                <a:lnTo>
                  <a:pt x="4587" y="8148"/>
                </a:lnTo>
                <a:lnTo>
                  <a:pt x="0" y="8148"/>
                </a:lnTo>
                <a:lnTo>
                  <a:pt x="0" y="5584"/>
                </a:lnTo>
                <a:lnTo>
                  <a:pt x="4587" y="5584"/>
                </a:lnTo>
                <a:lnTo>
                  <a:pt x="4587" y="769"/>
                </a:lnTo>
                <a:lnTo>
                  <a:pt x="6068" y="769"/>
                </a:lnTo>
                <a:lnTo>
                  <a:pt x="6068" y="5584"/>
                </a:lnTo>
                <a:lnTo>
                  <a:pt x="15470" y="5584"/>
                </a:lnTo>
                <a:cubicBezTo>
                  <a:pt x="16723" y="5584"/>
                  <a:pt x="17549" y="5470"/>
                  <a:pt x="17891" y="5214"/>
                </a:cubicBezTo>
                <a:cubicBezTo>
                  <a:pt x="18233" y="4986"/>
                  <a:pt x="18404" y="4530"/>
                  <a:pt x="18404" y="3875"/>
                </a:cubicBezTo>
                <a:cubicBezTo>
                  <a:pt x="18404" y="3219"/>
                  <a:pt x="18205" y="2735"/>
                  <a:pt x="17806" y="2422"/>
                </a:cubicBezTo>
                <a:cubicBezTo>
                  <a:pt x="17407" y="2137"/>
                  <a:pt x="16780" y="1966"/>
                  <a:pt x="15897" y="1937"/>
                </a:cubicBezTo>
                <a:lnTo>
                  <a:pt x="15897" y="0"/>
                </a:lnTo>
                <a:cubicBezTo>
                  <a:pt x="17265" y="85"/>
                  <a:pt x="18233" y="456"/>
                  <a:pt x="18831" y="1111"/>
                </a:cubicBezTo>
                <a:cubicBezTo>
                  <a:pt x="19430" y="1766"/>
                  <a:pt x="19743" y="2763"/>
                  <a:pt x="19743" y="4102"/>
                </a:cubicBezTo>
                <a:cubicBezTo>
                  <a:pt x="19743" y="5584"/>
                  <a:pt x="19401" y="6638"/>
                  <a:pt x="18774" y="7236"/>
                </a:cubicBezTo>
                <a:cubicBezTo>
                  <a:pt x="18148" y="7863"/>
                  <a:pt x="17037" y="8148"/>
                  <a:pt x="15470" y="8148"/>
                </a:cubicBezTo>
                <a:lnTo>
                  <a:pt x="6068" y="814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D4570A-A6F3-49EE-B862-53E1C66A1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6775" y="4306630"/>
            <a:ext cx="21652" cy="16524"/>
          </a:xfrm>
          <a:custGeom xmlns:a="http://schemas.openxmlformats.org/drawingml/2006/main">
            <a:pathLst>
              <a:path w="21652" h="16524">
                <a:moveTo>
                  <a:pt x="21652" y="16381"/>
                </a:moveTo>
                <a:lnTo>
                  <a:pt x="20170" y="16381"/>
                </a:lnTo>
                <a:lnTo>
                  <a:pt x="20170" y="14074"/>
                </a:lnTo>
                <a:lnTo>
                  <a:pt x="1481" y="14074"/>
                </a:lnTo>
                <a:lnTo>
                  <a:pt x="1481" y="16524"/>
                </a:lnTo>
                <a:lnTo>
                  <a:pt x="0" y="16524"/>
                </a:lnTo>
                <a:lnTo>
                  <a:pt x="0" y="11510"/>
                </a:lnTo>
                <a:lnTo>
                  <a:pt x="9487" y="11510"/>
                </a:lnTo>
                <a:cubicBezTo>
                  <a:pt x="8518" y="11054"/>
                  <a:pt x="7749" y="10427"/>
                  <a:pt x="7236" y="9686"/>
                </a:cubicBezTo>
                <a:cubicBezTo>
                  <a:pt x="6723" y="8946"/>
                  <a:pt x="6467" y="8062"/>
                  <a:pt x="6467" y="7037"/>
                </a:cubicBezTo>
                <a:cubicBezTo>
                  <a:pt x="6467" y="5413"/>
                  <a:pt x="6951" y="4216"/>
                  <a:pt x="7863" y="3447"/>
                </a:cubicBezTo>
                <a:cubicBezTo>
                  <a:pt x="8803" y="2678"/>
                  <a:pt x="10256" y="2279"/>
                  <a:pt x="12250" y="2279"/>
                </a:cubicBezTo>
                <a:lnTo>
                  <a:pt x="20170" y="2279"/>
                </a:lnTo>
                <a:lnTo>
                  <a:pt x="20170" y="0"/>
                </a:lnTo>
                <a:lnTo>
                  <a:pt x="21652" y="0"/>
                </a:lnTo>
                <a:lnTo>
                  <a:pt x="21652" y="7065"/>
                </a:lnTo>
                <a:lnTo>
                  <a:pt x="20170" y="7065"/>
                </a:lnTo>
                <a:lnTo>
                  <a:pt x="20170" y="4843"/>
                </a:lnTo>
                <a:lnTo>
                  <a:pt x="13048" y="4843"/>
                </a:lnTo>
                <a:cubicBezTo>
                  <a:pt x="11253" y="4843"/>
                  <a:pt x="10028" y="5071"/>
                  <a:pt x="9344" y="5527"/>
                </a:cubicBezTo>
                <a:cubicBezTo>
                  <a:pt x="8689" y="5983"/>
                  <a:pt x="8347" y="6752"/>
                  <a:pt x="8347" y="7863"/>
                </a:cubicBezTo>
                <a:cubicBezTo>
                  <a:pt x="8347" y="9060"/>
                  <a:pt x="8803" y="9971"/>
                  <a:pt x="9658" y="10598"/>
                </a:cubicBezTo>
                <a:cubicBezTo>
                  <a:pt x="10513" y="11225"/>
                  <a:pt x="11766" y="11510"/>
                  <a:pt x="13418" y="11510"/>
                </a:cubicBezTo>
                <a:lnTo>
                  <a:pt x="20170" y="11510"/>
                </a:lnTo>
                <a:lnTo>
                  <a:pt x="20170" y="9288"/>
                </a:lnTo>
                <a:lnTo>
                  <a:pt x="21652" y="9288"/>
                </a:lnTo>
                <a:lnTo>
                  <a:pt x="21652" y="1638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BFC7B8-D787-45A4-A2E3-EDA0F97D1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2" y="4290106"/>
            <a:ext cx="15555" cy="14302"/>
          </a:xfrm>
          <a:custGeom xmlns:a="http://schemas.openxmlformats.org/drawingml/2006/main">
            <a:pathLst>
              <a:path w="15555" h="14302">
                <a:moveTo>
                  <a:pt x="14216" y="7151"/>
                </a:moveTo>
                <a:cubicBezTo>
                  <a:pt x="14216" y="5783"/>
                  <a:pt x="13675" y="4758"/>
                  <a:pt x="12592" y="4045"/>
                </a:cubicBezTo>
                <a:cubicBezTo>
                  <a:pt x="11510" y="3362"/>
                  <a:pt x="9914" y="2991"/>
                  <a:pt x="7806" y="2991"/>
                </a:cubicBezTo>
                <a:cubicBezTo>
                  <a:pt x="5698" y="2991"/>
                  <a:pt x="4074" y="3362"/>
                  <a:pt x="2991" y="4045"/>
                </a:cubicBezTo>
                <a:cubicBezTo>
                  <a:pt x="1909" y="4758"/>
                  <a:pt x="1367" y="5783"/>
                  <a:pt x="1367" y="7151"/>
                </a:cubicBezTo>
                <a:cubicBezTo>
                  <a:pt x="1367" y="8518"/>
                  <a:pt x="1909" y="9572"/>
                  <a:pt x="2991" y="10256"/>
                </a:cubicBezTo>
                <a:cubicBezTo>
                  <a:pt x="4074" y="10968"/>
                  <a:pt x="5698" y="11310"/>
                  <a:pt x="7806" y="11310"/>
                </a:cubicBezTo>
                <a:cubicBezTo>
                  <a:pt x="9914" y="11310"/>
                  <a:pt x="11510" y="10968"/>
                  <a:pt x="12592" y="10256"/>
                </a:cubicBezTo>
                <a:cubicBezTo>
                  <a:pt x="13675" y="9572"/>
                  <a:pt x="14216" y="8518"/>
                  <a:pt x="14216" y="7151"/>
                </a:cubicBezTo>
                <a:close/>
                <a:moveTo>
                  <a:pt x="15555" y="7151"/>
                </a:moveTo>
                <a:cubicBezTo>
                  <a:pt x="15555" y="9316"/>
                  <a:pt x="14871" y="11025"/>
                  <a:pt x="13447" y="12336"/>
                </a:cubicBezTo>
                <a:cubicBezTo>
                  <a:pt x="12022" y="13646"/>
                  <a:pt x="10142" y="14302"/>
                  <a:pt x="7778" y="14302"/>
                </a:cubicBezTo>
                <a:cubicBezTo>
                  <a:pt x="5441" y="14302"/>
                  <a:pt x="3561" y="13675"/>
                  <a:pt x="2137" y="12364"/>
                </a:cubicBezTo>
                <a:cubicBezTo>
                  <a:pt x="712" y="11054"/>
                  <a:pt x="0" y="9316"/>
                  <a:pt x="0" y="7151"/>
                </a:cubicBezTo>
                <a:cubicBezTo>
                  <a:pt x="0" y="4986"/>
                  <a:pt x="712" y="3276"/>
                  <a:pt x="2137" y="1966"/>
                </a:cubicBezTo>
                <a:cubicBezTo>
                  <a:pt x="3561" y="655"/>
                  <a:pt x="5441" y="0"/>
                  <a:pt x="7778" y="0"/>
                </a:cubicBezTo>
                <a:cubicBezTo>
                  <a:pt x="10142" y="0"/>
                  <a:pt x="12022" y="655"/>
                  <a:pt x="13447" y="1966"/>
                </a:cubicBezTo>
                <a:cubicBezTo>
                  <a:pt x="14871" y="3276"/>
                  <a:pt x="15555" y="4986"/>
                  <a:pt x="15555" y="715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E11E1F-766B-4E91-AF28-171AE9954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2" y="4271132"/>
            <a:ext cx="15185" cy="16524"/>
          </a:xfrm>
          <a:custGeom xmlns:a="http://schemas.openxmlformats.org/drawingml/2006/main">
            <a:pathLst>
              <a:path w="15185" h="16524">
                <a:moveTo>
                  <a:pt x="15185" y="16381"/>
                </a:moveTo>
                <a:lnTo>
                  <a:pt x="13703" y="16381"/>
                </a:lnTo>
                <a:lnTo>
                  <a:pt x="13703" y="14074"/>
                </a:lnTo>
                <a:lnTo>
                  <a:pt x="1880" y="14074"/>
                </a:lnTo>
                <a:lnTo>
                  <a:pt x="1880" y="16524"/>
                </a:lnTo>
                <a:lnTo>
                  <a:pt x="399" y="16524"/>
                </a:lnTo>
                <a:lnTo>
                  <a:pt x="399" y="11510"/>
                </a:lnTo>
                <a:lnTo>
                  <a:pt x="3020" y="11510"/>
                </a:lnTo>
                <a:cubicBezTo>
                  <a:pt x="2051" y="11054"/>
                  <a:pt x="1282" y="10427"/>
                  <a:pt x="769" y="9686"/>
                </a:cubicBezTo>
                <a:cubicBezTo>
                  <a:pt x="256" y="8946"/>
                  <a:pt x="0" y="8062"/>
                  <a:pt x="0" y="7037"/>
                </a:cubicBezTo>
                <a:cubicBezTo>
                  <a:pt x="0" y="5413"/>
                  <a:pt x="484" y="4216"/>
                  <a:pt x="1396" y="3447"/>
                </a:cubicBezTo>
                <a:cubicBezTo>
                  <a:pt x="2336" y="2678"/>
                  <a:pt x="3789" y="2279"/>
                  <a:pt x="5783" y="2279"/>
                </a:cubicBezTo>
                <a:lnTo>
                  <a:pt x="13703" y="2279"/>
                </a:lnTo>
                <a:lnTo>
                  <a:pt x="13703" y="0"/>
                </a:lnTo>
                <a:lnTo>
                  <a:pt x="15185" y="0"/>
                </a:lnTo>
                <a:lnTo>
                  <a:pt x="15185" y="7065"/>
                </a:lnTo>
                <a:lnTo>
                  <a:pt x="13703" y="7065"/>
                </a:lnTo>
                <a:lnTo>
                  <a:pt x="13703" y="4843"/>
                </a:lnTo>
                <a:lnTo>
                  <a:pt x="6581" y="4843"/>
                </a:lnTo>
                <a:cubicBezTo>
                  <a:pt x="4786" y="4843"/>
                  <a:pt x="3561" y="5071"/>
                  <a:pt x="2877" y="5527"/>
                </a:cubicBezTo>
                <a:cubicBezTo>
                  <a:pt x="2194" y="5983"/>
                  <a:pt x="1852" y="6752"/>
                  <a:pt x="1852" y="7863"/>
                </a:cubicBezTo>
                <a:cubicBezTo>
                  <a:pt x="1852" y="9060"/>
                  <a:pt x="2308" y="9971"/>
                  <a:pt x="3162" y="10598"/>
                </a:cubicBezTo>
                <a:cubicBezTo>
                  <a:pt x="4045" y="11225"/>
                  <a:pt x="5299" y="11510"/>
                  <a:pt x="6951" y="11510"/>
                </a:cubicBezTo>
                <a:lnTo>
                  <a:pt x="13703" y="11510"/>
                </a:lnTo>
                <a:lnTo>
                  <a:pt x="13703" y="9288"/>
                </a:lnTo>
                <a:lnTo>
                  <a:pt x="15185" y="9288"/>
                </a:lnTo>
                <a:lnTo>
                  <a:pt x="15185" y="1638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842BDF-D499-4605-A5C7-DCA3978E2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4719" y="4528302"/>
            <a:ext cx="9971" cy="10"/>
          </a:xfrm>
          <a:custGeom xmlns:a="http://schemas.openxmlformats.org/drawingml/2006/main">
            <a:pathLst>
              <a:path w="9971" h="1">
                <a:moveTo>
                  <a:pt x="9971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0BFC3D-EE76-47AA-B571-2A3B6BAD9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4719" y="4528302"/>
            <a:ext cx="9971" cy="10"/>
          </a:xfrm>
          <a:custGeom xmlns:a="http://schemas.openxmlformats.org/drawingml/2006/main">
            <a:pathLst>
              <a:path w="9971" h="1" fill="none">
                <a:moveTo>
                  <a:pt x="9971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9" cap="flat">
            <a:solidFill>
              <a:srgbClr val="000000"/>
            </a:solidFill>
            <a:round/>
          </a:ln>
        </p:spPr>
      </p:sp>
      <p:sp>
        <p:nvSpPr>
          <p:cNvPr id="33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635487-7825-4CCF-8FF9-0655E9CC7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658" y="4543247"/>
            <a:ext cx="20769" cy="20569"/>
          </a:xfrm>
          <a:custGeom xmlns:a="http://schemas.openxmlformats.org/drawingml/2006/main">
            <a:pathLst>
              <a:path w="20769" h="20569">
                <a:moveTo>
                  <a:pt x="10456" y="8490"/>
                </a:moveTo>
                <a:cubicBezTo>
                  <a:pt x="10626" y="7863"/>
                  <a:pt x="10940" y="7293"/>
                  <a:pt x="11367" y="6809"/>
                </a:cubicBezTo>
                <a:cubicBezTo>
                  <a:pt x="11795" y="6353"/>
                  <a:pt x="12393" y="5926"/>
                  <a:pt x="13134" y="5555"/>
                </a:cubicBezTo>
                <a:lnTo>
                  <a:pt x="19287" y="2536"/>
                </a:lnTo>
                <a:lnTo>
                  <a:pt x="19287" y="0"/>
                </a:lnTo>
                <a:lnTo>
                  <a:pt x="20769" y="0"/>
                </a:lnTo>
                <a:lnTo>
                  <a:pt x="20769" y="4900"/>
                </a:lnTo>
                <a:lnTo>
                  <a:pt x="14159" y="8148"/>
                </a:lnTo>
                <a:cubicBezTo>
                  <a:pt x="12906" y="8775"/>
                  <a:pt x="12079" y="9344"/>
                  <a:pt x="11681" y="9857"/>
                </a:cubicBezTo>
                <a:cubicBezTo>
                  <a:pt x="11310" y="10370"/>
                  <a:pt x="11111" y="11082"/>
                  <a:pt x="11111" y="11994"/>
                </a:cubicBezTo>
                <a:lnTo>
                  <a:pt x="11111" y="15099"/>
                </a:lnTo>
                <a:lnTo>
                  <a:pt x="19287" y="15099"/>
                </a:lnTo>
                <a:lnTo>
                  <a:pt x="19287" y="12165"/>
                </a:lnTo>
                <a:lnTo>
                  <a:pt x="20769" y="12165"/>
                </a:lnTo>
                <a:lnTo>
                  <a:pt x="20769" y="20569"/>
                </a:lnTo>
                <a:lnTo>
                  <a:pt x="19287" y="20569"/>
                </a:lnTo>
                <a:lnTo>
                  <a:pt x="19287" y="17920"/>
                </a:lnTo>
                <a:lnTo>
                  <a:pt x="1481" y="17920"/>
                </a:lnTo>
                <a:lnTo>
                  <a:pt x="1481" y="20569"/>
                </a:lnTo>
                <a:lnTo>
                  <a:pt x="0" y="20569"/>
                </a:lnTo>
                <a:lnTo>
                  <a:pt x="0" y="10028"/>
                </a:lnTo>
                <a:cubicBezTo>
                  <a:pt x="0" y="8034"/>
                  <a:pt x="484" y="6467"/>
                  <a:pt x="1453" y="5356"/>
                </a:cubicBezTo>
                <a:cubicBezTo>
                  <a:pt x="2422" y="4273"/>
                  <a:pt x="3789" y="3704"/>
                  <a:pt x="5555" y="3704"/>
                </a:cubicBezTo>
                <a:cubicBezTo>
                  <a:pt x="6980" y="3704"/>
                  <a:pt x="8119" y="4102"/>
                  <a:pt x="8917" y="4900"/>
                </a:cubicBezTo>
                <a:cubicBezTo>
                  <a:pt x="9743" y="5698"/>
                  <a:pt x="10256" y="6894"/>
                  <a:pt x="10456" y="8490"/>
                </a:cubicBezTo>
                <a:close/>
                <a:moveTo>
                  <a:pt x="9629" y="15099"/>
                </a:moveTo>
                <a:lnTo>
                  <a:pt x="9629" y="10997"/>
                </a:lnTo>
                <a:cubicBezTo>
                  <a:pt x="9629" y="9601"/>
                  <a:pt x="9316" y="8575"/>
                  <a:pt x="8632" y="7892"/>
                </a:cubicBezTo>
                <a:cubicBezTo>
                  <a:pt x="7977" y="7236"/>
                  <a:pt x="6951" y="6894"/>
                  <a:pt x="5555" y="6894"/>
                </a:cubicBezTo>
                <a:cubicBezTo>
                  <a:pt x="4188" y="6894"/>
                  <a:pt x="3162" y="7236"/>
                  <a:pt x="2479" y="7892"/>
                </a:cubicBezTo>
                <a:cubicBezTo>
                  <a:pt x="1823" y="8575"/>
                  <a:pt x="1481" y="9601"/>
                  <a:pt x="1481" y="10997"/>
                </a:cubicBezTo>
                <a:lnTo>
                  <a:pt x="1481" y="15099"/>
                </a:lnTo>
                <a:lnTo>
                  <a:pt x="9629" y="1509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7F42C3-5C00-4944-96BD-2FDB9D1F3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641" y="4526638"/>
            <a:ext cx="15156" cy="16524"/>
          </a:xfrm>
          <a:custGeom xmlns:a="http://schemas.openxmlformats.org/drawingml/2006/main">
            <a:pathLst>
              <a:path w="15156" h="16524">
                <a:moveTo>
                  <a:pt x="0" y="7208"/>
                </a:moveTo>
                <a:lnTo>
                  <a:pt x="0" y="2422"/>
                </a:lnTo>
                <a:lnTo>
                  <a:pt x="13304" y="2422"/>
                </a:lnTo>
                <a:lnTo>
                  <a:pt x="13304" y="0"/>
                </a:lnTo>
                <a:lnTo>
                  <a:pt x="14786" y="0"/>
                </a:lnTo>
                <a:lnTo>
                  <a:pt x="14786" y="4986"/>
                </a:lnTo>
                <a:lnTo>
                  <a:pt x="12165" y="4986"/>
                </a:lnTo>
                <a:cubicBezTo>
                  <a:pt x="13162" y="5470"/>
                  <a:pt x="13903" y="6097"/>
                  <a:pt x="14416" y="6837"/>
                </a:cubicBezTo>
                <a:cubicBezTo>
                  <a:pt x="14900" y="7578"/>
                  <a:pt x="15156" y="8461"/>
                  <a:pt x="15156" y="9430"/>
                </a:cubicBezTo>
                <a:cubicBezTo>
                  <a:pt x="15156" y="11082"/>
                  <a:pt x="14700" y="12307"/>
                  <a:pt x="13789" y="13077"/>
                </a:cubicBezTo>
                <a:cubicBezTo>
                  <a:pt x="12877" y="13846"/>
                  <a:pt x="11396" y="14216"/>
                  <a:pt x="9401" y="14216"/>
                </a:cubicBezTo>
                <a:lnTo>
                  <a:pt x="1481" y="14216"/>
                </a:lnTo>
                <a:lnTo>
                  <a:pt x="1481" y="16524"/>
                </a:lnTo>
                <a:lnTo>
                  <a:pt x="0" y="16524"/>
                </a:lnTo>
                <a:lnTo>
                  <a:pt x="0" y="11652"/>
                </a:lnTo>
                <a:lnTo>
                  <a:pt x="8604" y="11652"/>
                </a:lnTo>
                <a:cubicBezTo>
                  <a:pt x="10427" y="11652"/>
                  <a:pt x="11652" y="11453"/>
                  <a:pt x="12307" y="10997"/>
                </a:cubicBezTo>
                <a:cubicBezTo>
                  <a:pt x="12991" y="10541"/>
                  <a:pt x="13304" y="9772"/>
                  <a:pt x="13304" y="8632"/>
                </a:cubicBezTo>
                <a:cubicBezTo>
                  <a:pt x="13304" y="7436"/>
                  <a:pt x="12877" y="6553"/>
                  <a:pt x="11994" y="5926"/>
                </a:cubicBezTo>
                <a:cubicBezTo>
                  <a:pt x="11139" y="5299"/>
                  <a:pt x="9857" y="4986"/>
                  <a:pt x="8205" y="4986"/>
                </a:cubicBezTo>
                <a:lnTo>
                  <a:pt x="1481" y="4986"/>
                </a:lnTo>
                <a:lnTo>
                  <a:pt x="1481" y="7208"/>
                </a:lnTo>
                <a:lnTo>
                  <a:pt x="0" y="720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77F2F7-DF18-4148-A6B4-04052EB9E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6775" y="4508775"/>
            <a:ext cx="22022" cy="15982"/>
          </a:xfrm>
          <a:custGeom xmlns:a="http://schemas.openxmlformats.org/drawingml/2006/main">
            <a:pathLst>
              <a:path w="22022" h="15982">
                <a:moveTo>
                  <a:pt x="20170" y="13532"/>
                </a:moveTo>
                <a:lnTo>
                  <a:pt x="1481" y="13532"/>
                </a:lnTo>
                <a:lnTo>
                  <a:pt x="1481" y="15982"/>
                </a:lnTo>
                <a:lnTo>
                  <a:pt x="0" y="15982"/>
                </a:lnTo>
                <a:lnTo>
                  <a:pt x="0" y="10968"/>
                </a:lnTo>
                <a:lnTo>
                  <a:pt x="9174" y="10968"/>
                </a:lnTo>
                <a:cubicBezTo>
                  <a:pt x="8262" y="10484"/>
                  <a:pt x="7578" y="9857"/>
                  <a:pt x="7122" y="9060"/>
                </a:cubicBezTo>
                <a:cubicBezTo>
                  <a:pt x="6695" y="8290"/>
                  <a:pt x="6467" y="7322"/>
                  <a:pt x="6467" y="6182"/>
                </a:cubicBezTo>
                <a:cubicBezTo>
                  <a:pt x="6467" y="4359"/>
                  <a:pt x="7208" y="2877"/>
                  <a:pt x="8632" y="1738"/>
                </a:cubicBezTo>
                <a:cubicBezTo>
                  <a:pt x="10057" y="598"/>
                  <a:pt x="11937" y="0"/>
                  <a:pt x="14245" y="0"/>
                </a:cubicBezTo>
                <a:cubicBezTo>
                  <a:pt x="16581" y="0"/>
                  <a:pt x="18461" y="598"/>
                  <a:pt x="19886" y="1738"/>
                </a:cubicBezTo>
                <a:cubicBezTo>
                  <a:pt x="21310" y="2877"/>
                  <a:pt x="22022" y="4359"/>
                  <a:pt x="22022" y="6182"/>
                </a:cubicBezTo>
                <a:cubicBezTo>
                  <a:pt x="22022" y="7322"/>
                  <a:pt x="21794" y="8290"/>
                  <a:pt x="21395" y="9060"/>
                </a:cubicBezTo>
                <a:cubicBezTo>
                  <a:pt x="20968" y="9857"/>
                  <a:pt x="20284" y="10484"/>
                  <a:pt x="19344" y="10968"/>
                </a:cubicBezTo>
                <a:lnTo>
                  <a:pt x="21652" y="10968"/>
                </a:lnTo>
                <a:lnTo>
                  <a:pt x="21652" y="15982"/>
                </a:lnTo>
                <a:lnTo>
                  <a:pt x="20170" y="15982"/>
                </a:lnTo>
                <a:lnTo>
                  <a:pt x="20170" y="13532"/>
                </a:lnTo>
                <a:close/>
                <a:moveTo>
                  <a:pt x="14985" y="10968"/>
                </a:moveTo>
                <a:cubicBezTo>
                  <a:pt x="16780" y="10968"/>
                  <a:pt x="18148" y="10626"/>
                  <a:pt x="19059" y="9943"/>
                </a:cubicBezTo>
                <a:cubicBezTo>
                  <a:pt x="19999" y="9259"/>
                  <a:pt x="20455" y="8290"/>
                  <a:pt x="20455" y="6980"/>
                </a:cubicBezTo>
                <a:cubicBezTo>
                  <a:pt x="20455" y="5669"/>
                  <a:pt x="19942" y="4701"/>
                  <a:pt x="18888" y="4017"/>
                </a:cubicBezTo>
                <a:cubicBezTo>
                  <a:pt x="17863" y="3333"/>
                  <a:pt x="16296" y="2991"/>
                  <a:pt x="14245" y="2991"/>
                </a:cubicBezTo>
                <a:cubicBezTo>
                  <a:pt x="12193" y="2991"/>
                  <a:pt x="10655" y="3333"/>
                  <a:pt x="9629" y="4017"/>
                </a:cubicBezTo>
                <a:cubicBezTo>
                  <a:pt x="8604" y="4701"/>
                  <a:pt x="8062" y="5669"/>
                  <a:pt x="8062" y="6980"/>
                </a:cubicBezTo>
                <a:cubicBezTo>
                  <a:pt x="8062" y="8290"/>
                  <a:pt x="8547" y="9259"/>
                  <a:pt x="9487" y="9943"/>
                </a:cubicBezTo>
                <a:cubicBezTo>
                  <a:pt x="10427" y="10626"/>
                  <a:pt x="11766" y="10968"/>
                  <a:pt x="13532" y="10968"/>
                </a:cubicBezTo>
                <a:lnTo>
                  <a:pt x="14985" y="1096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015525-48B5-4A05-B14C-88C07D6A0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641" y="4491340"/>
            <a:ext cx="21082" cy="16068"/>
          </a:xfrm>
          <a:custGeom xmlns:a="http://schemas.openxmlformats.org/drawingml/2006/main">
            <a:pathLst>
              <a:path w="21082" h="16068">
                <a:moveTo>
                  <a:pt x="17464" y="9857"/>
                </a:moveTo>
                <a:lnTo>
                  <a:pt x="15014" y="8889"/>
                </a:lnTo>
                <a:lnTo>
                  <a:pt x="1481" y="14416"/>
                </a:lnTo>
                <a:lnTo>
                  <a:pt x="1481" y="16068"/>
                </a:lnTo>
                <a:lnTo>
                  <a:pt x="0" y="16068"/>
                </a:lnTo>
                <a:lnTo>
                  <a:pt x="0" y="9288"/>
                </a:lnTo>
                <a:lnTo>
                  <a:pt x="1481" y="9288"/>
                </a:lnTo>
                <a:lnTo>
                  <a:pt x="1481" y="11652"/>
                </a:lnTo>
                <a:lnTo>
                  <a:pt x="11652" y="7493"/>
                </a:lnTo>
                <a:lnTo>
                  <a:pt x="1481" y="3333"/>
                </a:lnTo>
                <a:lnTo>
                  <a:pt x="1481" y="5555"/>
                </a:lnTo>
                <a:lnTo>
                  <a:pt x="0" y="5555"/>
                </a:lnTo>
                <a:lnTo>
                  <a:pt x="0" y="0"/>
                </a:lnTo>
                <a:lnTo>
                  <a:pt x="1481" y="0"/>
                </a:lnTo>
                <a:lnTo>
                  <a:pt x="1481" y="1652"/>
                </a:lnTo>
                <a:lnTo>
                  <a:pt x="18091" y="8433"/>
                </a:lnTo>
                <a:cubicBezTo>
                  <a:pt x="19230" y="8889"/>
                  <a:pt x="20028" y="9401"/>
                  <a:pt x="20455" y="9971"/>
                </a:cubicBezTo>
                <a:cubicBezTo>
                  <a:pt x="20854" y="10541"/>
                  <a:pt x="21082" y="11339"/>
                  <a:pt x="21082" y="12364"/>
                </a:cubicBezTo>
                <a:cubicBezTo>
                  <a:pt x="21082" y="12820"/>
                  <a:pt x="21025" y="13248"/>
                  <a:pt x="20968" y="13703"/>
                </a:cubicBezTo>
                <a:cubicBezTo>
                  <a:pt x="20883" y="14159"/>
                  <a:pt x="20769" y="14643"/>
                  <a:pt x="20655" y="15099"/>
                </a:cubicBezTo>
                <a:lnTo>
                  <a:pt x="17834" y="15099"/>
                </a:lnTo>
                <a:lnTo>
                  <a:pt x="17834" y="13789"/>
                </a:lnTo>
                <a:cubicBezTo>
                  <a:pt x="18461" y="13732"/>
                  <a:pt x="18888" y="13589"/>
                  <a:pt x="19173" y="13304"/>
                </a:cubicBezTo>
                <a:cubicBezTo>
                  <a:pt x="19458" y="13048"/>
                  <a:pt x="19601" y="12649"/>
                  <a:pt x="19601" y="12079"/>
                </a:cubicBezTo>
                <a:cubicBezTo>
                  <a:pt x="19601" y="11567"/>
                  <a:pt x="19458" y="11168"/>
                  <a:pt x="19173" y="10854"/>
                </a:cubicBezTo>
                <a:cubicBezTo>
                  <a:pt x="18888" y="10541"/>
                  <a:pt x="18319" y="10199"/>
                  <a:pt x="17464" y="985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763FDF-1055-4C5B-B6D2-B2077438A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4719" y="4735982"/>
            <a:ext cx="9971" cy="10"/>
          </a:xfrm>
          <a:custGeom xmlns:a="http://schemas.openxmlformats.org/drawingml/2006/main">
            <a:pathLst>
              <a:path w="9971" h="1">
                <a:moveTo>
                  <a:pt x="9971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E9DAA3-5FAE-4C9B-A949-A3673AA07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4719" y="4735982"/>
            <a:ext cx="9971" cy="10"/>
          </a:xfrm>
          <a:custGeom xmlns:a="http://schemas.openxmlformats.org/drawingml/2006/main">
            <a:pathLst>
              <a:path w="9971" h="1" fill="none">
                <a:moveTo>
                  <a:pt x="9971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9" cap="flat">
            <a:solidFill>
              <a:srgbClr val="000000"/>
            </a:solidFill>
            <a:round/>
          </a:ln>
        </p:spPr>
      </p:sp>
      <p:sp>
        <p:nvSpPr>
          <p:cNvPr id="33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3DD3EB-559F-46A7-A948-592665919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8059" y="4746787"/>
            <a:ext cx="20769" cy="20569"/>
          </a:xfrm>
          <a:custGeom xmlns:a="http://schemas.openxmlformats.org/drawingml/2006/main">
            <a:pathLst>
              <a:path w="20769" h="20569">
                <a:moveTo>
                  <a:pt x="10456" y="8490"/>
                </a:moveTo>
                <a:cubicBezTo>
                  <a:pt x="10626" y="7863"/>
                  <a:pt x="10940" y="7293"/>
                  <a:pt x="11367" y="6809"/>
                </a:cubicBezTo>
                <a:cubicBezTo>
                  <a:pt x="11795" y="6353"/>
                  <a:pt x="12393" y="5926"/>
                  <a:pt x="13134" y="5555"/>
                </a:cubicBezTo>
                <a:lnTo>
                  <a:pt x="19287" y="2536"/>
                </a:lnTo>
                <a:lnTo>
                  <a:pt x="19287" y="0"/>
                </a:lnTo>
                <a:lnTo>
                  <a:pt x="20769" y="0"/>
                </a:lnTo>
                <a:lnTo>
                  <a:pt x="20769" y="4900"/>
                </a:lnTo>
                <a:lnTo>
                  <a:pt x="14159" y="8148"/>
                </a:lnTo>
                <a:cubicBezTo>
                  <a:pt x="12906" y="8775"/>
                  <a:pt x="12079" y="9344"/>
                  <a:pt x="11681" y="9857"/>
                </a:cubicBezTo>
                <a:cubicBezTo>
                  <a:pt x="11310" y="10370"/>
                  <a:pt x="11111" y="11082"/>
                  <a:pt x="11111" y="11994"/>
                </a:cubicBezTo>
                <a:lnTo>
                  <a:pt x="11111" y="15099"/>
                </a:lnTo>
                <a:lnTo>
                  <a:pt x="19287" y="15099"/>
                </a:lnTo>
                <a:lnTo>
                  <a:pt x="19287" y="12165"/>
                </a:lnTo>
                <a:lnTo>
                  <a:pt x="20769" y="12165"/>
                </a:lnTo>
                <a:lnTo>
                  <a:pt x="20769" y="20569"/>
                </a:lnTo>
                <a:lnTo>
                  <a:pt x="19287" y="20569"/>
                </a:lnTo>
                <a:lnTo>
                  <a:pt x="19287" y="17920"/>
                </a:lnTo>
                <a:lnTo>
                  <a:pt x="1481" y="17920"/>
                </a:lnTo>
                <a:lnTo>
                  <a:pt x="1481" y="20569"/>
                </a:lnTo>
                <a:lnTo>
                  <a:pt x="0" y="20569"/>
                </a:lnTo>
                <a:lnTo>
                  <a:pt x="0" y="10028"/>
                </a:lnTo>
                <a:cubicBezTo>
                  <a:pt x="0" y="8034"/>
                  <a:pt x="484" y="6467"/>
                  <a:pt x="1453" y="5356"/>
                </a:cubicBezTo>
                <a:cubicBezTo>
                  <a:pt x="2422" y="4273"/>
                  <a:pt x="3789" y="3704"/>
                  <a:pt x="5555" y="3704"/>
                </a:cubicBezTo>
                <a:cubicBezTo>
                  <a:pt x="6980" y="3704"/>
                  <a:pt x="8119" y="4102"/>
                  <a:pt x="8917" y="4900"/>
                </a:cubicBezTo>
                <a:cubicBezTo>
                  <a:pt x="9743" y="5698"/>
                  <a:pt x="10256" y="6894"/>
                  <a:pt x="10456" y="8490"/>
                </a:cubicBezTo>
                <a:close/>
                <a:moveTo>
                  <a:pt x="9629" y="15099"/>
                </a:moveTo>
                <a:lnTo>
                  <a:pt x="9629" y="10997"/>
                </a:lnTo>
                <a:cubicBezTo>
                  <a:pt x="9629" y="9601"/>
                  <a:pt x="9316" y="8575"/>
                  <a:pt x="8632" y="7892"/>
                </a:cubicBezTo>
                <a:cubicBezTo>
                  <a:pt x="7977" y="7236"/>
                  <a:pt x="6951" y="6894"/>
                  <a:pt x="5555" y="6894"/>
                </a:cubicBezTo>
                <a:cubicBezTo>
                  <a:pt x="4188" y="6894"/>
                  <a:pt x="3162" y="7236"/>
                  <a:pt x="2479" y="7892"/>
                </a:cubicBezTo>
                <a:cubicBezTo>
                  <a:pt x="1823" y="8575"/>
                  <a:pt x="1481" y="9601"/>
                  <a:pt x="1481" y="10997"/>
                </a:cubicBezTo>
                <a:lnTo>
                  <a:pt x="1481" y="15099"/>
                </a:lnTo>
                <a:lnTo>
                  <a:pt x="9629" y="1509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AAC39B-2129-4C5F-8CA5-22F17ADD8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4041" y="4730177"/>
            <a:ext cx="15156" cy="16524"/>
          </a:xfrm>
          <a:custGeom xmlns:a="http://schemas.openxmlformats.org/drawingml/2006/main">
            <a:pathLst>
              <a:path w="15156" h="16524">
                <a:moveTo>
                  <a:pt x="0" y="7208"/>
                </a:moveTo>
                <a:lnTo>
                  <a:pt x="0" y="2422"/>
                </a:lnTo>
                <a:lnTo>
                  <a:pt x="13304" y="2422"/>
                </a:lnTo>
                <a:lnTo>
                  <a:pt x="13304" y="0"/>
                </a:lnTo>
                <a:lnTo>
                  <a:pt x="14786" y="0"/>
                </a:lnTo>
                <a:lnTo>
                  <a:pt x="14786" y="4986"/>
                </a:lnTo>
                <a:lnTo>
                  <a:pt x="12165" y="4986"/>
                </a:lnTo>
                <a:cubicBezTo>
                  <a:pt x="13162" y="5470"/>
                  <a:pt x="13903" y="6097"/>
                  <a:pt x="14416" y="6837"/>
                </a:cubicBezTo>
                <a:cubicBezTo>
                  <a:pt x="14900" y="7578"/>
                  <a:pt x="15156" y="8461"/>
                  <a:pt x="15156" y="9430"/>
                </a:cubicBezTo>
                <a:cubicBezTo>
                  <a:pt x="15156" y="11082"/>
                  <a:pt x="14700" y="12307"/>
                  <a:pt x="13789" y="13077"/>
                </a:cubicBezTo>
                <a:cubicBezTo>
                  <a:pt x="12877" y="13846"/>
                  <a:pt x="11396" y="14216"/>
                  <a:pt x="9401" y="14216"/>
                </a:cubicBezTo>
                <a:lnTo>
                  <a:pt x="1481" y="14216"/>
                </a:lnTo>
                <a:lnTo>
                  <a:pt x="1481" y="16524"/>
                </a:lnTo>
                <a:lnTo>
                  <a:pt x="0" y="16524"/>
                </a:lnTo>
                <a:lnTo>
                  <a:pt x="0" y="11652"/>
                </a:lnTo>
                <a:lnTo>
                  <a:pt x="8604" y="11652"/>
                </a:lnTo>
                <a:cubicBezTo>
                  <a:pt x="10427" y="11652"/>
                  <a:pt x="11652" y="11453"/>
                  <a:pt x="12307" y="10997"/>
                </a:cubicBezTo>
                <a:cubicBezTo>
                  <a:pt x="12991" y="10541"/>
                  <a:pt x="13304" y="9772"/>
                  <a:pt x="13304" y="8632"/>
                </a:cubicBezTo>
                <a:cubicBezTo>
                  <a:pt x="13304" y="7436"/>
                  <a:pt x="12877" y="6553"/>
                  <a:pt x="11994" y="5926"/>
                </a:cubicBezTo>
                <a:cubicBezTo>
                  <a:pt x="11139" y="5299"/>
                  <a:pt x="9857" y="4986"/>
                  <a:pt x="8205" y="4986"/>
                </a:cubicBezTo>
                <a:lnTo>
                  <a:pt x="1481" y="4986"/>
                </a:lnTo>
                <a:lnTo>
                  <a:pt x="1481" y="7208"/>
                </a:lnTo>
                <a:lnTo>
                  <a:pt x="0" y="720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A4CAA1-4711-456A-9190-D1212F1C0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643" y="4715961"/>
            <a:ext cx="15555" cy="11567"/>
          </a:xfrm>
          <a:custGeom xmlns:a="http://schemas.openxmlformats.org/drawingml/2006/main">
            <a:pathLst>
              <a:path w="15555" h="11567">
                <a:moveTo>
                  <a:pt x="14359" y="11567"/>
                </a:moveTo>
                <a:lnTo>
                  <a:pt x="10911" y="11567"/>
                </a:lnTo>
                <a:lnTo>
                  <a:pt x="10911" y="10085"/>
                </a:lnTo>
                <a:cubicBezTo>
                  <a:pt x="12022" y="10057"/>
                  <a:pt x="12849" y="9715"/>
                  <a:pt x="13390" y="9060"/>
                </a:cubicBezTo>
                <a:cubicBezTo>
                  <a:pt x="13960" y="8404"/>
                  <a:pt x="14216" y="7436"/>
                  <a:pt x="14216" y="6154"/>
                </a:cubicBezTo>
                <a:cubicBezTo>
                  <a:pt x="14216" y="5014"/>
                  <a:pt x="14017" y="4131"/>
                  <a:pt x="13561" y="3533"/>
                </a:cubicBezTo>
                <a:cubicBezTo>
                  <a:pt x="13134" y="2934"/>
                  <a:pt x="12507" y="2621"/>
                  <a:pt x="11681" y="2621"/>
                </a:cubicBezTo>
                <a:cubicBezTo>
                  <a:pt x="11054" y="2621"/>
                  <a:pt x="10513" y="2849"/>
                  <a:pt x="10114" y="3276"/>
                </a:cubicBezTo>
                <a:cubicBezTo>
                  <a:pt x="9715" y="3732"/>
                  <a:pt x="9288" y="4644"/>
                  <a:pt x="8832" y="6068"/>
                </a:cubicBezTo>
                <a:lnTo>
                  <a:pt x="8205" y="7920"/>
                </a:lnTo>
                <a:cubicBezTo>
                  <a:pt x="7806" y="9202"/>
                  <a:pt x="7293" y="10114"/>
                  <a:pt x="6666" y="10683"/>
                </a:cubicBezTo>
                <a:cubicBezTo>
                  <a:pt x="6068" y="11253"/>
                  <a:pt x="5299" y="11538"/>
                  <a:pt x="4330" y="11538"/>
                </a:cubicBezTo>
                <a:cubicBezTo>
                  <a:pt x="2991" y="11538"/>
                  <a:pt x="1937" y="11054"/>
                  <a:pt x="1168" y="10057"/>
                </a:cubicBezTo>
                <a:cubicBezTo>
                  <a:pt x="399" y="9060"/>
                  <a:pt x="0" y="7692"/>
                  <a:pt x="0" y="5926"/>
                </a:cubicBezTo>
                <a:cubicBezTo>
                  <a:pt x="0" y="5157"/>
                  <a:pt x="114" y="4330"/>
                  <a:pt x="313" y="3476"/>
                </a:cubicBezTo>
                <a:cubicBezTo>
                  <a:pt x="513" y="2621"/>
                  <a:pt x="798" y="1709"/>
                  <a:pt x="1197" y="798"/>
                </a:cubicBezTo>
                <a:lnTo>
                  <a:pt x="4416" y="798"/>
                </a:lnTo>
                <a:lnTo>
                  <a:pt x="4416" y="2279"/>
                </a:lnTo>
                <a:cubicBezTo>
                  <a:pt x="3476" y="2336"/>
                  <a:pt x="2735" y="2650"/>
                  <a:pt x="2194" y="3276"/>
                </a:cubicBezTo>
                <a:cubicBezTo>
                  <a:pt x="1652" y="3903"/>
                  <a:pt x="1367" y="4758"/>
                  <a:pt x="1367" y="5840"/>
                </a:cubicBezTo>
                <a:cubicBezTo>
                  <a:pt x="1367" y="6923"/>
                  <a:pt x="1567" y="7749"/>
                  <a:pt x="1937" y="8290"/>
                </a:cubicBezTo>
                <a:cubicBezTo>
                  <a:pt x="2336" y="8860"/>
                  <a:pt x="2906" y="9117"/>
                  <a:pt x="3647" y="9117"/>
                </a:cubicBezTo>
                <a:cubicBezTo>
                  <a:pt x="4273" y="9117"/>
                  <a:pt x="4786" y="8917"/>
                  <a:pt x="5157" y="8490"/>
                </a:cubicBezTo>
                <a:cubicBezTo>
                  <a:pt x="5527" y="8091"/>
                  <a:pt x="5897" y="7236"/>
                  <a:pt x="6296" y="5983"/>
                </a:cubicBezTo>
                <a:lnTo>
                  <a:pt x="6923" y="3960"/>
                </a:lnTo>
                <a:cubicBezTo>
                  <a:pt x="7379" y="2564"/>
                  <a:pt x="7920" y="1567"/>
                  <a:pt x="8575" y="940"/>
                </a:cubicBezTo>
                <a:cubicBezTo>
                  <a:pt x="9231" y="313"/>
                  <a:pt x="10057" y="0"/>
                  <a:pt x="11082" y="0"/>
                </a:cubicBezTo>
                <a:cubicBezTo>
                  <a:pt x="12507" y="0"/>
                  <a:pt x="13589" y="541"/>
                  <a:pt x="14387" y="1624"/>
                </a:cubicBezTo>
                <a:cubicBezTo>
                  <a:pt x="15185" y="2706"/>
                  <a:pt x="15555" y="4159"/>
                  <a:pt x="15555" y="6040"/>
                </a:cubicBezTo>
                <a:cubicBezTo>
                  <a:pt x="15555" y="7008"/>
                  <a:pt x="15441" y="7920"/>
                  <a:pt x="15270" y="8832"/>
                </a:cubicBezTo>
                <a:cubicBezTo>
                  <a:pt x="15099" y="9743"/>
                  <a:pt x="14786" y="10655"/>
                  <a:pt x="14359" y="1156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8BCD4A-5A23-439A-A0AA-0D7E02261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9455" y="4703284"/>
            <a:ext cx="19743" cy="10399"/>
          </a:xfrm>
          <a:custGeom xmlns:a="http://schemas.openxmlformats.org/drawingml/2006/main">
            <a:pathLst>
              <a:path w="19743" h="10399">
                <a:moveTo>
                  <a:pt x="6068" y="8148"/>
                </a:moveTo>
                <a:lnTo>
                  <a:pt x="6068" y="10399"/>
                </a:lnTo>
                <a:lnTo>
                  <a:pt x="4587" y="10399"/>
                </a:lnTo>
                <a:lnTo>
                  <a:pt x="4587" y="8148"/>
                </a:lnTo>
                <a:lnTo>
                  <a:pt x="0" y="8148"/>
                </a:lnTo>
                <a:lnTo>
                  <a:pt x="0" y="5584"/>
                </a:lnTo>
                <a:lnTo>
                  <a:pt x="4587" y="5584"/>
                </a:lnTo>
                <a:lnTo>
                  <a:pt x="4587" y="769"/>
                </a:lnTo>
                <a:lnTo>
                  <a:pt x="6068" y="769"/>
                </a:lnTo>
                <a:lnTo>
                  <a:pt x="6068" y="5584"/>
                </a:lnTo>
                <a:lnTo>
                  <a:pt x="15470" y="5584"/>
                </a:lnTo>
                <a:cubicBezTo>
                  <a:pt x="16723" y="5584"/>
                  <a:pt x="17549" y="5470"/>
                  <a:pt x="17891" y="5214"/>
                </a:cubicBezTo>
                <a:cubicBezTo>
                  <a:pt x="18233" y="4986"/>
                  <a:pt x="18404" y="4530"/>
                  <a:pt x="18404" y="3875"/>
                </a:cubicBezTo>
                <a:cubicBezTo>
                  <a:pt x="18404" y="3219"/>
                  <a:pt x="18205" y="2735"/>
                  <a:pt x="17806" y="2422"/>
                </a:cubicBezTo>
                <a:cubicBezTo>
                  <a:pt x="17407" y="2137"/>
                  <a:pt x="16780" y="1966"/>
                  <a:pt x="15897" y="1937"/>
                </a:cubicBezTo>
                <a:lnTo>
                  <a:pt x="15897" y="0"/>
                </a:lnTo>
                <a:cubicBezTo>
                  <a:pt x="17265" y="85"/>
                  <a:pt x="18233" y="456"/>
                  <a:pt x="18831" y="1111"/>
                </a:cubicBezTo>
                <a:cubicBezTo>
                  <a:pt x="19430" y="1766"/>
                  <a:pt x="19743" y="2763"/>
                  <a:pt x="19743" y="4102"/>
                </a:cubicBezTo>
                <a:cubicBezTo>
                  <a:pt x="19743" y="5584"/>
                  <a:pt x="19401" y="6638"/>
                  <a:pt x="18774" y="7236"/>
                </a:cubicBezTo>
                <a:cubicBezTo>
                  <a:pt x="18148" y="7863"/>
                  <a:pt x="17037" y="8148"/>
                  <a:pt x="15470" y="8148"/>
                </a:cubicBezTo>
                <a:lnTo>
                  <a:pt x="6068" y="814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1137FA-A1AD-4247-B714-D8D2211D0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4719" y="4943662"/>
            <a:ext cx="9971" cy="10"/>
          </a:xfrm>
          <a:custGeom xmlns:a="http://schemas.openxmlformats.org/drawingml/2006/main">
            <a:pathLst>
              <a:path w="9971" h="1">
                <a:moveTo>
                  <a:pt x="9971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9FDB75-51EB-430A-AB44-95C11086F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4719" y="4943662"/>
            <a:ext cx="9971" cy="10"/>
          </a:xfrm>
          <a:custGeom xmlns:a="http://schemas.openxmlformats.org/drawingml/2006/main">
            <a:pathLst>
              <a:path w="9971" h="1" fill="none">
                <a:moveTo>
                  <a:pt x="9971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9" cap="flat">
            <a:solidFill>
              <a:srgbClr val="000000"/>
            </a:solidFill>
            <a:round/>
          </a:ln>
        </p:spPr>
      </p:sp>
      <p:sp>
        <p:nvSpPr>
          <p:cNvPr id="33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1E9BB5-2764-40F5-B40C-121B1378A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688" y="4965555"/>
            <a:ext cx="21509" cy="15042"/>
          </a:xfrm>
          <a:custGeom xmlns:a="http://schemas.openxmlformats.org/drawingml/2006/main">
            <a:pathLst>
              <a:path w="21509" h="15042">
                <a:moveTo>
                  <a:pt x="20142" y="14786"/>
                </a:moveTo>
                <a:lnTo>
                  <a:pt x="15413" y="14786"/>
                </a:lnTo>
                <a:lnTo>
                  <a:pt x="15413" y="13191"/>
                </a:lnTo>
                <a:cubicBezTo>
                  <a:pt x="17008" y="13162"/>
                  <a:pt x="18176" y="12706"/>
                  <a:pt x="18917" y="11823"/>
                </a:cubicBezTo>
                <a:cubicBezTo>
                  <a:pt x="19686" y="10968"/>
                  <a:pt x="20056" y="9629"/>
                  <a:pt x="20056" y="7863"/>
                </a:cubicBezTo>
                <a:cubicBezTo>
                  <a:pt x="20056" y="6211"/>
                  <a:pt x="19743" y="4957"/>
                  <a:pt x="19088" y="4102"/>
                </a:cubicBezTo>
                <a:cubicBezTo>
                  <a:pt x="18433" y="3248"/>
                  <a:pt x="17464" y="2792"/>
                  <a:pt x="16210" y="2792"/>
                </a:cubicBezTo>
                <a:cubicBezTo>
                  <a:pt x="15213" y="2792"/>
                  <a:pt x="14444" y="3077"/>
                  <a:pt x="13903" y="3590"/>
                </a:cubicBezTo>
                <a:cubicBezTo>
                  <a:pt x="13390" y="4102"/>
                  <a:pt x="12849" y="5214"/>
                  <a:pt x="12336" y="6894"/>
                </a:cubicBezTo>
                <a:lnTo>
                  <a:pt x="11510" y="9629"/>
                </a:lnTo>
                <a:cubicBezTo>
                  <a:pt x="10911" y="11624"/>
                  <a:pt x="10171" y="13048"/>
                  <a:pt x="9259" y="13846"/>
                </a:cubicBezTo>
                <a:cubicBezTo>
                  <a:pt x="8376" y="14643"/>
                  <a:pt x="7151" y="15042"/>
                  <a:pt x="5555" y="15042"/>
                </a:cubicBezTo>
                <a:cubicBezTo>
                  <a:pt x="3789" y="15042"/>
                  <a:pt x="2422" y="14416"/>
                  <a:pt x="1453" y="13162"/>
                </a:cubicBezTo>
                <a:cubicBezTo>
                  <a:pt x="484" y="11909"/>
                  <a:pt x="0" y="10171"/>
                  <a:pt x="0" y="7892"/>
                </a:cubicBezTo>
                <a:cubicBezTo>
                  <a:pt x="0" y="6923"/>
                  <a:pt x="114" y="5869"/>
                  <a:pt x="313" y="4729"/>
                </a:cubicBezTo>
                <a:cubicBezTo>
                  <a:pt x="541" y="3590"/>
                  <a:pt x="826" y="2365"/>
                  <a:pt x="1225" y="1054"/>
                </a:cubicBezTo>
                <a:lnTo>
                  <a:pt x="5641" y="1054"/>
                </a:lnTo>
                <a:lnTo>
                  <a:pt x="5641" y="2621"/>
                </a:lnTo>
                <a:cubicBezTo>
                  <a:pt x="4188" y="2792"/>
                  <a:pt x="3134" y="3276"/>
                  <a:pt x="2479" y="4102"/>
                </a:cubicBezTo>
                <a:cubicBezTo>
                  <a:pt x="1823" y="4929"/>
                  <a:pt x="1481" y="6182"/>
                  <a:pt x="1481" y="7835"/>
                </a:cubicBezTo>
                <a:cubicBezTo>
                  <a:pt x="1481" y="9316"/>
                  <a:pt x="1795" y="10427"/>
                  <a:pt x="2393" y="11196"/>
                </a:cubicBezTo>
                <a:cubicBezTo>
                  <a:pt x="2991" y="11965"/>
                  <a:pt x="3846" y="12336"/>
                  <a:pt x="4986" y="12336"/>
                </a:cubicBezTo>
                <a:cubicBezTo>
                  <a:pt x="5983" y="12336"/>
                  <a:pt x="6752" y="12051"/>
                  <a:pt x="7322" y="11481"/>
                </a:cubicBezTo>
                <a:cubicBezTo>
                  <a:pt x="7892" y="10911"/>
                  <a:pt x="8461" y="9686"/>
                  <a:pt x="9003" y="7806"/>
                </a:cubicBezTo>
                <a:lnTo>
                  <a:pt x="9772" y="5242"/>
                </a:lnTo>
                <a:cubicBezTo>
                  <a:pt x="10342" y="3362"/>
                  <a:pt x="11082" y="2023"/>
                  <a:pt x="11937" y="1225"/>
                </a:cubicBezTo>
                <a:cubicBezTo>
                  <a:pt x="12820" y="427"/>
                  <a:pt x="13988" y="0"/>
                  <a:pt x="15470" y="0"/>
                </a:cubicBezTo>
                <a:cubicBezTo>
                  <a:pt x="17492" y="0"/>
                  <a:pt x="19002" y="655"/>
                  <a:pt x="19999" y="1937"/>
                </a:cubicBezTo>
                <a:cubicBezTo>
                  <a:pt x="21025" y="3248"/>
                  <a:pt x="21509" y="5157"/>
                  <a:pt x="21509" y="7692"/>
                </a:cubicBezTo>
                <a:cubicBezTo>
                  <a:pt x="21509" y="8832"/>
                  <a:pt x="21395" y="10000"/>
                  <a:pt x="21168" y="11196"/>
                </a:cubicBezTo>
                <a:cubicBezTo>
                  <a:pt x="20968" y="12393"/>
                  <a:pt x="20626" y="13589"/>
                  <a:pt x="20142" y="147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855F34-64BB-43BF-B5E8-B82F105F7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643" y="4948832"/>
            <a:ext cx="15555" cy="13219"/>
          </a:xfrm>
          <a:custGeom xmlns:a="http://schemas.openxmlformats.org/drawingml/2006/main">
            <a:pathLst>
              <a:path w="15555" h="13219">
                <a:moveTo>
                  <a:pt x="10740" y="0"/>
                </a:moveTo>
                <a:cubicBezTo>
                  <a:pt x="12336" y="370"/>
                  <a:pt x="13532" y="1054"/>
                  <a:pt x="14330" y="2080"/>
                </a:cubicBezTo>
                <a:cubicBezTo>
                  <a:pt x="15156" y="3105"/>
                  <a:pt x="15555" y="4444"/>
                  <a:pt x="15555" y="6068"/>
                </a:cubicBezTo>
                <a:cubicBezTo>
                  <a:pt x="15555" y="8233"/>
                  <a:pt x="14871" y="9943"/>
                  <a:pt x="13447" y="11253"/>
                </a:cubicBezTo>
                <a:cubicBezTo>
                  <a:pt x="12022" y="12564"/>
                  <a:pt x="10142" y="13219"/>
                  <a:pt x="7778" y="13219"/>
                </a:cubicBezTo>
                <a:cubicBezTo>
                  <a:pt x="5441" y="13219"/>
                  <a:pt x="3561" y="12564"/>
                  <a:pt x="2137" y="11253"/>
                </a:cubicBezTo>
                <a:cubicBezTo>
                  <a:pt x="712" y="9943"/>
                  <a:pt x="0" y="8233"/>
                  <a:pt x="0" y="6068"/>
                </a:cubicBezTo>
                <a:cubicBezTo>
                  <a:pt x="0" y="5157"/>
                  <a:pt x="114" y="4216"/>
                  <a:pt x="342" y="3276"/>
                </a:cubicBezTo>
                <a:cubicBezTo>
                  <a:pt x="570" y="2365"/>
                  <a:pt x="883" y="1424"/>
                  <a:pt x="1311" y="484"/>
                </a:cubicBezTo>
                <a:lnTo>
                  <a:pt x="5100" y="484"/>
                </a:lnTo>
                <a:lnTo>
                  <a:pt x="5100" y="1966"/>
                </a:lnTo>
                <a:cubicBezTo>
                  <a:pt x="3818" y="2165"/>
                  <a:pt x="2877" y="2593"/>
                  <a:pt x="2279" y="3248"/>
                </a:cubicBezTo>
                <a:cubicBezTo>
                  <a:pt x="1681" y="3903"/>
                  <a:pt x="1367" y="4843"/>
                  <a:pt x="1367" y="6040"/>
                </a:cubicBezTo>
                <a:cubicBezTo>
                  <a:pt x="1367" y="7436"/>
                  <a:pt x="1909" y="8490"/>
                  <a:pt x="2991" y="9174"/>
                </a:cubicBezTo>
                <a:cubicBezTo>
                  <a:pt x="4074" y="9886"/>
                  <a:pt x="5669" y="10228"/>
                  <a:pt x="7806" y="10228"/>
                </a:cubicBezTo>
                <a:cubicBezTo>
                  <a:pt x="9943" y="10228"/>
                  <a:pt x="11538" y="9886"/>
                  <a:pt x="12621" y="9174"/>
                </a:cubicBezTo>
                <a:cubicBezTo>
                  <a:pt x="13703" y="8490"/>
                  <a:pt x="14216" y="7436"/>
                  <a:pt x="14216" y="6040"/>
                </a:cubicBezTo>
                <a:cubicBezTo>
                  <a:pt x="14216" y="4957"/>
                  <a:pt x="13931" y="4074"/>
                  <a:pt x="13361" y="3419"/>
                </a:cubicBezTo>
                <a:cubicBezTo>
                  <a:pt x="12792" y="2763"/>
                  <a:pt x="11909" y="2308"/>
                  <a:pt x="10740" y="2051"/>
                </a:cubicBezTo>
                <a:lnTo>
                  <a:pt x="1074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5119E6-E8BE-487F-9E8D-33AC16F37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643" y="4931339"/>
            <a:ext cx="15555" cy="14757"/>
          </a:xfrm>
          <a:custGeom xmlns:a="http://schemas.openxmlformats.org/drawingml/2006/main">
            <a:pathLst>
              <a:path w="15555" h="14757">
                <a:moveTo>
                  <a:pt x="10541" y="4843"/>
                </a:moveTo>
                <a:lnTo>
                  <a:pt x="7407" y="4843"/>
                </a:lnTo>
                <a:lnTo>
                  <a:pt x="7407" y="8148"/>
                </a:lnTo>
                <a:cubicBezTo>
                  <a:pt x="7407" y="9430"/>
                  <a:pt x="7692" y="10370"/>
                  <a:pt x="8233" y="10997"/>
                </a:cubicBezTo>
                <a:cubicBezTo>
                  <a:pt x="8803" y="11624"/>
                  <a:pt x="9629" y="11909"/>
                  <a:pt x="10740" y="11909"/>
                </a:cubicBezTo>
                <a:cubicBezTo>
                  <a:pt x="11766" y="11909"/>
                  <a:pt x="12592" y="11595"/>
                  <a:pt x="13191" y="10968"/>
                </a:cubicBezTo>
                <a:cubicBezTo>
                  <a:pt x="13817" y="10342"/>
                  <a:pt x="14102" y="9487"/>
                  <a:pt x="14102" y="8404"/>
                </a:cubicBezTo>
                <a:cubicBezTo>
                  <a:pt x="14102" y="7350"/>
                  <a:pt x="13789" y="6496"/>
                  <a:pt x="13134" y="5840"/>
                </a:cubicBezTo>
                <a:cubicBezTo>
                  <a:pt x="12478" y="5185"/>
                  <a:pt x="11624" y="4843"/>
                  <a:pt x="10541" y="4843"/>
                </a:cubicBezTo>
                <a:close/>
                <a:moveTo>
                  <a:pt x="5954" y="2279"/>
                </a:moveTo>
                <a:lnTo>
                  <a:pt x="13703" y="2279"/>
                </a:lnTo>
                <a:lnTo>
                  <a:pt x="13703" y="0"/>
                </a:lnTo>
                <a:lnTo>
                  <a:pt x="15185" y="0"/>
                </a:lnTo>
                <a:lnTo>
                  <a:pt x="15185" y="4843"/>
                </a:lnTo>
                <a:lnTo>
                  <a:pt x="13589" y="4843"/>
                </a:lnTo>
                <a:cubicBezTo>
                  <a:pt x="14273" y="5413"/>
                  <a:pt x="14786" y="6068"/>
                  <a:pt x="15099" y="6809"/>
                </a:cubicBezTo>
                <a:cubicBezTo>
                  <a:pt x="15384" y="7550"/>
                  <a:pt x="15555" y="8433"/>
                  <a:pt x="15555" y="9401"/>
                </a:cubicBezTo>
                <a:cubicBezTo>
                  <a:pt x="15555" y="11054"/>
                  <a:pt x="15128" y="12364"/>
                  <a:pt x="14273" y="13333"/>
                </a:cubicBezTo>
                <a:cubicBezTo>
                  <a:pt x="13418" y="14302"/>
                  <a:pt x="12222" y="14757"/>
                  <a:pt x="10740" y="14757"/>
                </a:cubicBezTo>
                <a:cubicBezTo>
                  <a:pt x="9231" y="14757"/>
                  <a:pt x="8062" y="14216"/>
                  <a:pt x="7208" y="13105"/>
                </a:cubicBezTo>
                <a:cubicBezTo>
                  <a:pt x="6353" y="12022"/>
                  <a:pt x="5926" y="10456"/>
                  <a:pt x="5926" y="8433"/>
                </a:cubicBezTo>
                <a:lnTo>
                  <a:pt x="5926" y="4843"/>
                </a:lnTo>
                <a:lnTo>
                  <a:pt x="4900" y="4843"/>
                </a:lnTo>
                <a:cubicBezTo>
                  <a:pt x="3789" y="4843"/>
                  <a:pt x="2934" y="5185"/>
                  <a:pt x="2308" y="5869"/>
                </a:cubicBezTo>
                <a:cubicBezTo>
                  <a:pt x="1681" y="6553"/>
                  <a:pt x="1367" y="7521"/>
                  <a:pt x="1367" y="8746"/>
                </a:cubicBezTo>
                <a:cubicBezTo>
                  <a:pt x="1367" y="9772"/>
                  <a:pt x="1624" y="10570"/>
                  <a:pt x="2080" y="11168"/>
                </a:cubicBezTo>
                <a:cubicBezTo>
                  <a:pt x="2536" y="11795"/>
                  <a:pt x="3219" y="12165"/>
                  <a:pt x="4131" y="12307"/>
                </a:cubicBezTo>
                <a:lnTo>
                  <a:pt x="4131" y="13618"/>
                </a:lnTo>
                <a:lnTo>
                  <a:pt x="1140" y="13618"/>
                </a:lnTo>
                <a:cubicBezTo>
                  <a:pt x="769" y="12735"/>
                  <a:pt x="484" y="11880"/>
                  <a:pt x="285" y="11025"/>
                </a:cubicBezTo>
                <a:cubicBezTo>
                  <a:pt x="114" y="10199"/>
                  <a:pt x="0" y="9373"/>
                  <a:pt x="0" y="8575"/>
                </a:cubicBezTo>
                <a:cubicBezTo>
                  <a:pt x="0" y="6524"/>
                  <a:pt x="513" y="4986"/>
                  <a:pt x="1538" y="3903"/>
                </a:cubicBezTo>
                <a:cubicBezTo>
                  <a:pt x="2564" y="2820"/>
                  <a:pt x="4017" y="2279"/>
                  <a:pt x="5954" y="227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157E15-F597-4091-8AF9-CF29C5F43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176" y="4922280"/>
            <a:ext cx="21652" cy="7436"/>
          </a:xfrm>
          <a:custGeom xmlns:a="http://schemas.openxmlformats.org/drawingml/2006/main">
            <a:pathLst>
              <a:path w="21652" h="7436">
                <a:moveTo>
                  <a:pt x="20170" y="2422"/>
                </a:moveTo>
                <a:lnTo>
                  <a:pt x="20170" y="0"/>
                </a:lnTo>
                <a:lnTo>
                  <a:pt x="21652" y="0"/>
                </a:lnTo>
                <a:lnTo>
                  <a:pt x="21652" y="7436"/>
                </a:lnTo>
                <a:lnTo>
                  <a:pt x="20170" y="7436"/>
                </a:lnTo>
                <a:lnTo>
                  <a:pt x="20170" y="4986"/>
                </a:lnTo>
                <a:lnTo>
                  <a:pt x="1481" y="4986"/>
                </a:lnTo>
                <a:lnTo>
                  <a:pt x="1481" y="7436"/>
                </a:lnTo>
                <a:lnTo>
                  <a:pt x="0" y="7436"/>
                </a:lnTo>
                <a:lnTo>
                  <a:pt x="0" y="2422"/>
                </a:lnTo>
                <a:lnTo>
                  <a:pt x="20170" y="242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CC537D-7221-4436-874A-BDB587AC4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643" y="4905244"/>
            <a:ext cx="15555" cy="14757"/>
          </a:xfrm>
          <a:custGeom xmlns:a="http://schemas.openxmlformats.org/drawingml/2006/main">
            <a:pathLst>
              <a:path w="15555" h="14757">
                <a:moveTo>
                  <a:pt x="10541" y="4843"/>
                </a:moveTo>
                <a:lnTo>
                  <a:pt x="7407" y="4843"/>
                </a:lnTo>
                <a:lnTo>
                  <a:pt x="7407" y="8148"/>
                </a:lnTo>
                <a:cubicBezTo>
                  <a:pt x="7407" y="9430"/>
                  <a:pt x="7692" y="10370"/>
                  <a:pt x="8233" y="10997"/>
                </a:cubicBezTo>
                <a:cubicBezTo>
                  <a:pt x="8803" y="11624"/>
                  <a:pt x="9629" y="11909"/>
                  <a:pt x="10740" y="11909"/>
                </a:cubicBezTo>
                <a:cubicBezTo>
                  <a:pt x="11766" y="11909"/>
                  <a:pt x="12592" y="11595"/>
                  <a:pt x="13191" y="10968"/>
                </a:cubicBezTo>
                <a:cubicBezTo>
                  <a:pt x="13817" y="10342"/>
                  <a:pt x="14102" y="9487"/>
                  <a:pt x="14102" y="8404"/>
                </a:cubicBezTo>
                <a:cubicBezTo>
                  <a:pt x="14102" y="7350"/>
                  <a:pt x="13789" y="6496"/>
                  <a:pt x="13134" y="5840"/>
                </a:cubicBezTo>
                <a:cubicBezTo>
                  <a:pt x="12478" y="5185"/>
                  <a:pt x="11624" y="4843"/>
                  <a:pt x="10541" y="4843"/>
                </a:cubicBezTo>
                <a:close/>
                <a:moveTo>
                  <a:pt x="5954" y="2279"/>
                </a:moveTo>
                <a:lnTo>
                  <a:pt x="13703" y="2279"/>
                </a:lnTo>
                <a:lnTo>
                  <a:pt x="13703" y="0"/>
                </a:lnTo>
                <a:lnTo>
                  <a:pt x="15185" y="0"/>
                </a:lnTo>
                <a:lnTo>
                  <a:pt x="15185" y="4843"/>
                </a:lnTo>
                <a:lnTo>
                  <a:pt x="13589" y="4843"/>
                </a:lnTo>
                <a:cubicBezTo>
                  <a:pt x="14273" y="5413"/>
                  <a:pt x="14786" y="6068"/>
                  <a:pt x="15099" y="6809"/>
                </a:cubicBezTo>
                <a:cubicBezTo>
                  <a:pt x="15384" y="7550"/>
                  <a:pt x="15555" y="8433"/>
                  <a:pt x="15555" y="9401"/>
                </a:cubicBezTo>
                <a:cubicBezTo>
                  <a:pt x="15555" y="11054"/>
                  <a:pt x="15128" y="12364"/>
                  <a:pt x="14273" y="13333"/>
                </a:cubicBezTo>
                <a:cubicBezTo>
                  <a:pt x="13418" y="14302"/>
                  <a:pt x="12222" y="14757"/>
                  <a:pt x="10740" y="14757"/>
                </a:cubicBezTo>
                <a:cubicBezTo>
                  <a:pt x="9231" y="14757"/>
                  <a:pt x="8062" y="14216"/>
                  <a:pt x="7208" y="13105"/>
                </a:cubicBezTo>
                <a:cubicBezTo>
                  <a:pt x="6353" y="12022"/>
                  <a:pt x="5926" y="10456"/>
                  <a:pt x="5926" y="8433"/>
                </a:cubicBezTo>
                <a:lnTo>
                  <a:pt x="5926" y="4843"/>
                </a:lnTo>
                <a:lnTo>
                  <a:pt x="4900" y="4843"/>
                </a:lnTo>
                <a:cubicBezTo>
                  <a:pt x="3789" y="4843"/>
                  <a:pt x="2934" y="5185"/>
                  <a:pt x="2308" y="5869"/>
                </a:cubicBezTo>
                <a:cubicBezTo>
                  <a:pt x="1681" y="6553"/>
                  <a:pt x="1367" y="7521"/>
                  <a:pt x="1367" y="8746"/>
                </a:cubicBezTo>
                <a:cubicBezTo>
                  <a:pt x="1367" y="9772"/>
                  <a:pt x="1624" y="10570"/>
                  <a:pt x="2080" y="11168"/>
                </a:cubicBezTo>
                <a:cubicBezTo>
                  <a:pt x="2536" y="11795"/>
                  <a:pt x="3219" y="12165"/>
                  <a:pt x="4131" y="12307"/>
                </a:cubicBezTo>
                <a:lnTo>
                  <a:pt x="4131" y="13618"/>
                </a:lnTo>
                <a:lnTo>
                  <a:pt x="1140" y="13618"/>
                </a:lnTo>
                <a:cubicBezTo>
                  <a:pt x="769" y="12735"/>
                  <a:pt x="484" y="11880"/>
                  <a:pt x="285" y="11025"/>
                </a:cubicBezTo>
                <a:cubicBezTo>
                  <a:pt x="114" y="10199"/>
                  <a:pt x="0" y="9373"/>
                  <a:pt x="0" y="8575"/>
                </a:cubicBezTo>
                <a:cubicBezTo>
                  <a:pt x="0" y="6524"/>
                  <a:pt x="513" y="4986"/>
                  <a:pt x="1538" y="3903"/>
                </a:cubicBezTo>
                <a:cubicBezTo>
                  <a:pt x="2564" y="2820"/>
                  <a:pt x="4017" y="2279"/>
                  <a:pt x="5954" y="227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13641B-00B0-4303-A3C7-11DBFE2BD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6812" y="2853951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13BC7A-9F15-4B4F-818A-7F1C5F93A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986" y="285358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C98F68-8FE1-4E46-93B8-9CE5D3755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3307" y="287141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89F91F-8177-4529-89EB-B3C0E5113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1626" y="285358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1F778D-B903-480F-8B07-90D4CA6F7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9717" y="285358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C37CBC-E94E-4EC8-8589-3391D0EB6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279" y="285358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8EEADB-CF7F-4B16-B034-13373EA79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370" y="2853581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B7AA11-E417-4F88-A08E-A484D9AFB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4258" y="287141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F2E44E-7ACE-410E-B3F6-A57639E4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435" y="2853581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CDF0BA-A48F-4853-B436-20FC71760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235" y="285358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D3739E-6F04-4F12-82B3-B67114D22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8230" y="285358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0B4B79-93B4-46D0-81CF-C960258BF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6321" y="2853581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CAE905-FC20-49E7-B26B-7BDE6AEAE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5210" y="287141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63C67C-508B-4677-9972-32A8FC4C2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3529" y="285358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284CA5-654B-414F-8E7D-0E11CE22C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0593" y="2853581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4D0C53-2EF2-4AB1-83B4-36C728557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9182" y="285358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9B4C6C-B9CC-4416-9BBD-F7203BA40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7158" y="2853581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09AA97-A673-4DB4-B3B0-C36646619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6161" y="287141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F16F31-F4A8-42BA-9C56-2B1D541C8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426" y="2853581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73ECD6-EBF2-41E3-8235-71B432E74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2457" y="2853581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0CF5D2-068B-439F-BCF0-7FE02E04D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0361" y="2853581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F7EEE6-7236-433B-9BAA-67261264E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8110" y="2853581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B87FB5-65C2-43AB-86E7-614FDF65A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7112" y="287141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CF1C1D-4472-4F96-BF38-7D4394D4A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5402" y="285358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0708CE-A9E7-437A-AEBB-4841E3EB2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4034" y="2853951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716CD2-6795-442D-8766-B1E9E0024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1084" y="285358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F3BF50-3302-4484-8581-19FFAA4C2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9432" y="2853581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96DD92-7282-4F30-BFE0-E229FDEDE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8064" y="287141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718113-3E79-4373-BA21-CFC19D414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6867" y="2853951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F58859-54F3-4088-AE37-CED9EFA9C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4986" y="2853951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FFEBF6-27C1-4F06-99EB-9234681A6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035" y="285358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3628C2-5855-4575-9461-EAA92706E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9100" y="2853581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75C142-4B9D-4452-8827-DF16F4356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9015" y="287141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872116-8E89-4B78-A873-0BD704D82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7334" y="285358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BE0A7A-8E6C-49BD-8F6F-DB3784395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4399" y="2853581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8BA484-3EDB-43F7-9913-1871EF3B2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3214" y="2853581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E58CB2-CEB6-49D0-A47B-81442FDDE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1590" y="2853951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A47DFE-58CE-4D24-A3E0-F754C19F3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9966" y="287141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CC9B38-CE2B-4171-A9B3-0FFC69A8D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8228" y="2853581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06FAA4-166D-4AB1-9EBC-BF310EE31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75" y="285358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AC4D72-F1A4-48F7-AC16-5A7643E3A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3937" y="285358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839CD6-8253-4F9B-8723-1ED57C8EC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1914" y="2853581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1BC38A-0D1F-44D4-87CC-0AEED9940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0916" y="287141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5A035F-8DC2-4947-91C0-F5CD76C41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8181" y="2853581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7731E4-A44E-41C0-AFBE-6C7C535AF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7355" y="285358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EE4231-D2B3-4623-871F-B342F9E00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6428" y="285358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30B3B7-128D-4FD9-919D-0D83869BD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980" y="2853581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DDFE0A-9ADE-407A-AA31-9E471D237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868" y="287141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6C308B-26EF-4D61-9643-21B249659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0415" y="2853581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86AA8A-FB36-45D9-A0B6-96EB88024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9845" y="285358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6154DE-2B05-4225-9202-87977749F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5840" y="285358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C299DF-718C-45ED-89BB-70B8DCA6A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3931" y="285358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E22437-378D-461B-846C-D61E94615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2819" y="287141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0C6316-346C-4183-8C36-4550E3C07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676" y="285358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5D9517-9093-491B-89D4-8CDC3DFC8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203" y="2853581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565C10-67E2-4134-AFE4-4414ADE2B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6556" y="3061261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0E899F-0CD1-4711-9307-AC9006499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4932" y="3061631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90D58C-5182-46B0-B11A-DEB93833F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3307" y="307909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051C99-00F9-48F6-9D4D-E1353C487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1626" y="306126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07A73C-4C54-41DC-BD94-A1241947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0230" y="3061631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CA0CA6-0195-4076-9359-7601E6758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225" y="3061261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CBAAC0-38CA-45CA-A96D-675740BEC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399" y="306126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46BB55-327E-47EF-9962-B9BD114AA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4258" y="307909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1C6536-1FBD-45B6-90F7-C14DE0D95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1523" y="3061261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B5CE23-BD29-4C6B-B90F-B552EC47D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668" y="306126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1BCC93-3BD4-4909-897D-D94E30617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8230" y="306126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DE7C7E-A79F-4294-A364-554A2051A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6321" y="3061261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5D3DAB-701D-4C2E-91C8-0D3DF8188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5210" y="307909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AEC97F-B859-4A51-9046-C39C6D0EC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3984" y="306163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FA43BD-F9B8-452C-A5AA-88F7F4F66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2103" y="306163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D1F2ED-F653-4BBF-8583-90E25F22D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9410" y="3061261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BC5AAC-6D2A-44A7-9725-E24BE900D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7529" y="3061261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D9987C-136E-4CDF-B26B-6CF2BA859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6161" y="307909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A797C6-1300-495C-8730-87AF3AB04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4964" y="3061631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F2D8D5-0FFE-44B4-AE42-DB01C538A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2571" y="3061261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C44B3A-706A-4A6E-9514-F4FCD3031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0361" y="3061261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A01533-38AF-461B-B5F4-339093FD8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8110" y="3061261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F0A715-C764-4832-AEBB-E49BB5083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7112" y="307909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FE9681-8FC0-47D8-8318-386A476B9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4377" y="3061261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0FD755-34E6-4BCF-83E2-45CE1745B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2496" y="3061261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24AC1E-54AC-437A-A85A-1D43E0559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1084" y="306126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1331A3-5D04-4A62-9AA4-F5CCA8ADA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9061" y="3061261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5C01F2-F482-495A-86E2-9E03A821D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8064" y="307909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7873E1-03A3-4BE3-8926-0FFB0D05B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6838" y="306163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29FEC9-E3F1-4BBA-8456-D7DFC6FE4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4958" y="306163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BA6DB7-3CE6-45CF-9D6F-AEBF63F73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035" y="306126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66175F-8D55-4457-91A9-B3D9116E1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0126" y="3061261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4AB9B9-25D2-42FB-9D7A-4F9E95496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9015" y="307909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5B2A4C-2700-47AF-AE23-965557E87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7191" y="3061261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65E05E-B97B-4D0A-BEB4-A573D5158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5909" y="306163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C4254E-6C05-4060-9C4C-068676273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3214" y="3061261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4D8BF7-0C45-4D00-A978-148B30301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1334" y="3061261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DA786D-DBA3-43B5-97C4-F0935D8F8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9966" y="307909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C60CCB-2B67-4A25-A346-E48B769ED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230" y="3061261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55C810-7130-49AC-A345-55B7A223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5350" y="3061261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5C43CD-A69C-43EE-95A8-EFCFF4C4D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165" y="3061261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F5E828-4B73-4298-8DFA-4AB012825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95" y="306126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40B7FF-DE12-4058-898D-A39A98B3F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0916" y="307909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CA18D4-A854-49C6-B293-17FF5D036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9207" y="306126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022734-A784-4A98-B5B7-5F268AC07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7326" y="3061261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487185-D389-4B8F-8A27-A7226D8D5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4889" y="306126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42FAFD-12E9-436F-A325-31C700283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4547" y="306126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E56A94-DE6A-4BF1-BBC3-7B5B1B8A0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868" y="307909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5D7A17-6B86-4C8C-93A1-2DC09A4C9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9133" y="3061261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BFD8CD-D1A5-4D9F-99DB-ADDE4D449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7252" y="3061261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B7F832-B290-464E-8DC0-7DFEC7B49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068" y="3061261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3EBB0E-D93C-45DC-B1E2-0B520E49D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3959" y="306126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62E479-D93C-4FF5-B36B-35A4AAF2E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2819" y="307909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ADF4E3-4B1B-4203-BD75-64A9DB879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1081" y="3061261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02800A-8DB5-4AF9-80DD-6A8755AF6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0796" y="306126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6C0FFC-8C67-42DA-9F04-E6482E7C9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6556" y="3268941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FDD569-203B-4C7D-AC8E-4A8E5F03F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4932" y="3269311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095A4C-8A80-4B62-8704-C7C576463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3307" y="328677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64F8B5-1BF5-47D1-80FD-56AC9AA61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1626" y="326894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8D5FD5-D1B2-4A38-A0AC-09BD1F981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9603" y="3268941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8B9EDA-C2C8-4E49-8B66-D3AFA5B57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279" y="326894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38C2C7-2734-4494-BC6D-3F866C629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855" y="326931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BADF32-9382-4B69-B0D6-C26253FB1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4258" y="328677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BB7AF5-E4FC-4664-B37F-192BB59E2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549" y="3268941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BFA395-2D2D-4636-88F6-2C762304F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1152" y="326931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3B2557-A5BE-4C8D-94E9-A89CA3BC4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7176" y="3268941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4DEE1F-6BCE-4810-A374-FA21990C7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6350" y="326894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2BBBA7-2ACC-4BD9-A5F3-E5FEA6FE3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5210" y="328677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C6B794-7890-4CE3-8C7F-9A6C19DC1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3386" y="3268941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F6081D-554C-47B9-A9B6-53ECE71CC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0593" y="3268941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1FE72E-F024-43C1-A51D-62A52EEA2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9182" y="326894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FFAE46-926B-4836-B88F-B8976B2D5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7757" y="326931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5A3FFF-48BD-4E4B-94D4-067835D7C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6161" y="328677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A2F617-DF62-4ABA-A3B6-323F70FF9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426" y="3268941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674EF5-5B2B-43E0-BA59-27D3BB7F5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2571" y="326894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5AE54A-8CD5-40F5-9BA4-0DACA6E20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0361" y="3268941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67F56B-CA7A-4CB4-B8F7-2A9CD1410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198" y="3268941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E23C18-C6B5-4B82-AE08-1A21E8809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7112" y="328677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4A483E-B818-4BAC-803E-79302F802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5288" y="3268941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6D73AC-76EB-4593-B786-BE1385BD0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3493" y="3268941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2BA71E-18B3-4F1E-88C9-E030692E0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1084" y="326894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94BC91-D990-4E36-B0DA-D3857DB73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9204" y="326894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A8B00C-9ED5-41FF-9C2D-28584CC1D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8064" y="328677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3850B1-53CD-49F4-A585-FE9EEE1E6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6610" y="3268941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2755E7-D54E-4765-88F1-0BE428DDE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4359" y="3268941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7B93AC-8EFD-479B-90D7-44C72AAF6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035" y="326894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D85F76-1187-4245-B66D-A7229D466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0382" y="3268941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FFCCB4-7618-4E62-9F2A-56FA56D77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9015" y="328677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0AE791-C4FC-4B81-869A-DB4053902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8872" y="326894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771EF5-ACF6-4D74-B3F5-DE72F142C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5681" y="3268941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9958DC-1328-4A58-AD17-C3F1BC558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3214" y="3268941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D0B731-8F78-4162-8043-3D4120D00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1106" y="326894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3AAE5A-1682-4956-9A0F-C564A2F21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9966" y="328677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F63357-368E-486A-A9A9-DB5A4FA1D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8769" y="3269311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367C14-1BF2-489A-9DD6-4545DFC59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859" y="326931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127DC7-832B-410A-8A7D-7BA2F61BF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3937" y="326894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4F8429-09F1-428F-8E34-F5AD484E1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2028" y="3268941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1E35F9-C679-4227-89C3-0C2BB752F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0916" y="328677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E77B50-DF1E-4BF3-AF85-67C9C9E9E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9235" y="326894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8282BB-E439-43F4-BC4C-4DB217CB3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7839" y="3269311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7A1B4E-1CB9-41C0-8F3B-4E06E2E4D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6428" y="326894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D24754-BC17-4BFB-BFF6-5BF1D9985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980" y="3268941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7B6261-6756-4136-BE21-A0C5E0ED8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868" y="328677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CD15CD-E9A2-4467-AD65-333571D71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0643" y="326931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639D08-1F89-4925-9556-9468D25DC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8250" y="3268941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D32228-13FB-4771-84DA-CC34FF092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5840" y="326894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E337D1-E8D6-4FF7-A855-DFA73253A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3931" y="326894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F84DC7-C7FF-46DE-A384-29DE38A5E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2819" y="328677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F89A4B-B15C-47C4-AE9A-C7CC1C6AD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1366" y="3268941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980E73-3BF2-4A21-898F-3EE7148D6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203" y="3268941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96A104-5040-4692-B7F6-02F5D20C0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6556" y="3476620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EF3B2B-1638-4D2D-AAB9-74EDE5ACA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3393" y="3476620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5FA9A3-D390-49CB-9BA0-D18FB5EEE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3307" y="349445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109E8A-E2C5-4848-B580-F14A40C1B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1854" y="3476620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1B3E7A-B5C0-4625-8D16-8D57620F0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1284" y="3476620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ECD7A8-AC57-4A1D-973B-9457F3417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07" y="3476620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949EE3-9590-4B3B-850D-7E7E56482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342" y="3476620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89F8BD-2668-41E5-B9AC-88E192783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4258" y="349445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E6851A-6C38-4657-B04C-78720E141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577" y="3476620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01A472-A1CD-4FF7-8476-6D2E5DDFC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554" y="3476620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EB9948-51A9-4909-A0B3-B767C3F26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8230" y="3476620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960A9B-1372-43E7-BFA9-6D6F79C6D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6834" y="3476991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E35205-3C84-41BF-AC18-7AFA0D355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5210" y="349445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02648D-A416-4CAC-8B57-7C39C1447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3500" y="3476620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0CE9F8-515E-4832-AC4B-EEB8D7DE7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647" y="3476620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7B6EB6-42A7-46D9-8AA1-C37519E6D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8128" y="3476620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A10D42-DB2E-49F4-858F-91C296A17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7785" y="3476991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B55EDD-43DF-43F6-A911-D67F15D4F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6161" y="349445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D89F4D-CB0A-455E-B3F9-61DDE6791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4452" y="3476620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A13CCC-51ED-4C5E-A741-0652EAE5B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545" y="3476620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E57BCB-A298-4C8E-BBBA-DFC248C3C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0361" y="3476620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6F4F68-8121-4F09-90F1-BA4F2B1CC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8736" y="3476991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625363-0B96-4747-B295-19D1DADCA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7112" y="349445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86EEB2-D102-4E45-9B01-7EB07D0D2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5659" y="3476620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9BFF35-9A9B-4911-A03B-2398E0F84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3778" y="3476620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4D8FD5-D9A9-411E-8D7D-0C65681A8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1084" y="3476620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BFE566-85C6-46CE-8EE8-912A5EEB4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9660" y="347699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8E6474-F0A7-4D3F-9D56-E7925D4D2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8064" y="349445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AFE18D-E088-4136-ACBB-D674A6A84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6240" y="3476620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63813A-E673-4859-9D5E-9BA983430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4473" y="3476620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DCFE7B-F9DE-4441-A734-18643F8BB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263" y="3476620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FF1826-2419-48B7-B7B4-9B2E0085D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0097" y="3476620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542174-AEB4-42E2-9878-EE62DE4AD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9015" y="349445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CFDC2E-09AD-443B-B6B6-5198E8CEF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7334" y="3476620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CDB76E-76A2-4BB3-BA3A-1617F3301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5937" y="3476991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9EC48D-DCE4-4675-98D6-F5029E72C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3214" y="3476620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94BBAB-0DAA-4D7C-849A-726D68A3A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1106" y="3476620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B025DF-D741-4C7B-BE9C-2260E12B6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9966" y="349445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8DD79E-AB5E-4C03-97A4-27338E2F4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8228" y="3476620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1245EA-6938-458D-93A2-2325A93FC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5350" y="3476620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CA6315-BC5C-48B1-89E2-0DA2E1790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165" y="3476620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DFA723-074F-4B98-BAC4-83D53864F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2057" y="3476620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6D6E28-2CCF-41E8-99F6-B3B2C77CA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0916" y="349445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D3E2FD-5A99-4C1D-9797-AB14E71D8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0774" y="3476620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A644F0-7587-4388-A5E0-6A3BB161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7298" y="3476620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500154-B9F5-4CD7-8C86-41E45DCE1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4889" y="3476620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FCEE4D-651E-4702-8D15-E142443D6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4547" y="3476620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38EF4C-7BE5-4AB2-9CA0-66AF28131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868" y="349445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A2D820-27E3-48F5-B124-30C2F68E2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0159" y="3476620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F7CB9D-DAD0-4F8D-882D-4F8C962AE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8164" y="3476620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6D33CE-BB9D-4DC2-A10A-82656A75A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5840" y="3476620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1C15A4-E51B-42F5-BEF9-3975819F2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3817" y="3476620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F0A975-C44C-466A-84A9-0E35AC0FF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2819" y="349445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646669-F452-442D-A3BF-9FC08B402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0084" y="3476620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17D69C-AB12-4F17-B12E-CF0F8442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9485" y="3476620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9657BC-8E78-465A-BDE8-CED019EE9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6556" y="3684300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582795-C463-4AB7-B41E-F6760919D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4305" y="3684300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8CC2D3-939B-4B96-946D-03C6F497B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3307" y="370213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0075B3-9280-4B97-8BBA-CF9201532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1626" y="3684300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6B0121-FC77-4BA1-AE34-83AFA7B95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9688" y="3684300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658A3F-D4FF-4D82-999F-61DBAD9C0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07" y="3684300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FE0BD9-9B41-46C3-9FDB-DCBBEAD9A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345" y="3684300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471C78-B238-4FC9-8848-E63FBFA5F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4258" y="370213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AAD8DB-F0E3-465E-9E76-DB91EF7CF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1523" y="3684300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890D19-F0D5-4279-8D0D-87DB723BC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235" y="3684300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49204C-BAC5-47B9-95D1-6A87277CE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8230" y="3684300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20F0EE-9C7B-4095-8E0F-58381559F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6578" y="3684300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409681-41F6-4E82-9C84-6A1EE855B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5210" y="370213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5BB376-C95B-45B5-9824-63EE3C0D3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3529" y="3684300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4A30C1-1A57-4BC1-8D23-87E516E05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590" y="3684300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AA1626-C278-47B1-AF51-6119D8C9F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9410" y="3684300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400641-85FB-416E-A5BC-0BA2DD6F4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7529" y="3684300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F22A48-790F-415B-8F7E-C5983CE02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6161" y="370213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77058A-B15C-4DA0-AAA1-3458199C1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4452" y="3684300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67E017-B3EC-4B8B-BC92-C049433AA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545" y="3684300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626FAF-7091-49B4-8C9C-42BAF5CDE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0617" y="3684671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44E707-4188-4EB0-8254-2179472B7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8252" y="3684300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7790E6-3DED-4A7A-BEC1-D2AD7980E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7112" y="370213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FC577F-2342-4E9C-BFAA-B20D2BBDA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4377" y="3684300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AB1F6A-4C34-4B56-9BA1-3EEC367B4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3493" y="3684300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45B960-CE43-4F6C-89D0-1CF0018D8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1084" y="3684300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34055B-9AED-47D9-B2D9-5FBBC38DB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9660" y="368467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A68B84-40EB-4BBD-B965-C5A6EC3AE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8064" y="370213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D6B56A-80B9-4BB4-B034-FE1BB9636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6867" y="3684671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969F0B-DFF0-47EF-9F95-330A9D31E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4958" y="368467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A4BAF5-7915-43C6-ABFC-9BBAD04C2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035" y="3684300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4FA338-1367-47C2-9034-897B4025E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0610" y="368467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4097DA-4880-401E-B3B0-EFF12A7B5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9015" y="370213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0AF86F-59F3-4BB5-9078-0B947AF8B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7277" y="3684300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45B370-CF89-452F-B219-AC4BF1A71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5424" y="3684300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1654D0-4A87-4F41-AD9E-E5D9D942B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3214" y="3684300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1CA091-2D18-4D00-A5CA-A08137692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0963" y="3684300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7723C1-1839-4E37-9C37-DA82FE109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9966" y="370213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CF7F2A-DB69-4A5B-92C6-BDF9CF4FF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9823" y="3684300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89BE2C-2EB2-43EF-9495-DF8847151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888" y="3684671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3DDBFC-6010-44CA-9EA6-C59BBD4F2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165" y="3684300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E2B018-D59C-4456-89E0-D733EB1EE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95" y="3684300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70F7D4-9959-4DBF-B62A-A70FCC9C1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0916" y="370213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49D5F6-5025-4629-9AB3-E598ECFF3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8181" y="3684300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3CA6AC-AB8F-47F6-829E-0E030AB43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7326" y="3684300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641BDB-ABBE-4750-83DC-AABFEEFC7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4889" y="3684300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5ACE7B-AA26-4296-89AF-D51368EAE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951" y="3684300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AFBC80-ED9C-441C-A5C2-01B1CC230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868" y="370213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C7B484-2E87-45AD-9F97-FADB42BD0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9133" y="3684300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5DBE3A-132C-4DB8-B5D0-3FF12083D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7252" y="3684300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B9C284-F3CB-4913-A9E7-53182A823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068" y="3684300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F17720-7B5B-4166-9885-BF4D3DD0B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3902" y="3684300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E3E9C2-1147-4552-A26B-894A64D8C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2819" y="370213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90750D-B066-417D-9D70-B7993D754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0996" y="3684300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AA02B1-9A8E-416F-9FFA-04C9AEAAB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9115" y="3684300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EB9F70-2E8E-4C32-88C0-94690DFE3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6328" y="389198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9B35E5-D3DD-401D-BC8E-C6D510EC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4419" y="3891981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34DFDA-1DE1-4EC3-8463-A45C09B99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3307" y="390981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01EBE4-DD71-4D8F-9434-3F2F7CACB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1569" y="3891981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1FB233-73EE-48C7-AD7A-0E5028EE7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9688" y="3891981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19DC93-5A93-47ED-8ABB-4AAB6D860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279" y="389198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1025D8-479B-4A59-9B9F-99F73E983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256" y="3891981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9C7C17-3E61-43DF-9B3C-D90C8ED2E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4258" y="390981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35A57D-BA09-48D0-A7DB-6683547DF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805" y="3891981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03BC94-908F-4A77-9C42-D0B0D2676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9642" y="3891981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207502-5CB6-4326-826F-289079544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8230" y="389198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52380E-F447-40FB-8A9D-DE1BB84A9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6350" y="389198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119DAE-49D7-42C1-AAD5-EC2F240AA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5210" y="390981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D565A3-5BA5-4B12-B389-8F45CE87D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3500" y="389198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6ED694-DA28-45F4-B46F-B53A1C8B7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619" y="3891981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E5DECC-126E-4E2C-BC45-2DAB882CF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9410" y="3891981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E94D64-A57E-4EFA-90E5-E2511897B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7301" y="389198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9A4DAE-AAFF-43EF-A184-E1B9A50CF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6161" y="390981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B8E802-3E59-4DE0-A6AA-0933BECBB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6018" y="389198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496739-6586-4E33-977D-01ADA8B8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2457" y="3891981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4E6D7E-EEE8-4A97-9560-52F583E5F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0361" y="3891981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F3F50F-86D1-4C04-8633-86BBD69A7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9791" y="389198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D0FE2C-477E-4FA3-9BA1-D627127F3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7112" y="390981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281CE3-255D-4360-BD8D-542DBE6A1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5402" y="3891981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D7F823-3701-4841-BC4F-FE04B14DB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3778" y="3891981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2586F3-B569-4151-A7F5-FEA3B9333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0030" y="3891981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721177-C583-4FF3-A3DF-408A4CCB6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0742" y="389198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341C4F-3C6C-4BD0-ABAF-1CF5FE8DF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8064" y="390981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9B241F-CD82-4C6B-B605-739F5EC5F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6354" y="3891981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2497E7-6BC8-45F9-8368-834343B6F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3448" y="3891981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74DCBF-A8B9-4159-AF28-D4F0FB564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263" y="3891981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B361CD-2DD5-4779-8496-545CC995D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0154" y="389198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C8BA5A-C401-443D-9BDC-DD1AA76A0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9015" y="390981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07002D-0E3F-4E74-B71E-7A94B45BA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7334" y="389198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8E4290-1CF6-4FAE-95CC-08B287C87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5909" y="389235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EB332C-B9D8-4497-A724-9CD653DD6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3214" y="3891981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1F0246-E39F-44F5-8B98-66A04A4E8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2644" y="389198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3A6644-4B7A-41A0-823E-6A1B071DF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9966" y="390981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AEEDFB-7506-4D02-9620-68AB4C614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8142" y="3891981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AA11DB-35AC-4084-9CA7-0A16A0614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75" y="389198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44D5AD-5813-4993-837A-A29C6D087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165" y="3891981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3D5E52-6172-4AA5-8A1E-26774AE3E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95" y="389198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C1CC2C-F38E-4134-86E6-6C2C45829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0916" y="390981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159C35-220C-4B82-92E9-00D952B78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9691" y="389235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B24C4D-2199-4B52-9CDC-9FBA8A196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8893" y="389198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163BBF-6835-4379-8702-681CFCAC7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4889" y="389198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0262B1-2068-4070-9D2D-D4EB9F4D8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3236" y="3891981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8640FB-12E6-42AE-93E8-DA7139013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868" y="390981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ABEEBD-F948-4BC1-8743-77DA6CA10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0187" y="3891981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A936D7-421D-46B6-93B9-BB0C56E2A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8278" y="389198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EFA300-20F9-4144-A629-69F84B7A2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068" y="3891981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E26395-C33E-49BC-8985-94536FA0B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5498" y="389198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FC2D0D-ADA1-4F21-B4B1-0AB60057B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2819" y="390981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B1DAB0-BD40-437A-9D42-1322EF4D8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1110" y="3891981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CB3C6A-2C01-4166-9E1A-EC1230270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0796" y="3891981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6A734C-BFF2-49C1-B6BC-3F2CC59A7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6556" y="4099660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E396D0-E816-4DFC-8782-52615D346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4447" y="4099660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F75B7E-C505-46CC-B881-9B360DB4F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3307" y="411749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DDA54B-31E9-41EF-BF06-815856B69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1597" y="4099660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C5ADBF-B79A-4A1B-BE5C-EE9FD31BE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8691" y="4099660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69554B-2D81-431F-A3CB-4AF272E50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07" y="4099660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FA355B-217A-4379-916D-825E5D4B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937" y="4099660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595CDC-7F46-4D8A-890D-430E30E3E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4258" y="411749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E24C51-E0DB-4857-A86E-0E5EEC94B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549" y="4099660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602817-4A53-468C-92C0-1A92E203F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1152" y="410003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B44B8B-F9EB-4AB7-BB7B-E9A23975F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8230" y="4099660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36DB2D-CE7E-4AFA-876C-FDBD18FB3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6321" y="4099660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EA2B7E-026B-42E3-BFF9-420F8A309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5210" y="411749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86FA3E-FE69-4017-A3EE-F9B7BBEFB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474" y="4099660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C876EB-A407-4CFC-9A21-5B1017FEB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2132" y="4100031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178017-48A7-4F6A-9FD1-3D2CCD972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9410" y="4099660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25DC46-5664-42F5-A64F-0B14D9E92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7272" y="4099660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9AE0BD-A178-42BC-8AC6-EA34354D7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6161" y="411749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AE671D-7110-41D0-BFC2-D30911F1D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4964" y="4100031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60F5E9-2AFD-4119-8948-868B42958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545" y="4099660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8CD02F-5413-40C8-A4DA-39425559F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0361" y="4099660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D16921-0699-49F9-8AEF-D20460B70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8252" y="4099660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68AF39-7768-4686-B7F2-448CE2214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7112" y="411749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0DBB15-1581-4835-85CB-02795C64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5288" y="4099660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532465-FDFF-4D8B-B377-C6616448C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4006" y="410003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7E7B96-9559-4A2B-8A0E-D13A1FF4E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1312" y="4099660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B7F06F-51DD-48D1-9883-29CBF7CA8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9175" y="4099660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3DDAEB-901C-45FA-AE7F-F4A19C553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8064" y="411749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624B39-8E1B-4D23-8207-9453B121D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6325" y="4099660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CE05A3-1667-4B91-A44F-05E7C92BD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4445" y="4099660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1A11E0-D51B-44C0-AF84-F9C6DF8E2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0981" y="4099660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056884-6B4C-4672-818E-2190A91C7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0610" y="410003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6122BA-1577-4B4B-B318-27A82B6EA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9015" y="411749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68F0EF-5DCA-4D77-83BF-5110C9A3C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8872" y="4099660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A9292C-9AC4-4A47-B5EB-C0B6489E8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5453" y="4099660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3B2CBD-F5D6-4241-8609-5F7E0B96F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3214" y="4099660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BB95A5-0569-441D-8D18-D5F4A9909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1590" y="4100031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A2F529-2781-4274-946B-D7CA8843A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9966" y="411749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A268E6-D942-48AF-8610-6C703E6EE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8256" y="4099660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1A193C-9F58-4BCD-B275-4CFEAB0AA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47" y="4099660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6ED427-1F2C-4CA1-95C1-48BADD39F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165" y="4099660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523181-0B18-4BA7-B746-792351097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1914" y="4099660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AF6A48-B7B5-4DA2-8716-820D86935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0916" y="411749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5DC2D4-852C-40A0-AD19-6BE0E1A27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8181" y="4099660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6E163D-4736-466F-AE3C-03C5A2253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301" y="4099660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307B72-0C18-49CC-9631-BAE858B3A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4889" y="4099660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476FC7-C91B-4240-A154-997FA91F0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866" y="4099660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5A3D52-52B7-4E66-BAFD-A1C03E06E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868" y="411749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AC3177-44FA-456A-A4B4-23F0BCE46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9133" y="4099660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A08F95-9BFE-4FBF-BAFD-D913DDD2D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7252" y="4099660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35CC1A-A531-4ABA-9015-53D95CD54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068" y="4099660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90320F-B45C-47D3-BD2A-33F77BF53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3959" y="4099660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E3191B-77D6-4413-B8A3-2E5555E01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2819" y="4117495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6DA371-FEA4-4D3F-8968-72D6EBF19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0996" y="4099660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3A756D-A402-4BA9-854B-D1AB3D5E1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9229" y="4099660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6FE870-736E-466D-A5D4-D53FE9477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6556" y="4307340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4880D6-DF13-4498-82C3-BCC0FA894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4390" y="4307340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CB4118-43AB-4E80-81D3-5FD09876A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3307" y="4325174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668D84-6A0B-4C56-90B1-EB0B21C7B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1626" y="4307340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2620E2-DF64-49B8-9ACB-33273D17E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9717" y="4307340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A67320-7940-41AF-AADB-650A9917F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279" y="4307340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2D3A41-6CB5-4BF9-AC76-66DB4DEED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370" y="4307340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F8D071-F00F-4D1F-A7E2-31D6126F2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4258" y="4325174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90BA5E-5FA1-46A2-8DED-49E1A6B3E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520" y="4307340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2A09F1-CB49-4073-BC32-CF546C998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640" y="4307340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54E17A-C5D2-4671-8038-298434CC3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8230" y="4307340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C75579-A7AC-4AC5-9237-674339D22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7888" y="4307340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3F316D-5A58-46AF-AC72-ADCD52B25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5210" y="4325174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EFCF84-3EFE-4367-8E1C-7026EA596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3500" y="4307340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514368-D39F-4B25-A49B-34B580718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2132" y="4307710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4A4907-80D3-4BB8-8D44-EFAFE3FC4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9182" y="4307340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D2518C-156C-47E1-9982-13D38348C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7757" y="4307710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E5C153-A19C-42CD-AE17-3B7173319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6161" y="4325174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37870A-1C4A-455E-A1CB-D749FF154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426" y="4307340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511118-8DB6-4C48-9181-736241E3E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4138" y="4307340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208DF5-E85B-4C89-A230-78533B271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0361" y="4307340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E29F5B-0696-4D0E-BBB5-AEEF86BE2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8195" y="4307340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438664-9E62-48DD-89CF-127A570C1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7112" y="4325174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931BB7-CEFD-4AB4-A988-58FA3D454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5915" y="4307710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F65BB7-7B37-4519-A815-F69F8E1BA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4006" y="4307710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AD58D4-DC9D-4B70-9AB0-12EAB85FB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1084" y="4307340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505B64-A92D-4681-95E7-87710EB29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9175" y="4307340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E219E4-3DF1-4CBA-B5F8-8C84E2B2A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8064" y="4325174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C50A0F-1F3D-4610-BD56-6E982C9F6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6867" y="4307710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BB414E-7097-4FFF-A643-FFB8A9625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4473" y="4307340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E699CC-33E0-4C7D-A9BC-52BC82DDA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035" y="4307340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62BD1E-16C6-463C-8BD2-2BBBE1413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0126" y="4307340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15CC16-4E04-4A32-8B9C-F194CFAD3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9015" y="4325174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457F15-FDDD-4689-B4EB-0878B46D4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7305" y="4307340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A6520C-4DF5-4594-8816-B92279FF2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5396" y="4307340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73C24D-70E9-49A3-BE15-759A721A8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3471" y="4307710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0BE6A0-87DE-4EBD-9A29-94568E6F1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1049" y="4307340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6E086C-C17B-4880-82BC-AA14D14E2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9966" y="4325174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B73AD8-24AA-492B-8DAB-35456BB45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8256" y="4307340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AFE93B-9FDA-460A-9FDE-76C26B0B8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632" y="4307340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6B2265-6DA4-4E7D-8671-D6808F76A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165" y="4307340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B98BB5-7337-4087-B482-DBA2519EE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1002" y="4307340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2DFE20-C21C-4A66-9C13-F59BFFBBB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0916" y="4325174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D5FEBF-D8F8-4D20-B104-3325C41A6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9207" y="4307340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2116D1-6005-4A50-BAC2-4EAC60040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8893" y="4307340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98FC9C-7251-4C26-95BE-795DDB211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6428" y="4307340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14F047-9C28-4763-9E71-4F7F1F6FE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980" y="4307340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E8C382-308A-4A87-8401-920018986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868" y="4325174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A90E73-7B55-4BCE-885F-AF258737E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0159" y="4307340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DE92CE-D9FF-497C-8E77-835EF33E7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8278" y="4307340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62BE33-9020-4703-B274-A9E17C13E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5840" y="4307340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ECC62F-ADBE-447B-80F5-EF4BD9CC4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3931" y="4307340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17437A-4F72-4B25-8E72-139FA4377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2819" y="4325174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2122DB-29D8-4EBE-A86B-F98B10424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1594" y="4307710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F1851E-6E0D-4F82-85E3-1B612ADDA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9742" y="4307710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20F3C8-8831-43FD-95C2-A42DC1687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6556" y="4515020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AE4C33-78C6-48A8-BB87-A380F1F0A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4932" y="4515391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E3FE0D-757E-42B3-A56C-065E5FAAA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3307" y="4532854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DE3B66-0B24-445D-B958-2D893E94D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1569" y="4515020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8C10C7-F85F-444E-91A6-E27CF548E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8691" y="4515020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C43CFA-EF1F-48C1-B2E8-489233141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07" y="4515020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9C2875-6553-472B-B1A7-6FB59A78A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399" y="4515020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B652F0-E7DB-472C-950A-26538A425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4258" y="4532854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93B74B-1FF4-4908-90BA-F866F628B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3062" y="4515391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9A82E8-42CE-4B07-8559-FBB189513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668" y="4515020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92B64F-B5DE-462C-9CE9-A953E91E8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8458" y="4515020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2A987D-B9D1-4F13-A340-09CE03AF1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6293" y="4515020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B93378-A9F2-447F-BC6F-131C59071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5210" y="4532854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8B7A18-F179-4B52-BBE3-928B2FC74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3500" y="4515020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88B2A1-4FF4-4964-AA2F-4CD9F9BD5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3186" y="4515020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7E84B7-5765-48E7-B292-44A65717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9410" y="4515020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F9DF49-E251-4A95-B546-1BA5D864E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7272" y="4515020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2CF18A-2BF4-4B3C-B2E1-F402F9B43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6161" y="4532854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27345D-5D50-47DB-A0A7-27A2B01BE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4423" y="4515020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2E9136-BF68-4A0D-8914-BCE6D35EE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4138" y="4515020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00D9C9-7B1C-41C4-93BC-FCC9BC3E9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0361" y="4515020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B2B4BC-08F0-48E6-838D-5A9FBFA0F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8708" y="4515391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9056F9-D504-4183-A838-2E13E5A3E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7112" y="4532854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56BB32-E517-462E-A865-A077DB009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5402" y="4515020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0AD629-C8C5-4350-A66F-4625153EA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3550" y="4515020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3406B9-6716-4929-B9B0-D301557E4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1312" y="4515020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00DFA0-1DE0-4E3E-B985-D58ED90BD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8150" y="4515020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A946AA-1D2E-422D-B348-1B68EC13E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8064" y="4532854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41CE23-4D17-4D31-BDF2-43A9C508F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6354" y="4515020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25A96F-2FED-4A95-8A81-C3FC2015F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4473" y="4515020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206912-B90A-4A21-864F-966FAB646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263" y="4515020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D3B50A-7E85-4B5D-9375-6803046A8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0126" y="4515020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A7039B-CDF5-4421-ADDF-A5B8B9ED1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9015" y="4532854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B5492E-5E2D-4693-A2DE-F3B1E15E7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6279" y="4515020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40DB9B-6501-4CF7-BADE-2869972E2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991" y="4515020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C6E97D-F25B-46AC-B0EF-0982B7644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1932" y="4515020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BE2DA2-A86A-4324-BD08-6EB49A403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1077" y="4515020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ABF846-8163-4206-B708-AE8B8D036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9966" y="4532854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91BBC6-473F-4183-B6F6-83725C47D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8256" y="4515020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354B00-A656-400A-9230-220FE0D73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632" y="4515020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463E76-CEF6-47F8-817E-8493F6433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22" y="4515391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316434-0C30-4A44-AC7F-6F3B0B5C5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2057" y="4515020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679E85-9801-4EC3-8E0A-04A3000D3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0916" y="4532854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E8999A-4D06-41A4-9D45-BCA37BD1D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9207" y="4515020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DC5240-39FC-410B-B046-EDBF7B401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8893" y="4515020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D015E0-A660-48EA-AA96-4C891688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4889" y="4515020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CDC381-4488-4BE4-B1C3-861E26E70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980" y="4515020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E930E9-4BB0-4D5A-8F59-9851F0DE3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868" y="4532854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45EB25-8612-4677-A5B7-2BBB84BB6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0130" y="4515020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565031-6FDA-4071-A873-A9F95E7B8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8791" y="4515391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04DFD3-F8AB-423A-8F13-28DFB7C3F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068" y="4515020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8A8DA2-1CA3-47E8-AF20-4023A2B6E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3931" y="4515020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646180-6477-4799-8A4F-56F94BCDC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2819" y="4532854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7DED0E-3D02-45AE-9356-8886CC9C8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1138" y="4515020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86CF65-2BF9-4ADC-9DDD-60A3D62D3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9229" y="4515020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A89757-0FAA-41D5-886A-FC107DEE9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6328" y="4722700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787B70-645A-4487-9830-C37B134B3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986" y="4722700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62055F-AD02-4574-9247-822F352C5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3307" y="4740534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5846E4-420C-4244-BF0A-616B00EDD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1626" y="4722700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9418D9-E249-49BC-9CE1-7A0F3AA6A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9745" y="4722700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4D28D5-A5B9-401C-A1D7-0218475D9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279" y="4722700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EB470A-9930-4961-9F5C-BC010D721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370" y="4722700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304763-91C1-4170-AF93-9D175D377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4258" y="4740534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002511-7081-4152-B2E9-9E36B6DFE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520" y="4722700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610436-EA88-434A-B922-FE0E4232F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668" y="4722700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6DD4B2-3FC4-4EFF-9F31-D11076A40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9769" y="4722700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DE489F-4814-47AF-A38A-85F0BBAB3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6321" y="4722700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CA470D-FE0F-48C1-99BC-C34855A7A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5210" y="4740534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7E9431-755C-4522-A2F5-F636DBF39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3500" y="4722700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0830F9-0F81-4959-9080-141FA71B0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619" y="4722700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BD2E4F-0A3B-4F4E-8063-C0B17FF2B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9182" y="4722700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71F124-0C21-43FA-BDE5-0A427B757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7757" y="4723070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FE39F5-7C4A-41C1-922D-4DED115C6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6161" y="4740534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5FF148-E689-4C3B-BEF9-E248700DB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4480" y="4722700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9D52FA-3116-404C-80A1-209C72A06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2599" y="4722700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867AE4-0FAD-4ADB-A821-CBCFD0A44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0133" y="4722700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CFEEAE-39CF-4334-93DD-DC2E672DE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8480" y="4722700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E0C49C-FBB7-4996-B930-FB25A26A1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7112" y="4740534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88A05F-F0AF-48C2-8FFE-1A1966FA0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5288" y="4722700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B577C1-9B3E-401B-BE4F-D6BA89E0E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4006" y="4723070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4E8E4B-F3D5-4B98-BF81-2C0EA1B74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1084" y="4722700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932D34-77A0-42DB-AD35-78EAE6210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9175" y="4722700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A6FA08-DFBB-4873-9F1A-00FD48957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8064" y="4740534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15E211-5736-441F-8C42-C8875D918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6610" y="4722700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1505DD-9621-4381-BF16-94B86BBB2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3448" y="4722700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A584B5-BAEA-49BD-A19D-356B2E315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035" y="4722700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0ACABF-C9F4-4E14-B832-525553F7C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0610" y="4723070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0B97E6-4B61-41CE-9DF5-B33995BF8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9015" y="4740534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9771E9-305B-4555-8971-09ACAB8E9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7789" y="4723070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83670B-8B43-4D0F-8AF2-F560EC7EE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5396" y="4722700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CBB92E-69BF-47F9-ACA0-CECC39748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4525" y="4722700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4CBFE7-FD17-4020-B74F-A3DBBFF3D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0963" y="4722700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AC88F3-7074-41FD-B6EA-C79D2698D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9966" y="4740534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66F136-5A99-4245-9B91-28F333523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8256" y="4722700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7472C9-D3FA-4BEA-8A3A-8769FB8D9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75" y="4722700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E640C1-73CC-4580-AA37-73F34D677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3937" y="4722700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547820-05EA-414C-BD12-ADCCD5D1A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1002" y="4722700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1AE3EF-636C-4B5F-818B-938636D07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0916" y="4740534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9E8198-2F76-419F-AFB9-27388ACD5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8181" y="4722700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9C8A67-496F-45F6-A7CB-C5E814677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301" y="4722700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C01421-F208-448A-A499-6553DC432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5117" y="4722700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A63802-1164-45D5-B003-DE23742E4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3008" y="4722700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EDDB16-02E5-46C3-B596-909BE65A8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868" y="4740534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3D2050-8D28-4473-8537-3DFA8450C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0045" y="4722700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69680D-7532-44EF-8EAB-9287EE391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8762" y="4723070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528CB1-3DEC-4F19-A0E1-EEF425B06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5840" y="4722700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0CE385-50DA-4DE9-AFFF-9CF181C7E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3931" y="4722700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A94E24-E4FD-4614-A721-DD73BA930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2819" y="4740534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C1AC28-D548-4717-B1A2-AD1B4EE9B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1110" y="4722700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372DFC-2F71-4B98-BDD7-B18AE5F9F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9229" y="4722700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135F6C-FC40-4DE2-AC17-B962A259D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6556" y="4930380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658E02-5707-4AD2-ACF0-F8F2DA1D5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986" y="4930380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03DB8B-490F-463E-AC24-F06DBA15D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3307" y="4948214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3DD8B6-F799-4E38-A74F-9F964323E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1597" y="4930380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D904D4-06E0-49D9-8544-BCDEA40CE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9603" y="4930380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390BA2-EF8A-449F-B813-FC1762278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07" y="4930380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E94AA9-FFD0-4281-919B-9888E4A58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345" y="4930380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FFD66D-3AF7-4C0B-8892-F8DDCC408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4258" y="4948214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5BA0B0-7984-4A6C-A67C-D2DBA9C06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3062" y="4930750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79460E-E032-4D24-AF55-675492E27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668" y="4930380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73F8E5-03D2-4220-B245-0CE17DF58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8230" y="4930380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5BE6E0-10E3-454E-8AE3-9F1C15FC6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6321" y="4930380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B39FC1-4A2C-4771-9336-CF10A84AE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5210" y="4948214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5ED06E-670A-440C-AD14-1E53E3C42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4013" y="4930750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0E92F7-00E3-46EA-8CC7-E6869420B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619" y="4930380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17CAF4-5FF9-4446-874B-572EA3816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9410" y="4930380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00F642-7BE4-4012-944A-9BAE8922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7785" y="4930750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15C180-B61F-49DA-B637-7C646B5F4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6161" y="4948214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77BEED-1F24-4910-8AD5-893265013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4480" y="4930380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9396E4-D072-4EC0-BC8E-3C77E485D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2542" y="4930380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A1BC0E-3DE3-44BC-8A57-4B2DB7531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0361" y="4930380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BB07BF-CFD8-496C-BB1D-1DE7A1E08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8708" y="4930750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BC8046-8689-4D90-BE18-89DBCAA82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7112" y="4948214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7D5C10-83A1-4A1F-9B68-E68D2F665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5887" y="4930750"/>
            <a:ext cx="13675" cy="20769"/>
          </a:xfrm>
          <a:custGeom xmlns:a="http://schemas.openxmlformats.org/drawingml/2006/main">
            <a:pathLst>
              <a:path w="13675" h="20769">
                <a:moveTo>
                  <a:pt x="13675" y="1424"/>
                </a:moveTo>
                <a:lnTo>
                  <a:pt x="5555" y="20769"/>
                </a:lnTo>
                <a:lnTo>
                  <a:pt x="3476" y="20769"/>
                </a:lnTo>
                <a:lnTo>
                  <a:pt x="11225" y="2279"/>
                </a:lnTo>
                <a:lnTo>
                  <a:pt x="1624" y="2279"/>
                </a:lnTo>
                <a:lnTo>
                  <a:pt x="1624" y="4843"/>
                </a:lnTo>
                <a:lnTo>
                  <a:pt x="0" y="4843"/>
                </a:lnTo>
                <a:lnTo>
                  <a:pt x="0" y="0"/>
                </a:lnTo>
                <a:lnTo>
                  <a:pt x="13675" y="0"/>
                </a:lnTo>
                <a:lnTo>
                  <a:pt x="13675" y="14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9DEADC-63CF-4127-BF8D-7B41D1163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4034" y="4930750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96D958-8B89-495B-BE9D-0F0E884D2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1312" y="4930380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2013B7-5A1E-4F98-B245-6F47A25D1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9432" y="4930380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A1F28D-429A-46AA-8F87-42CD72499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8064" y="4948214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FBB385-254C-41D6-95FE-6BA143F2B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6382" y="4930380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9C4970-2AA4-4573-B843-41A5FE696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4359" y="4930380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BE37A0-DBF2-4865-93CB-44925120E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263" y="4930380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C065AE-2467-4FCC-83BE-66C95084E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9100" y="4930380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365801-48D6-4C62-8958-93BA25FE3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9015" y="4948214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E9ADEA-4AC5-4508-8E3E-E5828B316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7305" y="4930380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AFA899-0745-4A99-9E57-E0B73C5DA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5681" y="4930380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F1093B-7A00-4CB9-9E30-DABBCEF2F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3214" y="4930380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29E3D5-0DC0-461E-A284-705950A73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0052" y="4930380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608F8C-7061-4624-8BDA-21B3A925A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9966" y="4948214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5A722E-C745-4BD3-9593-ABB1D73FA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8284" y="4930380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C71CBD-5979-4336-916D-56021FC19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75" y="4930380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88DF0B-A31C-457E-90D4-2E857BA70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165" y="4930380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AB5A5C-AC6E-40E7-9D99-593559E21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2028" y="4930380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625132-A125-4933-AD62-B4BAF69E6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0916" y="4948214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51158B-CD26-4070-AF7F-D831E8F50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9093" y="4930380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A02440-E874-4B46-9C82-C93B7892A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7583" y="4930380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840834-1A1D-4971-8619-032274974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4889" y="4930380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80CA26-912E-4BA7-9B77-A6F05B0D8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980" y="4930380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086067-B9A6-49B8-BFBF-0AEB90D63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868" y="4948214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A2B2A6-683C-4409-BD34-D5C22C803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0671" y="4930750"/>
            <a:ext cx="13504" cy="21139"/>
          </a:xfrm>
          <a:custGeom xmlns:a="http://schemas.openxmlformats.org/drawingml/2006/main">
            <a:pathLst>
              <a:path w="13504" h="21139">
                <a:moveTo>
                  <a:pt x="11909" y="0"/>
                </a:moveTo>
                <a:lnTo>
                  <a:pt x="11909" y="2279"/>
                </a:lnTo>
                <a:lnTo>
                  <a:pt x="2393" y="2279"/>
                </a:lnTo>
                <a:lnTo>
                  <a:pt x="2393" y="8233"/>
                </a:lnTo>
                <a:cubicBezTo>
                  <a:pt x="2849" y="7892"/>
                  <a:pt x="3419" y="7664"/>
                  <a:pt x="4074" y="7493"/>
                </a:cubicBezTo>
                <a:cubicBezTo>
                  <a:pt x="4701" y="7322"/>
                  <a:pt x="5441" y="7236"/>
                  <a:pt x="6239" y="7236"/>
                </a:cubicBezTo>
                <a:cubicBezTo>
                  <a:pt x="8461" y="7236"/>
                  <a:pt x="10228" y="7863"/>
                  <a:pt x="11538" y="9117"/>
                </a:cubicBezTo>
                <a:cubicBezTo>
                  <a:pt x="12849" y="10370"/>
                  <a:pt x="13504" y="12051"/>
                  <a:pt x="13504" y="14188"/>
                </a:cubicBezTo>
                <a:cubicBezTo>
                  <a:pt x="13504" y="16410"/>
                  <a:pt x="12849" y="18119"/>
                  <a:pt x="11538" y="19316"/>
                </a:cubicBezTo>
                <a:cubicBezTo>
                  <a:pt x="10228" y="20541"/>
                  <a:pt x="8376" y="21139"/>
                  <a:pt x="6011" y="21139"/>
                </a:cubicBezTo>
                <a:cubicBezTo>
                  <a:pt x="5043" y="21139"/>
                  <a:pt x="4074" y="21025"/>
                  <a:pt x="3077" y="20797"/>
                </a:cubicBezTo>
                <a:cubicBezTo>
                  <a:pt x="2051" y="20598"/>
                  <a:pt x="1026" y="20256"/>
                  <a:pt x="0" y="19772"/>
                </a:cubicBezTo>
                <a:lnTo>
                  <a:pt x="0" y="15726"/>
                </a:lnTo>
                <a:lnTo>
                  <a:pt x="1567" y="15726"/>
                </a:lnTo>
                <a:cubicBezTo>
                  <a:pt x="1652" y="17065"/>
                  <a:pt x="2080" y="18091"/>
                  <a:pt x="2820" y="18774"/>
                </a:cubicBezTo>
                <a:cubicBezTo>
                  <a:pt x="3561" y="19458"/>
                  <a:pt x="4644" y="19800"/>
                  <a:pt x="6011" y="19800"/>
                </a:cubicBezTo>
                <a:cubicBezTo>
                  <a:pt x="7464" y="19800"/>
                  <a:pt x="8575" y="19316"/>
                  <a:pt x="9373" y="18347"/>
                </a:cubicBezTo>
                <a:cubicBezTo>
                  <a:pt x="10171" y="17378"/>
                  <a:pt x="10570" y="16011"/>
                  <a:pt x="10570" y="14188"/>
                </a:cubicBezTo>
                <a:cubicBezTo>
                  <a:pt x="10570" y="12393"/>
                  <a:pt x="10171" y="11025"/>
                  <a:pt x="9401" y="10057"/>
                </a:cubicBezTo>
                <a:cubicBezTo>
                  <a:pt x="8604" y="9088"/>
                  <a:pt x="7493" y="8604"/>
                  <a:pt x="6011" y="8604"/>
                </a:cubicBezTo>
                <a:cubicBezTo>
                  <a:pt x="5157" y="8604"/>
                  <a:pt x="4416" y="8775"/>
                  <a:pt x="3789" y="9060"/>
                </a:cubicBezTo>
                <a:cubicBezTo>
                  <a:pt x="3162" y="9344"/>
                  <a:pt x="2593" y="9800"/>
                  <a:pt x="2108" y="10427"/>
                </a:cubicBezTo>
                <a:lnTo>
                  <a:pt x="912" y="10427"/>
                </a:lnTo>
                <a:lnTo>
                  <a:pt x="912" y="0"/>
                </a:lnTo>
                <a:lnTo>
                  <a:pt x="1190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E7A083-11C7-4249-9F39-A646D0280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8278" y="4930380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A98D14-2F5E-465C-BD80-A781327BD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4786" y="4930380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66DC4C-3FA3-4807-A5CB-9CC1C67E4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2905" y="4930380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403DDB-729B-4DB3-A158-771A918AA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2819" y="4948214"/>
            <a:ext cx="3704" cy="3675"/>
          </a:xfrm>
          <a:custGeom xmlns:a="http://schemas.openxmlformats.org/drawingml/2006/main">
            <a:pathLst>
              <a:path w="3704" h="3675">
                <a:moveTo>
                  <a:pt x="0" y="1852"/>
                </a:moveTo>
                <a:cubicBezTo>
                  <a:pt x="0" y="1339"/>
                  <a:pt x="171" y="912"/>
                  <a:pt x="513" y="541"/>
                </a:cubicBezTo>
                <a:cubicBezTo>
                  <a:pt x="855" y="199"/>
                  <a:pt x="1311" y="0"/>
                  <a:pt x="1852" y="0"/>
                </a:cubicBezTo>
                <a:cubicBezTo>
                  <a:pt x="2365" y="0"/>
                  <a:pt x="2792" y="199"/>
                  <a:pt x="3162" y="541"/>
                </a:cubicBezTo>
                <a:cubicBezTo>
                  <a:pt x="3504" y="912"/>
                  <a:pt x="3704" y="1339"/>
                  <a:pt x="3704" y="1852"/>
                </a:cubicBezTo>
                <a:cubicBezTo>
                  <a:pt x="3704" y="2365"/>
                  <a:pt x="3504" y="2820"/>
                  <a:pt x="3162" y="3162"/>
                </a:cubicBezTo>
                <a:cubicBezTo>
                  <a:pt x="2792" y="3504"/>
                  <a:pt x="2365" y="3675"/>
                  <a:pt x="1852" y="3675"/>
                </a:cubicBezTo>
                <a:cubicBezTo>
                  <a:pt x="1311" y="3675"/>
                  <a:pt x="855" y="3504"/>
                  <a:pt x="513" y="3162"/>
                </a:cubicBezTo>
                <a:cubicBezTo>
                  <a:pt x="171" y="2820"/>
                  <a:pt x="0" y="2393"/>
                  <a:pt x="0" y="1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328DA4-316F-43FC-AA61-BAA0E61DB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0996" y="4930380"/>
            <a:ext cx="14416" cy="21509"/>
          </a:xfrm>
          <a:custGeom xmlns:a="http://schemas.openxmlformats.org/drawingml/2006/main">
            <a:pathLst>
              <a:path w="14416" h="21509">
                <a:moveTo>
                  <a:pt x="11538" y="11823"/>
                </a:moveTo>
                <a:cubicBezTo>
                  <a:pt x="10911" y="12535"/>
                  <a:pt x="10171" y="13048"/>
                  <a:pt x="9373" y="13390"/>
                </a:cubicBezTo>
                <a:cubicBezTo>
                  <a:pt x="8575" y="13732"/>
                  <a:pt x="7664" y="13903"/>
                  <a:pt x="6666" y="13903"/>
                </a:cubicBezTo>
                <a:cubicBezTo>
                  <a:pt x="4587" y="13903"/>
                  <a:pt x="2963" y="13304"/>
                  <a:pt x="1766" y="12051"/>
                </a:cubicBezTo>
                <a:cubicBezTo>
                  <a:pt x="570" y="10797"/>
                  <a:pt x="0" y="9117"/>
                  <a:pt x="0" y="6951"/>
                </a:cubicBezTo>
                <a:cubicBezTo>
                  <a:pt x="0" y="4843"/>
                  <a:pt x="627" y="3162"/>
                  <a:pt x="1937" y="1909"/>
                </a:cubicBezTo>
                <a:cubicBezTo>
                  <a:pt x="3219" y="655"/>
                  <a:pt x="4957" y="0"/>
                  <a:pt x="7122" y="0"/>
                </a:cubicBezTo>
                <a:cubicBezTo>
                  <a:pt x="9458" y="0"/>
                  <a:pt x="11282" y="883"/>
                  <a:pt x="12535" y="2621"/>
                </a:cubicBezTo>
                <a:cubicBezTo>
                  <a:pt x="13789" y="4387"/>
                  <a:pt x="14416" y="6866"/>
                  <a:pt x="14416" y="10114"/>
                </a:cubicBezTo>
                <a:cubicBezTo>
                  <a:pt x="14416" y="13760"/>
                  <a:pt x="13646" y="16552"/>
                  <a:pt x="12165" y="18547"/>
                </a:cubicBezTo>
                <a:cubicBezTo>
                  <a:pt x="10683" y="20541"/>
                  <a:pt x="8575" y="21509"/>
                  <a:pt x="5869" y="21509"/>
                </a:cubicBezTo>
                <a:cubicBezTo>
                  <a:pt x="5128" y="21509"/>
                  <a:pt x="4359" y="21424"/>
                  <a:pt x="3561" y="21310"/>
                </a:cubicBezTo>
                <a:cubicBezTo>
                  <a:pt x="2763" y="21196"/>
                  <a:pt x="1937" y="20997"/>
                  <a:pt x="1083" y="20712"/>
                </a:cubicBezTo>
                <a:lnTo>
                  <a:pt x="1083" y="17265"/>
                </a:lnTo>
                <a:lnTo>
                  <a:pt x="2650" y="17265"/>
                </a:lnTo>
                <a:cubicBezTo>
                  <a:pt x="2763" y="18205"/>
                  <a:pt x="3105" y="18917"/>
                  <a:pt x="3732" y="19430"/>
                </a:cubicBezTo>
                <a:cubicBezTo>
                  <a:pt x="4330" y="19942"/>
                  <a:pt x="5128" y="20170"/>
                  <a:pt x="6154" y="20170"/>
                </a:cubicBezTo>
                <a:cubicBezTo>
                  <a:pt x="7949" y="20170"/>
                  <a:pt x="9288" y="19515"/>
                  <a:pt x="10171" y="18148"/>
                </a:cubicBezTo>
                <a:cubicBezTo>
                  <a:pt x="11025" y="16780"/>
                  <a:pt x="11481" y="14672"/>
                  <a:pt x="11538" y="11823"/>
                </a:cubicBezTo>
                <a:close/>
                <a:moveTo>
                  <a:pt x="7008" y="1367"/>
                </a:moveTo>
                <a:cubicBezTo>
                  <a:pt x="5698" y="1367"/>
                  <a:pt x="4672" y="1852"/>
                  <a:pt x="3988" y="2820"/>
                </a:cubicBezTo>
                <a:cubicBezTo>
                  <a:pt x="3276" y="3789"/>
                  <a:pt x="2934" y="5157"/>
                  <a:pt x="2934" y="6951"/>
                </a:cubicBezTo>
                <a:cubicBezTo>
                  <a:pt x="2934" y="8775"/>
                  <a:pt x="3276" y="10142"/>
                  <a:pt x="3988" y="11111"/>
                </a:cubicBezTo>
                <a:cubicBezTo>
                  <a:pt x="4672" y="12079"/>
                  <a:pt x="5698" y="12535"/>
                  <a:pt x="7008" y="12535"/>
                </a:cubicBezTo>
                <a:cubicBezTo>
                  <a:pt x="8319" y="12535"/>
                  <a:pt x="9316" y="12079"/>
                  <a:pt x="10028" y="11139"/>
                </a:cubicBezTo>
                <a:cubicBezTo>
                  <a:pt x="10712" y="10228"/>
                  <a:pt x="11082" y="8889"/>
                  <a:pt x="11082" y="7122"/>
                </a:cubicBezTo>
                <a:cubicBezTo>
                  <a:pt x="11082" y="5299"/>
                  <a:pt x="10712" y="3875"/>
                  <a:pt x="10028" y="2877"/>
                </a:cubicBezTo>
                <a:cubicBezTo>
                  <a:pt x="9316" y="1880"/>
                  <a:pt x="8319" y="1367"/>
                  <a:pt x="7008" y="136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BDCFF6-E3B8-4FFC-B05F-9A7362ACE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9485" y="4930380"/>
            <a:ext cx="13846" cy="21509"/>
          </a:xfrm>
          <a:custGeom xmlns:a="http://schemas.openxmlformats.org/drawingml/2006/main">
            <a:pathLst>
              <a:path w="13846" h="21509">
                <a:moveTo>
                  <a:pt x="598" y="1254"/>
                </a:moveTo>
                <a:cubicBezTo>
                  <a:pt x="1681" y="855"/>
                  <a:pt x="2706" y="541"/>
                  <a:pt x="3704" y="313"/>
                </a:cubicBezTo>
                <a:cubicBezTo>
                  <a:pt x="4701" y="114"/>
                  <a:pt x="5641" y="0"/>
                  <a:pt x="6524" y="0"/>
                </a:cubicBezTo>
                <a:cubicBezTo>
                  <a:pt x="8547" y="0"/>
                  <a:pt x="10142" y="456"/>
                  <a:pt x="11282" y="1311"/>
                </a:cubicBezTo>
                <a:cubicBezTo>
                  <a:pt x="12421" y="2194"/>
                  <a:pt x="12991" y="3419"/>
                  <a:pt x="12991" y="4957"/>
                </a:cubicBezTo>
                <a:cubicBezTo>
                  <a:pt x="12991" y="6211"/>
                  <a:pt x="12592" y="7265"/>
                  <a:pt x="11795" y="8091"/>
                </a:cubicBezTo>
                <a:cubicBezTo>
                  <a:pt x="10997" y="8946"/>
                  <a:pt x="9886" y="9515"/>
                  <a:pt x="8461" y="9800"/>
                </a:cubicBezTo>
                <a:cubicBezTo>
                  <a:pt x="10171" y="10057"/>
                  <a:pt x="11481" y="10683"/>
                  <a:pt x="12421" y="11681"/>
                </a:cubicBezTo>
                <a:cubicBezTo>
                  <a:pt x="13361" y="12678"/>
                  <a:pt x="13846" y="13960"/>
                  <a:pt x="13846" y="15527"/>
                </a:cubicBezTo>
                <a:cubicBezTo>
                  <a:pt x="13846" y="17464"/>
                  <a:pt x="13191" y="18945"/>
                  <a:pt x="11880" y="19971"/>
                </a:cubicBezTo>
                <a:cubicBezTo>
                  <a:pt x="10570" y="20997"/>
                  <a:pt x="8718" y="21509"/>
                  <a:pt x="6268" y="21509"/>
                </a:cubicBezTo>
                <a:cubicBezTo>
                  <a:pt x="5185" y="21509"/>
                  <a:pt x="4102" y="21395"/>
                  <a:pt x="3077" y="21168"/>
                </a:cubicBezTo>
                <a:cubicBezTo>
                  <a:pt x="2051" y="20968"/>
                  <a:pt x="1026" y="20626"/>
                  <a:pt x="0" y="20142"/>
                </a:cubicBezTo>
                <a:lnTo>
                  <a:pt x="0" y="16096"/>
                </a:lnTo>
                <a:lnTo>
                  <a:pt x="1567" y="16096"/>
                </a:lnTo>
                <a:cubicBezTo>
                  <a:pt x="1652" y="17464"/>
                  <a:pt x="2108" y="18461"/>
                  <a:pt x="2906" y="19145"/>
                </a:cubicBezTo>
                <a:cubicBezTo>
                  <a:pt x="3704" y="19829"/>
                  <a:pt x="4843" y="20170"/>
                  <a:pt x="6325" y="20170"/>
                </a:cubicBezTo>
                <a:cubicBezTo>
                  <a:pt x="7749" y="20170"/>
                  <a:pt x="8860" y="19772"/>
                  <a:pt x="9686" y="18945"/>
                </a:cubicBezTo>
                <a:cubicBezTo>
                  <a:pt x="10484" y="18119"/>
                  <a:pt x="10911" y="16980"/>
                  <a:pt x="10911" y="15555"/>
                </a:cubicBezTo>
                <a:cubicBezTo>
                  <a:pt x="10911" y="13931"/>
                  <a:pt x="10484" y="12706"/>
                  <a:pt x="9629" y="11852"/>
                </a:cubicBezTo>
                <a:cubicBezTo>
                  <a:pt x="8775" y="11025"/>
                  <a:pt x="7550" y="10598"/>
                  <a:pt x="5926" y="10598"/>
                </a:cubicBezTo>
                <a:lnTo>
                  <a:pt x="4615" y="10598"/>
                </a:lnTo>
                <a:lnTo>
                  <a:pt x="4615" y="9174"/>
                </a:lnTo>
                <a:lnTo>
                  <a:pt x="5299" y="9174"/>
                </a:lnTo>
                <a:cubicBezTo>
                  <a:pt x="6923" y="9174"/>
                  <a:pt x="8148" y="8860"/>
                  <a:pt x="8946" y="8176"/>
                </a:cubicBezTo>
                <a:cubicBezTo>
                  <a:pt x="9743" y="7493"/>
                  <a:pt x="10171" y="6496"/>
                  <a:pt x="10171" y="5128"/>
                </a:cubicBezTo>
                <a:cubicBezTo>
                  <a:pt x="10171" y="3932"/>
                  <a:pt x="9829" y="2991"/>
                  <a:pt x="9174" y="2336"/>
                </a:cubicBezTo>
                <a:cubicBezTo>
                  <a:pt x="8490" y="1709"/>
                  <a:pt x="7550" y="1367"/>
                  <a:pt x="6296" y="1367"/>
                </a:cubicBezTo>
                <a:cubicBezTo>
                  <a:pt x="5043" y="1367"/>
                  <a:pt x="4045" y="1681"/>
                  <a:pt x="3362" y="2279"/>
                </a:cubicBezTo>
                <a:cubicBezTo>
                  <a:pt x="2678" y="2877"/>
                  <a:pt x="2279" y="3761"/>
                  <a:pt x="2165" y="4900"/>
                </a:cubicBezTo>
                <a:lnTo>
                  <a:pt x="598" y="4900"/>
                </a:lnTo>
                <a:lnTo>
                  <a:pt x="598" y="12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9CCC6A-3AF0-48A0-99C7-4E552EFDB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150" y="2686117"/>
            <a:ext cx="51771" cy="60226"/>
          </a:xfrm>
          <a:custGeom xmlns:a="http://schemas.openxmlformats.org/drawingml/2006/main">
            <a:pathLst>
              <a:path w="51771" h="60226">
                <a:moveTo>
                  <a:pt x="51771" y="43794"/>
                </a:moveTo>
                <a:cubicBezTo>
                  <a:pt x="50016" y="49218"/>
                  <a:pt x="47144" y="53366"/>
                  <a:pt x="43156" y="56078"/>
                </a:cubicBezTo>
                <a:cubicBezTo>
                  <a:pt x="39087" y="58870"/>
                  <a:pt x="33982" y="60226"/>
                  <a:pt x="27840" y="60226"/>
                </a:cubicBezTo>
                <a:cubicBezTo>
                  <a:pt x="24011" y="60226"/>
                  <a:pt x="20421" y="59588"/>
                  <a:pt x="17230" y="58312"/>
                </a:cubicBezTo>
                <a:cubicBezTo>
                  <a:pt x="13960" y="57036"/>
                  <a:pt x="11088" y="55201"/>
                  <a:pt x="8615" y="52648"/>
                </a:cubicBezTo>
                <a:cubicBezTo>
                  <a:pt x="5664" y="49776"/>
                  <a:pt x="3510" y="46426"/>
                  <a:pt x="2074" y="42757"/>
                </a:cubicBezTo>
                <a:cubicBezTo>
                  <a:pt x="638" y="39087"/>
                  <a:pt x="0" y="34859"/>
                  <a:pt x="0" y="30153"/>
                </a:cubicBezTo>
                <a:cubicBezTo>
                  <a:pt x="0" y="21139"/>
                  <a:pt x="2553" y="13880"/>
                  <a:pt x="7817" y="8296"/>
                </a:cubicBezTo>
                <a:cubicBezTo>
                  <a:pt x="13003" y="2792"/>
                  <a:pt x="19863" y="0"/>
                  <a:pt x="28478" y="0"/>
                </a:cubicBezTo>
                <a:cubicBezTo>
                  <a:pt x="31669" y="0"/>
                  <a:pt x="35019" y="479"/>
                  <a:pt x="38609" y="1276"/>
                </a:cubicBezTo>
                <a:cubicBezTo>
                  <a:pt x="42119" y="2074"/>
                  <a:pt x="46027" y="3350"/>
                  <a:pt x="50175" y="5026"/>
                </a:cubicBezTo>
                <a:lnTo>
                  <a:pt x="50175" y="18427"/>
                </a:lnTo>
                <a:lnTo>
                  <a:pt x="45788" y="18427"/>
                </a:lnTo>
                <a:cubicBezTo>
                  <a:pt x="44831" y="13561"/>
                  <a:pt x="42836" y="9971"/>
                  <a:pt x="39965" y="7658"/>
                </a:cubicBezTo>
                <a:cubicBezTo>
                  <a:pt x="37093" y="5345"/>
                  <a:pt x="33025" y="4148"/>
                  <a:pt x="27840" y="4148"/>
                </a:cubicBezTo>
                <a:cubicBezTo>
                  <a:pt x="21618" y="4148"/>
                  <a:pt x="16911" y="6382"/>
                  <a:pt x="13720" y="10769"/>
                </a:cubicBezTo>
                <a:cubicBezTo>
                  <a:pt x="10530" y="15236"/>
                  <a:pt x="8934" y="21697"/>
                  <a:pt x="8934" y="30153"/>
                </a:cubicBezTo>
                <a:cubicBezTo>
                  <a:pt x="8934" y="38688"/>
                  <a:pt x="10530" y="45150"/>
                  <a:pt x="13720" y="49537"/>
                </a:cubicBezTo>
                <a:cubicBezTo>
                  <a:pt x="16911" y="54004"/>
                  <a:pt x="21618" y="56158"/>
                  <a:pt x="27840" y="56158"/>
                </a:cubicBezTo>
                <a:cubicBezTo>
                  <a:pt x="32147" y="56158"/>
                  <a:pt x="35657" y="55121"/>
                  <a:pt x="38529" y="53047"/>
                </a:cubicBezTo>
                <a:cubicBezTo>
                  <a:pt x="41321" y="50973"/>
                  <a:pt x="43315" y="47942"/>
                  <a:pt x="44591" y="43794"/>
                </a:cubicBezTo>
                <a:lnTo>
                  <a:pt x="51771" y="4379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D8EDAA-4CDF-4F5C-9C8D-A3803B3A7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2695" y="2702789"/>
            <a:ext cx="40045" cy="43554"/>
          </a:xfrm>
          <a:custGeom xmlns:a="http://schemas.openxmlformats.org/drawingml/2006/main">
            <a:pathLst>
              <a:path w="40045" h="43554">
                <a:moveTo>
                  <a:pt x="20022" y="39805"/>
                </a:moveTo>
                <a:cubicBezTo>
                  <a:pt x="23851" y="39805"/>
                  <a:pt x="26723" y="38290"/>
                  <a:pt x="28717" y="35258"/>
                </a:cubicBezTo>
                <a:cubicBezTo>
                  <a:pt x="30632" y="32227"/>
                  <a:pt x="31669" y="27760"/>
                  <a:pt x="31669" y="21857"/>
                </a:cubicBezTo>
                <a:cubicBezTo>
                  <a:pt x="31669" y="15954"/>
                  <a:pt x="30632" y="11407"/>
                  <a:pt x="28717" y="8376"/>
                </a:cubicBezTo>
                <a:cubicBezTo>
                  <a:pt x="26723" y="5345"/>
                  <a:pt x="23851" y="3829"/>
                  <a:pt x="20022" y="3829"/>
                </a:cubicBezTo>
                <a:cubicBezTo>
                  <a:pt x="16193" y="3829"/>
                  <a:pt x="13242" y="5345"/>
                  <a:pt x="11327" y="8376"/>
                </a:cubicBezTo>
                <a:cubicBezTo>
                  <a:pt x="9333" y="11407"/>
                  <a:pt x="8376" y="15954"/>
                  <a:pt x="8376" y="21857"/>
                </a:cubicBezTo>
                <a:cubicBezTo>
                  <a:pt x="8376" y="27760"/>
                  <a:pt x="9333" y="32227"/>
                  <a:pt x="11327" y="35258"/>
                </a:cubicBezTo>
                <a:cubicBezTo>
                  <a:pt x="13242" y="38290"/>
                  <a:pt x="16193" y="39805"/>
                  <a:pt x="20022" y="39805"/>
                </a:cubicBezTo>
                <a:close/>
                <a:moveTo>
                  <a:pt x="20022" y="43554"/>
                </a:moveTo>
                <a:cubicBezTo>
                  <a:pt x="13960" y="43554"/>
                  <a:pt x="9174" y="41640"/>
                  <a:pt x="5504" y="37651"/>
                </a:cubicBezTo>
                <a:cubicBezTo>
                  <a:pt x="1835" y="33663"/>
                  <a:pt x="0" y="28398"/>
                  <a:pt x="0" y="21777"/>
                </a:cubicBezTo>
                <a:cubicBezTo>
                  <a:pt x="0" y="15236"/>
                  <a:pt x="1755" y="9971"/>
                  <a:pt x="5424" y="5983"/>
                </a:cubicBezTo>
                <a:cubicBezTo>
                  <a:pt x="9094" y="1994"/>
                  <a:pt x="13960" y="0"/>
                  <a:pt x="20022" y="0"/>
                </a:cubicBezTo>
                <a:cubicBezTo>
                  <a:pt x="26085" y="0"/>
                  <a:pt x="30871" y="1994"/>
                  <a:pt x="34540" y="5983"/>
                </a:cubicBezTo>
                <a:cubicBezTo>
                  <a:pt x="38210" y="9971"/>
                  <a:pt x="40045" y="15236"/>
                  <a:pt x="40045" y="21777"/>
                </a:cubicBezTo>
                <a:cubicBezTo>
                  <a:pt x="40045" y="28398"/>
                  <a:pt x="38210" y="33663"/>
                  <a:pt x="34540" y="37651"/>
                </a:cubicBezTo>
                <a:cubicBezTo>
                  <a:pt x="30871" y="41640"/>
                  <a:pt x="26085" y="43554"/>
                  <a:pt x="20022" y="4355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33575D-FCD9-49AE-A719-327842B33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0717" y="2684681"/>
            <a:ext cx="44751" cy="61662"/>
          </a:xfrm>
          <a:custGeom xmlns:a="http://schemas.openxmlformats.org/drawingml/2006/main">
            <a:pathLst>
              <a:path w="44751" h="61662">
                <a:moveTo>
                  <a:pt x="37891" y="56477"/>
                </a:moveTo>
                <a:lnTo>
                  <a:pt x="44751" y="56477"/>
                </a:lnTo>
                <a:lnTo>
                  <a:pt x="44751" y="60625"/>
                </a:lnTo>
                <a:lnTo>
                  <a:pt x="30711" y="60625"/>
                </a:lnTo>
                <a:lnTo>
                  <a:pt x="30711" y="54164"/>
                </a:lnTo>
                <a:cubicBezTo>
                  <a:pt x="29276" y="56796"/>
                  <a:pt x="27521" y="58711"/>
                  <a:pt x="25367" y="59907"/>
                </a:cubicBezTo>
                <a:cubicBezTo>
                  <a:pt x="23133" y="61024"/>
                  <a:pt x="20501" y="61662"/>
                  <a:pt x="17310" y="61662"/>
                </a:cubicBezTo>
                <a:cubicBezTo>
                  <a:pt x="12205" y="61662"/>
                  <a:pt x="7977" y="59668"/>
                  <a:pt x="4786" y="55679"/>
                </a:cubicBezTo>
                <a:cubicBezTo>
                  <a:pt x="1595" y="51691"/>
                  <a:pt x="0" y="46426"/>
                  <a:pt x="0" y="39885"/>
                </a:cubicBezTo>
                <a:cubicBezTo>
                  <a:pt x="0" y="33424"/>
                  <a:pt x="1595" y="28159"/>
                  <a:pt x="4786" y="24170"/>
                </a:cubicBezTo>
                <a:cubicBezTo>
                  <a:pt x="7977" y="20182"/>
                  <a:pt x="12205" y="18108"/>
                  <a:pt x="17310" y="18108"/>
                </a:cubicBezTo>
                <a:cubicBezTo>
                  <a:pt x="20501" y="18108"/>
                  <a:pt x="23133" y="18746"/>
                  <a:pt x="25367" y="19942"/>
                </a:cubicBezTo>
                <a:cubicBezTo>
                  <a:pt x="27521" y="21219"/>
                  <a:pt x="29276" y="23133"/>
                  <a:pt x="30711" y="25686"/>
                </a:cubicBezTo>
                <a:lnTo>
                  <a:pt x="30711" y="4148"/>
                </a:lnTo>
                <a:lnTo>
                  <a:pt x="23931" y="4148"/>
                </a:lnTo>
                <a:lnTo>
                  <a:pt x="23931" y="0"/>
                </a:lnTo>
                <a:lnTo>
                  <a:pt x="37891" y="0"/>
                </a:lnTo>
                <a:lnTo>
                  <a:pt x="37891" y="56477"/>
                </a:lnTo>
                <a:close/>
                <a:moveTo>
                  <a:pt x="30711" y="41959"/>
                </a:moveTo>
                <a:lnTo>
                  <a:pt x="30711" y="37891"/>
                </a:lnTo>
                <a:cubicBezTo>
                  <a:pt x="30711" y="32945"/>
                  <a:pt x="29754" y="29196"/>
                  <a:pt x="27840" y="26563"/>
                </a:cubicBezTo>
                <a:cubicBezTo>
                  <a:pt x="25925" y="23931"/>
                  <a:pt x="23133" y="22575"/>
                  <a:pt x="19544" y="22575"/>
                </a:cubicBezTo>
                <a:cubicBezTo>
                  <a:pt x="15874" y="22575"/>
                  <a:pt x="13082" y="24091"/>
                  <a:pt x="11168" y="26962"/>
                </a:cubicBezTo>
                <a:cubicBezTo>
                  <a:pt x="9253" y="29834"/>
                  <a:pt x="8376" y="34142"/>
                  <a:pt x="8376" y="39885"/>
                </a:cubicBezTo>
                <a:cubicBezTo>
                  <a:pt x="8376" y="45628"/>
                  <a:pt x="9253" y="50016"/>
                  <a:pt x="11168" y="52887"/>
                </a:cubicBezTo>
                <a:cubicBezTo>
                  <a:pt x="13082" y="55839"/>
                  <a:pt x="15874" y="57275"/>
                  <a:pt x="19544" y="57275"/>
                </a:cubicBezTo>
                <a:cubicBezTo>
                  <a:pt x="23133" y="57275"/>
                  <a:pt x="25925" y="55999"/>
                  <a:pt x="27840" y="53366"/>
                </a:cubicBezTo>
                <a:cubicBezTo>
                  <a:pt x="29754" y="50813"/>
                  <a:pt x="30711" y="46985"/>
                  <a:pt x="30711" y="4195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25398B-AD14-4886-800E-CAD0FE0CA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770" y="2702789"/>
            <a:ext cx="39247" cy="43554"/>
          </a:xfrm>
          <a:custGeom xmlns:a="http://schemas.openxmlformats.org/drawingml/2006/main">
            <a:pathLst>
              <a:path w="39247" h="43554">
                <a:moveTo>
                  <a:pt x="39247" y="22575"/>
                </a:moveTo>
                <a:lnTo>
                  <a:pt x="8376" y="22575"/>
                </a:lnTo>
                <a:lnTo>
                  <a:pt x="8376" y="22894"/>
                </a:lnTo>
                <a:cubicBezTo>
                  <a:pt x="8376" y="28478"/>
                  <a:pt x="9413" y="32706"/>
                  <a:pt x="11487" y="35577"/>
                </a:cubicBezTo>
                <a:cubicBezTo>
                  <a:pt x="13561" y="38449"/>
                  <a:pt x="16672" y="39805"/>
                  <a:pt x="20820" y="39805"/>
                </a:cubicBezTo>
                <a:cubicBezTo>
                  <a:pt x="23931" y="39805"/>
                  <a:pt x="26484" y="39008"/>
                  <a:pt x="28558" y="37332"/>
                </a:cubicBezTo>
                <a:cubicBezTo>
                  <a:pt x="30552" y="35737"/>
                  <a:pt x="31988" y="33264"/>
                  <a:pt x="32785" y="29994"/>
                </a:cubicBezTo>
                <a:lnTo>
                  <a:pt x="38529" y="29994"/>
                </a:lnTo>
                <a:cubicBezTo>
                  <a:pt x="37412" y="34540"/>
                  <a:pt x="35258" y="37971"/>
                  <a:pt x="32227" y="40204"/>
                </a:cubicBezTo>
                <a:cubicBezTo>
                  <a:pt x="29116" y="42438"/>
                  <a:pt x="25048" y="43554"/>
                  <a:pt x="20102" y="43554"/>
                </a:cubicBezTo>
                <a:cubicBezTo>
                  <a:pt x="14040" y="43554"/>
                  <a:pt x="9174" y="41640"/>
                  <a:pt x="5504" y="37651"/>
                </a:cubicBezTo>
                <a:cubicBezTo>
                  <a:pt x="1835" y="33663"/>
                  <a:pt x="0" y="28398"/>
                  <a:pt x="0" y="21777"/>
                </a:cubicBezTo>
                <a:cubicBezTo>
                  <a:pt x="0" y="15236"/>
                  <a:pt x="1755" y="9971"/>
                  <a:pt x="5424" y="5983"/>
                </a:cubicBezTo>
                <a:cubicBezTo>
                  <a:pt x="9014" y="1994"/>
                  <a:pt x="13720" y="0"/>
                  <a:pt x="19623" y="0"/>
                </a:cubicBezTo>
                <a:cubicBezTo>
                  <a:pt x="25845" y="0"/>
                  <a:pt x="30711" y="1994"/>
                  <a:pt x="34062" y="5823"/>
                </a:cubicBezTo>
                <a:cubicBezTo>
                  <a:pt x="37412" y="9652"/>
                  <a:pt x="39087" y="15236"/>
                  <a:pt x="39247" y="22575"/>
                </a:cubicBezTo>
                <a:close/>
                <a:moveTo>
                  <a:pt x="30791" y="18427"/>
                </a:moveTo>
                <a:cubicBezTo>
                  <a:pt x="30632" y="13641"/>
                  <a:pt x="29595" y="9971"/>
                  <a:pt x="27680" y="7498"/>
                </a:cubicBezTo>
                <a:cubicBezTo>
                  <a:pt x="25766" y="5105"/>
                  <a:pt x="23133" y="3829"/>
                  <a:pt x="19623" y="3829"/>
                </a:cubicBezTo>
                <a:cubicBezTo>
                  <a:pt x="16273" y="3829"/>
                  <a:pt x="13720" y="5105"/>
                  <a:pt x="11806" y="7578"/>
                </a:cubicBezTo>
                <a:cubicBezTo>
                  <a:pt x="9891" y="10051"/>
                  <a:pt x="8775" y="13641"/>
                  <a:pt x="8376" y="18427"/>
                </a:cubicBezTo>
                <a:lnTo>
                  <a:pt x="30791" y="1842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54498C-F4AE-49BC-AA47-B04EF842F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9393" y="2687154"/>
            <a:ext cx="49378" cy="58152"/>
          </a:xfrm>
          <a:custGeom xmlns:a="http://schemas.openxmlformats.org/drawingml/2006/main">
            <a:pathLst>
              <a:path w="49378" h="58152">
                <a:moveTo>
                  <a:pt x="15316" y="54004"/>
                </a:moveTo>
                <a:lnTo>
                  <a:pt x="26962" y="54004"/>
                </a:lnTo>
                <a:cubicBezTo>
                  <a:pt x="31589" y="54004"/>
                  <a:pt x="35019" y="53047"/>
                  <a:pt x="37173" y="50973"/>
                </a:cubicBezTo>
                <a:cubicBezTo>
                  <a:pt x="39327" y="48979"/>
                  <a:pt x="40443" y="45788"/>
                  <a:pt x="40443" y="41321"/>
                </a:cubicBezTo>
                <a:cubicBezTo>
                  <a:pt x="40443" y="37013"/>
                  <a:pt x="39327" y="33822"/>
                  <a:pt x="37173" y="31748"/>
                </a:cubicBezTo>
                <a:cubicBezTo>
                  <a:pt x="35019" y="29754"/>
                  <a:pt x="31589" y="28717"/>
                  <a:pt x="26962" y="28717"/>
                </a:cubicBezTo>
                <a:lnTo>
                  <a:pt x="15316" y="28717"/>
                </a:lnTo>
                <a:lnTo>
                  <a:pt x="15316" y="54004"/>
                </a:lnTo>
                <a:close/>
                <a:moveTo>
                  <a:pt x="15316" y="24569"/>
                </a:moveTo>
                <a:lnTo>
                  <a:pt x="25207" y="24569"/>
                </a:lnTo>
                <a:cubicBezTo>
                  <a:pt x="29435" y="24569"/>
                  <a:pt x="32546" y="23771"/>
                  <a:pt x="34540" y="22176"/>
                </a:cubicBezTo>
                <a:cubicBezTo>
                  <a:pt x="36455" y="20581"/>
                  <a:pt x="37492" y="17948"/>
                  <a:pt x="37492" y="14359"/>
                </a:cubicBezTo>
                <a:cubicBezTo>
                  <a:pt x="37492" y="10849"/>
                  <a:pt x="36455" y="8216"/>
                  <a:pt x="34540" y="6621"/>
                </a:cubicBezTo>
                <a:cubicBezTo>
                  <a:pt x="32546" y="5026"/>
                  <a:pt x="29435" y="4148"/>
                  <a:pt x="25207" y="4148"/>
                </a:cubicBezTo>
                <a:lnTo>
                  <a:pt x="15316" y="4148"/>
                </a:lnTo>
                <a:lnTo>
                  <a:pt x="15316" y="24569"/>
                </a:lnTo>
                <a:close/>
                <a:moveTo>
                  <a:pt x="0" y="58152"/>
                </a:moveTo>
                <a:lnTo>
                  <a:pt x="0" y="54004"/>
                </a:lnTo>
                <a:lnTo>
                  <a:pt x="7419" y="54004"/>
                </a:lnTo>
                <a:lnTo>
                  <a:pt x="7419" y="4148"/>
                </a:lnTo>
                <a:lnTo>
                  <a:pt x="0" y="4148"/>
                </a:lnTo>
                <a:lnTo>
                  <a:pt x="0" y="0"/>
                </a:lnTo>
                <a:lnTo>
                  <a:pt x="28717" y="0"/>
                </a:lnTo>
                <a:cubicBezTo>
                  <a:pt x="34540" y="0"/>
                  <a:pt x="38928" y="1197"/>
                  <a:pt x="41959" y="3590"/>
                </a:cubicBezTo>
                <a:cubicBezTo>
                  <a:pt x="44910" y="5983"/>
                  <a:pt x="46426" y="9572"/>
                  <a:pt x="46426" y="14359"/>
                </a:cubicBezTo>
                <a:cubicBezTo>
                  <a:pt x="46426" y="17868"/>
                  <a:pt x="45389" y="20581"/>
                  <a:pt x="43315" y="22655"/>
                </a:cubicBezTo>
                <a:cubicBezTo>
                  <a:pt x="41241" y="24729"/>
                  <a:pt x="38290" y="25925"/>
                  <a:pt x="34301" y="26404"/>
                </a:cubicBezTo>
                <a:cubicBezTo>
                  <a:pt x="39247" y="27042"/>
                  <a:pt x="42996" y="28637"/>
                  <a:pt x="45549" y="31190"/>
                </a:cubicBezTo>
                <a:cubicBezTo>
                  <a:pt x="48101" y="33743"/>
                  <a:pt x="49378" y="37093"/>
                  <a:pt x="49378" y="41321"/>
                </a:cubicBezTo>
                <a:cubicBezTo>
                  <a:pt x="49378" y="47064"/>
                  <a:pt x="47543" y="51372"/>
                  <a:pt x="43873" y="54084"/>
                </a:cubicBezTo>
                <a:cubicBezTo>
                  <a:pt x="40204" y="56796"/>
                  <a:pt x="34540" y="58152"/>
                  <a:pt x="26882" y="58152"/>
                </a:cubicBezTo>
                <a:lnTo>
                  <a:pt x="0" y="5815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CE4A76-E895-493A-B5F8-6005C4227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08" y="2702789"/>
            <a:ext cx="35258" cy="42517"/>
          </a:xfrm>
          <a:custGeom xmlns:a="http://schemas.openxmlformats.org/drawingml/2006/main">
            <a:pathLst>
              <a:path w="35258" h="42517">
                <a:moveTo>
                  <a:pt x="35258" y="1037"/>
                </a:moveTo>
                <a:lnTo>
                  <a:pt x="35258" y="11407"/>
                </a:lnTo>
                <a:lnTo>
                  <a:pt x="31110" y="11407"/>
                </a:lnTo>
                <a:cubicBezTo>
                  <a:pt x="30951" y="9333"/>
                  <a:pt x="30392" y="7817"/>
                  <a:pt x="29435" y="6780"/>
                </a:cubicBezTo>
                <a:cubicBezTo>
                  <a:pt x="28398" y="5823"/>
                  <a:pt x="26882" y="5265"/>
                  <a:pt x="24968" y="5265"/>
                </a:cubicBezTo>
                <a:cubicBezTo>
                  <a:pt x="21458" y="5265"/>
                  <a:pt x="18746" y="6541"/>
                  <a:pt x="16831" y="8934"/>
                </a:cubicBezTo>
                <a:cubicBezTo>
                  <a:pt x="14917" y="11407"/>
                  <a:pt x="14040" y="14917"/>
                  <a:pt x="14040" y="19464"/>
                </a:cubicBezTo>
                <a:lnTo>
                  <a:pt x="14040" y="38369"/>
                </a:lnTo>
                <a:lnTo>
                  <a:pt x="22336" y="38369"/>
                </a:lnTo>
                <a:lnTo>
                  <a:pt x="22336" y="42517"/>
                </a:lnTo>
                <a:lnTo>
                  <a:pt x="399" y="42517"/>
                </a:lnTo>
                <a:lnTo>
                  <a:pt x="399" y="38369"/>
                </a:lnTo>
                <a:lnTo>
                  <a:pt x="6860" y="38369"/>
                </a:lnTo>
                <a:lnTo>
                  <a:pt x="6860" y="5185"/>
                </a:lnTo>
                <a:lnTo>
                  <a:pt x="0" y="5185"/>
                </a:lnTo>
                <a:lnTo>
                  <a:pt x="0" y="1117"/>
                </a:lnTo>
                <a:lnTo>
                  <a:pt x="14040" y="1117"/>
                </a:lnTo>
                <a:lnTo>
                  <a:pt x="14040" y="8456"/>
                </a:lnTo>
                <a:cubicBezTo>
                  <a:pt x="15396" y="5584"/>
                  <a:pt x="17151" y="3510"/>
                  <a:pt x="19384" y="2074"/>
                </a:cubicBezTo>
                <a:cubicBezTo>
                  <a:pt x="21618" y="718"/>
                  <a:pt x="24330" y="0"/>
                  <a:pt x="27521" y="0"/>
                </a:cubicBezTo>
                <a:cubicBezTo>
                  <a:pt x="28637" y="0"/>
                  <a:pt x="29914" y="160"/>
                  <a:pt x="31190" y="319"/>
                </a:cubicBezTo>
                <a:cubicBezTo>
                  <a:pt x="32466" y="479"/>
                  <a:pt x="33822" y="718"/>
                  <a:pt x="35258" y="103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11521A-2452-421F-ACEF-F22645BDB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4638" y="2686596"/>
            <a:ext cx="20820" cy="58711"/>
          </a:xfrm>
          <a:custGeom xmlns:a="http://schemas.openxmlformats.org/drawingml/2006/main">
            <a:pathLst>
              <a:path w="20820" h="58711">
                <a:moveTo>
                  <a:pt x="4866" y="4467"/>
                </a:moveTo>
                <a:cubicBezTo>
                  <a:pt x="4866" y="3271"/>
                  <a:pt x="5265" y="2234"/>
                  <a:pt x="6142" y="1356"/>
                </a:cubicBezTo>
                <a:cubicBezTo>
                  <a:pt x="7020" y="479"/>
                  <a:pt x="8057" y="0"/>
                  <a:pt x="9333" y="0"/>
                </a:cubicBezTo>
                <a:cubicBezTo>
                  <a:pt x="10450" y="0"/>
                  <a:pt x="11487" y="479"/>
                  <a:pt x="12364" y="1356"/>
                </a:cubicBezTo>
                <a:cubicBezTo>
                  <a:pt x="13242" y="2234"/>
                  <a:pt x="13720" y="3271"/>
                  <a:pt x="13720" y="4467"/>
                </a:cubicBezTo>
                <a:cubicBezTo>
                  <a:pt x="13720" y="5743"/>
                  <a:pt x="13242" y="6780"/>
                  <a:pt x="12444" y="7578"/>
                </a:cubicBezTo>
                <a:cubicBezTo>
                  <a:pt x="11567" y="8456"/>
                  <a:pt x="10530" y="8854"/>
                  <a:pt x="9333" y="8854"/>
                </a:cubicBezTo>
                <a:cubicBezTo>
                  <a:pt x="8057" y="8854"/>
                  <a:pt x="7020" y="8456"/>
                  <a:pt x="6142" y="7578"/>
                </a:cubicBezTo>
                <a:cubicBezTo>
                  <a:pt x="5265" y="6780"/>
                  <a:pt x="4866" y="5743"/>
                  <a:pt x="4866" y="4467"/>
                </a:cubicBezTo>
                <a:close/>
                <a:moveTo>
                  <a:pt x="14040" y="54563"/>
                </a:moveTo>
                <a:lnTo>
                  <a:pt x="20820" y="54563"/>
                </a:lnTo>
                <a:lnTo>
                  <a:pt x="20820" y="58711"/>
                </a:lnTo>
                <a:lnTo>
                  <a:pt x="0" y="58711"/>
                </a:lnTo>
                <a:lnTo>
                  <a:pt x="0" y="54563"/>
                </a:lnTo>
                <a:lnTo>
                  <a:pt x="6860" y="54563"/>
                </a:lnTo>
                <a:lnTo>
                  <a:pt x="6860" y="21458"/>
                </a:lnTo>
                <a:lnTo>
                  <a:pt x="0" y="21458"/>
                </a:lnTo>
                <a:lnTo>
                  <a:pt x="0" y="17310"/>
                </a:lnTo>
                <a:lnTo>
                  <a:pt x="14040" y="17310"/>
                </a:lnTo>
                <a:lnTo>
                  <a:pt x="14040" y="5456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48F22B-ACA0-42D6-BD10-A2A77218D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1281" y="2684681"/>
            <a:ext cx="44751" cy="61662"/>
          </a:xfrm>
          <a:custGeom xmlns:a="http://schemas.openxmlformats.org/drawingml/2006/main">
            <a:pathLst>
              <a:path w="44751" h="61662">
                <a:moveTo>
                  <a:pt x="37891" y="56477"/>
                </a:moveTo>
                <a:lnTo>
                  <a:pt x="44751" y="56477"/>
                </a:lnTo>
                <a:lnTo>
                  <a:pt x="44751" y="60625"/>
                </a:lnTo>
                <a:lnTo>
                  <a:pt x="30711" y="60625"/>
                </a:lnTo>
                <a:lnTo>
                  <a:pt x="30711" y="54164"/>
                </a:lnTo>
                <a:cubicBezTo>
                  <a:pt x="29276" y="56796"/>
                  <a:pt x="27521" y="58711"/>
                  <a:pt x="25367" y="59907"/>
                </a:cubicBezTo>
                <a:cubicBezTo>
                  <a:pt x="23133" y="61024"/>
                  <a:pt x="20501" y="61662"/>
                  <a:pt x="17310" y="61662"/>
                </a:cubicBezTo>
                <a:cubicBezTo>
                  <a:pt x="12205" y="61662"/>
                  <a:pt x="7977" y="59668"/>
                  <a:pt x="4786" y="55679"/>
                </a:cubicBezTo>
                <a:cubicBezTo>
                  <a:pt x="1595" y="51691"/>
                  <a:pt x="0" y="46426"/>
                  <a:pt x="0" y="39885"/>
                </a:cubicBezTo>
                <a:cubicBezTo>
                  <a:pt x="0" y="33424"/>
                  <a:pt x="1595" y="28159"/>
                  <a:pt x="4786" y="24170"/>
                </a:cubicBezTo>
                <a:cubicBezTo>
                  <a:pt x="7977" y="20182"/>
                  <a:pt x="12205" y="18108"/>
                  <a:pt x="17310" y="18108"/>
                </a:cubicBezTo>
                <a:cubicBezTo>
                  <a:pt x="20501" y="18108"/>
                  <a:pt x="23133" y="18746"/>
                  <a:pt x="25367" y="19942"/>
                </a:cubicBezTo>
                <a:cubicBezTo>
                  <a:pt x="27521" y="21219"/>
                  <a:pt x="29276" y="23133"/>
                  <a:pt x="30711" y="25686"/>
                </a:cubicBezTo>
                <a:lnTo>
                  <a:pt x="30711" y="4148"/>
                </a:lnTo>
                <a:lnTo>
                  <a:pt x="23931" y="4148"/>
                </a:lnTo>
                <a:lnTo>
                  <a:pt x="23931" y="0"/>
                </a:lnTo>
                <a:lnTo>
                  <a:pt x="37891" y="0"/>
                </a:lnTo>
                <a:lnTo>
                  <a:pt x="37891" y="56477"/>
                </a:lnTo>
                <a:close/>
                <a:moveTo>
                  <a:pt x="30711" y="41959"/>
                </a:moveTo>
                <a:lnTo>
                  <a:pt x="30711" y="37891"/>
                </a:lnTo>
                <a:cubicBezTo>
                  <a:pt x="30711" y="32945"/>
                  <a:pt x="29754" y="29196"/>
                  <a:pt x="27840" y="26563"/>
                </a:cubicBezTo>
                <a:cubicBezTo>
                  <a:pt x="25925" y="23931"/>
                  <a:pt x="23133" y="22575"/>
                  <a:pt x="19544" y="22575"/>
                </a:cubicBezTo>
                <a:cubicBezTo>
                  <a:pt x="15874" y="22575"/>
                  <a:pt x="13082" y="24091"/>
                  <a:pt x="11168" y="26962"/>
                </a:cubicBezTo>
                <a:cubicBezTo>
                  <a:pt x="9253" y="29834"/>
                  <a:pt x="8376" y="34142"/>
                  <a:pt x="8376" y="39885"/>
                </a:cubicBezTo>
                <a:cubicBezTo>
                  <a:pt x="8376" y="45628"/>
                  <a:pt x="9253" y="50016"/>
                  <a:pt x="11168" y="52887"/>
                </a:cubicBezTo>
                <a:cubicBezTo>
                  <a:pt x="13082" y="55839"/>
                  <a:pt x="15874" y="57275"/>
                  <a:pt x="19544" y="57275"/>
                </a:cubicBezTo>
                <a:cubicBezTo>
                  <a:pt x="23133" y="57275"/>
                  <a:pt x="25925" y="55999"/>
                  <a:pt x="27840" y="53366"/>
                </a:cubicBezTo>
                <a:cubicBezTo>
                  <a:pt x="29754" y="50813"/>
                  <a:pt x="30711" y="46985"/>
                  <a:pt x="30711" y="4195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39DE0B-F863-4058-B677-3B29A5D70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2334" y="2702789"/>
            <a:ext cx="44751" cy="60147"/>
          </a:xfrm>
          <a:custGeom xmlns:a="http://schemas.openxmlformats.org/drawingml/2006/main">
            <a:pathLst>
              <a:path w="44751" h="60147">
                <a:moveTo>
                  <a:pt x="37891" y="5265"/>
                </a:moveTo>
                <a:lnTo>
                  <a:pt x="37891" y="41640"/>
                </a:lnTo>
                <a:cubicBezTo>
                  <a:pt x="37891" y="47543"/>
                  <a:pt x="36216" y="52090"/>
                  <a:pt x="32945" y="55281"/>
                </a:cubicBezTo>
                <a:cubicBezTo>
                  <a:pt x="29674" y="58471"/>
                  <a:pt x="25048" y="60147"/>
                  <a:pt x="18985" y="60147"/>
                </a:cubicBezTo>
                <a:cubicBezTo>
                  <a:pt x="16273" y="60147"/>
                  <a:pt x="13641" y="59907"/>
                  <a:pt x="11168" y="59429"/>
                </a:cubicBezTo>
                <a:cubicBezTo>
                  <a:pt x="8615" y="58950"/>
                  <a:pt x="6222" y="58152"/>
                  <a:pt x="3988" y="57195"/>
                </a:cubicBezTo>
                <a:lnTo>
                  <a:pt x="3988" y="48500"/>
                </a:lnTo>
                <a:lnTo>
                  <a:pt x="7738" y="48500"/>
                </a:lnTo>
                <a:cubicBezTo>
                  <a:pt x="8216" y="51212"/>
                  <a:pt x="9253" y="53127"/>
                  <a:pt x="11008" y="54403"/>
                </a:cubicBezTo>
                <a:cubicBezTo>
                  <a:pt x="12763" y="55679"/>
                  <a:pt x="15236" y="56318"/>
                  <a:pt x="18507" y="56318"/>
                </a:cubicBezTo>
                <a:cubicBezTo>
                  <a:pt x="22655" y="56318"/>
                  <a:pt x="25766" y="55121"/>
                  <a:pt x="27760" y="52728"/>
                </a:cubicBezTo>
                <a:cubicBezTo>
                  <a:pt x="29674" y="50335"/>
                  <a:pt x="30711" y="46586"/>
                  <a:pt x="30711" y="41640"/>
                </a:cubicBezTo>
                <a:lnTo>
                  <a:pt x="30711" y="36056"/>
                </a:lnTo>
                <a:cubicBezTo>
                  <a:pt x="29276" y="38688"/>
                  <a:pt x="27521" y="40603"/>
                  <a:pt x="25367" y="41799"/>
                </a:cubicBezTo>
                <a:cubicBezTo>
                  <a:pt x="23133" y="42916"/>
                  <a:pt x="20501" y="43554"/>
                  <a:pt x="17310" y="43554"/>
                </a:cubicBezTo>
                <a:cubicBezTo>
                  <a:pt x="12205" y="43554"/>
                  <a:pt x="7977" y="41560"/>
                  <a:pt x="4786" y="37572"/>
                </a:cubicBezTo>
                <a:cubicBezTo>
                  <a:pt x="1595" y="33583"/>
                  <a:pt x="0" y="28318"/>
                  <a:pt x="0" y="21777"/>
                </a:cubicBezTo>
                <a:cubicBezTo>
                  <a:pt x="0" y="15316"/>
                  <a:pt x="1595" y="10051"/>
                  <a:pt x="4786" y="6063"/>
                </a:cubicBezTo>
                <a:cubicBezTo>
                  <a:pt x="7977" y="2074"/>
                  <a:pt x="12205" y="0"/>
                  <a:pt x="17310" y="0"/>
                </a:cubicBezTo>
                <a:cubicBezTo>
                  <a:pt x="20501" y="0"/>
                  <a:pt x="23133" y="638"/>
                  <a:pt x="25367" y="1835"/>
                </a:cubicBezTo>
                <a:cubicBezTo>
                  <a:pt x="27521" y="3111"/>
                  <a:pt x="29276" y="5026"/>
                  <a:pt x="30711" y="7578"/>
                </a:cubicBezTo>
                <a:lnTo>
                  <a:pt x="30711" y="1117"/>
                </a:lnTo>
                <a:lnTo>
                  <a:pt x="44751" y="1117"/>
                </a:lnTo>
                <a:lnTo>
                  <a:pt x="44751" y="5265"/>
                </a:lnTo>
                <a:lnTo>
                  <a:pt x="37891" y="5265"/>
                </a:lnTo>
                <a:close/>
                <a:moveTo>
                  <a:pt x="30711" y="19783"/>
                </a:moveTo>
                <a:cubicBezTo>
                  <a:pt x="30711" y="14837"/>
                  <a:pt x="29754" y="11088"/>
                  <a:pt x="27840" y="8456"/>
                </a:cubicBezTo>
                <a:cubicBezTo>
                  <a:pt x="25925" y="5823"/>
                  <a:pt x="23133" y="4467"/>
                  <a:pt x="19544" y="4467"/>
                </a:cubicBezTo>
                <a:cubicBezTo>
                  <a:pt x="15874" y="4467"/>
                  <a:pt x="13082" y="5983"/>
                  <a:pt x="11168" y="8854"/>
                </a:cubicBezTo>
                <a:cubicBezTo>
                  <a:pt x="9253" y="11726"/>
                  <a:pt x="8376" y="16034"/>
                  <a:pt x="8376" y="21777"/>
                </a:cubicBezTo>
                <a:cubicBezTo>
                  <a:pt x="8376" y="27521"/>
                  <a:pt x="9253" y="31908"/>
                  <a:pt x="11168" y="34780"/>
                </a:cubicBezTo>
                <a:cubicBezTo>
                  <a:pt x="13082" y="37731"/>
                  <a:pt x="15874" y="39167"/>
                  <a:pt x="19544" y="39167"/>
                </a:cubicBezTo>
                <a:cubicBezTo>
                  <a:pt x="23133" y="39167"/>
                  <a:pt x="25925" y="37891"/>
                  <a:pt x="27840" y="35258"/>
                </a:cubicBezTo>
                <a:cubicBezTo>
                  <a:pt x="29754" y="32706"/>
                  <a:pt x="30711" y="28877"/>
                  <a:pt x="30711" y="23851"/>
                </a:cubicBezTo>
                <a:lnTo>
                  <a:pt x="30711" y="1978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154CD6-102D-4CA8-BBD4-B9FC299F1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3387" y="2702789"/>
            <a:ext cx="39247" cy="43554"/>
          </a:xfrm>
          <a:custGeom xmlns:a="http://schemas.openxmlformats.org/drawingml/2006/main">
            <a:pathLst>
              <a:path w="39247" h="43554">
                <a:moveTo>
                  <a:pt x="39247" y="22575"/>
                </a:moveTo>
                <a:lnTo>
                  <a:pt x="8376" y="22575"/>
                </a:lnTo>
                <a:lnTo>
                  <a:pt x="8376" y="22894"/>
                </a:lnTo>
                <a:cubicBezTo>
                  <a:pt x="8376" y="28478"/>
                  <a:pt x="9413" y="32706"/>
                  <a:pt x="11487" y="35577"/>
                </a:cubicBezTo>
                <a:cubicBezTo>
                  <a:pt x="13561" y="38449"/>
                  <a:pt x="16672" y="39805"/>
                  <a:pt x="20820" y="39805"/>
                </a:cubicBezTo>
                <a:cubicBezTo>
                  <a:pt x="23931" y="39805"/>
                  <a:pt x="26484" y="39008"/>
                  <a:pt x="28558" y="37332"/>
                </a:cubicBezTo>
                <a:cubicBezTo>
                  <a:pt x="30552" y="35737"/>
                  <a:pt x="31988" y="33264"/>
                  <a:pt x="32785" y="29994"/>
                </a:cubicBezTo>
                <a:lnTo>
                  <a:pt x="38529" y="29994"/>
                </a:lnTo>
                <a:cubicBezTo>
                  <a:pt x="37412" y="34540"/>
                  <a:pt x="35258" y="37971"/>
                  <a:pt x="32227" y="40204"/>
                </a:cubicBezTo>
                <a:cubicBezTo>
                  <a:pt x="29116" y="42438"/>
                  <a:pt x="25048" y="43554"/>
                  <a:pt x="20102" y="43554"/>
                </a:cubicBezTo>
                <a:cubicBezTo>
                  <a:pt x="14040" y="43554"/>
                  <a:pt x="9174" y="41640"/>
                  <a:pt x="5504" y="37651"/>
                </a:cubicBezTo>
                <a:cubicBezTo>
                  <a:pt x="1835" y="33663"/>
                  <a:pt x="0" y="28398"/>
                  <a:pt x="0" y="21777"/>
                </a:cubicBezTo>
                <a:cubicBezTo>
                  <a:pt x="0" y="15236"/>
                  <a:pt x="1755" y="9971"/>
                  <a:pt x="5424" y="5983"/>
                </a:cubicBezTo>
                <a:cubicBezTo>
                  <a:pt x="9014" y="1994"/>
                  <a:pt x="13720" y="0"/>
                  <a:pt x="19623" y="0"/>
                </a:cubicBezTo>
                <a:cubicBezTo>
                  <a:pt x="25845" y="0"/>
                  <a:pt x="30711" y="1994"/>
                  <a:pt x="34062" y="5823"/>
                </a:cubicBezTo>
                <a:cubicBezTo>
                  <a:pt x="37412" y="9652"/>
                  <a:pt x="39087" y="15236"/>
                  <a:pt x="39247" y="22575"/>
                </a:cubicBezTo>
                <a:close/>
                <a:moveTo>
                  <a:pt x="30791" y="18427"/>
                </a:moveTo>
                <a:cubicBezTo>
                  <a:pt x="30632" y="13641"/>
                  <a:pt x="29595" y="9971"/>
                  <a:pt x="27680" y="7498"/>
                </a:cubicBezTo>
                <a:cubicBezTo>
                  <a:pt x="25766" y="5105"/>
                  <a:pt x="23133" y="3829"/>
                  <a:pt x="19623" y="3829"/>
                </a:cubicBezTo>
                <a:cubicBezTo>
                  <a:pt x="16273" y="3829"/>
                  <a:pt x="13720" y="5105"/>
                  <a:pt x="11806" y="7578"/>
                </a:cubicBezTo>
                <a:cubicBezTo>
                  <a:pt x="9891" y="10051"/>
                  <a:pt x="8775" y="13641"/>
                  <a:pt x="8376" y="18427"/>
                </a:cubicBezTo>
                <a:lnTo>
                  <a:pt x="30791" y="1842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9C1082-CD0D-470D-A4C1-FF5E067D5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0132" y="2720897"/>
            <a:ext cx="19942" cy="6063"/>
          </a:xfrm>
          <a:custGeom xmlns:a="http://schemas.openxmlformats.org/drawingml/2006/main">
            <a:pathLst>
              <a:path w="19942" h="6063">
                <a:moveTo>
                  <a:pt x="0" y="0"/>
                </a:moveTo>
                <a:lnTo>
                  <a:pt x="19942" y="0"/>
                </a:lnTo>
                <a:lnTo>
                  <a:pt x="19942" y="6063"/>
                </a:lnTo>
                <a:lnTo>
                  <a:pt x="0" y="60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F51700-D70D-48E7-AC44-A7E4CF399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9621" y="2687154"/>
            <a:ext cx="81365" cy="58152"/>
          </a:xfrm>
          <a:custGeom xmlns:a="http://schemas.openxmlformats.org/drawingml/2006/main">
            <a:pathLst>
              <a:path w="81365" h="58152">
                <a:moveTo>
                  <a:pt x="60386" y="58152"/>
                </a:moveTo>
                <a:lnTo>
                  <a:pt x="54004" y="58152"/>
                </a:lnTo>
                <a:lnTo>
                  <a:pt x="40683" y="10849"/>
                </a:lnTo>
                <a:lnTo>
                  <a:pt x="27361" y="58152"/>
                </a:lnTo>
                <a:lnTo>
                  <a:pt x="20980" y="58152"/>
                </a:lnTo>
                <a:lnTo>
                  <a:pt x="5743" y="4148"/>
                </a:lnTo>
                <a:lnTo>
                  <a:pt x="0" y="4148"/>
                </a:lnTo>
                <a:lnTo>
                  <a:pt x="0" y="0"/>
                </a:lnTo>
                <a:lnTo>
                  <a:pt x="21219" y="0"/>
                </a:lnTo>
                <a:lnTo>
                  <a:pt x="21219" y="4148"/>
                </a:lnTo>
                <a:lnTo>
                  <a:pt x="13960" y="4148"/>
                </a:lnTo>
                <a:lnTo>
                  <a:pt x="26085" y="47144"/>
                </a:lnTo>
                <a:lnTo>
                  <a:pt x="39327" y="0"/>
                </a:lnTo>
                <a:lnTo>
                  <a:pt x="45628" y="0"/>
                </a:lnTo>
                <a:lnTo>
                  <a:pt x="59110" y="47623"/>
                </a:lnTo>
                <a:lnTo>
                  <a:pt x="71314" y="4148"/>
                </a:lnTo>
                <a:lnTo>
                  <a:pt x="64614" y="4148"/>
                </a:lnTo>
                <a:lnTo>
                  <a:pt x="64614" y="0"/>
                </a:lnTo>
                <a:lnTo>
                  <a:pt x="81365" y="0"/>
                </a:lnTo>
                <a:lnTo>
                  <a:pt x="81365" y="4148"/>
                </a:lnTo>
                <a:lnTo>
                  <a:pt x="75622" y="4148"/>
                </a:lnTo>
                <a:lnTo>
                  <a:pt x="60386" y="5815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64A8CE-A73A-4289-B426-5B785CCFA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8714" y="2702789"/>
            <a:ext cx="39247" cy="43554"/>
          </a:xfrm>
          <a:custGeom xmlns:a="http://schemas.openxmlformats.org/drawingml/2006/main">
            <a:pathLst>
              <a:path w="39247" h="43554">
                <a:moveTo>
                  <a:pt x="39247" y="22575"/>
                </a:moveTo>
                <a:lnTo>
                  <a:pt x="8376" y="22575"/>
                </a:lnTo>
                <a:lnTo>
                  <a:pt x="8376" y="22894"/>
                </a:lnTo>
                <a:cubicBezTo>
                  <a:pt x="8376" y="28478"/>
                  <a:pt x="9413" y="32706"/>
                  <a:pt x="11487" y="35577"/>
                </a:cubicBezTo>
                <a:cubicBezTo>
                  <a:pt x="13561" y="38449"/>
                  <a:pt x="16672" y="39805"/>
                  <a:pt x="20820" y="39805"/>
                </a:cubicBezTo>
                <a:cubicBezTo>
                  <a:pt x="23931" y="39805"/>
                  <a:pt x="26484" y="39008"/>
                  <a:pt x="28558" y="37332"/>
                </a:cubicBezTo>
                <a:cubicBezTo>
                  <a:pt x="30552" y="35737"/>
                  <a:pt x="31988" y="33264"/>
                  <a:pt x="32785" y="29994"/>
                </a:cubicBezTo>
                <a:lnTo>
                  <a:pt x="38529" y="29994"/>
                </a:lnTo>
                <a:cubicBezTo>
                  <a:pt x="37412" y="34540"/>
                  <a:pt x="35258" y="37971"/>
                  <a:pt x="32227" y="40204"/>
                </a:cubicBezTo>
                <a:cubicBezTo>
                  <a:pt x="29116" y="42438"/>
                  <a:pt x="25048" y="43554"/>
                  <a:pt x="20102" y="43554"/>
                </a:cubicBezTo>
                <a:cubicBezTo>
                  <a:pt x="14040" y="43554"/>
                  <a:pt x="9174" y="41640"/>
                  <a:pt x="5504" y="37651"/>
                </a:cubicBezTo>
                <a:cubicBezTo>
                  <a:pt x="1835" y="33663"/>
                  <a:pt x="0" y="28398"/>
                  <a:pt x="0" y="21777"/>
                </a:cubicBezTo>
                <a:cubicBezTo>
                  <a:pt x="0" y="15236"/>
                  <a:pt x="1755" y="9971"/>
                  <a:pt x="5424" y="5983"/>
                </a:cubicBezTo>
                <a:cubicBezTo>
                  <a:pt x="9014" y="1994"/>
                  <a:pt x="13720" y="0"/>
                  <a:pt x="19623" y="0"/>
                </a:cubicBezTo>
                <a:cubicBezTo>
                  <a:pt x="25845" y="0"/>
                  <a:pt x="30711" y="1994"/>
                  <a:pt x="34062" y="5823"/>
                </a:cubicBezTo>
                <a:cubicBezTo>
                  <a:pt x="37412" y="9652"/>
                  <a:pt x="39087" y="15236"/>
                  <a:pt x="39247" y="22575"/>
                </a:cubicBezTo>
                <a:close/>
                <a:moveTo>
                  <a:pt x="30791" y="18427"/>
                </a:moveTo>
                <a:cubicBezTo>
                  <a:pt x="30632" y="13641"/>
                  <a:pt x="29595" y="9971"/>
                  <a:pt x="27680" y="7498"/>
                </a:cubicBezTo>
                <a:cubicBezTo>
                  <a:pt x="25766" y="5105"/>
                  <a:pt x="23133" y="3829"/>
                  <a:pt x="19623" y="3829"/>
                </a:cubicBezTo>
                <a:cubicBezTo>
                  <a:pt x="16273" y="3829"/>
                  <a:pt x="13720" y="5105"/>
                  <a:pt x="11806" y="7578"/>
                </a:cubicBezTo>
                <a:cubicBezTo>
                  <a:pt x="9891" y="10051"/>
                  <a:pt x="8775" y="13641"/>
                  <a:pt x="8376" y="18427"/>
                </a:cubicBezTo>
                <a:lnTo>
                  <a:pt x="30791" y="1842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CD77D4-B85F-422D-8505-D5271F2A8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4822" y="2686596"/>
            <a:ext cx="20820" cy="58711"/>
          </a:xfrm>
          <a:custGeom xmlns:a="http://schemas.openxmlformats.org/drawingml/2006/main">
            <a:pathLst>
              <a:path w="20820" h="58711">
                <a:moveTo>
                  <a:pt x="4866" y="4467"/>
                </a:moveTo>
                <a:cubicBezTo>
                  <a:pt x="4866" y="3271"/>
                  <a:pt x="5265" y="2234"/>
                  <a:pt x="6142" y="1356"/>
                </a:cubicBezTo>
                <a:cubicBezTo>
                  <a:pt x="7020" y="479"/>
                  <a:pt x="8057" y="0"/>
                  <a:pt x="9333" y="0"/>
                </a:cubicBezTo>
                <a:cubicBezTo>
                  <a:pt x="10450" y="0"/>
                  <a:pt x="11487" y="479"/>
                  <a:pt x="12364" y="1356"/>
                </a:cubicBezTo>
                <a:cubicBezTo>
                  <a:pt x="13242" y="2234"/>
                  <a:pt x="13720" y="3271"/>
                  <a:pt x="13720" y="4467"/>
                </a:cubicBezTo>
                <a:cubicBezTo>
                  <a:pt x="13720" y="5743"/>
                  <a:pt x="13242" y="6780"/>
                  <a:pt x="12444" y="7578"/>
                </a:cubicBezTo>
                <a:cubicBezTo>
                  <a:pt x="11567" y="8456"/>
                  <a:pt x="10530" y="8854"/>
                  <a:pt x="9333" y="8854"/>
                </a:cubicBezTo>
                <a:cubicBezTo>
                  <a:pt x="8057" y="8854"/>
                  <a:pt x="7020" y="8456"/>
                  <a:pt x="6142" y="7578"/>
                </a:cubicBezTo>
                <a:cubicBezTo>
                  <a:pt x="5265" y="6780"/>
                  <a:pt x="4866" y="5743"/>
                  <a:pt x="4866" y="4467"/>
                </a:cubicBezTo>
                <a:close/>
                <a:moveTo>
                  <a:pt x="14040" y="54563"/>
                </a:moveTo>
                <a:lnTo>
                  <a:pt x="20820" y="54563"/>
                </a:lnTo>
                <a:lnTo>
                  <a:pt x="20820" y="58711"/>
                </a:lnTo>
                <a:lnTo>
                  <a:pt x="0" y="58711"/>
                </a:lnTo>
                <a:lnTo>
                  <a:pt x="0" y="54563"/>
                </a:lnTo>
                <a:lnTo>
                  <a:pt x="6860" y="54563"/>
                </a:lnTo>
                <a:lnTo>
                  <a:pt x="6860" y="21458"/>
                </a:lnTo>
                <a:lnTo>
                  <a:pt x="0" y="21458"/>
                </a:lnTo>
                <a:lnTo>
                  <a:pt x="0" y="17310"/>
                </a:lnTo>
                <a:lnTo>
                  <a:pt x="14040" y="17310"/>
                </a:lnTo>
                <a:lnTo>
                  <a:pt x="14040" y="5456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38AB27-06BB-4BC1-AA58-4CEA5748B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1465" y="2702789"/>
            <a:ext cx="44751" cy="60147"/>
          </a:xfrm>
          <a:custGeom xmlns:a="http://schemas.openxmlformats.org/drawingml/2006/main">
            <a:pathLst>
              <a:path w="44751" h="60147">
                <a:moveTo>
                  <a:pt x="37891" y="5265"/>
                </a:moveTo>
                <a:lnTo>
                  <a:pt x="37891" y="41640"/>
                </a:lnTo>
                <a:cubicBezTo>
                  <a:pt x="37891" y="47543"/>
                  <a:pt x="36216" y="52090"/>
                  <a:pt x="32945" y="55281"/>
                </a:cubicBezTo>
                <a:cubicBezTo>
                  <a:pt x="29674" y="58471"/>
                  <a:pt x="25048" y="60147"/>
                  <a:pt x="18985" y="60147"/>
                </a:cubicBezTo>
                <a:cubicBezTo>
                  <a:pt x="16273" y="60147"/>
                  <a:pt x="13641" y="59907"/>
                  <a:pt x="11168" y="59429"/>
                </a:cubicBezTo>
                <a:cubicBezTo>
                  <a:pt x="8615" y="58950"/>
                  <a:pt x="6222" y="58152"/>
                  <a:pt x="3988" y="57195"/>
                </a:cubicBezTo>
                <a:lnTo>
                  <a:pt x="3988" y="48500"/>
                </a:lnTo>
                <a:lnTo>
                  <a:pt x="7738" y="48500"/>
                </a:lnTo>
                <a:cubicBezTo>
                  <a:pt x="8216" y="51212"/>
                  <a:pt x="9253" y="53127"/>
                  <a:pt x="11008" y="54403"/>
                </a:cubicBezTo>
                <a:cubicBezTo>
                  <a:pt x="12763" y="55679"/>
                  <a:pt x="15236" y="56318"/>
                  <a:pt x="18507" y="56318"/>
                </a:cubicBezTo>
                <a:cubicBezTo>
                  <a:pt x="22655" y="56318"/>
                  <a:pt x="25766" y="55121"/>
                  <a:pt x="27760" y="52728"/>
                </a:cubicBezTo>
                <a:cubicBezTo>
                  <a:pt x="29674" y="50335"/>
                  <a:pt x="30711" y="46586"/>
                  <a:pt x="30711" y="41640"/>
                </a:cubicBezTo>
                <a:lnTo>
                  <a:pt x="30711" y="36056"/>
                </a:lnTo>
                <a:cubicBezTo>
                  <a:pt x="29276" y="38688"/>
                  <a:pt x="27521" y="40603"/>
                  <a:pt x="25367" y="41799"/>
                </a:cubicBezTo>
                <a:cubicBezTo>
                  <a:pt x="23133" y="42916"/>
                  <a:pt x="20501" y="43554"/>
                  <a:pt x="17310" y="43554"/>
                </a:cubicBezTo>
                <a:cubicBezTo>
                  <a:pt x="12205" y="43554"/>
                  <a:pt x="7977" y="41560"/>
                  <a:pt x="4786" y="37572"/>
                </a:cubicBezTo>
                <a:cubicBezTo>
                  <a:pt x="1595" y="33583"/>
                  <a:pt x="0" y="28318"/>
                  <a:pt x="0" y="21777"/>
                </a:cubicBezTo>
                <a:cubicBezTo>
                  <a:pt x="0" y="15316"/>
                  <a:pt x="1595" y="10051"/>
                  <a:pt x="4786" y="6063"/>
                </a:cubicBezTo>
                <a:cubicBezTo>
                  <a:pt x="7977" y="2074"/>
                  <a:pt x="12205" y="0"/>
                  <a:pt x="17310" y="0"/>
                </a:cubicBezTo>
                <a:cubicBezTo>
                  <a:pt x="20501" y="0"/>
                  <a:pt x="23133" y="638"/>
                  <a:pt x="25367" y="1835"/>
                </a:cubicBezTo>
                <a:cubicBezTo>
                  <a:pt x="27521" y="3111"/>
                  <a:pt x="29276" y="5026"/>
                  <a:pt x="30711" y="7578"/>
                </a:cubicBezTo>
                <a:lnTo>
                  <a:pt x="30711" y="1117"/>
                </a:lnTo>
                <a:lnTo>
                  <a:pt x="44751" y="1117"/>
                </a:lnTo>
                <a:lnTo>
                  <a:pt x="44751" y="5265"/>
                </a:lnTo>
                <a:lnTo>
                  <a:pt x="37891" y="5265"/>
                </a:lnTo>
                <a:close/>
                <a:moveTo>
                  <a:pt x="30711" y="19783"/>
                </a:moveTo>
                <a:cubicBezTo>
                  <a:pt x="30711" y="14837"/>
                  <a:pt x="29754" y="11088"/>
                  <a:pt x="27840" y="8456"/>
                </a:cubicBezTo>
                <a:cubicBezTo>
                  <a:pt x="25925" y="5823"/>
                  <a:pt x="23133" y="4467"/>
                  <a:pt x="19544" y="4467"/>
                </a:cubicBezTo>
                <a:cubicBezTo>
                  <a:pt x="15874" y="4467"/>
                  <a:pt x="13082" y="5983"/>
                  <a:pt x="11168" y="8854"/>
                </a:cubicBezTo>
                <a:cubicBezTo>
                  <a:pt x="9253" y="11726"/>
                  <a:pt x="8376" y="16034"/>
                  <a:pt x="8376" y="21777"/>
                </a:cubicBezTo>
                <a:cubicBezTo>
                  <a:pt x="8376" y="27521"/>
                  <a:pt x="9253" y="31908"/>
                  <a:pt x="11168" y="34780"/>
                </a:cubicBezTo>
                <a:cubicBezTo>
                  <a:pt x="13082" y="37731"/>
                  <a:pt x="15874" y="39167"/>
                  <a:pt x="19544" y="39167"/>
                </a:cubicBezTo>
                <a:cubicBezTo>
                  <a:pt x="23133" y="39167"/>
                  <a:pt x="25925" y="37891"/>
                  <a:pt x="27840" y="35258"/>
                </a:cubicBezTo>
                <a:cubicBezTo>
                  <a:pt x="29754" y="32706"/>
                  <a:pt x="30711" y="28877"/>
                  <a:pt x="30711" y="23851"/>
                </a:cubicBezTo>
                <a:lnTo>
                  <a:pt x="30711" y="1978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97E8A1-BEF8-4F64-A32B-3D60547DF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1" y="2684681"/>
            <a:ext cx="46267" cy="60625"/>
          </a:xfrm>
          <a:custGeom xmlns:a="http://schemas.openxmlformats.org/drawingml/2006/main">
            <a:pathLst>
              <a:path w="46267" h="60625">
                <a:moveTo>
                  <a:pt x="399" y="60625"/>
                </a:moveTo>
                <a:lnTo>
                  <a:pt x="399" y="56477"/>
                </a:lnTo>
                <a:lnTo>
                  <a:pt x="6860" y="56477"/>
                </a:lnTo>
                <a:lnTo>
                  <a:pt x="6860" y="4148"/>
                </a:lnTo>
                <a:lnTo>
                  <a:pt x="0" y="4148"/>
                </a:lnTo>
                <a:lnTo>
                  <a:pt x="0" y="0"/>
                </a:lnTo>
                <a:lnTo>
                  <a:pt x="14040" y="0"/>
                </a:lnTo>
                <a:lnTo>
                  <a:pt x="14040" y="26563"/>
                </a:lnTo>
                <a:cubicBezTo>
                  <a:pt x="15316" y="23851"/>
                  <a:pt x="17071" y="21697"/>
                  <a:pt x="19145" y="20262"/>
                </a:cubicBezTo>
                <a:cubicBezTo>
                  <a:pt x="21219" y="18826"/>
                  <a:pt x="23692" y="18108"/>
                  <a:pt x="26563" y="18108"/>
                </a:cubicBezTo>
                <a:cubicBezTo>
                  <a:pt x="31110" y="18108"/>
                  <a:pt x="34461" y="19464"/>
                  <a:pt x="36614" y="22017"/>
                </a:cubicBezTo>
                <a:cubicBezTo>
                  <a:pt x="38768" y="24649"/>
                  <a:pt x="39885" y="28717"/>
                  <a:pt x="39885" y="34301"/>
                </a:cubicBezTo>
                <a:lnTo>
                  <a:pt x="39885" y="56477"/>
                </a:lnTo>
                <a:lnTo>
                  <a:pt x="46267" y="56477"/>
                </a:lnTo>
                <a:lnTo>
                  <a:pt x="46267" y="60625"/>
                </a:lnTo>
                <a:lnTo>
                  <a:pt x="26484" y="60625"/>
                </a:lnTo>
                <a:lnTo>
                  <a:pt x="26484" y="56477"/>
                </a:lnTo>
                <a:lnTo>
                  <a:pt x="32706" y="56477"/>
                </a:lnTo>
                <a:lnTo>
                  <a:pt x="32706" y="36535"/>
                </a:lnTo>
                <a:cubicBezTo>
                  <a:pt x="32706" y="31509"/>
                  <a:pt x="32068" y="28079"/>
                  <a:pt x="30791" y="26165"/>
                </a:cubicBezTo>
                <a:cubicBezTo>
                  <a:pt x="29515" y="24330"/>
                  <a:pt x="27361" y="23373"/>
                  <a:pt x="24250" y="23373"/>
                </a:cubicBezTo>
                <a:cubicBezTo>
                  <a:pt x="20900" y="23373"/>
                  <a:pt x="18347" y="24649"/>
                  <a:pt x="16592" y="27042"/>
                </a:cubicBezTo>
                <a:cubicBezTo>
                  <a:pt x="14837" y="29435"/>
                  <a:pt x="14040" y="32945"/>
                  <a:pt x="14040" y="37572"/>
                </a:cubicBezTo>
                <a:lnTo>
                  <a:pt x="14040" y="56477"/>
                </a:lnTo>
                <a:lnTo>
                  <a:pt x="20262" y="56477"/>
                </a:lnTo>
                <a:lnTo>
                  <a:pt x="20262" y="60625"/>
                </a:lnTo>
                <a:lnTo>
                  <a:pt x="399" y="606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8C6A35-6630-4AD6-B457-A652F2749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2214" y="2691063"/>
            <a:ext cx="29116" cy="55281"/>
          </a:xfrm>
          <a:custGeom xmlns:a="http://schemas.openxmlformats.org/drawingml/2006/main">
            <a:pathLst>
              <a:path w="29116" h="55281">
                <a:moveTo>
                  <a:pt x="6302" y="16991"/>
                </a:moveTo>
                <a:lnTo>
                  <a:pt x="0" y="16991"/>
                </a:lnTo>
                <a:lnTo>
                  <a:pt x="0" y="12843"/>
                </a:lnTo>
                <a:lnTo>
                  <a:pt x="6302" y="12843"/>
                </a:lnTo>
                <a:lnTo>
                  <a:pt x="6302" y="0"/>
                </a:lnTo>
                <a:lnTo>
                  <a:pt x="13481" y="0"/>
                </a:lnTo>
                <a:lnTo>
                  <a:pt x="13481" y="12843"/>
                </a:lnTo>
                <a:lnTo>
                  <a:pt x="26962" y="12843"/>
                </a:lnTo>
                <a:lnTo>
                  <a:pt x="26962" y="16991"/>
                </a:lnTo>
                <a:lnTo>
                  <a:pt x="13481" y="16991"/>
                </a:lnTo>
                <a:lnTo>
                  <a:pt x="13481" y="43315"/>
                </a:lnTo>
                <a:cubicBezTo>
                  <a:pt x="13481" y="46825"/>
                  <a:pt x="13800" y="49138"/>
                  <a:pt x="14518" y="50096"/>
                </a:cubicBezTo>
                <a:cubicBezTo>
                  <a:pt x="15156" y="51053"/>
                  <a:pt x="16433" y="51531"/>
                  <a:pt x="18267" y="51531"/>
                </a:cubicBezTo>
                <a:cubicBezTo>
                  <a:pt x="20102" y="51531"/>
                  <a:pt x="21458" y="50973"/>
                  <a:pt x="22336" y="49856"/>
                </a:cubicBezTo>
                <a:cubicBezTo>
                  <a:pt x="23133" y="48739"/>
                  <a:pt x="23612" y="46985"/>
                  <a:pt x="23692" y="44512"/>
                </a:cubicBezTo>
                <a:lnTo>
                  <a:pt x="29116" y="44512"/>
                </a:lnTo>
                <a:cubicBezTo>
                  <a:pt x="28877" y="48341"/>
                  <a:pt x="27840" y="51053"/>
                  <a:pt x="26005" y="52728"/>
                </a:cubicBezTo>
                <a:cubicBezTo>
                  <a:pt x="24170" y="54403"/>
                  <a:pt x="21378" y="55281"/>
                  <a:pt x="17629" y="55281"/>
                </a:cubicBezTo>
                <a:cubicBezTo>
                  <a:pt x="13481" y="55281"/>
                  <a:pt x="10530" y="54323"/>
                  <a:pt x="8854" y="52568"/>
                </a:cubicBezTo>
                <a:cubicBezTo>
                  <a:pt x="7100" y="50813"/>
                  <a:pt x="6302" y="47702"/>
                  <a:pt x="6302" y="43315"/>
                </a:cubicBezTo>
                <a:lnTo>
                  <a:pt x="6302" y="1699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D037F0-CDA6-4622-8905-B675FA07E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6178" y="155944"/>
            <a:ext cx="143523" cy="4891558"/>
          </a:xfrm>
          <a:custGeom xmlns:a="http://schemas.openxmlformats.org/drawingml/2006/main">
            <a:pathLst>
              <a:path w="143523" h="4891558">
                <a:moveTo>
                  <a:pt x="0" y="4891558"/>
                </a:moveTo>
                <a:lnTo>
                  <a:pt x="143523" y="4891558"/>
                </a:lnTo>
                <a:lnTo>
                  <a:pt x="143523" y="0"/>
                </a:lnTo>
                <a:lnTo>
                  <a:pt x="0" y="0"/>
                </a:lnTo>
                <a:lnTo>
                  <a:pt x="0" y="489155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79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36b97b385d4612"/>
          <a:stretch xmlns:a="http://schemas.openxmlformats.org/drawingml/2006/main"/>
        </p:blipFill>
        <p:spPr>
          <a:xfrm xmlns:a="http://schemas.openxmlformats.org/drawingml/2006/main">
            <a:off x="6016579" y="155484"/>
            <a:ext cx="142879" cy="4891836"/>
          </a:xfrm>
          <a:prstGeom xmlns:a="http://schemas.openxmlformats.org/drawingml/2006/main" prst="rect">
            <a:avLst/>
          </a:prstGeom>
        </p:spPr>
      </p:pic>
      <p:sp>
        <p:nvSpPr>
          <p:cNvPr id="39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472D4A-B5FE-4178-AB86-9828B837A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701" y="5047502"/>
            <a:ext cx="9971" cy="10"/>
          </a:xfrm>
          <a:custGeom xmlns:a="http://schemas.openxmlformats.org/drawingml/2006/main">
            <a:pathLst>
              <a:path w="9971" h="1">
                <a:moveTo>
                  <a:pt x="0" y="0"/>
                </a:moveTo>
                <a:lnTo>
                  <a:pt x="9971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81F7B5-A871-41B2-A984-1F6C6C79C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701" y="5047502"/>
            <a:ext cx="9971" cy="10"/>
          </a:xfrm>
          <a:custGeom xmlns:a="http://schemas.openxmlformats.org/drawingml/2006/main">
            <a:pathLst>
              <a:path w="9971" h="1" fill="none">
                <a:moveTo>
                  <a:pt x="0" y="0"/>
                </a:moveTo>
                <a:lnTo>
                  <a:pt x="997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9" cap="flat">
            <a:solidFill>
              <a:srgbClr val="000000"/>
            </a:solidFill>
            <a:round/>
          </a:ln>
        </p:spPr>
      </p:sp>
      <p:sp>
        <p:nvSpPr>
          <p:cNvPr id="39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DF594B-A755-4C87-BF4B-A9F0A9DA5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524" y="5037180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3848DA-55B9-4029-BAED-463683FE5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701" y="4069190"/>
            <a:ext cx="9971" cy="10"/>
          </a:xfrm>
          <a:custGeom xmlns:a="http://schemas.openxmlformats.org/drawingml/2006/main">
            <a:pathLst>
              <a:path w="9971" h="1">
                <a:moveTo>
                  <a:pt x="0" y="0"/>
                </a:moveTo>
                <a:lnTo>
                  <a:pt x="9971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099597-5F25-4B9E-9562-94AD23BC7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701" y="4069190"/>
            <a:ext cx="9971" cy="10"/>
          </a:xfrm>
          <a:custGeom xmlns:a="http://schemas.openxmlformats.org/drawingml/2006/main">
            <a:pathLst>
              <a:path w="9971" h="1" fill="none">
                <a:moveTo>
                  <a:pt x="0" y="0"/>
                </a:moveTo>
                <a:lnTo>
                  <a:pt x="997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9" cap="flat">
            <a:solidFill>
              <a:srgbClr val="000000"/>
            </a:solidFill>
            <a:round/>
          </a:ln>
        </p:spPr>
      </p:sp>
      <p:sp>
        <p:nvSpPr>
          <p:cNvPr id="39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98B18B-71AB-4679-9B52-BC14F76B7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581" y="4058868"/>
            <a:ext cx="13390" cy="21139"/>
          </a:xfrm>
          <a:custGeom xmlns:a="http://schemas.openxmlformats.org/drawingml/2006/main">
            <a:pathLst>
              <a:path w="13390" h="21139">
                <a:moveTo>
                  <a:pt x="1709" y="5327"/>
                </a:moveTo>
                <a:lnTo>
                  <a:pt x="142" y="5327"/>
                </a:lnTo>
                <a:lnTo>
                  <a:pt x="142" y="1624"/>
                </a:lnTo>
                <a:cubicBezTo>
                  <a:pt x="1111" y="1111"/>
                  <a:pt x="2108" y="712"/>
                  <a:pt x="3134" y="427"/>
                </a:cubicBezTo>
                <a:cubicBezTo>
                  <a:pt x="4131" y="142"/>
                  <a:pt x="5128" y="0"/>
                  <a:pt x="6097" y="0"/>
                </a:cubicBezTo>
                <a:cubicBezTo>
                  <a:pt x="8262" y="0"/>
                  <a:pt x="9971" y="541"/>
                  <a:pt x="11225" y="1567"/>
                </a:cubicBezTo>
                <a:cubicBezTo>
                  <a:pt x="12478" y="2621"/>
                  <a:pt x="13105" y="4045"/>
                  <a:pt x="13105" y="5840"/>
                </a:cubicBezTo>
                <a:cubicBezTo>
                  <a:pt x="13105" y="7892"/>
                  <a:pt x="11681" y="10313"/>
                  <a:pt x="8832" y="13134"/>
                </a:cubicBezTo>
                <a:cubicBezTo>
                  <a:pt x="8604" y="13361"/>
                  <a:pt x="8461" y="13504"/>
                  <a:pt x="8347" y="13618"/>
                </a:cubicBezTo>
                <a:lnTo>
                  <a:pt x="3105" y="18860"/>
                </a:lnTo>
                <a:lnTo>
                  <a:pt x="11766" y="18860"/>
                </a:lnTo>
                <a:lnTo>
                  <a:pt x="11766" y="16296"/>
                </a:lnTo>
                <a:lnTo>
                  <a:pt x="13390" y="16296"/>
                </a:lnTo>
                <a:lnTo>
                  <a:pt x="13390" y="21139"/>
                </a:lnTo>
                <a:lnTo>
                  <a:pt x="0" y="21139"/>
                </a:lnTo>
                <a:lnTo>
                  <a:pt x="0" y="19629"/>
                </a:lnTo>
                <a:lnTo>
                  <a:pt x="6296" y="13333"/>
                </a:lnTo>
                <a:cubicBezTo>
                  <a:pt x="7664" y="11965"/>
                  <a:pt x="8661" y="10683"/>
                  <a:pt x="9259" y="9515"/>
                </a:cubicBezTo>
                <a:cubicBezTo>
                  <a:pt x="9857" y="8347"/>
                  <a:pt x="10171" y="7122"/>
                  <a:pt x="10171" y="5840"/>
                </a:cubicBezTo>
                <a:cubicBezTo>
                  <a:pt x="10171" y="4444"/>
                  <a:pt x="9800" y="3362"/>
                  <a:pt x="9060" y="2564"/>
                </a:cubicBezTo>
                <a:cubicBezTo>
                  <a:pt x="8319" y="1766"/>
                  <a:pt x="7322" y="1367"/>
                  <a:pt x="6068" y="1367"/>
                </a:cubicBezTo>
                <a:cubicBezTo>
                  <a:pt x="4729" y="1367"/>
                  <a:pt x="3704" y="1709"/>
                  <a:pt x="2991" y="2365"/>
                </a:cubicBezTo>
                <a:cubicBezTo>
                  <a:pt x="2251" y="3020"/>
                  <a:pt x="1823" y="4017"/>
                  <a:pt x="1709" y="532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BFD80C-DE10-4C1E-A275-CDBA0FA66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43" y="4058868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68B6DF-E6EB-4EC4-9D8D-403672E5E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701" y="3090879"/>
            <a:ext cx="9971" cy="10"/>
          </a:xfrm>
          <a:custGeom xmlns:a="http://schemas.openxmlformats.org/drawingml/2006/main">
            <a:pathLst>
              <a:path w="9971" h="1">
                <a:moveTo>
                  <a:pt x="0" y="0"/>
                </a:moveTo>
                <a:lnTo>
                  <a:pt x="9971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8A435D-B712-41FB-AC0F-063E6E569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701" y="3090879"/>
            <a:ext cx="9971" cy="10"/>
          </a:xfrm>
          <a:custGeom xmlns:a="http://schemas.openxmlformats.org/drawingml/2006/main">
            <a:pathLst>
              <a:path w="9971" h="1" fill="none">
                <a:moveTo>
                  <a:pt x="0" y="0"/>
                </a:moveTo>
                <a:lnTo>
                  <a:pt x="997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9" cap="flat">
            <a:solidFill>
              <a:srgbClr val="000000"/>
            </a:solidFill>
            <a:round/>
          </a:ln>
        </p:spPr>
      </p:sp>
      <p:sp>
        <p:nvSpPr>
          <p:cNvPr id="39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C21FE5-07B0-4F1B-97B7-8F6B22633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0527" y="3080557"/>
            <a:ext cx="15812" cy="21139"/>
          </a:xfrm>
          <a:custGeom xmlns:a="http://schemas.openxmlformats.org/drawingml/2006/main">
            <a:pathLst>
              <a:path w="15812" h="21139">
                <a:moveTo>
                  <a:pt x="9060" y="14102"/>
                </a:moveTo>
                <a:lnTo>
                  <a:pt x="9060" y="3048"/>
                </a:lnTo>
                <a:lnTo>
                  <a:pt x="1966" y="14102"/>
                </a:lnTo>
                <a:lnTo>
                  <a:pt x="9060" y="14102"/>
                </a:lnTo>
                <a:close/>
                <a:moveTo>
                  <a:pt x="15185" y="21139"/>
                </a:moveTo>
                <a:lnTo>
                  <a:pt x="5726" y="21139"/>
                </a:lnTo>
                <a:lnTo>
                  <a:pt x="5726" y="19658"/>
                </a:lnTo>
                <a:lnTo>
                  <a:pt x="9060" y="19658"/>
                </a:lnTo>
                <a:lnTo>
                  <a:pt x="9060" y="15584"/>
                </a:lnTo>
                <a:lnTo>
                  <a:pt x="0" y="15584"/>
                </a:lnTo>
                <a:lnTo>
                  <a:pt x="0" y="14074"/>
                </a:lnTo>
                <a:lnTo>
                  <a:pt x="9088" y="0"/>
                </a:lnTo>
                <a:lnTo>
                  <a:pt x="11852" y="0"/>
                </a:lnTo>
                <a:lnTo>
                  <a:pt x="11852" y="14102"/>
                </a:lnTo>
                <a:lnTo>
                  <a:pt x="15812" y="14102"/>
                </a:lnTo>
                <a:lnTo>
                  <a:pt x="15812" y="15584"/>
                </a:lnTo>
                <a:lnTo>
                  <a:pt x="11852" y="15584"/>
                </a:lnTo>
                <a:lnTo>
                  <a:pt x="11852" y="19658"/>
                </a:lnTo>
                <a:lnTo>
                  <a:pt x="15185" y="19658"/>
                </a:lnTo>
                <a:lnTo>
                  <a:pt x="15185" y="2113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E051B5-BD71-45A3-8E95-D754CCAD3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43" y="3080557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4A268B-8374-463B-BF31-F77AC10F7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701" y="2112567"/>
            <a:ext cx="9971" cy="10"/>
          </a:xfrm>
          <a:custGeom xmlns:a="http://schemas.openxmlformats.org/drawingml/2006/main">
            <a:pathLst>
              <a:path w="9971" h="1">
                <a:moveTo>
                  <a:pt x="0" y="0"/>
                </a:moveTo>
                <a:lnTo>
                  <a:pt x="9971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E0289F-EDF6-47D5-9FE5-32CBF5A44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701" y="2112567"/>
            <a:ext cx="9971" cy="10"/>
          </a:xfrm>
          <a:custGeom xmlns:a="http://schemas.openxmlformats.org/drawingml/2006/main">
            <a:pathLst>
              <a:path w="9971" h="1" fill="none">
                <a:moveTo>
                  <a:pt x="0" y="0"/>
                </a:moveTo>
                <a:lnTo>
                  <a:pt x="997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9" cap="flat">
            <a:solidFill>
              <a:srgbClr val="000000"/>
            </a:solidFill>
            <a:round/>
          </a:ln>
        </p:spPr>
      </p:sp>
      <p:sp>
        <p:nvSpPr>
          <p:cNvPr id="39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A02DE8-8FF0-4EF7-BDEE-CF6AB06E6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553" y="2102245"/>
            <a:ext cx="14416" cy="21509"/>
          </a:xfrm>
          <a:custGeom xmlns:a="http://schemas.openxmlformats.org/drawingml/2006/main">
            <a:pathLst>
              <a:path w="14416" h="21509">
                <a:moveTo>
                  <a:pt x="7407" y="20170"/>
                </a:moveTo>
                <a:cubicBezTo>
                  <a:pt x="8718" y="20170"/>
                  <a:pt x="9715" y="19715"/>
                  <a:pt x="10427" y="18746"/>
                </a:cubicBezTo>
                <a:cubicBezTo>
                  <a:pt x="11111" y="17777"/>
                  <a:pt x="11481" y="16410"/>
                  <a:pt x="11481" y="14587"/>
                </a:cubicBezTo>
                <a:cubicBezTo>
                  <a:pt x="11481" y="12792"/>
                  <a:pt x="11111" y="11424"/>
                  <a:pt x="10427" y="10456"/>
                </a:cubicBezTo>
                <a:cubicBezTo>
                  <a:pt x="9715" y="9487"/>
                  <a:pt x="8718" y="9003"/>
                  <a:pt x="7407" y="9003"/>
                </a:cubicBezTo>
                <a:cubicBezTo>
                  <a:pt x="6068" y="9003"/>
                  <a:pt x="5043" y="9487"/>
                  <a:pt x="4359" y="10399"/>
                </a:cubicBezTo>
                <a:cubicBezTo>
                  <a:pt x="3675" y="11339"/>
                  <a:pt x="3333" y="12678"/>
                  <a:pt x="3333" y="14416"/>
                </a:cubicBezTo>
                <a:cubicBezTo>
                  <a:pt x="3333" y="16267"/>
                  <a:pt x="3675" y="17692"/>
                  <a:pt x="4387" y="18689"/>
                </a:cubicBezTo>
                <a:cubicBezTo>
                  <a:pt x="5071" y="19686"/>
                  <a:pt x="6097" y="20170"/>
                  <a:pt x="7407" y="20170"/>
                </a:cubicBezTo>
                <a:close/>
                <a:moveTo>
                  <a:pt x="2877" y="9715"/>
                </a:moveTo>
                <a:cubicBezTo>
                  <a:pt x="3504" y="9031"/>
                  <a:pt x="4216" y="8490"/>
                  <a:pt x="5014" y="8148"/>
                </a:cubicBezTo>
                <a:cubicBezTo>
                  <a:pt x="5812" y="7806"/>
                  <a:pt x="6695" y="7635"/>
                  <a:pt x="7721" y="7635"/>
                </a:cubicBezTo>
                <a:cubicBezTo>
                  <a:pt x="9772" y="7635"/>
                  <a:pt x="11424" y="8262"/>
                  <a:pt x="12621" y="9515"/>
                </a:cubicBezTo>
                <a:cubicBezTo>
                  <a:pt x="13817" y="10769"/>
                  <a:pt x="14416" y="12450"/>
                  <a:pt x="14416" y="14587"/>
                </a:cubicBezTo>
                <a:cubicBezTo>
                  <a:pt x="14416" y="16695"/>
                  <a:pt x="13760" y="18376"/>
                  <a:pt x="12478" y="19629"/>
                </a:cubicBezTo>
                <a:cubicBezTo>
                  <a:pt x="11168" y="20883"/>
                  <a:pt x="9458" y="21509"/>
                  <a:pt x="7293" y="21509"/>
                </a:cubicBezTo>
                <a:cubicBezTo>
                  <a:pt x="4957" y="21509"/>
                  <a:pt x="3134" y="20655"/>
                  <a:pt x="1880" y="18917"/>
                </a:cubicBezTo>
                <a:cubicBezTo>
                  <a:pt x="627" y="17179"/>
                  <a:pt x="0" y="14672"/>
                  <a:pt x="0" y="11424"/>
                </a:cubicBezTo>
                <a:cubicBezTo>
                  <a:pt x="0" y="7806"/>
                  <a:pt x="741" y="4986"/>
                  <a:pt x="2222" y="2991"/>
                </a:cubicBezTo>
                <a:cubicBezTo>
                  <a:pt x="3704" y="997"/>
                  <a:pt x="5812" y="0"/>
                  <a:pt x="8547" y="0"/>
                </a:cubicBezTo>
                <a:cubicBezTo>
                  <a:pt x="9288" y="0"/>
                  <a:pt x="10057" y="85"/>
                  <a:pt x="10854" y="199"/>
                </a:cubicBezTo>
                <a:cubicBezTo>
                  <a:pt x="11652" y="342"/>
                  <a:pt x="12478" y="541"/>
                  <a:pt x="13333" y="826"/>
                </a:cubicBezTo>
                <a:lnTo>
                  <a:pt x="13333" y="4245"/>
                </a:lnTo>
                <a:lnTo>
                  <a:pt x="11766" y="4245"/>
                </a:lnTo>
                <a:cubicBezTo>
                  <a:pt x="11652" y="3333"/>
                  <a:pt x="11282" y="2621"/>
                  <a:pt x="10683" y="2108"/>
                </a:cubicBezTo>
                <a:cubicBezTo>
                  <a:pt x="10085" y="1624"/>
                  <a:pt x="9288" y="1367"/>
                  <a:pt x="8262" y="1367"/>
                </a:cubicBezTo>
                <a:cubicBezTo>
                  <a:pt x="6439" y="1367"/>
                  <a:pt x="5100" y="2051"/>
                  <a:pt x="4216" y="3419"/>
                </a:cubicBezTo>
                <a:cubicBezTo>
                  <a:pt x="3333" y="4786"/>
                  <a:pt x="2877" y="6894"/>
                  <a:pt x="2877" y="971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5B2026-B632-411D-A265-BE248B5C9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43" y="2102245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38E676-33B4-45EE-AA47-64822F5C4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701" y="1134255"/>
            <a:ext cx="9971" cy="10"/>
          </a:xfrm>
          <a:custGeom xmlns:a="http://schemas.openxmlformats.org/drawingml/2006/main">
            <a:pathLst>
              <a:path w="9971" h="1">
                <a:moveTo>
                  <a:pt x="0" y="0"/>
                </a:moveTo>
                <a:lnTo>
                  <a:pt x="9971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50B647-0E4A-4E8B-A7E8-5282B2BCB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701" y="1134255"/>
            <a:ext cx="9971" cy="10"/>
          </a:xfrm>
          <a:custGeom xmlns:a="http://schemas.openxmlformats.org/drawingml/2006/main">
            <a:pathLst>
              <a:path w="9971" h="1" fill="none">
                <a:moveTo>
                  <a:pt x="0" y="0"/>
                </a:moveTo>
                <a:lnTo>
                  <a:pt x="997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9" cap="flat">
            <a:solidFill>
              <a:srgbClr val="000000"/>
            </a:solidFill>
            <a:round/>
          </a:ln>
        </p:spPr>
      </p:sp>
      <p:sp>
        <p:nvSpPr>
          <p:cNvPr id="39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7B7A93-936C-4239-9099-E682F1FEA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553" y="1123933"/>
            <a:ext cx="14302" cy="21509"/>
          </a:xfrm>
          <a:custGeom xmlns:a="http://schemas.openxmlformats.org/drawingml/2006/main">
            <a:pathLst>
              <a:path w="14302" h="21509">
                <a:moveTo>
                  <a:pt x="11367" y="15470"/>
                </a:moveTo>
                <a:cubicBezTo>
                  <a:pt x="11367" y="13988"/>
                  <a:pt x="10997" y="12849"/>
                  <a:pt x="10256" y="12022"/>
                </a:cubicBezTo>
                <a:cubicBezTo>
                  <a:pt x="9515" y="11196"/>
                  <a:pt x="8461" y="10769"/>
                  <a:pt x="7151" y="10769"/>
                </a:cubicBezTo>
                <a:cubicBezTo>
                  <a:pt x="5812" y="10769"/>
                  <a:pt x="4786" y="11196"/>
                  <a:pt x="4045" y="12022"/>
                </a:cubicBezTo>
                <a:cubicBezTo>
                  <a:pt x="3305" y="12849"/>
                  <a:pt x="2934" y="13988"/>
                  <a:pt x="2934" y="15470"/>
                </a:cubicBezTo>
                <a:cubicBezTo>
                  <a:pt x="2934" y="16951"/>
                  <a:pt x="3305" y="18119"/>
                  <a:pt x="4045" y="18945"/>
                </a:cubicBezTo>
                <a:cubicBezTo>
                  <a:pt x="4786" y="19772"/>
                  <a:pt x="5812" y="20170"/>
                  <a:pt x="7151" y="20170"/>
                </a:cubicBezTo>
                <a:cubicBezTo>
                  <a:pt x="8461" y="20170"/>
                  <a:pt x="9515" y="19772"/>
                  <a:pt x="10256" y="18945"/>
                </a:cubicBezTo>
                <a:cubicBezTo>
                  <a:pt x="10997" y="18119"/>
                  <a:pt x="11367" y="16951"/>
                  <a:pt x="11367" y="15470"/>
                </a:cubicBezTo>
                <a:close/>
                <a:moveTo>
                  <a:pt x="10797" y="5384"/>
                </a:moveTo>
                <a:cubicBezTo>
                  <a:pt x="10797" y="4131"/>
                  <a:pt x="10456" y="3134"/>
                  <a:pt x="9829" y="2422"/>
                </a:cubicBezTo>
                <a:cubicBezTo>
                  <a:pt x="9174" y="1738"/>
                  <a:pt x="8290" y="1367"/>
                  <a:pt x="7151" y="1367"/>
                </a:cubicBezTo>
                <a:cubicBezTo>
                  <a:pt x="6011" y="1367"/>
                  <a:pt x="5100" y="1738"/>
                  <a:pt x="4473" y="2422"/>
                </a:cubicBezTo>
                <a:cubicBezTo>
                  <a:pt x="3818" y="3134"/>
                  <a:pt x="3504" y="4131"/>
                  <a:pt x="3504" y="5384"/>
                </a:cubicBezTo>
                <a:cubicBezTo>
                  <a:pt x="3504" y="6666"/>
                  <a:pt x="3818" y="7664"/>
                  <a:pt x="4473" y="8347"/>
                </a:cubicBezTo>
                <a:cubicBezTo>
                  <a:pt x="5100" y="9060"/>
                  <a:pt x="6011" y="9401"/>
                  <a:pt x="7151" y="9401"/>
                </a:cubicBezTo>
                <a:cubicBezTo>
                  <a:pt x="8290" y="9401"/>
                  <a:pt x="9174" y="9060"/>
                  <a:pt x="9829" y="8347"/>
                </a:cubicBezTo>
                <a:cubicBezTo>
                  <a:pt x="10456" y="7664"/>
                  <a:pt x="10797" y="6666"/>
                  <a:pt x="10797" y="5384"/>
                </a:cubicBezTo>
                <a:close/>
                <a:moveTo>
                  <a:pt x="9288" y="10085"/>
                </a:moveTo>
                <a:cubicBezTo>
                  <a:pt x="10854" y="10313"/>
                  <a:pt x="12079" y="10883"/>
                  <a:pt x="12963" y="11823"/>
                </a:cubicBezTo>
                <a:cubicBezTo>
                  <a:pt x="13846" y="12792"/>
                  <a:pt x="14302" y="13988"/>
                  <a:pt x="14302" y="15470"/>
                </a:cubicBezTo>
                <a:cubicBezTo>
                  <a:pt x="14302" y="17407"/>
                  <a:pt x="13675" y="18917"/>
                  <a:pt x="12450" y="19942"/>
                </a:cubicBezTo>
                <a:cubicBezTo>
                  <a:pt x="11196" y="20997"/>
                  <a:pt x="9430" y="21509"/>
                  <a:pt x="7151" y="21509"/>
                </a:cubicBezTo>
                <a:cubicBezTo>
                  <a:pt x="4843" y="21509"/>
                  <a:pt x="3077" y="20997"/>
                  <a:pt x="1852" y="19942"/>
                </a:cubicBezTo>
                <a:cubicBezTo>
                  <a:pt x="598" y="18917"/>
                  <a:pt x="0" y="17407"/>
                  <a:pt x="0" y="15470"/>
                </a:cubicBezTo>
                <a:cubicBezTo>
                  <a:pt x="0" y="13988"/>
                  <a:pt x="427" y="12792"/>
                  <a:pt x="1311" y="11823"/>
                </a:cubicBezTo>
                <a:cubicBezTo>
                  <a:pt x="2194" y="10883"/>
                  <a:pt x="3419" y="10313"/>
                  <a:pt x="5014" y="10085"/>
                </a:cubicBezTo>
                <a:cubicBezTo>
                  <a:pt x="3590" y="9857"/>
                  <a:pt x="2536" y="9316"/>
                  <a:pt x="1795" y="8490"/>
                </a:cubicBezTo>
                <a:cubicBezTo>
                  <a:pt x="1054" y="7692"/>
                  <a:pt x="684" y="6638"/>
                  <a:pt x="684" y="5384"/>
                </a:cubicBezTo>
                <a:cubicBezTo>
                  <a:pt x="684" y="3732"/>
                  <a:pt x="1254" y="2422"/>
                  <a:pt x="2393" y="1453"/>
                </a:cubicBezTo>
                <a:cubicBezTo>
                  <a:pt x="3533" y="484"/>
                  <a:pt x="5128" y="0"/>
                  <a:pt x="7151" y="0"/>
                </a:cubicBezTo>
                <a:cubicBezTo>
                  <a:pt x="9145" y="0"/>
                  <a:pt x="10740" y="484"/>
                  <a:pt x="11880" y="1453"/>
                </a:cubicBezTo>
                <a:cubicBezTo>
                  <a:pt x="13020" y="2422"/>
                  <a:pt x="13618" y="3732"/>
                  <a:pt x="13618" y="5384"/>
                </a:cubicBezTo>
                <a:cubicBezTo>
                  <a:pt x="13618" y="6638"/>
                  <a:pt x="13219" y="7692"/>
                  <a:pt x="12478" y="8490"/>
                </a:cubicBezTo>
                <a:cubicBezTo>
                  <a:pt x="11738" y="9316"/>
                  <a:pt x="10655" y="9857"/>
                  <a:pt x="9288" y="1008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BE5E43-CE44-429C-BA22-4B3958447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43" y="1123933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6A9602-BDAA-4798-9D53-468F4C708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701" y="155944"/>
            <a:ext cx="9971" cy="10"/>
          </a:xfrm>
          <a:custGeom xmlns:a="http://schemas.openxmlformats.org/drawingml/2006/main">
            <a:pathLst>
              <a:path w="9971" h="1">
                <a:moveTo>
                  <a:pt x="0" y="0"/>
                </a:moveTo>
                <a:lnTo>
                  <a:pt x="9971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4E59C0-6735-4EBB-A837-261382924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701" y="155944"/>
            <a:ext cx="9971" cy="10"/>
          </a:xfrm>
          <a:custGeom xmlns:a="http://schemas.openxmlformats.org/drawingml/2006/main">
            <a:pathLst>
              <a:path w="9971" h="1" fill="none">
                <a:moveTo>
                  <a:pt x="0" y="0"/>
                </a:moveTo>
                <a:lnTo>
                  <a:pt x="997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9" cap="flat">
            <a:solidFill>
              <a:srgbClr val="000000"/>
            </a:solidFill>
            <a:round/>
          </a:ln>
        </p:spPr>
      </p:sp>
      <p:sp>
        <p:nvSpPr>
          <p:cNvPr id="39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6664FD-5927-4921-AD3A-70CDA8921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119" y="145622"/>
            <a:ext cx="10598" cy="21139"/>
          </a:xfrm>
          <a:custGeom xmlns:a="http://schemas.openxmlformats.org/drawingml/2006/main">
            <a:pathLst>
              <a:path w="10598" h="21139">
                <a:moveTo>
                  <a:pt x="570" y="21139"/>
                </a:moveTo>
                <a:lnTo>
                  <a:pt x="570" y="19658"/>
                </a:lnTo>
                <a:lnTo>
                  <a:pt x="4188" y="19658"/>
                </a:lnTo>
                <a:lnTo>
                  <a:pt x="4188" y="2393"/>
                </a:lnTo>
                <a:lnTo>
                  <a:pt x="0" y="5100"/>
                </a:lnTo>
                <a:lnTo>
                  <a:pt x="0" y="3276"/>
                </a:lnTo>
                <a:lnTo>
                  <a:pt x="5071" y="0"/>
                </a:lnTo>
                <a:lnTo>
                  <a:pt x="6980" y="0"/>
                </a:lnTo>
                <a:lnTo>
                  <a:pt x="6980" y="19658"/>
                </a:lnTo>
                <a:lnTo>
                  <a:pt x="10598" y="19658"/>
                </a:lnTo>
                <a:lnTo>
                  <a:pt x="10598" y="21139"/>
                </a:lnTo>
                <a:lnTo>
                  <a:pt x="570" y="2113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77D2FD-32C1-4DE3-AE34-75C31207C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43" y="145622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E1909E-4142-4C51-90FF-2F722F9B6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763" y="145622"/>
            <a:ext cx="14359" cy="21509"/>
          </a:xfrm>
          <a:custGeom xmlns:a="http://schemas.openxmlformats.org/drawingml/2006/main">
            <a:pathLst>
              <a:path w="14359" h="21509">
                <a:moveTo>
                  <a:pt x="7179" y="20170"/>
                </a:moveTo>
                <a:cubicBezTo>
                  <a:pt x="8604" y="20170"/>
                  <a:pt x="9658" y="19401"/>
                  <a:pt x="10370" y="17834"/>
                </a:cubicBezTo>
                <a:cubicBezTo>
                  <a:pt x="11054" y="16296"/>
                  <a:pt x="11424" y="13931"/>
                  <a:pt x="11424" y="10769"/>
                </a:cubicBezTo>
                <a:cubicBezTo>
                  <a:pt x="11424" y="7635"/>
                  <a:pt x="11054" y="5271"/>
                  <a:pt x="10370" y="3704"/>
                </a:cubicBezTo>
                <a:cubicBezTo>
                  <a:pt x="9658" y="2165"/>
                  <a:pt x="8604" y="1367"/>
                  <a:pt x="7179" y="1367"/>
                </a:cubicBezTo>
                <a:cubicBezTo>
                  <a:pt x="5755" y="1367"/>
                  <a:pt x="4672" y="2165"/>
                  <a:pt x="3988" y="3704"/>
                </a:cubicBezTo>
                <a:cubicBezTo>
                  <a:pt x="3276" y="5271"/>
                  <a:pt x="2934" y="7635"/>
                  <a:pt x="2934" y="10769"/>
                </a:cubicBezTo>
                <a:cubicBezTo>
                  <a:pt x="2934" y="13931"/>
                  <a:pt x="3276" y="16296"/>
                  <a:pt x="3988" y="17834"/>
                </a:cubicBezTo>
                <a:cubicBezTo>
                  <a:pt x="4672" y="19401"/>
                  <a:pt x="5755" y="20170"/>
                  <a:pt x="7179" y="20170"/>
                </a:cubicBezTo>
                <a:close/>
                <a:moveTo>
                  <a:pt x="7179" y="21509"/>
                </a:moveTo>
                <a:cubicBezTo>
                  <a:pt x="4900" y="21509"/>
                  <a:pt x="3134" y="20569"/>
                  <a:pt x="1880" y="18689"/>
                </a:cubicBezTo>
                <a:cubicBezTo>
                  <a:pt x="627" y="16809"/>
                  <a:pt x="0" y="14188"/>
                  <a:pt x="0" y="10769"/>
                </a:cubicBezTo>
                <a:cubicBezTo>
                  <a:pt x="0" y="7379"/>
                  <a:pt x="627" y="4729"/>
                  <a:pt x="1880" y="2849"/>
                </a:cubicBezTo>
                <a:cubicBezTo>
                  <a:pt x="3134" y="969"/>
                  <a:pt x="4900" y="0"/>
                  <a:pt x="7179" y="0"/>
                </a:cubicBezTo>
                <a:cubicBezTo>
                  <a:pt x="9430" y="0"/>
                  <a:pt x="11196" y="969"/>
                  <a:pt x="12450" y="2849"/>
                </a:cubicBezTo>
                <a:cubicBezTo>
                  <a:pt x="13703" y="4729"/>
                  <a:pt x="14359" y="7379"/>
                  <a:pt x="14359" y="10769"/>
                </a:cubicBezTo>
                <a:cubicBezTo>
                  <a:pt x="14359" y="14188"/>
                  <a:pt x="13703" y="16809"/>
                  <a:pt x="12450" y="18689"/>
                </a:cubicBezTo>
                <a:cubicBezTo>
                  <a:pt x="11196" y="20569"/>
                  <a:pt x="9430" y="21509"/>
                  <a:pt x="7179" y="2150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E8F41A-B706-4712-87E6-90633775C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6178" y="155944"/>
            <a:ext cx="143523" cy="4891558"/>
          </a:xfrm>
          <a:custGeom xmlns:a="http://schemas.openxmlformats.org/drawingml/2006/main">
            <a:pathLst>
              <a:path w="143523" h="4891558" fill="none">
                <a:moveTo>
                  <a:pt x="0" y="4891558"/>
                </a:moveTo>
                <a:lnTo>
                  <a:pt x="71761" y="4891558"/>
                </a:lnTo>
                <a:lnTo>
                  <a:pt x="143523" y="4891558"/>
                </a:lnTo>
                <a:lnTo>
                  <a:pt x="143523" y="0"/>
                </a:lnTo>
                <a:lnTo>
                  <a:pt x="71761" y="0"/>
                </a:lnTo>
                <a:lnTo>
                  <a:pt x="0" y="0"/>
                </a:lnTo>
                <a:lnTo>
                  <a:pt x="0" y="48915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279" cap="sq">
            <a:solidFill>
              <a:srgbClr val="000000"/>
            </a:solidFill>
            <a:miter/>
          </a:ln>
        </p:spPr>
      </p:sp>
    </p:spTree>
    <p:extLst>
      <p:ext uri="{BB962C8B-B14F-4D97-AF65-F5344CB8AC3E}">
        <p14:creationId xmlns:p14="http://schemas.microsoft.com/office/powerpoint/2010/main" val="5966962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2026-09-05T08:54:17.9950000Z</dcterms:created>
  <dcterms:modified xsi:type="dcterms:W3CDTF">2026-09-05T08:54:17.9950000Z</dcterms:modified>
</coreProperties>
</file>