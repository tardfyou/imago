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83f795880141b2" /><Relationship Type="http://schemas.openxmlformats.org/officeDocument/2006/relationships/extended-properties" Target="/docProps/app.xml" Id="Rd11d6dca9a074e91" /><Relationship Type="http://schemas.openxmlformats.org/officeDocument/2006/relationships/officeDocument" Target="/ppt/presentation.xml" Id="Rd3378921c3ff44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497a79748c4bbf"/>
  </p:sldMasterIdLst>
  <p:notesMasterIdLst>
    <p:notesMasterId xmlns:r="http://schemas.openxmlformats.org/officeDocument/2006/relationships" r:id="R1f6cbfba15fe4c8e"/>
  </p:notesMasterIdLst>
  <p:sldIdLst>
    <p:sldId xmlns:r="http://schemas.openxmlformats.org/officeDocument/2006/relationships" id="256" r:id="R3c337c866732477d"/>
  </p:sldIdLst>
  <p:sldSz cx="680085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26b49c538449c7" /><Relationship Type="http://schemas.openxmlformats.org/officeDocument/2006/relationships/slideMaster" Target="/ppt/slideMasters/slideMaster1.xml" Id="R67497a79748c4bbf" /><Relationship Type="http://schemas.openxmlformats.org/officeDocument/2006/relationships/notesMaster" Target="/ppt/notesMasters/notesMaster1.xml" Id="R1f6cbfba15fe4c8e" /><Relationship Type="http://schemas.openxmlformats.org/officeDocument/2006/relationships/presProps" Target="/ppt/presProps.xml" Id="R5198e94686b14cd0" /><Relationship Type="http://schemas.openxmlformats.org/officeDocument/2006/relationships/tableStyles" Target="/ppt/tableStyles.xml" Id="R5f9960fb5d664ca9" /><Relationship Type="http://schemas.openxmlformats.org/officeDocument/2006/relationships/slide" Target="/ppt/slides/slide1.xml" Id="R3c337c86673247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43fbdecc284a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66ded838c248d8" /><Relationship Type="http://schemas.openxmlformats.org/officeDocument/2006/relationships/notesMaster" Target="/ppt/notesMasters/notesMaster1.xml" Id="R985b5c06d7cf44b2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素材ID：SE-030</ns1:t>
            </ns1:r>
          </ns1:p>
          <ns1:p>
            <ns1:r>
              <ns1:t>论文：Think Like Human Developers: Harnessing Community Knowledge for Structured Code Reasoning</ns1:t>
            </ns1:r>
          </ns1:p>
          <ns1:p>
            <ns1:r>
              <ns1:t>会议：ICSE 2026</ns1:t>
            </ns1:r>
          </ns1:p>
          <ns1:p>
            <ns1:r>
              <ns1:t>奖项：ACM SIGSOFT Distinguished Paper Award</ns1:t>
            </ns1:r>
          </ns1:p>
          <ns1:p>
            <ns1:r>
              <ns1:t>图号：Figure 4，PDF第9页</ns1:t>
            </ns1:r>
          </ns1:p>
          <ns1:p>
            <ns1:r>
              <ns1:t>类型：实验图表</ns1:t>
            </ns1:r>
          </ns1:p>
          <ns1:p>
            <ns1:r>
              <ns1:t>借鉴点：阶段消融曲线直接标注上下升降，两个数据域同图对照，适合证明加工管线中各阶段的贡献与负作用。</ns1:t>
            </ns1:r>
          </ns1:p>
          <ns1:p>
            <ns1:r>
              <ns1:t>论文URL：https://arxiv.org/pdf/2503.14838</ns1:t>
            </ns1:r>
          </ns1:p>
          <ns1:p>
            <ns1:r>
              <ns1:t>官方获奖URL：https://conf.researchr.org/info/icse-2026/awards#acm-sigsoft-distinguished-paper-awards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e0145e6eb48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004cff17a745c6" /><Relationship Type="http://schemas.openxmlformats.org/officeDocument/2006/relationships/slideLayout" Target="/ppt/slideLayouts/slideLayout1.xml" Id="R6dc5a26ba6914c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c5a26ba6914c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b932cffba4c52" /><Relationship Type="http://schemas.openxmlformats.org/officeDocument/2006/relationships/notesSlide" Target="/ppt/notesSlides/notesSlide1.xml" Id="R4dbbd49ce1c645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776E4B-ED00-4C3E-8FB4-5AEAFDE5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5" y="44612"/>
            <a:ext cx="6630262" cy="5003395"/>
          </a:xfrm>
          <a:custGeom xmlns:a="http://schemas.openxmlformats.org/drawingml/2006/main">
            <a:pathLst>
              <a:path w="6630262" h="5003395">
                <a:moveTo>
                  <a:pt x="0" y="5003395"/>
                </a:moveTo>
                <a:lnTo>
                  <a:pt x="6630262" y="5003395"/>
                </a:lnTo>
                <a:lnTo>
                  <a:pt x="6630262" y="0"/>
                </a:lnTo>
                <a:lnTo>
                  <a:pt x="0" y="0"/>
                </a:lnTo>
                <a:lnTo>
                  <a:pt x="0" y="50033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034E36-8161-45C1-B5DC-A3AF1237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45" y="604340"/>
            <a:ext cx="5955210" cy="3919873"/>
          </a:xfrm>
          <a:custGeom xmlns:a="http://schemas.openxmlformats.org/drawingml/2006/main">
            <a:pathLst>
              <a:path w="5955210" h="3919873">
                <a:moveTo>
                  <a:pt x="0" y="3919873"/>
                </a:moveTo>
                <a:lnTo>
                  <a:pt x="5955210" y="3919873"/>
                </a:lnTo>
                <a:lnTo>
                  <a:pt x="5955210" y="0"/>
                </a:lnTo>
                <a:lnTo>
                  <a:pt x="0" y="0"/>
                </a:lnTo>
                <a:lnTo>
                  <a:pt x="0" y="391987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1B31E0-AE6A-4DDF-98E8-1A538926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37" y="604340"/>
            <a:ext cx="10" cy="3919873"/>
          </a:xfrm>
          <a:custGeom xmlns:a="http://schemas.openxmlformats.org/drawingml/2006/main">
            <a:pathLst>
              <a:path w="1" h="3919873" fill="none">
                <a:moveTo>
                  <a:pt x="0" y="391987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72" cap="flat">
            <a:solidFill>
              <a:srgbClr val="B0B0B0">
                <a:alpha val="70000"/>
              </a:srgbClr>
            </a:solidFill>
            <a:custDash>
              <a:ds d="100000" sp="165000"/>
            </a:custDash>
            <a:round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BC9290-EA92-44D0-A48D-DA171487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37" y="4524213"/>
            <a:ext cx="10" cy="46692"/>
          </a:xfrm>
          <a:custGeom xmlns:a="http://schemas.openxmlformats.org/drawingml/2006/main">
            <a:pathLst>
              <a:path w="1" h="46692">
                <a:moveTo>
                  <a:pt x="0" y="0"/>
                </a:moveTo>
                <a:lnTo>
                  <a:pt x="0" y="466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F5E207-EDAF-4392-A7CC-8D7E4973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37" y="4524213"/>
            <a:ext cx="10" cy="46692"/>
          </a:xfrm>
          <a:custGeom xmlns:a="http://schemas.openxmlformats.org/drawingml/2006/main">
            <a:pathLst>
              <a:path w="1" h="46692" fill="none">
                <a:moveTo>
                  <a:pt x="0" y="0"/>
                </a:moveTo>
                <a:lnTo>
                  <a:pt x="0" y="46692"/>
                </a:lnTo>
              </a:path>
            </a:pathLst>
          </a:custGeom>
          <a:noFill xmlns:a="http://schemas.openxmlformats.org/drawingml/2006/main"/>
          <a:ln xmlns:a="http://schemas.openxmlformats.org/drawingml/2006/main" w="10672" cap="flat">
            <a:solidFill>
              <a:srgbClr val="000000"/>
            </a:solidFill>
            <a:round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BDF271-1CA8-40E2-A823-9F109BFB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853" y="4620967"/>
            <a:ext cx="95812" cy="141009"/>
          </a:xfrm>
          <a:custGeom xmlns:a="http://schemas.openxmlformats.org/drawingml/2006/main">
            <a:pathLst>
              <a:path w="95812" h="141009">
                <a:moveTo>
                  <a:pt x="87594" y="6910"/>
                </a:moveTo>
                <a:lnTo>
                  <a:pt x="87594" y="24840"/>
                </a:lnTo>
                <a:cubicBezTo>
                  <a:pt x="80497" y="21478"/>
                  <a:pt x="73960" y="19050"/>
                  <a:pt x="67797" y="17369"/>
                </a:cubicBezTo>
                <a:cubicBezTo>
                  <a:pt x="61446" y="15875"/>
                  <a:pt x="55470" y="14941"/>
                  <a:pt x="49867" y="14941"/>
                </a:cubicBezTo>
                <a:cubicBezTo>
                  <a:pt x="39781" y="14941"/>
                  <a:pt x="31937" y="16996"/>
                  <a:pt x="26521" y="20731"/>
                </a:cubicBezTo>
                <a:cubicBezTo>
                  <a:pt x="21105" y="24653"/>
                  <a:pt x="18490" y="30256"/>
                  <a:pt x="18490" y="37353"/>
                </a:cubicBezTo>
                <a:cubicBezTo>
                  <a:pt x="18490" y="43330"/>
                  <a:pt x="20171" y="47999"/>
                  <a:pt x="23906" y="50987"/>
                </a:cubicBezTo>
                <a:cubicBezTo>
                  <a:pt x="27455" y="54163"/>
                  <a:pt x="34365" y="56591"/>
                  <a:pt x="44451" y="58458"/>
                </a:cubicBezTo>
                <a:lnTo>
                  <a:pt x="55657" y="60699"/>
                </a:lnTo>
                <a:cubicBezTo>
                  <a:pt x="69291" y="63314"/>
                  <a:pt x="79376" y="67983"/>
                  <a:pt x="85913" y="74520"/>
                </a:cubicBezTo>
                <a:cubicBezTo>
                  <a:pt x="92450" y="81244"/>
                  <a:pt x="95812" y="90022"/>
                  <a:pt x="95812" y="101041"/>
                </a:cubicBezTo>
                <a:cubicBezTo>
                  <a:pt x="95812" y="114302"/>
                  <a:pt x="91329" y="124200"/>
                  <a:pt x="82551" y="130924"/>
                </a:cubicBezTo>
                <a:cubicBezTo>
                  <a:pt x="73586" y="137648"/>
                  <a:pt x="60699" y="141009"/>
                  <a:pt x="43704" y="141009"/>
                </a:cubicBezTo>
                <a:cubicBezTo>
                  <a:pt x="37167" y="141009"/>
                  <a:pt x="30256" y="140262"/>
                  <a:pt x="22972" y="138955"/>
                </a:cubicBezTo>
                <a:cubicBezTo>
                  <a:pt x="15688" y="137648"/>
                  <a:pt x="8218" y="135593"/>
                  <a:pt x="560" y="132605"/>
                </a:cubicBezTo>
                <a:lnTo>
                  <a:pt x="560" y="113555"/>
                </a:lnTo>
                <a:cubicBezTo>
                  <a:pt x="8031" y="117850"/>
                  <a:pt x="15315" y="121025"/>
                  <a:pt x="22412" y="123080"/>
                </a:cubicBezTo>
                <a:cubicBezTo>
                  <a:pt x="29509" y="125321"/>
                  <a:pt x="36606" y="126255"/>
                  <a:pt x="43704" y="126255"/>
                </a:cubicBezTo>
                <a:cubicBezTo>
                  <a:pt x="54163" y="126255"/>
                  <a:pt x="62194" y="124200"/>
                  <a:pt x="67983" y="120091"/>
                </a:cubicBezTo>
                <a:cubicBezTo>
                  <a:pt x="73586" y="115983"/>
                  <a:pt x="76575" y="110193"/>
                  <a:pt x="76575" y="102349"/>
                </a:cubicBezTo>
                <a:cubicBezTo>
                  <a:pt x="76575" y="95625"/>
                  <a:pt x="74520" y="90395"/>
                  <a:pt x="70411" y="86660"/>
                </a:cubicBezTo>
                <a:cubicBezTo>
                  <a:pt x="66302" y="82925"/>
                  <a:pt x="59579" y="80123"/>
                  <a:pt x="50240" y="78256"/>
                </a:cubicBezTo>
                <a:lnTo>
                  <a:pt x="39034" y="76014"/>
                </a:lnTo>
                <a:cubicBezTo>
                  <a:pt x="25214" y="73400"/>
                  <a:pt x="15315" y="69104"/>
                  <a:pt x="9152" y="63127"/>
                </a:cubicBezTo>
                <a:cubicBezTo>
                  <a:pt x="2988" y="57338"/>
                  <a:pt x="0" y="49307"/>
                  <a:pt x="0" y="38848"/>
                </a:cubicBezTo>
                <a:cubicBezTo>
                  <a:pt x="0" y="26894"/>
                  <a:pt x="4109" y="17369"/>
                  <a:pt x="12700" y="10459"/>
                </a:cubicBezTo>
                <a:cubicBezTo>
                  <a:pt x="21105" y="3549"/>
                  <a:pt x="32871" y="0"/>
                  <a:pt x="47812" y="0"/>
                </a:cubicBezTo>
                <a:cubicBezTo>
                  <a:pt x="54163" y="0"/>
                  <a:pt x="60513" y="560"/>
                  <a:pt x="67236" y="1681"/>
                </a:cubicBezTo>
                <a:cubicBezTo>
                  <a:pt x="73773" y="2802"/>
                  <a:pt x="80497" y="4669"/>
                  <a:pt x="87594" y="69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B761F8-C0FB-42AF-B6A1-5BEDF3A4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451" y="4620967"/>
            <a:ext cx="94131" cy="141009"/>
          </a:xfrm>
          <a:custGeom xmlns:a="http://schemas.openxmlformats.org/drawingml/2006/main">
            <a:pathLst>
              <a:path w="94131" h="141009">
                <a:moveTo>
                  <a:pt x="47065" y="14568"/>
                </a:moveTo>
                <a:cubicBezTo>
                  <a:pt x="37540" y="14568"/>
                  <a:pt x="30443" y="19237"/>
                  <a:pt x="25587" y="28575"/>
                </a:cubicBezTo>
                <a:cubicBezTo>
                  <a:pt x="20731" y="37914"/>
                  <a:pt x="18490" y="51921"/>
                  <a:pt x="18490" y="70598"/>
                </a:cubicBezTo>
                <a:cubicBezTo>
                  <a:pt x="18490" y="89275"/>
                  <a:pt x="20731" y="103282"/>
                  <a:pt x="25587" y="112621"/>
                </a:cubicBezTo>
                <a:cubicBezTo>
                  <a:pt x="30443" y="121959"/>
                  <a:pt x="37540" y="126628"/>
                  <a:pt x="47065" y="126628"/>
                </a:cubicBezTo>
                <a:cubicBezTo>
                  <a:pt x="56591" y="126628"/>
                  <a:pt x="63688" y="121959"/>
                  <a:pt x="68544" y="112621"/>
                </a:cubicBezTo>
                <a:cubicBezTo>
                  <a:pt x="73213" y="103282"/>
                  <a:pt x="75641" y="89275"/>
                  <a:pt x="75641" y="70598"/>
                </a:cubicBezTo>
                <a:cubicBezTo>
                  <a:pt x="75641" y="51921"/>
                  <a:pt x="73213" y="37914"/>
                  <a:pt x="68544" y="28575"/>
                </a:cubicBezTo>
                <a:cubicBezTo>
                  <a:pt x="63688" y="19237"/>
                  <a:pt x="56591" y="14568"/>
                  <a:pt x="47065" y="14568"/>
                </a:cubicBezTo>
                <a:close/>
                <a:moveTo>
                  <a:pt x="47065" y="0"/>
                </a:moveTo>
                <a:cubicBezTo>
                  <a:pt x="62194" y="0"/>
                  <a:pt x="73773" y="6163"/>
                  <a:pt x="81991" y="18116"/>
                </a:cubicBezTo>
                <a:cubicBezTo>
                  <a:pt x="90022" y="30256"/>
                  <a:pt x="94131" y="47812"/>
                  <a:pt x="94131" y="70598"/>
                </a:cubicBezTo>
                <a:cubicBezTo>
                  <a:pt x="94131" y="93570"/>
                  <a:pt x="90022" y="111127"/>
                  <a:pt x="81991" y="123080"/>
                </a:cubicBezTo>
                <a:cubicBezTo>
                  <a:pt x="73773" y="135033"/>
                  <a:pt x="62194" y="141009"/>
                  <a:pt x="46879" y="141009"/>
                </a:cubicBezTo>
                <a:cubicBezTo>
                  <a:pt x="31564" y="141009"/>
                  <a:pt x="19984" y="135033"/>
                  <a:pt x="11953" y="123080"/>
                </a:cubicBezTo>
                <a:cubicBezTo>
                  <a:pt x="3922" y="111127"/>
                  <a:pt x="0" y="93570"/>
                  <a:pt x="0" y="70598"/>
                </a:cubicBezTo>
                <a:cubicBezTo>
                  <a:pt x="0" y="47812"/>
                  <a:pt x="3922" y="30256"/>
                  <a:pt x="11953" y="18116"/>
                </a:cubicBezTo>
                <a:cubicBezTo>
                  <a:pt x="19984" y="6163"/>
                  <a:pt x="31750" y="0"/>
                  <a:pt x="4706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1C1B5C-51D1-48BF-8AE8-855601AC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002" y="604340"/>
            <a:ext cx="10" cy="3919873"/>
          </a:xfrm>
          <a:custGeom xmlns:a="http://schemas.openxmlformats.org/drawingml/2006/main">
            <a:pathLst>
              <a:path w="1" h="3919873" fill="none">
                <a:moveTo>
                  <a:pt x="0" y="391987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72" cap="flat">
            <a:solidFill>
              <a:srgbClr val="B0B0B0">
                <a:alpha val="70000"/>
              </a:srgbClr>
            </a:solidFill>
            <a:custDash>
              <a:ds d="100000" sp="165000"/>
            </a:custDash>
            <a:round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5A82DF-D9C5-45EB-9ED9-F019055D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002" y="4524213"/>
            <a:ext cx="10" cy="46692"/>
          </a:xfrm>
          <a:custGeom xmlns:a="http://schemas.openxmlformats.org/drawingml/2006/main">
            <a:pathLst>
              <a:path w="1" h="46692">
                <a:moveTo>
                  <a:pt x="0" y="0"/>
                </a:moveTo>
                <a:lnTo>
                  <a:pt x="0" y="466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515CB4-E33B-4501-B431-604BDACD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002" y="4524213"/>
            <a:ext cx="10" cy="46692"/>
          </a:xfrm>
          <a:custGeom xmlns:a="http://schemas.openxmlformats.org/drawingml/2006/main">
            <a:pathLst>
              <a:path w="1" h="46692" fill="none">
                <a:moveTo>
                  <a:pt x="0" y="0"/>
                </a:moveTo>
                <a:lnTo>
                  <a:pt x="0" y="46692"/>
                </a:lnTo>
              </a:path>
            </a:pathLst>
          </a:custGeom>
          <a:noFill xmlns:a="http://schemas.openxmlformats.org/drawingml/2006/main"/>
          <a:ln xmlns:a="http://schemas.openxmlformats.org/drawingml/2006/main" w="10672" cap="flat">
            <a:solidFill>
              <a:srgbClr val="000000"/>
            </a:solidFill>
            <a:round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4AFFDF-F9C9-4E54-87BD-618A70F0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9619" y="4620967"/>
            <a:ext cx="95812" cy="141009"/>
          </a:xfrm>
          <a:custGeom xmlns:a="http://schemas.openxmlformats.org/drawingml/2006/main">
            <a:pathLst>
              <a:path w="95812" h="141009">
                <a:moveTo>
                  <a:pt x="87594" y="6910"/>
                </a:moveTo>
                <a:lnTo>
                  <a:pt x="87594" y="24840"/>
                </a:lnTo>
                <a:cubicBezTo>
                  <a:pt x="80497" y="21478"/>
                  <a:pt x="73960" y="19050"/>
                  <a:pt x="67797" y="17369"/>
                </a:cubicBezTo>
                <a:cubicBezTo>
                  <a:pt x="61446" y="15875"/>
                  <a:pt x="55470" y="14941"/>
                  <a:pt x="49867" y="14941"/>
                </a:cubicBezTo>
                <a:cubicBezTo>
                  <a:pt x="39781" y="14941"/>
                  <a:pt x="31937" y="16996"/>
                  <a:pt x="26521" y="20731"/>
                </a:cubicBezTo>
                <a:cubicBezTo>
                  <a:pt x="21105" y="24653"/>
                  <a:pt x="18490" y="30256"/>
                  <a:pt x="18490" y="37353"/>
                </a:cubicBezTo>
                <a:cubicBezTo>
                  <a:pt x="18490" y="43330"/>
                  <a:pt x="20171" y="47999"/>
                  <a:pt x="23906" y="50987"/>
                </a:cubicBezTo>
                <a:cubicBezTo>
                  <a:pt x="27455" y="54163"/>
                  <a:pt x="34365" y="56591"/>
                  <a:pt x="44451" y="58458"/>
                </a:cubicBezTo>
                <a:lnTo>
                  <a:pt x="55657" y="60699"/>
                </a:lnTo>
                <a:cubicBezTo>
                  <a:pt x="69291" y="63314"/>
                  <a:pt x="79376" y="67983"/>
                  <a:pt x="85913" y="74520"/>
                </a:cubicBezTo>
                <a:cubicBezTo>
                  <a:pt x="92450" y="81244"/>
                  <a:pt x="95812" y="90022"/>
                  <a:pt x="95812" y="101041"/>
                </a:cubicBezTo>
                <a:cubicBezTo>
                  <a:pt x="95812" y="114302"/>
                  <a:pt x="91329" y="124200"/>
                  <a:pt x="82551" y="130924"/>
                </a:cubicBezTo>
                <a:cubicBezTo>
                  <a:pt x="73586" y="137648"/>
                  <a:pt x="60699" y="141009"/>
                  <a:pt x="43704" y="141009"/>
                </a:cubicBezTo>
                <a:cubicBezTo>
                  <a:pt x="37167" y="141009"/>
                  <a:pt x="30256" y="140262"/>
                  <a:pt x="22972" y="138955"/>
                </a:cubicBezTo>
                <a:cubicBezTo>
                  <a:pt x="15688" y="137648"/>
                  <a:pt x="8218" y="135593"/>
                  <a:pt x="560" y="132605"/>
                </a:cubicBezTo>
                <a:lnTo>
                  <a:pt x="560" y="113555"/>
                </a:lnTo>
                <a:cubicBezTo>
                  <a:pt x="8031" y="117850"/>
                  <a:pt x="15315" y="121025"/>
                  <a:pt x="22412" y="123080"/>
                </a:cubicBezTo>
                <a:cubicBezTo>
                  <a:pt x="29509" y="125321"/>
                  <a:pt x="36606" y="126255"/>
                  <a:pt x="43704" y="126255"/>
                </a:cubicBezTo>
                <a:cubicBezTo>
                  <a:pt x="54163" y="126255"/>
                  <a:pt x="62194" y="124200"/>
                  <a:pt x="67983" y="120091"/>
                </a:cubicBezTo>
                <a:cubicBezTo>
                  <a:pt x="73586" y="115983"/>
                  <a:pt x="76575" y="110193"/>
                  <a:pt x="76575" y="102349"/>
                </a:cubicBezTo>
                <a:cubicBezTo>
                  <a:pt x="76575" y="95625"/>
                  <a:pt x="74520" y="90395"/>
                  <a:pt x="70411" y="86660"/>
                </a:cubicBezTo>
                <a:cubicBezTo>
                  <a:pt x="66302" y="82925"/>
                  <a:pt x="59579" y="80123"/>
                  <a:pt x="50240" y="78256"/>
                </a:cubicBezTo>
                <a:lnTo>
                  <a:pt x="39034" y="76014"/>
                </a:lnTo>
                <a:cubicBezTo>
                  <a:pt x="25214" y="73400"/>
                  <a:pt x="15315" y="69104"/>
                  <a:pt x="9152" y="63127"/>
                </a:cubicBezTo>
                <a:cubicBezTo>
                  <a:pt x="2988" y="57338"/>
                  <a:pt x="0" y="49307"/>
                  <a:pt x="0" y="38848"/>
                </a:cubicBezTo>
                <a:cubicBezTo>
                  <a:pt x="0" y="26894"/>
                  <a:pt x="4109" y="17369"/>
                  <a:pt x="12700" y="10459"/>
                </a:cubicBezTo>
                <a:cubicBezTo>
                  <a:pt x="21105" y="3549"/>
                  <a:pt x="32871" y="0"/>
                  <a:pt x="47812" y="0"/>
                </a:cubicBezTo>
                <a:cubicBezTo>
                  <a:pt x="54163" y="0"/>
                  <a:pt x="60513" y="560"/>
                  <a:pt x="67236" y="1681"/>
                </a:cubicBezTo>
                <a:cubicBezTo>
                  <a:pt x="73773" y="2802"/>
                  <a:pt x="80497" y="4669"/>
                  <a:pt x="87594" y="69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25A0C9-4410-4279-8176-403F8B78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434" y="4623395"/>
            <a:ext cx="81057" cy="136153"/>
          </a:xfrm>
          <a:custGeom xmlns:a="http://schemas.openxmlformats.org/drawingml/2006/main">
            <a:pathLst>
              <a:path w="81057" h="136153">
                <a:moveTo>
                  <a:pt x="2615" y="120652"/>
                </a:moveTo>
                <a:lnTo>
                  <a:pt x="32684" y="120652"/>
                </a:lnTo>
                <a:lnTo>
                  <a:pt x="32684" y="16809"/>
                </a:lnTo>
                <a:lnTo>
                  <a:pt x="0" y="23346"/>
                </a:lnTo>
                <a:lnTo>
                  <a:pt x="0" y="6537"/>
                </a:lnTo>
                <a:lnTo>
                  <a:pt x="32498" y="0"/>
                </a:lnTo>
                <a:lnTo>
                  <a:pt x="50987" y="0"/>
                </a:lnTo>
                <a:lnTo>
                  <a:pt x="50987" y="120652"/>
                </a:lnTo>
                <a:lnTo>
                  <a:pt x="81057" y="120652"/>
                </a:lnTo>
                <a:lnTo>
                  <a:pt x="81057" y="136153"/>
                </a:lnTo>
                <a:lnTo>
                  <a:pt x="2615" y="136153"/>
                </a:lnTo>
                <a:lnTo>
                  <a:pt x="2615" y="1206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85514D-809A-4F8B-8CD7-B1EBC891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767" y="604340"/>
            <a:ext cx="10" cy="3919873"/>
          </a:xfrm>
          <a:custGeom xmlns:a="http://schemas.openxmlformats.org/drawingml/2006/main">
            <a:pathLst>
              <a:path w="1" h="3919873" fill="none">
                <a:moveTo>
                  <a:pt x="0" y="391987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72" cap="flat">
            <a:solidFill>
              <a:srgbClr val="B0B0B0">
                <a:alpha val="70000"/>
              </a:srgbClr>
            </a:solidFill>
            <a:custDash>
              <a:ds d="100000" sp="165000"/>
            </a:custDash>
            <a:round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63113B-E70B-4D38-B9EF-3D656BBD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767" y="4524213"/>
            <a:ext cx="10" cy="46692"/>
          </a:xfrm>
          <a:custGeom xmlns:a="http://schemas.openxmlformats.org/drawingml/2006/main">
            <a:pathLst>
              <a:path w="1" h="46692">
                <a:moveTo>
                  <a:pt x="0" y="0"/>
                </a:moveTo>
                <a:lnTo>
                  <a:pt x="0" y="466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848995-9864-40C3-9F05-DBD1E56E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767" y="4524213"/>
            <a:ext cx="10" cy="46692"/>
          </a:xfrm>
          <a:custGeom xmlns:a="http://schemas.openxmlformats.org/drawingml/2006/main">
            <a:pathLst>
              <a:path w="1" h="46692" fill="none">
                <a:moveTo>
                  <a:pt x="0" y="0"/>
                </a:moveTo>
                <a:lnTo>
                  <a:pt x="0" y="46692"/>
                </a:lnTo>
              </a:path>
            </a:pathLst>
          </a:custGeom>
          <a:noFill xmlns:a="http://schemas.openxmlformats.org/drawingml/2006/main"/>
          <a:ln xmlns:a="http://schemas.openxmlformats.org/drawingml/2006/main" w="10672" cap="flat">
            <a:solidFill>
              <a:srgbClr val="000000"/>
            </a:solidFill>
            <a:round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CE8E63-7960-462F-86DB-C023B855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384" y="4620967"/>
            <a:ext cx="95812" cy="141009"/>
          </a:xfrm>
          <a:custGeom xmlns:a="http://schemas.openxmlformats.org/drawingml/2006/main">
            <a:pathLst>
              <a:path w="95812" h="141009">
                <a:moveTo>
                  <a:pt x="87594" y="6910"/>
                </a:moveTo>
                <a:lnTo>
                  <a:pt x="87594" y="24840"/>
                </a:lnTo>
                <a:cubicBezTo>
                  <a:pt x="80497" y="21478"/>
                  <a:pt x="73960" y="19050"/>
                  <a:pt x="67797" y="17369"/>
                </a:cubicBezTo>
                <a:cubicBezTo>
                  <a:pt x="61446" y="15875"/>
                  <a:pt x="55470" y="14941"/>
                  <a:pt x="49867" y="14941"/>
                </a:cubicBezTo>
                <a:cubicBezTo>
                  <a:pt x="39781" y="14941"/>
                  <a:pt x="31937" y="16996"/>
                  <a:pt x="26521" y="20731"/>
                </a:cubicBezTo>
                <a:cubicBezTo>
                  <a:pt x="21105" y="24653"/>
                  <a:pt x="18490" y="30256"/>
                  <a:pt x="18490" y="37353"/>
                </a:cubicBezTo>
                <a:cubicBezTo>
                  <a:pt x="18490" y="43330"/>
                  <a:pt x="20171" y="47999"/>
                  <a:pt x="23906" y="50987"/>
                </a:cubicBezTo>
                <a:cubicBezTo>
                  <a:pt x="27455" y="54163"/>
                  <a:pt x="34365" y="56591"/>
                  <a:pt x="44451" y="58458"/>
                </a:cubicBezTo>
                <a:lnTo>
                  <a:pt x="55657" y="60699"/>
                </a:lnTo>
                <a:cubicBezTo>
                  <a:pt x="69291" y="63314"/>
                  <a:pt x="79376" y="67983"/>
                  <a:pt x="85913" y="74520"/>
                </a:cubicBezTo>
                <a:cubicBezTo>
                  <a:pt x="92450" y="81244"/>
                  <a:pt x="95812" y="90022"/>
                  <a:pt x="95812" y="101041"/>
                </a:cubicBezTo>
                <a:cubicBezTo>
                  <a:pt x="95812" y="114302"/>
                  <a:pt x="91329" y="124200"/>
                  <a:pt x="82551" y="130924"/>
                </a:cubicBezTo>
                <a:cubicBezTo>
                  <a:pt x="73586" y="137648"/>
                  <a:pt x="60699" y="141009"/>
                  <a:pt x="43704" y="141009"/>
                </a:cubicBezTo>
                <a:cubicBezTo>
                  <a:pt x="37167" y="141009"/>
                  <a:pt x="30256" y="140262"/>
                  <a:pt x="22972" y="138955"/>
                </a:cubicBezTo>
                <a:cubicBezTo>
                  <a:pt x="15688" y="137648"/>
                  <a:pt x="8218" y="135593"/>
                  <a:pt x="560" y="132605"/>
                </a:cubicBezTo>
                <a:lnTo>
                  <a:pt x="560" y="113555"/>
                </a:lnTo>
                <a:cubicBezTo>
                  <a:pt x="8031" y="117850"/>
                  <a:pt x="15315" y="121025"/>
                  <a:pt x="22412" y="123080"/>
                </a:cubicBezTo>
                <a:cubicBezTo>
                  <a:pt x="29509" y="125321"/>
                  <a:pt x="36606" y="126255"/>
                  <a:pt x="43704" y="126255"/>
                </a:cubicBezTo>
                <a:cubicBezTo>
                  <a:pt x="54163" y="126255"/>
                  <a:pt x="62194" y="124200"/>
                  <a:pt x="67983" y="120091"/>
                </a:cubicBezTo>
                <a:cubicBezTo>
                  <a:pt x="73586" y="115983"/>
                  <a:pt x="76575" y="110193"/>
                  <a:pt x="76575" y="102349"/>
                </a:cubicBezTo>
                <a:cubicBezTo>
                  <a:pt x="76575" y="95625"/>
                  <a:pt x="74520" y="90395"/>
                  <a:pt x="70411" y="86660"/>
                </a:cubicBezTo>
                <a:cubicBezTo>
                  <a:pt x="66302" y="82925"/>
                  <a:pt x="59579" y="80123"/>
                  <a:pt x="50240" y="78256"/>
                </a:cubicBezTo>
                <a:lnTo>
                  <a:pt x="39034" y="76014"/>
                </a:lnTo>
                <a:cubicBezTo>
                  <a:pt x="25214" y="73400"/>
                  <a:pt x="15315" y="69104"/>
                  <a:pt x="9152" y="63127"/>
                </a:cubicBezTo>
                <a:cubicBezTo>
                  <a:pt x="2988" y="57338"/>
                  <a:pt x="0" y="49307"/>
                  <a:pt x="0" y="38848"/>
                </a:cubicBezTo>
                <a:cubicBezTo>
                  <a:pt x="0" y="26894"/>
                  <a:pt x="4109" y="17369"/>
                  <a:pt x="12700" y="10459"/>
                </a:cubicBezTo>
                <a:cubicBezTo>
                  <a:pt x="21105" y="3549"/>
                  <a:pt x="32871" y="0"/>
                  <a:pt x="47812" y="0"/>
                </a:cubicBezTo>
                <a:cubicBezTo>
                  <a:pt x="54163" y="0"/>
                  <a:pt x="60513" y="560"/>
                  <a:pt x="67236" y="1681"/>
                </a:cubicBezTo>
                <a:cubicBezTo>
                  <a:pt x="73773" y="2802"/>
                  <a:pt x="80497" y="4669"/>
                  <a:pt x="87594" y="69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24611E-B377-4DAF-9E3B-44F1DAEE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289" y="4620967"/>
            <a:ext cx="86473" cy="138581"/>
          </a:xfrm>
          <a:custGeom xmlns:a="http://schemas.openxmlformats.org/drawingml/2006/main">
            <a:pathLst>
              <a:path w="86473" h="138581">
                <a:moveTo>
                  <a:pt x="22225" y="123080"/>
                </a:moveTo>
                <a:lnTo>
                  <a:pt x="86473" y="123080"/>
                </a:lnTo>
                <a:lnTo>
                  <a:pt x="86473" y="138581"/>
                </a:lnTo>
                <a:lnTo>
                  <a:pt x="0" y="138581"/>
                </a:lnTo>
                <a:lnTo>
                  <a:pt x="0" y="123080"/>
                </a:lnTo>
                <a:cubicBezTo>
                  <a:pt x="6910" y="115983"/>
                  <a:pt x="16436" y="106271"/>
                  <a:pt x="28575" y="93944"/>
                </a:cubicBezTo>
                <a:cubicBezTo>
                  <a:pt x="40529" y="81804"/>
                  <a:pt x="48186" y="73960"/>
                  <a:pt x="51361" y="70411"/>
                </a:cubicBezTo>
                <a:cubicBezTo>
                  <a:pt x="57338" y="63874"/>
                  <a:pt x="61446" y="58271"/>
                  <a:pt x="63688" y="53602"/>
                </a:cubicBezTo>
                <a:cubicBezTo>
                  <a:pt x="65929" y="49120"/>
                  <a:pt x="67236" y="44451"/>
                  <a:pt x="67236" y="39968"/>
                </a:cubicBezTo>
                <a:cubicBezTo>
                  <a:pt x="67236" y="32871"/>
                  <a:pt x="64622" y="26894"/>
                  <a:pt x="59579" y="22412"/>
                </a:cubicBezTo>
                <a:cubicBezTo>
                  <a:pt x="54536" y="17930"/>
                  <a:pt x="47999" y="15502"/>
                  <a:pt x="39781" y="15502"/>
                </a:cubicBezTo>
                <a:cubicBezTo>
                  <a:pt x="33992" y="15502"/>
                  <a:pt x="27828" y="16622"/>
                  <a:pt x="21478" y="18490"/>
                </a:cubicBezTo>
                <a:cubicBezTo>
                  <a:pt x="15128" y="20544"/>
                  <a:pt x="8218" y="23533"/>
                  <a:pt x="934" y="27642"/>
                </a:cubicBezTo>
                <a:lnTo>
                  <a:pt x="934" y="8965"/>
                </a:lnTo>
                <a:cubicBezTo>
                  <a:pt x="8405" y="5977"/>
                  <a:pt x="15315" y="3735"/>
                  <a:pt x="21665" y="2241"/>
                </a:cubicBezTo>
                <a:cubicBezTo>
                  <a:pt x="28015" y="747"/>
                  <a:pt x="33992" y="0"/>
                  <a:pt x="39408" y="0"/>
                </a:cubicBezTo>
                <a:cubicBezTo>
                  <a:pt x="53415" y="0"/>
                  <a:pt x="64622" y="3549"/>
                  <a:pt x="73026" y="10646"/>
                </a:cubicBezTo>
                <a:cubicBezTo>
                  <a:pt x="81431" y="17743"/>
                  <a:pt x="85726" y="27081"/>
                  <a:pt x="85726" y="38848"/>
                </a:cubicBezTo>
                <a:cubicBezTo>
                  <a:pt x="85726" y="44451"/>
                  <a:pt x="84606" y="49867"/>
                  <a:pt x="82551" y="54723"/>
                </a:cubicBezTo>
                <a:cubicBezTo>
                  <a:pt x="80497" y="59766"/>
                  <a:pt x="76761" y="65742"/>
                  <a:pt x="71158" y="72466"/>
                </a:cubicBezTo>
                <a:cubicBezTo>
                  <a:pt x="69664" y="74333"/>
                  <a:pt x="64808" y="79376"/>
                  <a:pt x="56591" y="87781"/>
                </a:cubicBezTo>
                <a:cubicBezTo>
                  <a:pt x="48373" y="96185"/>
                  <a:pt x="36980" y="107952"/>
                  <a:pt x="22225" y="1230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0067CC-1397-45A5-8525-27FB6485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533" y="604340"/>
            <a:ext cx="10" cy="3919873"/>
          </a:xfrm>
          <a:custGeom xmlns:a="http://schemas.openxmlformats.org/drawingml/2006/main">
            <a:pathLst>
              <a:path w="1" h="3919873" fill="none">
                <a:moveTo>
                  <a:pt x="0" y="391987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72" cap="flat">
            <a:solidFill>
              <a:srgbClr val="B0B0B0">
                <a:alpha val="70000"/>
              </a:srgbClr>
            </a:solidFill>
            <a:custDash>
              <a:ds d="100000" sp="165000"/>
            </a:custDash>
            <a:round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F68F98-FA7D-4635-B1AA-3E5D260A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533" y="4524213"/>
            <a:ext cx="10" cy="46692"/>
          </a:xfrm>
          <a:custGeom xmlns:a="http://schemas.openxmlformats.org/drawingml/2006/main">
            <a:pathLst>
              <a:path w="1" h="46692">
                <a:moveTo>
                  <a:pt x="0" y="0"/>
                </a:moveTo>
                <a:lnTo>
                  <a:pt x="0" y="466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F2A4BB-2F00-447D-9382-43459C98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533" y="4524213"/>
            <a:ext cx="10" cy="46692"/>
          </a:xfrm>
          <a:custGeom xmlns:a="http://schemas.openxmlformats.org/drawingml/2006/main">
            <a:pathLst>
              <a:path w="1" h="46692" fill="none">
                <a:moveTo>
                  <a:pt x="0" y="0"/>
                </a:moveTo>
                <a:lnTo>
                  <a:pt x="0" y="46692"/>
                </a:lnTo>
              </a:path>
            </a:pathLst>
          </a:custGeom>
          <a:noFill xmlns:a="http://schemas.openxmlformats.org/drawingml/2006/main"/>
          <a:ln xmlns:a="http://schemas.openxmlformats.org/drawingml/2006/main" w="10672" cap="flat">
            <a:solidFill>
              <a:srgbClr val="000000"/>
            </a:solidFill>
            <a:round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9627AE-C8E6-427D-A93D-29B1366C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150" y="4620967"/>
            <a:ext cx="95812" cy="141009"/>
          </a:xfrm>
          <a:custGeom xmlns:a="http://schemas.openxmlformats.org/drawingml/2006/main">
            <a:pathLst>
              <a:path w="95812" h="141009">
                <a:moveTo>
                  <a:pt x="87594" y="6910"/>
                </a:moveTo>
                <a:lnTo>
                  <a:pt x="87594" y="24840"/>
                </a:lnTo>
                <a:cubicBezTo>
                  <a:pt x="80497" y="21478"/>
                  <a:pt x="73960" y="19050"/>
                  <a:pt x="67797" y="17369"/>
                </a:cubicBezTo>
                <a:cubicBezTo>
                  <a:pt x="61446" y="15875"/>
                  <a:pt x="55470" y="14941"/>
                  <a:pt x="49867" y="14941"/>
                </a:cubicBezTo>
                <a:cubicBezTo>
                  <a:pt x="39781" y="14941"/>
                  <a:pt x="31937" y="16996"/>
                  <a:pt x="26521" y="20731"/>
                </a:cubicBezTo>
                <a:cubicBezTo>
                  <a:pt x="21105" y="24653"/>
                  <a:pt x="18490" y="30256"/>
                  <a:pt x="18490" y="37353"/>
                </a:cubicBezTo>
                <a:cubicBezTo>
                  <a:pt x="18490" y="43330"/>
                  <a:pt x="20171" y="47999"/>
                  <a:pt x="23906" y="50987"/>
                </a:cubicBezTo>
                <a:cubicBezTo>
                  <a:pt x="27455" y="54163"/>
                  <a:pt x="34365" y="56591"/>
                  <a:pt x="44451" y="58458"/>
                </a:cubicBezTo>
                <a:lnTo>
                  <a:pt x="55657" y="60699"/>
                </a:lnTo>
                <a:cubicBezTo>
                  <a:pt x="69291" y="63314"/>
                  <a:pt x="79376" y="67983"/>
                  <a:pt x="85913" y="74520"/>
                </a:cubicBezTo>
                <a:cubicBezTo>
                  <a:pt x="92450" y="81244"/>
                  <a:pt x="95812" y="90022"/>
                  <a:pt x="95812" y="101041"/>
                </a:cubicBezTo>
                <a:cubicBezTo>
                  <a:pt x="95812" y="114302"/>
                  <a:pt x="91329" y="124200"/>
                  <a:pt x="82551" y="130924"/>
                </a:cubicBezTo>
                <a:cubicBezTo>
                  <a:pt x="73586" y="137648"/>
                  <a:pt x="60699" y="141009"/>
                  <a:pt x="43704" y="141009"/>
                </a:cubicBezTo>
                <a:cubicBezTo>
                  <a:pt x="37167" y="141009"/>
                  <a:pt x="30256" y="140262"/>
                  <a:pt x="22972" y="138955"/>
                </a:cubicBezTo>
                <a:cubicBezTo>
                  <a:pt x="15688" y="137648"/>
                  <a:pt x="8218" y="135593"/>
                  <a:pt x="560" y="132605"/>
                </a:cubicBezTo>
                <a:lnTo>
                  <a:pt x="560" y="113555"/>
                </a:lnTo>
                <a:cubicBezTo>
                  <a:pt x="8031" y="117850"/>
                  <a:pt x="15315" y="121025"/>
                  <a:pt x="22412" y="123080"/>
                </a:cubicBezTo>
                <a:cubicBezTo>
                  <a:pt x="29509" y="125321"/>
                  <a:pt x="36606" y="126255"/>
                  <a:pt x="43704" y="126255"/>
                </a:cubicBezTo>
                <a:cubicBezTo>
                  <a:pt x="54163" y="126255"/>
                  <a:pt x="62194" y="124200"/>
                  <a:pt x="67983" y="120091"/>
                </a:cubicBezTo>
                <a:cubicBezTo>
                  <a:pt x="73586" y="115983"/>
                  <a:pt x="76575" y="110193"/>
                  <a:pt x="76575" y="102349"/>
                </a:cubicBezTo>
                <a:cubicBezTo>
                  <a:pt x="76575" y="95625"/>
                  <a:pt x="74520" y="90395"/>
                  <a:pt x="70411" y="86660"/>
                </a:cubicBezTo>
                <a:cubicBezTo>
                  <a:pt x="66302" y="82925"/>
                  <a:pt x="59579" y="80123"/>
                  <a:pt x="50240" y="78256"/>
                </a:cubicBezTo>
                <a:lnTo>
                  <a:pt x="39034" y="76014"/>
                </a:lnTo>
                <a:cubicBezTo>
                  <a:pt x="25214" y="73400"/>
                  <a:pt x="15315" y="69104"/>
                  <a:pt x="9152" y="63127"/>
                </a:cubicBezTo>
                <a:cubicBezTo>
                  <a:pt x="2988" y="57338"/>
                  <a:pt x="0" y="49307"/>
                  <a:pt x="0" y="38848"/>
                </a:cubicBezTo>
                <a:cubicBezTo>
                  <a:pt x="0" y="26894"/>
                  <a:pt x="4109" y="17369"/>
                  <a:pt x="12700" y="10459"/>
                </a:cubicBezTo>
                <a:cubicBezTo>
                  <a:pt x="21105" y="3549"/>
                  <a:pt x="32871" y="0"/>
                  <a:pt x="47812" y="0"/>
                </a:cubicBezTo>
                <a:cubicBezTo>
                  <a:pt x="54163" y="0"/>
                  <a:pt x="60513" y="560"/>
                  <a:pt x="67236" y="1681"/>
                </a:cubicBezTo>
                <a:cubicBezTo>
                  <a:pt x="73773" y="2802"/>
                  <a:pt x="80497" y="4669"/>
                  <a:pt x="87594" y="69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D707F8-1AD4-4284-B80C-F6186C12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615" y="4620967"/>
            <a:ext cx="89648" cy="141009"/>
          </a:xfrm>
          <a:custGeom xmlns:a="http://schemas.openxmlformats.org/drawingml/2006/main">
            <a:pathLst>
              <a:path w="89648" h="141009">
                <a:moveTo>
                  <a:pt x="61633" y="65182"/>
                </a:moveTo>
                <a:cubicBezTo>
                  <a:pt x="70411" y="67049"/>
                  <a:pt x="77322" y="70972"/>
                  <a:pt x="82178" y="76948"/>
                </a:cubicBezTo>
                <a:cubicBezTo>
                  <a:pt x="87034" y="82925"/>
                  <a:pt x="89648" y="90395"/>
                  <a:pt x="89648" y="98987"/>
                </a:cubicBezTo>
                <a:cubicBezTo>
                  <a:pt x="89648" y="112434"/>
                  <a:pt x="84979" y="122893"/>
                  <a:pt x="75828" y="130177"/>
                </a:cubicBezTo>
                <a:cubicBezTo>
                  <a:pt x="66489" y="137461"/>
                  <a:pt x="53415" y="141009"/>
                  <a:pt x="36420" y="141009"/>
                </a:cubicBezTo>
                <a:cubicBezTo>
                  <a:pt x="30630" y="141009"/>
                  <a:pt x="24653" y="140449"/>
                  <a:pt x="18677" y="139328"/>
                </a:cubicBezTo>
                <a:cubicBezTo>
                  <a:pt x="12700" y="138395"/>
                  <a:pt x="6350" y="136714"/>
                  <a:pt x="0" y="134472"/>
                </a:cubicBezTo>
                <a:lnTo>
                  <a:pt x="0" y="116730"/>
                </a:lnTo>
                <a:cubicBezTo>
                  <a:pt x="5043" y="119718"/>
                  <a:pt x="10646" y="121959"/>
                  <a:pt x="16809" y="123453"/>
                </a:cubicBezTo>
                <a:cubicBezTo>
                  <a:pt x="22786" y="124947"/>
                  <a:pt x="29136" y="125694"/>
                  <a:pt x="35859" y="125694"/>
                </a:cubicBezTo>
                <a:cubicBezTo>
                  <a:pt x="47439" y="125694"/>
                  <a:pt x="56217" y="123453"/>
                  <a:pt x="62194" y="118971"/>
                </a:cubicBezTo>
                <a:cubicBezTo>
                  <a:pt x="68170" y="114488"/>
                  <a:pt x="71345" y="107765"/>
                  <a:pt x="71345" y="98987"/>
                </a:cubicBezTo>
                <a:cubicBezTo>
                  <a:pt x="71345" y="91142"/>
                  <a:pt x="68544" y="84792"/>
                  <a:pt x="62941" y="80310"/>
                </a:cubicBezTo>
                <a:cubicBezTo>
                  <a:pt x="57338" y="75828"/>
                  <a:pt x="49493" y="73400"/>
                  <a:pt x="39408" y="73400"/>
                </a:cubicBezTo>
                <a:lnTo>
                  <a:pt x="23533" y="73400"/>
                </a:lnTo>
                <a:lnTo>
                  <a:pt x="23533" y="58271"/>
                </a:lnTo>
                <a:lnTo>
                  <a:pt x="40155" y="58271"/>
                </a:lnTo>
                <a:cubicBezTo>
                  <a:pt x="49120" y="58271"/>
                  <a:pt x="56030" y="56591"/>
                  <a:pt x="60886" y="52855"/>
                </a:cubicBezTo>
                <a:cubicBezTo>
                  <a:pt x="65742" y="49307"/>
                  <a:pt x="68170" y="44077"/>
                  <a:pt x="68170" y="37167"/>
                </a:cubicBezTo>
                <a:cubicBezTo>
                  <a:pt x="68170" y="30256"/>
                  <a:pt x="65555" y="24840"/>
                  <a:pt x="60699" y="21105"/>
                </a:cubicBezTo>
                <a:cubicBezTo>
                  <a:pt x="55657" y="17369"/>
                  <a:pt x="48560" y="15502"/>
                  <a:pt x="39408" y="15502"/>
                </a:cubicBezTo>
                <a:cubicBezTo>
                  <a:pt x="34365" y="15502"/>
                  <a:pt x="28949" y="16062"/>
                  <a:pt x="23159" y="17183"/>
                </a:cubicBezTo>
                <a:cubicBezTo>
                  <a:pt x="17369" y="18303"/>
                  <a:pt x="11019" y="19984"/>
                  <a:pt x="4109" y="22225"/>
                </a:cubicBezTo>
                <a:lnTo>
                  <a:pt x="4109" y="5790"/>
                </a:lnTo>
                <a:cubicBezTo>
                  <a:pt x="11019" y="3922"/>
                  <a:pt x="17556" y="2428"/>
                  <a:pt x="23719" y="1494"/>
                </a:cubicBezTo>
                <a:cubicBezTo>
                  <a:pt x="29696" y="560"/>
                  <a:pt x="35486" y="0"/>
                  <a:pt x="41089" y="0"/>
                </a:cubicBezTo>
                <a:cubicBezTo>
                  <a:pt x="54910" y="0"/>
                  <a:pt x="65929" y="3175"/>
                  <a:pt x="74147" y="9525"/>
                </a:cubicBezTo>
                <a:cubicBezTo>
                  <a:pt x="82364" y="15875"/>
                  <a:pt x="86473" y="24467"/>
                  <a:pt x="86473" y="35299"/>
                </a:cubicBezTo>
                <a:cubicBezTo>
                  <a:pt x="86473" y="42770"/>
                  <a:pt x="84232" y="49120"/>
                  <a:pt x="79936" y="54349"/>
                </a:cubicBezTo>
                <a:cubicBezTo>
                  <a:pt x="75641" y="59579"/>
                  <a:pt x="69477" y="63314"/>
                  <a:pt x="61633" y="651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85943A-32BF-45E1-BFEF-E1EC9AE8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299" y="604340"/>
            <a:ext cx="10" cy="3919873"/>
          </a:xfrm>
          <a:custGeom xmlns:a="http://schemas.openxmlformats.org/drawingml/2006/main">
            <a:pathLst>
              <a:path w="1" h="3919873" fill="none">
                <a:moveTo>
                  <a:pt x="0" y="391987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72" cap="flat">
            <a:solidFill>
              <a:srgbClr val="B0B0B0">
                <a:alpha val="70000"/>
              </a:srgbClr>
            </a:solidFill>
            <a:custDash>
              <a:ds d="100000" sp="165000"/>
            </a:custDash>
            <a:round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ACAB73-E893-4CB9-BC14-5E51E1E2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299" y="4524213"/>
            <a:ext cx="10" cy="46692"/>
          </a:xfrm>
          <a:custGeom xmlns:a="http://schemas.openxmlformats.org/drawingml/2006/main">
            <a:pathLst>
              <a:path w="1" h="46692">
                <a:moveTo>
                  <a:pt x="0" y="0"/>
                </a:moveTo>
                <a:lnTo>
                  <a:pt x="0" y="466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35F062-5430-4AD1-9179-6BB6B462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299" y="4524213"/>
            <a:ext cx="10" cy="46692"/>
          </a:xfrm>
          <a:custGeom xmlns:a="http://schemas.openxmlformats.org/drawingml/2006/main">
            <a:pathLst>
              <a:path w="1" h="46692" fill="none">
                <a:moveTo>
                  <a:pt x="0" y="0"/>
                </a:moveTo>
                <a:lnTo>
                  <a:pt x="0" y="46692"/>
                </a:lnTo>
              </a:path>
            </a:pathLst>
          </a:custGeom>
          <a:noFill xmlns:a="http://schemas.openxmlformats.org/drawingml/2006/main"/>
          <a:ln xmlns:a="http://schemas.openxmlformats.org/drawingml/2006/main" w="10672" cap="flat">
            <a:solidFill>
              <a:srgbClr val="000000"/>
            </a:solidFill>
            <a:round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90A12C-7F77-4A5B-AF13-498D354E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915" y="4620967"/>
            <a:ext cx="95812" cy="141009"/>
          </a:xfrm>
          <a:custGeom xmlns:a="http://schemas.openxmlformats.org/drawingml/2006/main">
            <a:pathLst>
              <a:path w="95812" h="141009">
                <a:moveTo>
                  <a:pt x="87594" y="6910"/>
                </a:moveTo>
                <a:lnTo>
                  <a:pt x="87594" y="24840"/>
                </a:lnTo>
                <a:cubicBezTo>
                  <a:pt x="80497" y="21478"/>
                  <a:pt x="73960" y="19050"/>
                  <a:pt x="67797" y="17369"/>
                </a:cubicBezTo>
                <a:cubicBezTo>
                  <a:pt x="61446" y="15875"/>
                  <a:pt x="55470" y="14941"/>
                  <a:pt x="49867" y="14941"/>
                </a:cubicBezTo>
                <a:cubicBezTo>
                  <a:pt x="39781" y="14941"/>
                  <a:pt x="31937" y="16996"/>
                  <a:pt x="26521" y="20731"/>
                </a:cubicBezTo>
                <a:cubicBezTo>
                  <a:pt x="21105" y="24653"/>
                  <a:pt x="18490" y="30256"/>
                  <a:pt x="18490" y="37353"/>
                </a:cubicBezTo>
                <a:cubicBezTo>
                  <a:pt x="18490" y="43330"/>
                  <a:pt x="20171" y="47999"/>
                  <a:pt x="23906" y="50987"/>
                </a:cubicBezTo>
                <a:cubicBezTo>
                  <a:pt x="27455" y="54163"/>
                  <a:pt x="34365" y="56591"/>
                  <a:pt x="44451" y="58458"/>
                </a:cubicBezTo>
                <a:lnTo>
                  <a:pt x="55657" y="60699"/>
                </a:lnTo>
                <a:cubicBezTo>
                  <a:pt x="69291" y="63314"/>
                  <a:pt x="79376" y="67983"/>
                  <a:pt x="85913" y="74520"/>
                </a:cubicBezTo>
                <a:cubicBezTo>
                  <a:pt x="92450" y="81244"/>
                  <a:pt x="95812" y="90022"/>
                  <a:pt x="95812" y="101041"/>
                </a:cubicBezTo>
                <a:cubicBezTo>
                  <a:pt x="95812" y="114302"/>
                  <a:pt x="91329" y="124200"/>
                  <a:pt x="82551" y="130924"/>
                </a:cubicBezTo>
                <a:cubicBezTo>
                  <a:pt x="73586" y="137648"/>
                  <a:pt x="60699" y="141009"/>
                  <a:pt x="43704" y="141009"/>
                </a:cubicBezTo>
                <a:cubicBezTo>
                  <a:pt x="37167" y="141009"/>
                  <a:pt x="30256" y="140262"/>
                  <a:pt x="22972" y="138955"/>
                </a:cubicBezTo>
                <a:cubicBezTo>
                  <a:pt x="15688" y="137648"/>
                  <a:pt x="8218" y="135593"/>
                  <a:pt x="560" y="132605"/>
                </a:cubicBezTo>
                <a:lnTo>
                  <a:pt x="560" y="113555"/>
                </a:lnTo>
                <a:cubicBezTo>
                  <a:pt x="8031" y="117850"/>
                  <a:pt x="15315" y="121025"/>
                  <a:pt x="22412" y="123080"/>
                </a:cubicBezTo>
                <a:cubicBezTo>
                  <a:pt x="29509" y="125321"/>
                  <a:pt x="36606" y="126255"/>
                  <a:pt x="43704" y="126255"/>
                </a:cubicBezTo>
                <a:cubicBezTo>
                  <a:pt x="54163" y="126255"/>
                  <a:pt x="62194" y="124200"/>
                  <a:pt x="67983" y="120091"/>
                </a:cubicBezTo>
                <a:cubicBezTo>
                  <a:pt x="73586" y="115983"/>
                  <a:pt x="76575" y="110193"/>
                  <a:pt x="76575" y="102349"/>
                </a:cubicBezTo>
                <a:cubicBezTo>
                  <a:pt x="76575" y="95625"/>
                  <a:pt x="74520" y="90395"/>
                  <a:pt x="70411" y="86660"/>
                </a:cubicBezTo>
                <a:cubicBezTo>
                  <a:pt x="66302" y="82925"/>
                  <a:pt x="59579" y="80123"/>
                  <a:pt x="50240" y="78256"/>
                </a:cubicBezTo>
                <a:lnTo>
                  <a:pt x="39034" y="76014"/>
                </a:lnTo>
                <a:cubicBezTo>
                  <a:pt x="25214" y="73400"/>
                  <a:pt x="15315" y="69104"/>
                  <a:pt x="9152" y="63127"/>
                </a:cubicBezTo>
                <a:cubicBezTo>
                  <a:pt x="2988" y="57338"/>
                  <a:pt x="0" y="49307"/>
                  <a:pt x="0" y="38848"/>
                </a:cubicBezTo>
                <a:cubicBezTo>
                  <a:pt x="0" y="26894"/>
                  <a:pt x="4109" y="17369"/>
                  <a:pt x="12700" y="10459"/>
                </a:cubicBezTo>
                <a:cubicBezTo>
                  <a:pt x="21105" y="3549"/>
                  <a:pt x="32871" y="0"/>
                  <a:pt x="47812" y="0"/>
                </a:cubicBezTo>
                <a:cubicBezTo>
                  <a:pt x="54163" y="0"/>
                  <a:pt x="60513" y="560"/>
                  <a:pt x="67236" y="1681"/>
                </a:cubicBezTo>
                <a:cubicBezTo>
                  <a:pt x="73773" y="2802"/>
                  <a:pt x="80497" y="4669"/>
                  <a:pt x="87594" y="69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AB6094-DF02-4913-83E2-426C3E94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38" y="4623395"/>
            <a:ext cx="99173" cy="136153"/>
          </a:xfrm>
          <a:custGeom xmlns:a="http://schemas.openxmlformats.org/drawingml/2006/main">
            <a:pathLst>
              <a:path w="99173" h="136153">
                <a:moveTo>
                  <a:pt x="61446" y="16062"/>
                </a:moveTo>
                <a:lnTo>
                  <a:pt x="14941" y="88714"/>
                </a:lnTo>
                <a:lnTo>
                  <a:pt x="61446" y="88714"/>
                </a:lnTo>
                <a:lnTo>
                  <a:pt x="61446" y="16062"/>
                </a:lnTo>
                <a:close/>
                <a:moveTo>
                  <a:pt x="56591" y="0"/>
                </a:moveTo>
                <a:lnTo>
                  <a:pt x="79750" y="0"/>
                </a:lnTo>
                <a:lnTo>
                  <a:pt x="79750" y="88714"/>
                </a:lnTo>
                <a:lnTo>
                  <a:pt x="99173" y="88714"/>
                </a:lnTo>
                <a:lnTo>
                  <a:pt x="99173" y="104029"/>
                </a:lnTo>
                <a:lnTo>
                  <a:pt x="79750" y="104029"/>
                </a:lnTo>
                <a:lnTo>
                  <a:pt x="79750" y="136153"/>
                </a:lnTo>
                <a:lnTo>
                  <a:pt x="61446" y="136153"/>
                </a:lnTo>
                <a:lnTo>
                  <a:pt x="61446" y="104029"/>
                </a:lnTo>
                <a:lnTo>
                  <a:pt x="0" y="104029"/>
                </a:lnTo>
                <a:lnTo>
                  <a:pt x="0" y="86287"/>
                </a:lnTo>
                <a:lnTo>
                  <a:pt x="5659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0CBC86-D33C-4E62-8CB0-99AF383E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7064" y="604340"/>
            <a:ext cx="10" cy="3919873"/>
          </a:xfrm>
          <a:custGeom xmlns:a="http://schemas.openxmlformats.org/drawingml/2006/main">
            <a:pathLst>
              <a:path w="1" h="3919873" fill="none">
                <a:moveTo>
                  <a:pt x="0" y="391987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72" cap="flat">
            <a:solidFill>
              <a:srgbClr val="B0B0B0">
                <a:alpha val="70000"/>
              </a:srgbClr>
            </a:solidFill>
            <a:custDash>
              <a:ds d="100000" sp="165000"/>
            </a:custDash>
            <a:round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BA4FD0-E40E-4867-8058-800C380E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7064" y="4524213"/>
            <a:ext cx="10" cy="46692"/>
          </a:xfrm>
          <a:custGeom xmlns:a="http://schemas.openxmlformats.org/drawingml/2006/main">
            <a:pathLst>
              <a:path w="1" h="46692">
                <a:moveTo>
                  <a:pt x="0" y="0"/>
                </a:moveTo>
                <a:lnTo>
                  <a:pt x="0" y="466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F17FEC-AB97-437D-8BF8-A0EFAF3A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7064" y="4524213"/>
            <a:ext cx="10" cy="46692"/>
          </a:xfrm>
          <a:custGeom xmlns:a="http://schemas.openxmlformats.org/drawingml/2006/main">
            <a:pathLst>
              <a:path w="1" h="46692" fill="none">
                <a:moveTo>
                  <a:pt x="0" y="0"/>
                </a:moveTo>
                <a:lnTo>
                  <a:pt x="0" y="46692"/>
                </a:lnTo>
              </a:path>
            </a:pathLst>
          </a:custGeom>
          <a:noFill xmlns:a="http://schemas.openxmlformats.org/drawingml/2006/main"/>
          <a:ln xmlns:a="http://schemas.openxmlformats.org/drawingml/2006/main" w="10672" cap="flat">
            <a:solidFill>
              <a:srgbClr val="000000"/>
            </a:solidFill>
            <a:round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788635-3ED0-4D31-9479-E4F0FC70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680" y="4620967"/>
            <a:ext cx="95812" cy="141009"/>
          </a:xfrm>
          <a:custGeom xmlns:a="http://schemas.openxmlformats.org/drawingml/2006/main">
            <a:pathLst>
              <a:path w="95812" h="141009">
                <a:moveTo>
                  <a:pt x="87594" y="6910"/>
                </a:moveTo>
                <a:lnTo>
                  <a:pt x="87594" y="24840"/>
                </a:lnTo>
                <a:cubicBezTo>
                  <a:pt x="80497" y="21478"/>
                  <a:pt x="73960" y="19050"/>
                  <a:pt x="67797" y="17369"/>
                </a:cubicBezTo>
                <a:cubicBezTo>
                  <a:pt x="61446" y="15875"/>
                  <a:pt x="55470" y="14941"/>
                  <a:pt x="49867" y="14941"/>
                </a:cubicBezTo>
                <a:cubicBezTo>
                  <a:pt x="39781" y="14941"/>
                  <a:pt x="31937" y="16996"/>
                  <a:pt x="26521" y="20731"/>
                </a:cubicBezTo>
                <a:cubicBezTo>
                  <a:pt x="21105" y="24653"/>
                  <a:pt x="18490" y="30256"/>
                  <a:pt x="18490" y="37353"/>
                </a:cubicBezTo>
                <a:cubicBezTo>
                  <a:pt x="18490" y="43330"/>
                  <a:pt x="20171" y="47999"/>
                  <a:pt x="23906" y="50987"/>
                </a:cubicBezTo>
                <a:cubicBezTo>
                  <a:pt x="27455" y="54163"/>
                  <a:pt x="34365" y="56591"/>
                  <a:pt x="44451" y="58458"/>
                </a:cubicBezTo>
                <a:lnTo>
                  <a:pt x="55657" y="60699"/>
                </a:lnTo>
                <a:cubicBezTo>
                  <a:pt x="69291" y="63314"/>
                  <a:pt x="79376" y="67983"/>
                  <a:pt x="85913" y="74520"/>
                </a:cubicBezTo>
                <a:cubicBezTo>
                  <a:pt x="92450" y="81244"/>
                  <a:pt x="95812" y="90022"/>
                  <a:pt x="95812" y="101041"/>
                </a:cubicBezTo>
                <a:cubicBezTo>
                  <a:pt x="95812" y="114302"/>
                  <a:pt x="91329" y="124200"/>
                  <a:pt x="82551" y="130924"/>
                </a:cubicBezTo>
                <a:cubicBezTo>
                  <a:pt x="73586" y="137648"/>
                  <a:pt x="60699" y="141009"/>
                  <a:pt x="43704" y="141009"/>
                </a:cubicBezTo>
                <a:cubicBezTo>
                  <a:pt x="37167" y="141009"/>
                  <a:pt x="30256" y="140262"/>
                  <a:pt x="22972" y="138955"/>
                </a:cubicBezTo>
                <a:cubicBezTo>
                  <a:pt x="15688" y="137648"/>
                  <a:pt x="8218" y="135593"/>
                  <a:pt x="560" y="132605"/>
                </a:cubicBezTo>
                <a:lnTo>
                  <a:pt x="560" y="113555"/>
                </a:lnTo>
                <a:cubicBezTo>
                  <a:pt x="8031" y="117850"/>
                  <a:pt x="15315" y="121025"/>
                  <a:pt x="22412" y="123080"/>
                </a:cubicBezTo>
                <a:cubicBezTo>
                  <a:pt x="29509" y="125321"/>
                  <a:pt x="36606" y="126255"/>
                  <a:pt x="43704" y="126255"/>
                </a:cubicBezTo>
                <a:cubicBezTo>
                  <a:pt x="54163" y="126255"/>
                  <a:pt x="62194" y="124200"/>
                  <a:pt x="67983" y="120091"/>
                </a:cubicBezTo>
                <a:cubicBezTo>
                  <a:pt x="73586" y="115983"/>
                  <a:pt x="76575" y="110193"/>
                  <a:pt x="76575" y="102349"/>
                </a:cubicBezTo>
                <a:cubicBezTo>
                  <a:pt x="76575" y="95625"/>
                  <a:pt x="74520" y="90395"/>
                  <a:pt x="70411" y="86660"/>
                </a:cubicBezTo>
                <a:cubicBezTo>
                  <a:pt x="66302" y="82925"/>
                  <a:pt x="59579" y="80123"/>
                  <a:pt x="50240" y="78256"/>
                </a:cubicBezTo>
                <a:lnTo>
                  <a:pt x="39034" y="76014"/>
                </a:lnTo>
                <a:cubicBezTo>
                  <a:pt x="25214" y="73400"/>
                  <a:pt x="15315" y="69104"/>
                  <a:pt x="9152" y="63127"/>
                </a:cubicBezTo>
                <a:cubicBezTo>
                  <a:pt x="2988" y="57338"/>
                  <a:pt x="0" y="49307"/>
                  <a:pt x="0" y="38848"/>
                </a:cubicBezTo>
                <a:cubicBezTo>
                  <a:pt x="0" y="26894"/>
                  <a:pt x="4109" y="17369"/>
                  <a:pt x="12700" y="10459"/>
                </a:cubicBezTo>
                <a:cubicBezTo>
                  <a:pt x="21105" y="3549"/>
                  <a:pt x="32871" y="0"/>
                  <a:pt x="47812" y="0"/>
                </a:cubicBezTo>
                <a:cubicBezTo>
                  <a:pt x="54163" y="0"/>
                  <a:pt x="60513" y="560"/>
                  <a:pt x="67236" y="1681"/>
                </a:cubicBezTo>
                <a:cubicBezTo>
                  <a:pt x="73773" y="2802"/>
                  <a:pt x="80497" y="4669"/>
                  <a:pt x="87594" y="69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48D93E-CEB4-4FF9-A635-752F1AE4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1332" y="4623395"/>
            <a:ext cx="88154" cy="138581"/>
          </a:xfrm>
          <a:custGeom xmlns:a="http://schemas.openxmlformats.org/drawingml/2006/main">
            <a:pathLst>
              <a:path w="88154" h="138581">
                <a:moveTo>
                  <a:pt x="5790" y="0"/>
                </a:moveTo>
                <a:lnTo>
                  <a:pt x="78069" y="0"/>
                </a:lnTo>
                <a:lnTo>
                  <a:pt x="78069" y="15502"/>
                </a:lnTo>
                <a:lnTo>
                  <a:pt x="22599" y="15502"/>
                </a:lnTo>
                <a:lnTo>
                  <a:pt x="22599" y="48933"/>
                </a:lnTo>
                <a:cubicBezTo>
                  <a:pt x="25214" y="47999"/>
                  <a:pt x="28015" y="47252"/>
                  <a:pt x="30630" y="46879"/>
                </a:cubicBezTo>
                <a:cubicBezTo>
                  <a:pt x="33245" y="46505"/>
                  <a:pt x="36046" y="46132"/>
                  <a:pt x="38661" y="46132"/>
                </a:cubicBezTo>
                <a:cubicBezTo>
                  <a:pt x="53789" y="46132"/>
                  <a:pt x="65742" y="50427"/>
                  <a:pt x="74707" y="58645"/>
                </a:cubicBezTo>
                <a:cubicBezTo>
                  <a:pt x="83672" y="67049"/>
                  <a:pt x="88154" y="78256"/>
                  <a:pt x="88154" y="92450"/>
                </a:cubicBezTo>
                <a:cubicBezTo>
                  <a:pt x="88154" y="107204"/>
                  <a:pt x="83485" y="118597"/>
                  <a:pt x="74333" y="126628"/>
                </a:cubicBezTo>
                <a:cubicBezTo>
                  <a:pt x="65182" y="134659"/>
                  <a:pt x="52295" y="138581"/>
                  <a:pt x="35859" y="138581"/>
                </a:cubicBezTo>
                <a:cubicBezTo>
                  <a:pt x="30070" y="138581"/>
                  <a:pt x="24280" y="138021"/>
                  <a:pt x="18303" y="137274"/>
                </a:cubicBezTo>
                <a:cubicBezTo>
                  <a:pt x="12327" y="136340"/>
                  <a:pt x="6350" y="135033"/>
                  <a:pt x="0" y="132978"/>
                </a:cubicBezTo>
                <a:lnTo>
                  <a:pt x="0" y="114488"/>
                </a:lnTo>
                <a:cubicBezTo>
                  <a:pt x="5416" y="117477"/>
                  <a:pt x="11019" y="119718"/>
                  <a:pt x="16996" y="121212"/>
                </a:cubicBezTo>
                <a:cubicBezTo>
                  <a:pt x="22786" y="122706"/>
                  <a:pt x="28949" y="123266"/>
                  <a:pt x="35486" y="123266"/>
                </a:cubicBezTo>
                <a:cubicBezTo>
                  <a:pt x="45945" y="123266"/>
                  <a:pt x="54349" y="120652"/>
                  <a:pt x="60513" y="115049"/>
                </a:cubicBezTo>
                <a:cubicBezTo>
                  <a:pt x="66489" y="109446"/>
                  <a:pt x="69664" y="101975"/>
                  <a:pt x="69664" y="92450"/>
                </a:cubicBezTo>
                <a:cubicBezTo>
                  <a:pt x="69664" y="83111"/>
                  <a:pt x="66489" y="75641"/>
                  <a:pt x="60513" y="70038"/>
                </a:cubicBezTo>
                <a:cubicBezTo>
                  <a:pt x="54349" y="64435"/>
                  <a:pt x="45945" y="61633"/>
                  <a:pt x="35486" y="61633"/>
                </a:cubicBezTo>
                <a:cubicBezTo>
                  <a:pt x="30630" y="61633"/>
                  <a:pt x="25587" y="62194"/>
                  <a:pt x="20731" y="63314"/>
                </a:cubicBezTo>
                <a:cubicBezTo>
                  <a:pt x="15875" y="64435"/>
                  <a:pt x="10833" y="66116"/>
                  <a:pt x="5790" y="68357"/>
                </a:cubicBezTo>
                <a:lnTo>
                  <a:pt x="579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FB0610-DD80-4305-993F-04ED7D46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644" y="4855051"/>
            <a:ext cx="95812" cy="141009"/>
          </a:xfrm>
          <a:custGeom xmlns:a="http://schemas.openxmlformats.org/drawingml/2006/main">
            <a:pathLst>
              <a:path w="95812" h="141009">
                <a:moveTo>
                  <a:pt x="87594" y="6910"/>
                </a:moveTo>
                <a:lnTo>
                  <a:pt x="87594" y="24840"/>
                </a:lnTo>
                <a:cubicBezTo>
                  <a:pt x="80497" y="21478"/>
                  <a:pt x="73960" y="19050"/>
                  <a:pt x="67797" y="17369"/>
                </a:cubicBezTo>
                <a:cubicBezTo>
                  <a:pt x="61446" y="15875"/>
                  <a:pt x="55470" y="14941"/>
                  <a:pt x="49867" y="14941"/>
                </a:cubicBezTo>
                <a:cubicBezTo>
                  <a:pt x="39781" y="14941"/>
                  <a:pt x="31937" y="16996"/>
                  <a:pt x="26521" y="20731"/>
                </a:cubicBezTo>
                <a:cubicBezTo>
                  <a:pt x="21105" y="24653"/>
                  <a:pt x="18490" y="30256"/>
                  <a:pt x="18490" y="37353"/>
                </a:cubicBezTo>
                <a:cubicBezTo>
                  <a:pt x="18490" y="43330"/>
                  <a:pt x="20171" y="47999"/>
                  <a:pt x="23906" y="50987"/>
                </a:cubicBezTo>
                <a:cubicBezTo>
                  <a:pt x="27455" y="54163"/>
                  <a:pt x="34365" y="56591"/>
                  <a:pt x="44451" y="58458"/>
                </a:cubicBezTo>
                <a:lnTo>
                  <a:pt x="55657" y="60699"/>
                </a:lnTo>
                <a:cubicBezTo>
                  <a:pt x="69291" y="63314"/>
                  <a:pt x="79376" y="67983"/>
                  <a:pt x="85913" y="74520"/>
                </a:cubicBezTo>
                <a:cubicBezTo>
                  <a:pt x="92450" y="81244"/>
                  <a:pt x="95812" y="90022"/>
                  <a:pt x="95812" y="101041"/>
                </a:cubicBezTo>
                <a:cubicBezTo>
                  <a:pt x="95812" y="114302"/>
                  <a:pt x="91329" y="124200"/>
                  <a:pt x="82551" y="130924"/>
                </a:cubicBezTo>
                <a:cubicBezTo>
                  <a:pt x="73586" y="137648"/>
                  <a:pt x="60699" y="141009"/>
                  <a:pt x="43704" y="141009"/>
                </a:cubicBezTo>
                <a:cubicBezTo>
                  <a:pt x="37167" y="141009"/>
                  <a:pt x="30256" y="140262"/>
                  <a:pt x="22972" y="138955"/>
                </a:cubicBezTo>
                <a:cubicBezTo>
                  <a:pt x="15688" y="137648"/>
                  <a:pt x="8218" y="135593"/>
                  <a:pt x="560" y="132605"/>
                </a:cubicBezTo>
                <a:lnTo>
                  <a:pt x="560" y="113555"/>
                </a:lnTo>
                <a:cubicBezTo>
                  <a:pt x="8031" y="117850"/>
                  <a:pt x="15315" y="121025"/>
                  <a:pt x="22412" y="123080"/>
                </a:cubicBezTo>
                <a:cubicBezTo>
                  <a:pt x="29509" y="125321"/>
                  <a:pt x="36606" y="126255"/>
                  <a:pt x="43704" y="126255"/>
                </a:cubicBezTo>
                <a:cubicBezTo>
                  <a:pt x="54163" y="126255"/>
                  <a:pt x="62194" y="124200"/>
                  <a:pt x="67983" y="120091"/>
                </a:cubicBezTo>
                <a:cubicBezTo>
                  <a:pt x="73586" y="115983"/>
                  <a:pt x="76575" y="110193"/>
                  <a:pt x="76575" y="102349"/>
                </a:cubicBezTo>
                <a:cubicBezTo>
                  <a:pt x="76575" y="95625"/>
                  <a:pt x="74520" y="90395"/>
                  <a:pt x="70411" y="86660"/>
                </a:cubicBezTo>
                <a:cubicBezTo>
                  <a:pt x="66302" y="82925"/>
                  <a:pt x="59579" y="80123"/>
                  <a:pt x="50240" y="78256"/>
                </a:cubicBezTo>
                <a:lnTo>
                  <a:pt x="39034" y="76014"/>
                </a:lnTo>
                <a:cubicBezTo>
                  <a:pt x="25214" y="73400"/>
                  <a:pt x="15315" y="69104"/>
                  <a:pt x="9152" y="63127"/>
                </a:cubicBezTo>
                <a:cubicBezTo>
                  <a:pt x="2988" y="57338"/>
                  <a:pt x="0" y="49307"/>
                  <a:pt x="0" y="38848"/>
                </a:cubicBezTo>
                <a:cubicBezTo>
                  <a:pt x="0" y="26894"/>
                  <a:pt x="4109" y="17369"/>
                  <a:pt x="12700" y="10459"/>
                </a:cubicBezTo>
                <a:cubicBezTo>
                  <a:pt x="21105" y="3549"/>
                  <a:pt x="32871" y="0"/>
                  <a:pt x="47812" y="0"/>
                </a:cubicBezTo>
                <a:cubicBezTo>
                  <a:pt x="54163" y="0"/>
                  <a:pt x="60513" y="560"/>
                  <a:pt x="67236" y="1681"/>
                </a:cubicBezTo>
                <a:cubicBezTo>
                  <a:pt x="73773" y="2802"/>
                  <a:pt x="80497" y="4669"/>
                  <a:pt x="87594" y="69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DBED1D-48DA-41F4-8600-D82BFEEB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957" y="4862522"/>
            <a:ext cx="63688" cy="131111"/>
          </a:xfrm>
          <a:custGeom xmlns:a="http://schemas.openxmlformats.org/drawingml/2006/main">
            <a:pathLst>
              <a:path w="63688" h="131111">
                <a:moveTo>
                  <a:pt x="29136" y="0"/>
                </a:moveTo>
                <a:lnTo>
                  <a:pt x="29136" y="28949"/>
                </a:lnTo>
                <a:lnTo>
                  <a:pt x="63688" y="28949"/>
                </a:lnTo>
                <a:lnTo>
                  <a:pt x="63688" y="42023"/>
                </a:lnTo>
                <a:lnTo>
                  <a:pt x="29136" y="42023"/>
                </a:lnTo>
                <a:lnTo>
                  <a:pt x="29136" y="97493"/>
                </a:lnTo>
                <a:cubicBezTo>
                  <a:pt x="29136" y="105897"/>
                  <a:pt x="30256" y="111313"/>
                  <a:pt x="32498" y="113555"/>
                </a:cubicBezTo>
                <a:cubicBezTo>
                  <a:pt x="34739" y="115983"/>
                  <a:pt x="39408" y="117103"/>
                  <a:pt x="46505" y="117103"/>
                </a:cubicBezTo>
                <a:lnTo>
                  <a:pt x="63688" y="117103"/>
                </a:lnTo>
                <a:lnTo>
                  <a:pt x="63688" y="131111"/>
                </a:lnTo>
                <a:lnTo>
                  <a:pt x="46505" y="131111"/>
                </a:lnTo>
                <a:cubicBezTo>
                  <a:pt x="33431" y="131111"/>
                  <a:pt x="24467" y="128683"/>
                  <a:pt x="19611" y="123827"/>
                </a:cubicBezTo>
                <a:cubicBezTo>
                  <a:pt x="14755" y="118971"/>
                  <a:pt x="12327" y="110193"/>
                  <a:pt x="12327" y="97493"/>
                </a:cubicBezTo>
                <a:lnTo>
                  <a:pt x="12327" y="42023"/>
                </a:lnTo>
                <a:lnTo>
                  <a:pt x="0" y="42023"/>
                </a:lnTo>
                <a:lnTo>
                  <a:pt x="0" y="28949"/>
                </a:lnTo>
                <a:lnTo>
                  <a:pt x="12327" y="28949"/>
                </a:lnTo>
                <a:lnTo>
                  <a:pt x="12327" y="0"/>
                </a:lnTo>
                <a:lnTo>
                  <a:pt x="291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86957F-E8DD-4440-912F-9E7AEC08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334" y="4889043"/>
            <a:ext cx="86287" cy="107018"/>
          </a:xfrm>
          <a:custGeom xmlns:a="http://schemas.openxmlformats.org/drawingml/2006/main">
            <a:pathLst>
              <a:path w="86287" h="107018">
                <a:moveTo>
                  <a:pt x="52855" y="53229"/>
                </a:moveTo>
                <a:cubicBezTo>
                  <a:pt x="39221" y="53229"/>
                  <a:pt x="29883" y="54910"/>
                  <a:pt x="24653" y="57898"/>
                </a:cubicBezTo>
                <a:cubicBezTo>
                  <a:pt x="19424" y="61073"/>
                  <a:pt x="16809" y="66302"/>
                  <a:pt x="16809" y="73773"/>
                </a:cubicBezTo>
                <a:cubicBezTo>
                  <a:pt x="16809" y="79750"/>
                  <a:pt x="18677" y="84606"/>
                  <a:pt x="22599" y="87967"/>
                </a:cubicBezTo>
                <a:cubicBezTo>
                  <a:pt x="26521" y="91516"/>
                  <a:pt x="31937" y="93197"/>
                  <a:pt x="38661" y="93197"/>
                </a:cubicBezTo>
                <a:cubicBezTo>
                  <a:pt x="47999" y="93197"/>
                  <a:pt x="55470" y="90022"/>
                  <a:pt x="61073" y="83298"/>
                </a:cubicBezTo>
                <a:cubicBezTo>
                  <a:pt x="66676" y="76761"/>
                  <a:pt x="69477" y="67983"/>
                  <a:pt x="69477" y="56964"/>
                </a:cubicBezTo>
                <a:lnTo>
                  <a:pt x="69477" y="53229"/>
                </a:lnTo>
                <a:lnTo>
                  <a:pt x="52855" y="53229"/>
                </a:lnTo>
                <a:close/>
                <a:moveTo>
                  <a:pt x="86287" y="46318"/>
                </a:moveTo>
                <a:lnTo>
                  <a:pt x="86287" y="104590"/>
                </a:lnTo>
                <a:lnTo>
                  <a:pt x="69477" y="104590"/>
                </a:lnTo>
                <a:lnTo>
                  <a:pt x="69477" y="89088"/>
                </a:lnTo>
                <a:cubicBezTo>
                  <a:pt x="65555" y="95438"/>
                  <a:pt x="60699" y="99921"/>
                  <a:pt x="55096" y="102722"/>
                </a:cubicBezTo>
                <a:cubicBezTo>
                  <a:pt x="49493" y="105524"/>
                  <a:pt x="42396" y="107018"/>
                  <a:pt x="34178" y="107018"/>
                </a:cubicBezTo>
                <a:cubicBezTo>
                  <a:pt x="23719" y="107018"/>
                  <a:pt x="15315" y="104216"/>
                  <a:pt x="9152" y="98426"/>
                </a:cubicBezTo>
                <a:cubicBezTo>
                  <a:pt x="2988" y="92637"/>
                  <a:pt x="0" y="84792"/>
                  <a:pt x="0" y="74894"/>
                </a:cubicBezTo>
                <a:cubicBezTo>
                  <a:pt x="0" y="63501"/>
                  <a:pt x="3735" y="54910"/>
                  <a:pt x="11580" y="48933"/>
                </a:cubicBezTo>
                <a:cubicBezTo>
                  <a:pt x="19237" y="43143"/>
                  <a:pt x="30630" y="40155"/>
                  <a:pt x="45945" y="40155"/>
                </a:cubicBezTo>
                <a:lnTo>
                  <a:pt x="69477" y="40155"/>
                </a:lnTo>
                <a:lnTo>
                  <a:pt x="69477" y="38474"/>
                </a:lnTo>
                <a:cubicBezTo>
                  <a:pt x="69477" y="30817"/>
                  <a:pt x="66863" y="24840"/>
                  <a:pt x="61820" y="20544"/>
                </a:cubicBezTo>
                <a:cubicBezTo>
                  <a:pt x="56777" y="16436"/>
                  <a:pt x="49680" y="14194"/>
                  <a:pt x="40529" y="14194"/>
                </a:cubicBezTo>
                <a:cubicBezTo>
                  <a:pt x="34552" y="14194"/>
                  <a:pt x="28949" y="14941"/>
                  <a:pt x="23346" y="16436"/>
                </a:cubicBezTo>
                <a:cubicBezTo>
                  <a:pt x="17743" y="17930"/>
                  <a:pt x="12513" y="19984"/>
                  <a:pt x="7471" y="22599"/>
                </a:cubicBezTo>
                <a:lnTo>
                  <a:pt x="7471" y="7097"/>
                </a:lnTo>
                <a:cubicBezTo>
                  <a:pt x="13447" y="4856"/>
                  <a:pt x="19424" y="2988"/>
                  <a:pt x="25214" y="1868"/>
                </a:cubicBezTo>
                <a:cubicBezTo>
                  <a:pt x="31003" y="747"/>
                  <a:pt x="36606" y="0"/>
                  <a:pt x="42209" y="0"/>
                </a:cubicBezTo>
                <a:cubicBezTo>
                  <a:pt x="56964" y="0"/>
                  <a:pt x="67983" y="3922"/>
                  <a:pt x="75267" y="11580"/>
                </a:cubicBezTo>
                <a:cubicBezTo>
                  <a:pt x="82551" y="19237"/>
                  <a:pt x="86287" y="30817"/>
                  <a:pt x="86287" y="463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C9DFD0-7E4C-433D-907D-6BCFE209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888" y="4889043"/>
            <a:ext cx="91329" cy="143251"/>
          </a:xfrm>
          <a:custGeom xmlns:a="http://schemas.openxmlformats.org/drawingml/2006/main">
            <a:pathLst>
              <a:path w="91329" h="143251">
                <a:moveTo>
                  <a:pt x="74520" y="52295"/>
                </a:moveTo>
                <a:cubicBezTo>
                  <a:pt x="74520" y="40342"/>
                  <a:pt x="71905" y="30817"/>
                  <a:pt x="67049" y="24093"/>
                </a:cubicBezTo>
                <a:cubicBezTo>
                  <a:pt x="62007" y="17369"/>
                  <a:pt x="54910" y="14008"/>
                  <a:pt x="45945" y="14008"/>
                </a:cubicBezTo>
                <a:cubicBezTo>
                  <a:pt x="36980" y="14008"/>
                  <a:pt x="29883" y="17369"/>
                  <a:pt x="24840" y="24093"/>
                </a:cubicBezTo>
                <a:cubicBezTo>
                  <a:pt x="19797" y="30817"/>
                  <a:pt x="17369" y="40342"/>
                  <a:pt x="17369" y="52295"/>
                </a:cubicBezTo>
                <a:cubicBezTo>
                  <a:pt x="17369" y="64435"/>
                  <a:pt x="19797" y="73773"/>
                  <a:pt x="24840" y="80497"/>
                </a:cubicBezTo>
                <a:cubicBezTo>
                  <a:pt x="29883" y="87220"/>
                  <a:pt x="36980" y="90582"/>
                  <a:pt x="45945" y="90582"/>
                </a:cubicBezTo>
                <a:cubicBezTo>
                  <a:pt x="54910" y="90582"/>
                  <a:pt x="62007" y="87220"/>
                  <a:pt x="67049" y="80497"/>
                </a:cubicBezTo>
                <a:cubicBezTo>
                  <a:pt x="71905" y="73773"/>
                  <a:pt x="74520" y="64435"/>
                  <a:pt x="74520" y="52295"/>
                </a:cubicBezTo>
                <a:close/>
                <a:moveTo>
                  <a:pt x="91329" y="91890"/>
                </a:moveTo>
                <a:cubicBezTo>
                  <a:pt x="91329" y="109072"/>
                  <a:pt x="87407" y="121959"/>
                  <a:pt x="79750" y="130550"/>
                </a:cubicBezTo>
                <a:cubicBezTo>
                  <a:pt x="71905" y="138955"/>
                  <a:pt x="60139" y="143251"/>
                  <a:pt x="44264" y="143251"/>
                </a:cubicBezTo>
                <a:cubicBezTo>
                  <a:pt x="38287" y="143251"/>
                  <a:pt x="32871" y="142690"/>
                  <a:pt x="27642" y="141943"/>
                </a:cubicBezTo>
                <a:cubicBezTo>
                  <a:pt x="22412" y="141009"/>
                  <a:pt x="17183" y="139702"/>
                  <a:pt x="12327" y="137834"/>
                </a:cubicBezTo>
                <a:lnTo>
                  <a:pt x="12327" y="121586"/>
                </a:lnTo>
                <a:cubicBezTo>
                  <a:pt x="17183" y="124200"/>
                  <a:pt x="22039" y="126068"/>
                  <a:pt x="26894" y="127375"/>
                </a:cubicBezTo>
                <a:cubicBezTo>
                  <a:pt x="31750" y="128683"/>
                  <a:pt x="36606" y="129430"/>
                  <a:pt x="41649" y="129430"/>
                </a:cubicBezTo>
                <a:cubicBezTo>
                  <a:pt x="52482" y="129430"/>
                  <a:pt x="60699" y="126441"/>
                  <a:pt x="66302" y="120838"/>
                </a:cubicBezTo>
                <a:cubicBezTo>
                  <a:pt x="71719" y="115049"/>
                  <a:pt x="74520" y="106457"/>
                  <a:pt x="74520" y="94878"/>
                </a:cubicBezTo>
                <a:lnTo>
                  <a:pt x="74520" y="86660"/>
                </a:lnTo>
                <a:cubicBezTo>
                  <a:pt x="70972" y="92637"/>
                  <a:pt x="66489" y="97119"/>
                  <a:pt x="61073" y="100107"/>
                </a:cubicBezTo>
                <a:cubicBezTo>
                  <a:pt x="55657" y="103096"/>
                  <a:pt x="49307" y="104590"/>
                  <a:pt x="41836" y="104590"/>
                </a:cubicBezTo>
                <a:cubicBezTo>
                  <a:pt x="29136" y="104590"/>
                  <a:pt x="19050" y="99921"/>
                  <a:pt x="11393" y="90395"/>
                </a:cubicBezTo>
                <a:cubicBezTo>
                  <a:pt x="3735" y="80870"/>
                  <a:pt x="0" y="68170"/>
                  <a:pt x="0" y="52295"/>
                </a:cubicBezTo>
                <a:cubicBezTo>
                  <a:pt x="0" y="36606"/>
                  <a:pt x="3735" y="23906"/>
                  <a:pt x="11393" y="14381"/>
                </a:cubicBezTo>
                <a:cubicBezTo>
                  <a:pt x="19050" y="4856"/>
                  <a:pt x="29136" y="0"/>
                  <a:pt x="41836" y="0"/>
                </a:cubicBezTo>
                <a:cubicBezTo>
                  <a:pt x="49307" y="0"/>
                  <a:pt x="55657" y="1494"/>
                  <a:pt x="61073" y="4482"/>
                </a:cubicBezTo>
                <a:cubicBezTo>
                  <a:pt x="66489" y="7471"/>
                  <a:pt x="70972" y="11953"/>
                  <a:pt x="74520" y="17930"/>
                </a:cubicBezTo>
                <a:lnTo>
                  <a:pt x="74520" y="2428"/>
                </a:lnTo>
                <a:lnTo>
                  <a:pt x="91329" y="2428"/>
                </a:lnTo>
                <a:lnTo>
                  <a:pt x="91329" y="918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000985-0FB4-4370-94A3-10B0F04B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486" y="4889043"/>
            <a:ext cx="94691" cy="107018"/>
          </a:xfrm>
          <a:custGeom xmlns:a="http://schemas.openxmlformats.org/drawingml/2006/main">
            <a:pathLst>
              <a:path w="94691" h="107018">
                <a:moveTo>
                  <a:pt x="94691" y="49307"/>
                </a:moveTo>
                <a:lnTo>
                  <a:pt x="94691" y="57524"/>
                </a:lnTo>
                <a:lnTo>
                  <a:pt x="17556" y="57524"/>
                </a:lnTo>
                <a:cubicBezTo>
                  <a:pt x="18303" y="69104"/>
                  <a:pt x="21665" y="78069"/>
                  <a:pt x="28015" y="84045"/>
                </a:cubicBezTo>
                <a:cubicBezTo>
                  <a:pt x="34178" y="90022"/>
                  <a:pt x="42770" y="93010"/>
                  <a:pt x="53976" y="93010"/>
                </a:cubicBezTo>
                <a:cubicBezTo>
                  <a:pt x="60326" y="93010"/>
                  <a:pt x="66676" y="92263"/>
                  <a:pt x="72652" y="90769"/>
                </a:cubicBezTo>
                <a:cubicBezTo>
                  <a:pt x="78629" y="89275"/>
                  <a:pt x="84792" y="86847"/>
                  <a:pt x="90769" y="83485"/>
                </a:cubicBezTo>
                <a:lnTo>
                  <a:pt x="90769" y="99360"/>
                </a:lnTo>
                <a:cubicBezTo>
                  <a:pt x="84792" y="101975"/>
                  <a:pt x="78629" y="104029"/>
                  <a:pt x="72279" y="105150"/>
                </a:cubicBezTo>
                <a:cubicBezTo>
                  <a:pt x="65929" y="106271"/>
                  <a:pt x="59392" y="107018"/>
                  <a:pt x="53042" y="107018"/>
                </a:cubicBezTo>
                <a:cubicBezTo>
                  <a:pt x="36606" y="107018"/>
                  <a:pt x="23719" y="102349"/>
                  <a:pt x="14194" y="93010"/>
                </a:cubicBezTo>
                <a:cubicBezTo>
                  <a:pt x="4669" y="83672"/>
                  <a:pt x="0" y="70785"/>
                  <a:pt x="0" y="54536"/>
                </a:cubicBezTo>
                <a:cubicBezTo>
                  <a:pt x="0" y="37914"/>
                  <a:pt x="4482" y="24653"/>
                  <a:pt x="13447" y="14755"/>
                </a:cubicBezTo>
                <a:cubicBezTo>
                  <a:pt x="22412" y="5043"/>
                  <a:pt x="34739" y="0"/>
                  <a:pt x="50054" y="0"/>
                </a:cubicBezTo>
                <a:cubicBezTo>
                  <a:pt x="63874" y="0"/>
                  <a:pt x="74707" y="4482"/>
                  <a:pt x="82738" y="13260"/>
                </a:cubicBezTo>
                <a:cubicBezTo>
                  <a:pt x="90582" y="22225"/>
                  <a:pt x="94691" y="34178"/>
                  <a:pt x="94691" y="49307"/>
                </a:cubicBezTo>
                <a:close/>
                <a:moveTo>
                  <a:pt x="77882" y="44451"/>
                </a:moveTo>
                <a:cubicBezTo>
                  <a:pt x="77695" y="35299"/>
                  <a:pt x="75080" y="28015"/>
                  <a:pt x="70225" y="22412"/>
                </a:cubicBezTo>
                <a:cubicBezTo>
                  <a:pt x="65182" y="16996"/>
                  <a:pt x="58458" y="14194"/>
                  <a:pt x="50240" y="14194"/>
                </a:cubicBezTo>
                <a:cubicBezTo>
                  <a:pt x="40902" y="14194"/>
                  <a:pt x="33431" y="16996"/>
                  <a:pt x="27828" y="22225"/>
                </a:cubicBezTo>
                <a:cubicBezTo>
                  <a:pt x="22225" y="27455"/>
                  <a:pt x="18864" y="34925"/>
                  <a:pt x="18116" y="44451"/>
                </a:cubicBezTo>
                <a:lnTo>
                  <a:pt x="77882" y="44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A5564D-FCE1-4632-845D-CAD64EE9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45" y="4101870"/>
            <a:ext cx="5955210" cy="10"/>
          </a:xfrm>
          <a:custGeom xmlns:a="http://schemas.openxmlformats.org/drawingml/2006/main">
            <a:pathLst>
              <a:path w="5955210" h="1" fill="none">
                <a:moveTo>
                  <a:pt x="0" y="0"/>
                </a:moveTo>
                <a:lnTo>
                  <a:pt x="59552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72" cap="flat">
            <a:solidFill>
              <a:srgbClr val="B0B0B0">
                <a:alpha val="70000"/>
              </a:srgbClr>
            </a:solidFill>
            <a:custDash>
              <a:ds d="100000" sp="165000"/>
            </a:custDash>
            <a:round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09CF37-1F5B-409A-8383-92238BF2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53" y="4101870"/>
            <a:ext cx="46692" cy="10"/>
          </a:xfrm>
          <a:custGeom xmlns:a="http://schemas.openxmlformats.org/drawingml/2006/main">
            <a:pathLst>
              <a:path w="46692" h="1">
                <a:moveTo>
                  <a:pt x="46692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F82DF1-6D3F-40B3-B2EC-97A105ED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53" y="4101870"/>
            <a:ext cx="46692" cy="10"/>
          </a:xfrm>
          <a:custGeom xmlns:a="http://schemas.openxmlformats.org/drawingml/2006/main">
            <a:pathLst>
              <a:path w="46692" h="1" fill="none">
                <a:moveTo>
                  <a:pt x="4669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72" cap="flat">
            <a:solidFill>
              <a:srgbClr val="000000"/>
            </a:solidFill>
            <a:round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2C9802-0E5E-4B93-8C69-D7357116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53" y="4034264"/>
            <a:ext cx="94131" cy="141009"/>
          </a:xfrm>
          <a:custGeom xmlns:a="http://schemas.openxmlformats.org/drawingml/2006/main">
            <a:pathLst>
              <a:path w="94131" h="141009">
                <a:moveTo>
                  <a:pt x="47065" y="14568"/>
                </a:moveTo>
                <a:cubicBezTo>
                  <a:pt x="37540" y="14568"/>
                  <a:pt x="30443" y="19237"/>
                  <a:pt x="25587" y="28575"/>
                </a:cubicBezTo>
                <a:cubicBezTo>
                  <a:pt x="20731" y="37914"/>
                  <a:pt x="18490" y="51921"/>
                  <a:pt x="18490" y="70598"/>
                </a:cubicBezTo>
                <a:cubicBezTo>
                  <a:pt x="18490" y="89275"/>
                  <a:pt x="20731" y="103282"/>
                  <a:pt x="25587" y="112621"/>
                </a:cubicBezTo>
                <a:cubicBezTo>
                  <a:pt x="30443" y="121959"/>
                  <a:pt x="37540" y="126628"/>
                  <a:pt x="47065" y="126628"/>
                </a:cubicBezTo>
                <a:cubicBezTo>
                  <a:pt x="56591" y="126628"/>
                  <a:pt x="63688" y="121959"/>
                  <a:pt x="68544" y="112621"/>
                </a:cubicBezTo>
                <a:cubicBezTo>
                  <a:pt x="73213" y="103282"/>
                  <a:pt x="75641" y="89275"/>
                  <a:pt x="75641" y="70598"/>
                </a:cubicBezTo>
                <a:cubicBezTo>
                  <a:pt x="75641" y="51921"/>
                  <a:pt x="73213" y="37914"/>
                  <a:pt x="68544" y="28575"/>
                </a:cubicBezTo>
                <a:cubicBezTo>
                  <a:pt x="63688" y="19237"/>
                  <a:pt x="56591" y="14568"/>
                  <a:pt x="47065" y="14568"/>
                </a:cubicBezTo>
                <a:close/>
                <a:moveTo>
                  <a:pt x="47065" y="0"/>
                </a:moveTo>
                <a:cubicBezTo>
                  <a:pt x="62194" y="0"/>
                  <a:pt x="73773" y="6163"/>
                  <a:pt x="81991" y="18116"/>
                </a:cubicBezTo>
                <a:cubicBezTo>
                  <a:pt x="90022" y="30256"/>
                  <a:pt x="94131" y="47812"/>
                  <a:pt x="94131" y="70598"/>
                </a:cubicBezTo>
                <a:cubicBezTo>
                  <a:pt x="94131" y="93570"/>
                  <a:pt x="90022" y="111127"/>
                  <a:pt x="81991" y="123080"/>
                </a:cubicBezTo>
                <a:cubicBezTo>
                  <a:pt x="73773" y="135033"/>
                  <a:pt x="62194" y="141009"/>
                  <a:pt x="46879" y="141009"/>
                </a:cubicBezTo>
                <a:cubicBezTo>
                  <a:pt x="31564" y="141009"/>
                  <a:pt x="19984" y="135033"/>
                  <a:pt x="11953" y="123080"/>
                </a:cubicBezTo>
                <a:cubicBezTo>
                  <a:pt x="3922" y="111127"/>
                  <a:pt x="0" y="93570"/>
                  <a:pt x="0" y="70598"/>
                </a:cubicBezTo>
                <a:cubicBezTo>
                  <a:pt x="0" y="47812"/>
                  <a:pt x="3922" y="30256"/>
                  <a:pt x="11953" y="18116"/>
                </a:cubicBezTo>
                <a:cubicBezTo>
                  <a:pt x="19984" y="6163"/>
                  <a:pt x="31750" y="0"/>
                  <a:pt x="4706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536826-E675-4959-BAE7-5751E8D3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94" y="4149686"/>
            <a:ext cx="19237" cy="23159"/>
          </a:xfrm>
          <a:custGeom xmlns:a="http://schemas.openxmlformats.org/drawingml/2006/main">
            <a:pathLst>
              <a:path w="19237" h="23159">
                <a:moveTo>
                  <a:pt x="0" y="0"/>
                </a:moveTo>
                <a:lnTo>
                  <a:pt x="19237" y="0"/>
                </a:lnTo>
                <a:lnTo>
                  <a:pt x="19237" y="23159"/>
                </a:lnTo>
                <a:lnTo>
                  <a:pt x="0" y="231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DADAE3-E7C5-47E3-A03F-D96D04CF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47" y="4036692"/>
            <a:ext cx="81057" cy="136153"/>
          </a:xfrm>
          <a:custGeom xmlns:a="http://schemas.openxmlformats.org/drawingml/2006/main">
            <a:pathLst>
              <a:path w="81057" h="136153">
                <a:moveTo>
                  <a:pt x="2615" y="120652"/>
                </a:moveTo>
                <a:lnTo>
                  <a:pt x="32684" y="120652"/>
                </a:lnTo>
                <a:lnTo>
                  <a:pt x="32684" y="16809"/>
                </a:lnTo>
                <a:lnTo>
                  <a:pt x="0" y="23346"/>
                </a:lnTo>
                <a:lnTo>
                  <a:pt x="0" y="6537"/>
                </a:lnTo>
                <a:lnTo>
                  <a:pt x="32498" y="0"/>
                </a:lnTo>
                <a:lnTo>
                  <a:pt x="50987" y="0"/>
                </a:lnTo>
                <a:lnTo>
                  <a:pt x="50987" y="120652"/>
                </a:lnTo>
                <a:lnTo>
                  <a:pt x="81057" y="120652"/>
                </a:lnTo>
                <a:lnTo>
                  <a:pt x="81057" y="136153"/>
                </a:lnTo>
                <a:lnTo>
                  <a:pt x="2615" y="136153"/>
                </a:lnTo>
                <a:lnTo>
                  <a:pt x="2615" y="1206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8156C7-969E-4BB5-BD86-614B2161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45" y="3441959"/>
            <a:ext cx="5955210" cy="10"/>
          </a:xfrm>
          <a:custGeom xmlns:a="http://schemas.openxmlformats.org/drawingml/2006/main">
            <a:pathLst>
              <a:path w="5955210" h="1" fill="none">
                <a:moveTo>
                  <a:pt x="0" y="0"/>
                </a:moveTo>
                <a:lnTo>
                  <a:pt x="59552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72" cap="flat">
            <a:solidFill>
              <a:srgbClr val="B0B0B0">
                <a:alpha val="70000"/>
              </a:srgbClr>
            </a:solidFill>
            <a:custDash>
              <a:ds d="100000" sp="165000"/>
            </a:custDash>
            <a:round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D00ECD-61A8-4FD5-860F-C017A5D3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53" y="3441959"/>
            <a:ext cx="46692" cy="10"/>
          </a:xfrm>
          <a:custGeom xmlns:a="http://schemas.openxmlformats.org/drawingml/2006/main">
            <a:pathLst>
              <a:path w="46692" h="1">
                <a:moveTo>
                  <a:pt x="46692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0DFAC2-149B-4AC5-9238-14061C26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53" y="3441959"/>
            <a:ext cx="46692" cy="10"/>
          </a:xfrm>
          <a:custGeom xmlns:a="http://schemas.openxmlformats.org/drawingml/2006/main">
            <a:pathLst>
              <a:path w="46692" h="1" fill="none">
                <a:moveTo>
                  <a:pt x="4669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72" cap="flat">
            <a:solidFill>
              <a:srgbClr val="000000"/>
            </a:solidFill>
            <a:round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394761-B4C5-49F4-9928-E55396EC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53" y="3374353"/>
            <a:ext cx="94131" cy="141009"/>
          </a:xfrm>
          <a:custGeom xmlns:a="http://schemas.openxmlformats.org/drawingml/2006/main">
            <a:pathLst>
              <a:path w="94131" h="141009">
                <a:moveTo>
                  <a:pt x="47065" y="14568"/>
                </a:moveTo>
                <a:cubicBezTo>
                  <a:pt x="37540" y="14568"/>
                  <a:pt x="30443" y="19237"/>
                  <a:pt x="25587" y="28575"/>
                </a:cubicBezTo>
                <a:cubicBezTo>
                  <a:pt x="20731" y="37914"/>
                  <a:pt x="18490" y="51921"/>
                  <a:pt x="18490" y="70598"/>
                </a:cubicBezTo>
                <a:cubicBezTo>
                  <a:pt x="18490" y="89275"/>
                  <a:pt x="20731" y="103282"/>
                  <a:pt x="25587" y="112621"/>
                </a:cubicBezTo>
                <a:cubicBezTo>
                  <a:pt x="30443" y="121959"/>
                  <a:pt x="37540" y="126628"/>
                  <a:pt x="47065" y="126628"/>
                </a:cubicBezTo>
                <a:cubicBezTo>
                  <a:pt x="56591" y="126628"/>
                  <a:pt x="63688" y="121959"/>
                  <a:pt x="68544" y="112621"/>
                </a:cubicBezTo>
                <a:cubicBezTo>
                  <a:pt x="73213" y="103282"/>
                  <a:pt x="75641" y="89275"/>
                  <a:pt x="75641" y="70598"/>
                </a:cubicBezTo>
                <a:cubicBezTo>
                  <a:pt x="75641" y="51921"/>
                  <a:pt x="73213" y="37914"/>
                  <a:pt x="68544" y="28575"/>
                </a:cubicBezTo>
                <a:cubicBezTo>
                  <a:pt x="63688" y="19237"/>
                  <a:pt x="56591" y="14568"/>
                  <a:pt x="47065" y="14568"/>
                </a:cubicBezTo>
                <a:close/>
                <a:moveTo>
                  <a:pt x="47065" y="0"/>
                </a:moveTo>
                <a:cubicBezTo>
                  <a:pt x="62194" y="0"/>
                  <a:pt x="73773" y="6163"/>
                  <a:pt x="81991" y="18116"/>
                </a:cubicBezTo>
                <a:cubicBezTo>
                  <a:pt x="90022" y="30256"/>
                  <a:pt x="94131" y="47812"/>
                  <a:pt x="94131" y="70598"/>
                </a:cubicBezTo>
                <a:cubicBezTo>
                  <a:pt x="94131" y="93570"/>
                  <a:pt x="90022" y="111127"/>
                  <a:pt x="81991" y="123080"/>
                </a:cubicBezTo>
                <a:cubicBezTo>
                  <a:pt x="73773" y="135033"/>
                  <a:pt x="62194" y="141009"/>
                  <a:pt x="46879" y="141009"/>
                </a:cubicBezTo>
                <a:cubicBezTo>
                  <a:pt x="31564" y="141009"/>
                  <a:pt x="19984" y="135033"/>
                  <a:pt x="11953" y="123080"/>
                </a:cubicBezTo>
                <a:cubicBezTo>
                  <a:pt x="3922" y="111127"/>
                  <a:pt x="0" y="93570"/>
                  <a:pt x="0" y="70598"/>
                </a:cubicBezTo>
                <a:cubicBezTo>
                  <a:pt x="0" y="47812"/>
                  <a:pt x="3922" y="30256"/>
                  <a:pt x="11953" y="18116"/>
                </a:cubicBezTo>
                <a:cubicBezTo>
                  <a:pt x="19984" y="6163"/>
                  <a:pt x="31750" y="0"/>
                  <a:pt x="4706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4FF730-2BBE-4C2F-A5A8-BDC41C7D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94" y="3489775"/>
            <a:ext cx="19237" cy="23159"/>
          </a:xfrm>
          <a:custGeom xmlns:a="http://schemas.openxmlformats.org/drawingml/2006/main">
            <a:pathLst>
              <a:path w="19237" h="23159">
                <a:moveTo>
                  <a:pt x="0" y="0"/>
                </a:moveTo>
                <a:lnTo>
                  <a:pt x="19237" y="0"/>
                </a:lnTo>
                <a:lnTo>
                  <a:pt x="19237" y="23159"/>
                </a:lnTo>
                <a:lnTo>
                  <a:pt x="0" y="231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C13BD6-19BF-42D8-9C3D-92A5CF8D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36" y="3374353"/>
            <a:ext cx="86473" cy="138581"/>
          </a:xfrm>
          <a:custGeom xmlns:a="http://schemas.openxmlformats.org/drawingml/2006/main">
            <a:pathLst>
              <a:path w="86473" h="138581">
                <a:moveTo>
                  <a:pt x="22225" y="123080"/>
                </a:moveTo>
                <a:lnTo>
                  <a:pt x="86473" y="123080"/>
                </a:lnTo>
                <a:lnTo>
                  <a:pt x="86473" y="138581"/>
                </a:lnTo>
                <a:lnTo>
                  <a:pt x="0" y="138581"/>
                </a:lnTo>
                <a:lnTo>
                  <a:pt x="0" y="123080"/>
                </a:lnTo>
                <a:cubicBezTo>
                  <a:pt x="6910" y="115983"/>
                  <a:pt x="16436" y="106271"/>
                  <a:pt x="28575" y="93944"/>
                </a:cubicBezTo>
                <a:cubicBezTo>
                  <a:pt x="40529" y="81804"/>
                  <a:pt x="48186" y="73960"/>
                  <a:pt x="51361" y="70411"/>
                </a:cubicBezTo>
                <a:cubicBezTo>
                  <a:pt x="57338" y="63874"/>
                  <a:pt x="61446" y="58271"/>
                  <a:pt x="63688" y="53602"/>
                </a:cubicBezTo>
                <a:cubicBezTo>
                  <a:pt x="65929" y="49120"/>
                  <a:pt x="67236" y="44451"/>
                  <a:pt x="67236" y="39968"/>
                </a:cubicBezTo>
                <a:cubicBezTo>
                  <a:pt x="67236" y="32871"/>
                  <a:pt x="64622" y="26894"/>
                  <a:pt x="59579" y="22412"/>
                </a:cubicBezTo>
                <a:cubicBezTo>
                  <a:pt x="54536" y="17930"/>
                  <a:pt x="47999" y="15502"/>
                  <a:pt x="39781" y="15502"/>
                </a:cubicBezTo>
                <a:cubicBezTo>
                  <a:pt x="33992" y="15502"/>
                  <a:pt x="27828" y="16622"/>
                  <a:pt x="21478" y="18490"/>
                </a:cubicBezTo>
                <a:cubicBezTo>
                  <a:pt x="15128" y="20544"/>
                  <a:pt x="8218" y="23533"/>
                  <a:pt x="934" y="27642"/>
                </a:cubicBezTo>
                <a:lnTo>
                  <a:pt x="934" y="8965"/>
                </a:lnTo>
                <a:cubicBezTo>
                  <a:pt x="8405" y="5977"/>
                  <a:pt x="15315" y="3735"/>
                  <a:pt x="21665" y="2241"/>
                </a:cubicBezTo>
                <a:cubicBezTo>
                  <a:pt x="28015" y="747"/>
                  <a:pt x="33992" y="0"/>
                  <a:pt x="39408" y="0"/>
                </a:cubicBezTo>
                <a:cubicBezTo>
                  <a:pt x="53415" y="0"/>
                  <a:pt x="64622" y="3549"/>
                  <a:pt x="73026" y="10646"/>
                </a:cubicBezTo>
                <a:cubicBezTo>
                  <a:pt x="81431" y="17743"/>
                  <a:pt x="85726" y="27081"/>
                  <a:pt x="85726" y="38848"/>
                </a:cubicBezTo>
                <a:cubicBezTo>
                  <a:pt x="85726" y="44451"/>
                  <a:pt x="84606" y="49867"/>
                  <a:pt x="82551" y="54723"/>
                </a:cubicBezTo>
                <a:cubicBezTo>
                  <a:pt x="80497" y="59766"/>
                  <a:pt x="76761" y="65742"/>
                  <a:pt x="71158" y="72466"/>
                </a:cubicBezTo>
                <a:cubicBezTo>
                  <a:pt x="69664" y="74333"/>
                  <a:pt x="64808" y="79376"/>
                  <a:pt x="56591" y="87781"/>
                </a:cubicBezTo>
                <a:cubicBezTo>
                  <a:pt x="48373" y="96185"/>
                  <a:pt x="36980" y="107952"/>
                  <a:pt x="22225" y="1230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CC16BB-F248-447E-9696-7D6D0806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45" y="2782047"/>
            <a:ext cx="5955210" cy="10"/>
          </a:xfrm>
          <a:custGeom xmlns:a="http://schemas.openxmlformats.org/drawingml/2006/main">
            <a:pathLst>
              <a:path w="5955210" h="1" fill="none">
                <a:moveTo>
                  <a:pt x="0" y="0"/>
                </a:moveTo>
                <a:lnTo>
                  <a:pt x="59552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72" cap="flat">
            <a:solidFill>
              <a:srgbClr val="B0B0B0">
                <a:alpha val="70000"/>
              </a:srgbClr>
            </a:solidFill>
            <a:custDash>
              <a:ds d="100000" sp="165000"/>
            </a:custDash>
            <a:round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202B5B-745B-4FB2-B76B-09329EB3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53" y="2782047"/>
            <a:ext cx="46692" cy="10"/>
          </a:xfrm>
          <a:custGeom xmlns:a="http://schemas.openxmlformats.org/drawingml/2006/main">
            <a:pathLst>
              <a:path w="46692" h="1">
                <a:moveTo>
                  <a:pt x="46692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B9F99A-8B91-49F9-ACA8-7B5ACDB1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53" y="2782047"/>
            <a:ext cx="46692" cy="10"/>
          </a:xfrm>
          <a:custGeom xmlns:a="http://schemas.openxmlformats.org/drawingml/2006/main">
            <a:pathLst>
              <a:path w="46692" h="1" fill="none">
                <a:moveTo>
                  <a:pt x="4669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72" cap="flat">
            <a:solidFill>
              <a:srgbClr val="000000"/>
            </a:solidFill>
            <a:round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860807-E4E0-411F-A70D-C0E5C17F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53" y="2714442"/>
            <a:ext cx="94131" cy="141009"/>
          </a:xfrm>
          <a:custGeom xmlns:a="http://schemas.openxmlformats.org/drawingml/2006/main">
            <a:pathLst>
              <a:path w="94131" h="141009">
                <a:moveTo>
                  <a:pt x="47065" y="14568"/>
                </a:moveTo>
                <a:cubicBezTo>
                  <a:pt x="37540" y="14568"/>
                  <a:pt x="30443" y="19237"/>
                  <a:pt x="25587" y="28575"/>
                </a:cubicBezTo>
                <a:cubicBezTo>
                  <a:pt x="20731" y="37914"/>
                  <a:pt x="18490" y="51921"/>
                  <a:pt x="18490" y="70598"/>
                </a:cubicBezTo>
                <a:cubicBezTo>
                  <a:pt x="18490" y="89275"/>
                  <a:pt x="20731" y="103282"/>
                  <a:pt x="25587" y="112621"/>
                </a:cubicBezTo>
                <a:cubicBezTo>
                  <a:pt x="30443" y="121959"/>
                  <a:pt x="37540" y="126628"/>
                  <a:pt x="47065" y="126628"/>
                </a:cubicBezTo>
                <a:cubicBezTo>
                  <a:pt x="56591" y="126628"/>
                  <a:pt x="63688" y="121959"/>
                  <a:pt x="68544" y="112621"/>
                </a:cubicBezTo>
                <a:cubicBezTo>
                  <a:pt x="73213" y="103282"/>
                  <a:pt x="75641" y="89275"/>
                  <a:pt x="75641" y="70598"/>
                </a:cubicBezTo>
                <a:cubicBezTo>
                  <a:pt x="75641" y="51921"/>
                  <a:pt x="73213" y="37914"/>
                  <a:pt x="68544" y="28575"/>
                </a:cubicBezTo>
                <a:cubicBezTo>
                  <a:pt x="63688" y="19237"/>
                  <a:pt x="56591" y="14568"/>
                  <a:pt x="47065" y="14568"/>
                </a:cubicBezTo>
                <a:close/>
                <a:moveTo>
                  <a:pt x="47065" y="0"/>
                </a:moveTo>
                <a:cubicBezTo>
                  <a:pt x="62194" y="0"/>
                  <a:pt x="73773" y="6163"/>
                  <a:pt x="81991" y="18116"/>
                </a:cubicBezTo>
                <a:cubicBezTo>
                  <a:pt x="90022" y="30256"/>
                  <a:pt x="94131" y="47812"/>
                  <a:pt x="94131" y="70598"/>
                </a:cubicBezTo>
                <a:cubicBezTo>
                  <a:pt x="94131" y="93570"/>
                  <a:pt x="90022" y="111127"/>
                  <a:pt x="81991" y="123080"/>
                </a:cubicBezTo>
                <a:cubicBezTo>
                  <a:pt x="73773" y="135033"/>
                  <a:pt x="62194" y="141009"/>
                  <a:pt x="46879" y="141009"/>
                </a:cubicBezTo>
                <a:cubicBezTo>
                  <a:pt x="31564" y="141009"/>
                  <a:pt x="19984" y="135033"/>
                  <a:pt x="11953" y="123080"/>
                </a:cubicBezTo>
                <a:cubicBezTo>
                  <a:pt x="3922" y="111127"/>
                  <a:pt x="0" y="93570"/>
                  <a:pt x="0" y="70598"/>
                </a:cubicBezTo>
                <a:cubicBezTo>
                  <a:pt x="0" y="47812"/>
                  <a:pt x="3922" y="30256"/>
                  <a:pt x="11953" y="18116"/>
                </a:cubicBezTo>
                <a:cubicBezTo>
                  <a:pt x="19984" y="6163"/>
                  <a:pt x="31750" y="0"/>
                  <a:pt x="4706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B4E5ED-980B-4761-9C4A-186B13B9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94" y="2829864"/>
            <a:ext cx="19237" cy="23159"/>
          </a:xfrm>
          <a:custGeom xmlns:a="http://schemas.openxmlformats.org/drawingml/2006/main">
            <a:pathLst>
              <a:path w="19237" h="23159">
                <a:moveTo>
                  <a:pt x="0" y="0"/>
                </a:moveTo>
                <a:lnTo>
                  <a:pt x="19237" y="0"/>
                </a:lnTo>
                <a:lnTo>
                  <a:pt x="19237" y="23159"/>
                </a:lnTo>
                <a:lnTo>
                  <a:pt x="0" y="231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CB5AA8-12F8-48BB-AE0C-5E7BD879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497" y="2714442"/>
            <a:ext cx="89648" cy="141009"/>
          </a:xfrm>
          <a:custGeom xmlns:a="http://schemas.openxmlformats.org/drawingml/2006/main">
            <a:pathLst>
              <a:path w="89648" h="141009">
                <a:moveTo>
                  <a:pt x="61633" y="65182"/>
                </a:moveTo>
                <a:cubicBezTo>
                  <a:pt x="70411" y="67049"/>
                  <a:pt x="77322" y="70972"/>
                  <a:pt x="82178" y="76948"/>
                </a:cubicBezTo>
                <a:cubicBezTo>
                  <a:pt x="87034" y="82925"/>
                  <a:pt x="89648" y="90395"/>
                  <a:pt x="89648" y="98987"/>
                </a:cubicBezTo>
                <a:cubicBezTo>
                  <a:pt x="89648" y="112434"/>
                  <a:pt x="84979" y="122893"/>
                  <a:pt x="75828" y="130177"/>
                </a:cubicBezTo>
                <a:cubicBezTo>
                  <a:pt x="66489" y="137461"/>
                  <a:pt x="53415" y="141009"/>
                  <a:pt x="36420" y="141009"/>
                </a:cubicBezTo>
                <a:cubicBezTo>
                  <a:pt x="30630" y="141009"/>
                  <a:pt x="24653" y="140449"/>
                  <a:pt x="18677" y="139328"/>
                </a:cubicBezTo>
                <a:cubicBezTo>
                  <a:pt x="12700" y="138395"/>
                  <a:pt x="6350" y="136714"/>
                  <a:pt x="0" y="134472"/>
                </a:cubicBezTo>
                <a:lnTo>
                  <a:pt x="0" y="116730"/>
                </a:lnTo>
                <a:cubicBezTo>
                  <a:pt x="5043" y="119718"/>
                  <a:pt x="10646" y="121959"/>
                  <a:pt x="16809" y="123453"/>
                </a:cubicBezTo>
                <a:cubicBezTo>
                  <a:pt x="22786" y="124947"/>
                  <a:pt x="29136" y="125694"/>
                  <a:pt x="35859" y="125694"/>
                </a:cubicBezTo>
                <a:cubicBezTo>
                  <a:pt x="47439" y="125694"/>
                  <a:pt x="56217" y="123453"/>
                  <a:pt x="62194" y="118971"/>
                </a:cubicBezTo>
                <a:cubicBezTo>
                  <a:pt x="68170" y="114488"/>
                  <a:pt x="71345" y="107765"/>
                  <a:pt x="71345" y="98987"/>
                </a:cubicBezTo>
                <a:cubicBezTo>
                  <a:pt x="71345" y="91142"/>
                  <a:pt x="68544" y="84792"/>
                  <a:pt x="62941" y="80310"/>
                </a:cubicBezTo>
                <a:cubicBezTo>
                  <a:pt x="57338" y="75828"/>
                  <a:pt x="49493" y="73400"/>
                  <a:pt x="39408" y="73400"/>
                </a:cubicBezTo>
                <a:lnTo>
                  <a:pt x="23533" y="73400"/>
                </a:lnTo>
                <a:lnTo>
                  <a:pt x="23533" y="58271"/>
                </a:lnTo>
                <a:lnTo>
                  <a:pt x="40155" y="58271"/>
                </a:lnTo>
                <a:cubicBezTo>
                  <a:pt x="49120" y="58271"/>
                  <a:pt x="56030" y="56591"/>
                  <a:pt x="60886" y="52855"/>
                </a:cubicBezTo>
                <a:cubicBezTo>
                  <a:pt x="65742" y="49307"/>
                  <a:pt x="68170" y="44077"/>
                  <a:pt x="68170" y="37167"/>
                </a:cubicBezTo>
                <a:cubicBezTo>
                  <a:pt x="68170" y="30256"/>
                  <a:pt x="65555" y="24840"/>
                  <a:pt x="60699" y="21105"/>
                </a:cubicBezTo>
                <a:cubicBezTo>
                  <a:pt x="55657" y="17369"/>
                  <a:pt x="48560" y="15502"/>
                  <a:pt x="39408" y="15502"/>
                </a:cubicBezTo>
                <a:cubicBezTo>
                  <a:pt x="34365" y="15502"/>
                  <a:pt x="28949" y="16062"/>
                  <a:pt x="23159" y="17183"/>
                </a:cubicBezTo>
                <a:cubicBezTo>
                  <a:pt x="17369" y="18303"/>
                  <a:pt x="11019" y="19984"/>
                  <a:pt x="4109" y="22225"/>
                </a:cubicBezTo>
                <a:lnTo>
                  <a:pt x="4109" y="5790"/>
                </a:lnTo>
                <a:cubicBezTo>
                  <a:pt x="11019" y="3922"/>
                  <a:pt x="17556" y="2428"/>
                  <a:pt x="23719" y="1494"/>
                </a:cubicBezTo>
                <a:cubicBezTo>
                  <a:pt x="29696" y="560"/>
                  <a:pt x="35486" y="0"/>
                  <a:pt x="41089" y="0"/>
                </a:cubicBezTo>
                <a:cubicBezTo>
                  <a:pt x="54910" y="0"/>
                  <a:pt x="65929" y="3175"/>
                  <a:pt x="74147" y="9525"/>
                </a:cubicBezTo>
                <a:cubicBezTo>
                  <a:pt x="82364" y="15875"/>
                  <a:pt x="86473" y="24467"/>
                  <a:pt x="86473" y="35299"/>
                </a:cubicBezTo>
                <a:cubicBezTo>
                  <a:pt x="86473" y="42770"/>
                  <a:pt x="84232" y="49120"/>
                  <a:pt x="79936" y="54349"/>
                </a:cubicBezTo>
                <a:cubicBezTo>
                  <a:pt x="75641" y="59579"/>
                  <a:pt x="69477" y="63314"/>
                  <a:pt x="61633" y="651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413D52-674C-4643-94AB-30D2C79A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45" y="2122136"/>
            <a:ext cx="5955210" cy="10"/>
          </a:xfrm>
          <a:custGeom xmlns:a="http://schemas.openxmlformats.org/drawingml/2006/main">
            <a:pathLst>
              <a:path w="5955210" h="1" fill="none">
                <a:moveTo>
                  <a:pt x="0" y="0"/>
                </a:moveTo>
                <a:lnTo>
                  <a:pt x="59552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72" cap="flat">
            <a:solidFill>
              <a:srgbClr val="B0B0B0">
                <a:alpha val="70000"/>
              </a:srgbClr>
            </a:solidFill>
            <a:custDash>
              <a:ds d="100000" sp="165000"/>
            </a:custDash>
            <a:round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480AB8-75CD-497D-B6FF-A2DB1688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53" y="2122136"/>
            <a:ext cx="46692" cy="10"/>
          </a:xfrm>
          <a:custGeom xmlns:a="http://schemas.openxmlformats.org/drawingml/2006/main">
            <a:pathLst>
              <a:path w="46692" h="1">
                <a:moveTo>
                  <a:pt x="46692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B4AAC1-9E44-4727-B48A-1284B668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53" y="2122136"/>
            <a:ext cx="46692" cy="10"/>
          </a:xfrm>
          <a:custGeom xmlns:a="http://schemas.openxmlformats.org/drawingml/2006/main">
            <a:pathLst>
              <a:path w="46692" h="1" fill="none">
                <a:moveTo>
                  <a:pt x="4669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72" cap="flat">
            <a:solidFill>
              <a:srgbClr val="000000"/>
            </a:solidFill>
            <a:round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A0665D-1DA0-4FCE-BBED-7CE710EE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53" y="2054530"/>
            <a:ext cx="94131" cy="141009"/>
          </a:xfrm>
          <a:custGeom xmlns:a="http://schemas.openxmlformats.org/drawingml/2006/main">
            <a:pathLst>
              <a:path w="94131" h="141009">
                <a:moveTo>
                  <a:pt x="47065" y="14568"/>
                </a:moveTo>
                <a:cubicBezTo>
                  <a:pt x="37540" y="14568"/>
                  <a:pt x="30443" y="19237"/>
                  <a:pt x="25587" y="28575"/>
                </a:cubicBezTo>
                <a:cubicBezTo>
                  <a:pt x="20731" y="37914"/>
                  <a:pt x="18490" y="51921"/>
                  <a:pt x="18490" y="70598"/>
                </a:cubicBezTo>
                <a:cubicBezTo>
                  <a:pt x="18490" y="89275"/>
                  <a:pt x="20731" y="103282"/>
                  <a:pt x="25587" y="112621"/>
                </a:cubicBezTo>
                <a:cubicBezTo>
                  <a:pt x="30443" y="121959"/>
                  <a:pt x="37540" y="126628"/>
                  <a:pt x="47065" y="126628"/>
                </a:cubicBezTo>
                <a:cubicBezTo>
                  <a:pt x="56591" y="126628"/>
                  <a:pt x="63688" y="121959"/>
                  <a:pt x="68544" y="112621"/>
                </a:cubicBezTo>
                <a:cubicBezTo>
                  <a:pt x="73213" y="103282"/>
                  <a:pt x="75641" y="89275"/>
                  <a:pt x="75641" y="70598"/>
                </a:cubicBezTo>
                <a:cubicBezTo>
                  <a:pt x="75641" y="51921"/>
                  <a:pt x="73213" y="37914"/>
                  <a:pt x="68544" y="28575"/>
                </a:cubicBezTo>
                <a:cubicBezTo>
                  <a:pt x="63688" y="19237"/>
                  <a:pt x="56591" y="14568"/>
                  <a:pt x="47065" y="14568"/>
                </a:cubicBezTo>
                <a:close/>
                <a:moveTo>
                  <a:pt x="47065" y="0"/>
                </a:moveTo>
                <a:cubicBezTo>
                  <a:pt x="62194" y="0"/>
                  <a:pt x="73773" y="6163"/>
                  <a:pt x="81991" y="18116"/>
                </a:cubicBezTo>
                <a:cubicBezTo>
                  <a:pt x="90022" y="30256"/>
                  <a:pt x="94131" y="47812"/>
                  <a:pt x="94131" y="70598"/>
                </a:cubicBezTo>
                <a:cubicBezTo>
                  <a:pt x="94131" y="93570"/>
                  <a:pt x="90022" y="111127"/>
                  <a:pt x="81991" y="123080"/>
                </a:cubicBezTo>
                <a:cubicBezTo>
                  <a:pt x="73773" y="135033"/>
                  <a:pt x="62194" y="141009"/>
                  <a:pt x="46879" y="141009"/>
                </a:cubicBezTo>
                <a:cubicBezTo>
                  <a:pt x="31564" y="141009"/>
                  <a:pt x="19984" y="135033"/>
                  <a:pt x="11953" y="123080"/>
                </a:cubicBezTo>
                <a:cubicBezTo>
                  <a:pt x="3922" y="111127"/>
                  <a:pt x="0" y="93570"/>
                  <a:pt x="0" y="70598"/>
                </a:cubicBezTo>
                <a:cubicBezTo>
                  <a:pt x="0" y="47812"/>
                  <a:pt x="3922" y="30256"/>
                  <a:pt x="11953" y="18116"/>
                </a:cubicBezTo>
                <a:cubicBezTo>
                  <a:pt x="19984" y="6163"/>
                  <a:pt x="31750" y="0"/>
                  <a:pt x="4706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3D4B23-DC43-4F7A-B809-03AD28AC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94" y="2169952"/>
            <a:ext cx="19237" cy="23159"/>
          </a:xfrm>
          <a:custGeom xmlns:a="http://schemas.openxmlformats.org/drawingml/2006/main">
            <a:pathLst>
              <a:path w="19237" h="23159">
                <a:moveTo>
                  <a:pt x="0" y="0"/>
                </a:moveTo>
                <a:lnTo>
                  <a:pt x="19237" y="0"/>
                </a:lnTo>
                <a:lnTo>
                  <a:pt x="19237" y="23159"/>
                </a:lnTo>
                <a:lnTo>
                  <a:pt x="0" y="231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6C83D4-8277-4EFD-AEB3-CB514F39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454" y="2056958"/>
            <a:ext cx="99173" cy="136153"/>
          </a:xfrm>
          <a:custGeom xmlns:a="http://schemas.openxmlformats.org/drawingml/2006/main">
            <a:pathLst>
              <a:path w="99173" h="136153">
                <a:moveTo>
                  <a:pt x="61446" y="16062"/>
                </a:moveTo>
                <a:lnTo>
                  <a:pt x="14941" y="88714"/>
                </a:lnTo>
                <a:lnTo>
                  <a:pt x="61446" y="88714"/>
                </a:lnTo>
                <a:lnTo>
                  <a:pt x="61446" y="16062"/>
                </a:lnTo>
                <a:close/>
                <a:moveTo>
                  <a:pt x="56591" y="0"/>
                </a:moveTo>
                <a:lnTo>
                  <a:pt x="79750" y="0"/>
                </a:lnTo>
                <a:lnTo>
                  <a:pt x="79750" y="88714"/>
                </a:lnTo>
                <a:lnTo>
                  <a:pt x="99173" y="88714"/>
                </a:lnTo>
                <a:lnTo>
                  <a:pt x="99173" y="104029"/>
                </a:lnTo>
                <a:lnTo>
                  <a:pt x="79750" y="104029"/>
                </a:lnTo>
                <a:lnTo>
                  <a:pt x="79750" y="136153"/>
                </a:lnTo>
                <a:lnTo>
                  <a:pt x="61446" y="136153"/>
                </a:lnTo>
                <a:lnTo>
                  <a:pt x="61446" y="104029"/>
                </a:lnTo>
                <a:lnTo>
                  <a:pt x="0" y="104029"/>
                </a:lnTo>
                <a:lnTo>
                  <a:pt x="0" y="86287"/>
                </a:lnTo>
                <a:lnTo>
                  <a:pt x="5659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27F264-3696-401A-8FFF-FBA883D7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45" y="1462224"/>
            <a:ext cx="5955210" cy="10"/>
          </a:xfrm>
          <a:custGeom xmlns:a="http://schemas.openxmlformats.org/drawingml/2006/main">
            <a:pathLst>
              <a:path w="5955210" h="1" fill="none">
                <a:moveTo>
                  <a:pt x="0" y="0"/>
                </a:moveTo>
                <a:lnTo>
                  <a:pt x="59552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72" cap="flat">
            <a:solidFill>
              <a:srgbClr val="B0B0B0">
                <a:alpha val="70000"/>
              </a:srgbClr>
            </a:solidFill>
            <a:custDash>
              <a:ds d="100000" sp="165000"/>
            </a:custDash>
            <a:round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3A7302-C7D0-436A-9263-25737AF8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53" y="1462224"/>
            <a:ext cx="46692" cy="10"/>
          </a:xfrm>
          <a:custGeom xmlns:a="http://schemas.openxmlformats.org/drawingml/2006/main">
            <a:pathLst>
              <a:path w="46692" h="1">
                <a:moveTo>
                  <a:pt x="46692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FD0143-A420-4351-AA6F-5F845208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53" y="1462224"/>
            <a:ext cx="46692" cy="10"/>
          </a:xfrm>
          <a:custGeom xmlns:a="http://schemas.openxmlformats.org/drawingml/2006/main">
            <a:pathLst>
              <a:path w="46692" h="1" fill="none">
                <a:moveTo>
                  <a:pt x="4669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72" cap="flat">
            <a:solidFill>
              <a:srgbClr val="000000"/>
            </a:solidFill>
            <a:round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E52E82-BCB9-4C82-910D-7336CF8E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53" y="1394619"/>
            <a:ext cx="94131" cy="141009"/>
          </a:xfrm>
          <a:custGeom xmlns:a="http://schemas.openxmlformats.org/drawingml/2006/main">
            <a:pathLst>
              <a:path w="94131" h="141009">
                <a:moveTo>
                  <a:pt x="47065" y="14568"/>
                </a:moveTo>
                <a:cubicBezTo>
                  <a:pt x="37540" y="14568"/>
                  <a:pt x="30443" y="19237"/>
                  <a:pt x="25587" y="28575"/>
                </a:cubicBezTo>
                <a:cubicBezTo>
                  <a:pt x="20731" y="37914"/>
                  <a:pt x="18490" y="51921"/>
                  <a:pt x="18490" y="70598"/>
                </a:cubicBezTo>
                <a:cubicBezTo>
                  <a:pt x="18490" y="89275"/>
                  <a:pt x="20731" y="103282"/>
                  <a:pt x="25587" y="112621"/>
                </a:cubicBezTo>
                <a:cubicBezTo>
                  <a:pt x="30443" y="121959"/>
                  <a:pt x="37540" y="126628"/>
                  <a:pt x="47065" y="126628"/>
                </a:cubicBezTo>
                <a:cubicBezTo>
                  <a:pt x="56591" y="126628"/>
                  <a:pt x="63688" y="121959"/>
                  <a:pt x="68544" y="112621"/>
                </a:cubicBezTo>
                <a:cubicBezTo>
                  <a:pt x="73213" y="103282"/>
                  <a:pt x="75641" y="89275"/>
                  <a:pt x="75641" y="70598"/>
                </a:cubicBezTo>
                <a:cubicBezTo>
                  <a:pt x="75641" y="51921"/>
                  <a:pt x="73213" y="37914"/>
                  <a:pt x="68544" y="28575"/>
                </a:cubicBezTo>
                <a:cubicBezTo>
                  <a:pt x="63688" y="19237"/>
                  <a:pt x="56591" y="14568"/>
                  <a:pt x="47065" y="14568"/>
                </a:cubicBezTo>
                <a:close/>
                <a:moveTo>
                  <a:pt x="47065" y="0"/>
                </a:moveTo>
                <a:cubicBezTo>
                  <a:pt x="62194" y="0"/>
                  <a:pt x="73773" y="6163"/>
                  <a:pt x="81991" y="18116"/>
                </a:cubicBezTo>
                <a:cubicBezTo>
                  <a:pt x="90022" y="30256"/>
                  <a:pt x="94131" y="47812"/>
                  <a:pt x="94131" y="70598"/>
                </a:cubicBezTo>
                <a:cubicBezTo>
                  <a:pt x="94131" y="93570"/>
                  <a:pt x="90022" y="111127"/>
                  <a:pt x="81991" y="123080"/>
                </a:cubicBezTo>
                <a:cubicBezTo>
                  <a:pt x="73773" y="135033"/>
                  <a:pt x="62194" y="141009"/>
                  <a:pt x="46879" y="141009"/>
                </a:cubicBezTo>
                <a:cubicBezTo>
                  <a:pt x="31564" y="141009"/>
                  <a:pt x="19984" y="135033"/>
                  <a:pt x="11953" y="123080"/>
                </a:cubicBezTo>
                <a:cubicBezTo>
                  <a:pt x="3922" y="111127"/>
                  <a:pt x="0" y="93570"/>
                  <a:pt x="0" y="70598"/>
                </a:cubicBezTo>
                <a:cubicBezTo>
                  <a:pt x="0" y="47812"/>
                  <a:pt x="3922" y="30256"/>
                  <a:pt x="11953" y="18116"/>
                </a:cubicBezTo>
                <a:cubicBezTo>
                  <a:pt x="19984" y="6163"/>
                  <a:pt x="31750" y="0"/>
                  <a:pt x="4706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9955DB-8368-43DA-A2A4-2D1AD72D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94" y="1510041"/>
            <a:ext cx="19237" cy="23159"/>
          </a:xfrm>
          <a:custGeom xmlns:a="http://schemas.openxmlformats.org/drawingml/2006/main">
            <a:pathLst>
              <a:path w="19237" h="23159">
                <a:moveTo>
                  <a:pt x="0" y="0"/>
                </a:moveTo>
                <a:lnTo>
                  <a:pt x="19237" y="0"/>
                </a:lnTo>
                <a:lnTo>
                  <a:pt x="19237" y="23159"/>
                </a:lnTo>
                <a:lnTo>
                  <a:pt x="0" y="231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78575E-CC95-43AA-86B5-DFA2EBCF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84" y="1397047"/>
            <a:ext cx="88154" cy="138581"/>
          </a:xfrm>
          <a:custGeom xmlns:a="http://schemas.openxmlformats.org/drawingml/2006/main">
            <a:pathLst>
              <a:path w="88154" h="138581">
                <a:moveTo>
                  <a:pt x="5790" y="0"/>
                </a:moveTo>
                <a:lnTo>
                  <a:pt x="78069" y="0"/>
                </a:lnTo>
                <a:lnTo>
                  <a:pt x="78069" y="15502"/>
                </a:lnTo>
                <a:lnTo>
                  <a:pt x="22599" y="15502"/>
                </a:lnTo>
                <a:lnTo>
                  <a:pt x="22599" y="48933"/>
                </a:lnTo>
                <a:cubicBezTo>
                  <a:pt x="25214" y="47999"/>
                  <a:pt x="28015" y="47252"/>
                  <a:pt x="30630" y="46879"/>
                </a:cubicBezTo>
                <a:cubicBezTo>
                  <a:pt x="33245" y="46505"/>
                  <a:pt x="36046" y="46132"/>
                  <a:pt x="38661" y="46132"/>
                </a:cubicBezTo>
                <a:cubicBezTo>
                  <a:pt x="53789" y="46132"/>
                  <a:pt x="65742" y="50427"/>
                  <a:pt x="74707" y="58645"/>
                </a:cubicBezTo>
                <a:cubicBezTo>
                  <a:pt x="83672" y="67049"/>
                  <a:pt x="88154" y="78256"/>
                  <a:pt x="88154" y="92450"/>
                </a:cubicBezTo>
                <a:cubicBezTo>
                  <a:pt x="88154" y="107204"/>
                  <a:pt x="83485" y="118597"/>
                  <a:pt x="74333" y="126628"/>
                </a:cubicBezTo>
                <a:cubicBezTo>
                  <a:pt x="65182" y="134659"/>
                  <a:pt x="52295" y="138581"/>
                  <a:pt x="35859" y="138581"/>
                </a:cubicBezTo>
                <a:cubicBezTo>
                  <a:pt x="30070" y="138581"/>
                  <a:pt x="24280" y="138021"/>
                  <a:pt x="18303" y="137274"/>
                </a:cubicBezTo>
                <a:cubicBezTo>
                  <a:pt x="12327" y="136340"/>
                  <a:pt x="6350" y="135033"/>
                  <a:pt x="0" y="132978"/>
                </a:cubicBezTo>
                <a:lnTo>
                  <a:pt x="0" y="114488"/>
                </a:lnTo>
                <a:cubicBezTo>
                  <a:pt x="5416" y="117477"/>
                  <a:pt x="11019" y="119718"/>
                  <a:pt x="16996" y="121212"/>
                </a:cubicBezTo>
                <a:cubicBezTo>
                  <a:pt x="22786" y="122706"/>
                  <a:pt x="28949" y="123266"/>
                  <a:pt x="35486" y="123266"/>
                </a:cubicBezTo>
                <a:cubicBezTo>
                  <a:pt x="45945" y="123266"/>
                  <a:pt x="54349" y="120652"/>
                  <a:pt x="60513" y="115049"/>
                </a:cubicBezTo>
                <a:cubicBezTo>
                  <a:pt x="66489" y="109446"/>
                  <a:pt x="69664" y="101975"/>
                  <a:pt x="69664" y="92450"/>
                </a:cubicBezTo>
                <a:cubicBezTo>
                  <a:pt x="69664" y="83111"/>
                  <a:pt x="66489" y="75641"/>
                  <a:pt x="60513" y="70038"/>
                </a:cubicBezTo>
                <a:cubicBezTo>
                  <a:pt x="54349" y="64435"/>
                  <a:pt x="45945" y="61633"/>
                  <a:pt x="35486" y="61633"/>
                </a:cubicBezTo>
                <a:cubicBezTo>
                  <a:pt x="30630" y="61633"/>
                  <a:pt x="25587" y="62194"/>
                  <a:pt x="20731" y="63314"/>
                </a:cubicBezTo>
                <a:cubicBezTo>
                  <a:pt x="15875" y="64435"/>
                  <a:pt x="10833" y="66116"/>
                  <a:pt x="5790" y="68357"/>
                </a:cubicBezTo>
                <a:lnTo>
                  <a:pt x="579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FBACEE-27D9-407A-A93C-7AB42966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45" y="802313"/>
            <a:ext cx="5955210" cy="10"/>
          </a:xfrm>
          <a:custGeom xmlns:a="http://schemas.openxmlformats.org/drawingml/2006/main">
            <a:pathLst>
              <a:path w="5955210" h="1" fill="none">
                <a:moveTo>
                  <a:pt x="0" y="0"/>
                </a:moveTo>
                <a:lnTo>
                  <a:pt x="59552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72" cap="flat">
            <a:solidFill>
              <a:srgbClr val="B0B0B0">
                <a:alpha val="70000"/>
              </a:srgbClr>
            </a:solidFill>
            <a:custDash>
              <a:ds d="100000" sp="165000"/>
            </a:custDash>
            <a:round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6808D8-486E-4F85-AD32-36CF54B6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53" y="802313"/>
            <a:ext cx="46692" cy="10"/>
          </a:xfrm>
          <a:custGeom xmlns:a="http://schemas.openxmlformats.org/drawingml/2006/main">
            <a:pathLst>
              <a:path w="46692" h="1">
                <a:moveTo>
                  <a:pt x="46692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3C5D43-2D6C-4FCF-AF3E-F4860D34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53" y="802313"/>
            <a:ext cx="46692" cy="10"/>
          </a:xfrm>
          <a:custGeom xmlns:a="http://schemas.openxmlformats.org/drawingml/2006/main">
            <a:pathLst>
              <a:path w="46692" h="1" fill="none">
                <a:moveTo>
                  <a:pt x="4669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72" cap="flat">
            <a:solidFill>
              <a:srgbClr val="000000"/>
            </a:solidFill>
            <a:round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95C65F-405F-4A01-948C-30F09219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53" y="734708"/>
            <a:ext cx="94131" cy="141009"/>
          </a:xfrm>
          <a:custGeom xmlns:a="http://schemas.openxmlformats.org/drawingml/2006/main">
            <a:pathLst>
              <a:path w="94131" h="141009">
                <a:moveTo>
                  <a:pt x="47065" y="14568"/>
                </a:moveTo>
                <a:cubicBezTo>
                  <a:pt x="37540" y="14568"/>
                  <a:pt x="30443" y="19237"/>
                  <a:pt x="25587" y="28575"/>
                </a:cubicBezTo>
                <a:cubicBezTo>
                  <a:pt x="20731" y="37914"/>
                  <a:pt x="18490" y="51921"/>
                  <a:pt x="18490" y="70598"/>
                </a:cubicBezTo>
                <a:cubicBezTo>
                  <a:pt x="18490" y="89275"/>
                  <a:pt x="20731" y="103282"/>
                  <a:pt x="25587" y="112621"/>
                </a:cubicBezTo>
                <a:cubicBezTo>
                  <a:pt x="30443" y="121959"/>
                  <a:pt x="37540" y="126628"/>
                  <a:pt x="47065" y="126628"/>
                </a:cubicBezTo>
                <a:cubicBezTo>
                  <a:pt x="56591" y="126628"/>
                  <a:pt x="63688" y="121959"/>
                  <a:pt x="68544" y="112621"/>
                </a:cubicBezTo>
                <a:cubicBezTo>
                  <a:pt x="73213" y="103282"/>
                  <a:pt x="75641" y="89275"/>
                  <a:pt x="75641" y="70598"/>
                </a:cubicBezTo>
                <a:cubicBezTo>
                  <a:pt x="75641" y="51921"/>
                  <a:pt x="73213" y="37914"/>
                  <a:pt x="68544" y="28575"/>
                </a:cubicBezTo>
                <a:cubicBezTo>
                  <a:pt x="63688" y="19237"/>
                  <a:pt x="56591" y="14568"/>
                  <a:pt x="47065" y="14568"/>
                </a:cubicBezTo>
                <a:close/>
                <a:moveTo>
                  <a:pt x="47065" y="0"/>
                </a:moveTo>
                <a:cubicBezTo>
                  <a:pt x="62194" y="0"/>
                  <a:pt x="73773" y="6163"/>
                  <a:pt x="81991" y="18116"/>
                </a:cubicBezTo>
                <a:cubicBezTo>
                  <a:pt x="90022" y="30256"/>
                  <a:pt x="94131" y="47812"/>
                  <a:pt x="94131" y="70598"/>
                </a:cubicBezTo>
                <a:cubicBezTo>
                  <a:pt x="94131" y="93570"/>
                  <a:pt x="90022" y="111127"/>
                  <a:pt x="81991" y="123080"/>
                </a:cubicBezTo>
                <a:cubicBezTo>
                  <a:pt x="73773" y="135033"/>
                  <a:pt x="62194" y="141009"/>
                  <a:pt x="46879" y="141009"/>
                </a:cubicBezTo>
                <a:cubicBezTo>
                  <a:pt x="31564" y="141009"/>
                  <a:pt x="19984" y="135033"/>
                  <a:pt x="11953" y="123080"/>
                </a:cubicBezTo>
                <a:cubicBezTo>
                  <a:pt x="3922" y="111127"/>
                  <a:pt x="0" y="93570"/>
                  <a:pt x="0" y="70598"/>
                </a:cubicBezTo>
                <a:cubicBezTo>
                  <a:pt x="0" y="47812"/>
                  <a:pt x="3922" y="30256"/>
                  <a:pt x="11953" y="18116"/>
                </a:cubicBezTo>
                <a:cubicBezTo>
                  <a:pt x="19984" y="6163"/>
                  <a:pt x="31750" y="0"/>
                  <a:pt x="4706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AF549C-54EF-4319-A50C-D085707B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94" y="850130"/>
            <a:ext cx="19237" cy="23159"/>
          </a:xfrm>
          <a:custGeom xmlns:a="http://schemas.openxmlformats.org/drawingml/2006/main">
            <a:pathLst>
              <a:path w="19237" h="23159">
                <a:moveTo>
                  <a:pt x="0" y="0"/>
                </a:moveTo>
                <a:lnTo>
                  <a:pt x="19237" y="0"/>
                </a:lnTo>
                <a:lnTo>
                  <a:pt x="19237" y="23159"/>
                </a:lnTo>
                <a:lnTo>
                  <a:pt x="0" y="231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52B364-BA7E-437E-8AAE-FB566A06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76" y="734708"/>
            <a:ext cx="93944" cy="141009"/>
          </a:xfrm>
          <a:custGeom xmlns:a="http://schemas.openxmlformats.org/drawingml/2006/main">
            <a:pathLst>
              <a:path w="93944" h="141009">
                <a:moveTo>
                  <a:pt x="48560" y="63127"/>
                </a:moveTo>
                <a:cubicBezTo>
                  <a:pt x="40342" y="63127"/>
                  <a:pt x="33805" y="66116"/>
                  <a:pt x="28949" y="71719"/>
                </a:cubicBezTo>
                <a:cubicBezTo>
                  <a:pt x="24093" y="77322"/>
                  <a:pt x="21665" y="85166"/>
                  <a:pt x="21665" y="94878"/>
                </a:cubicBezTo>
                <a:cubicBezTo>
                  <a:pt x="21665" y="104776"/>
                  <a:pt x="24093" y="112621"/>
                  <a:pt x="28949" y="118224"/>
                </a:cubicBezTo>
                <a:cubicBezTo>
                  <a:pt x="33805" y="123827"/>
                  <a:pt x="40342" y="126628"/>
                  <a:pt x="48560" y="126628"/>
                </a:cubicBezTo>
                <a:cubicBezTo>
                  <a:pt x="56777" y="126628"/>
                  <a:pt x="63314" y="123827"/>
                  <a:pt x="68170" y="118224"/>
                </a:cubicBezTo>
                <a:cubicBezTo>
                  <a:pt x="73026" y="112621"/>
                  <a:pt x="75454" y="104776"/>
                  <a:pt x="75454" y="94878"/>
                </a:cubicBezTo>
                <a:cubicBezTo>
                  <a:pt x="75454" y="85166"/>
                  <a:pt x="73026" y="77322"/>
                  <a:pt x="68170" y="71719"/>
                </a:cubicBezTo>
                <a:cubicBezTo>
                  <a:pt x="63314" y="66116"/>
                  <a:pt x="56777" y="63127"/>
                  <a:pt x="48560" y="63127"/>
                </a:cubicBezTo>
                <a:close/>
                <a:moveTo>
                  <a:pt x="85166" y="5416"/>
                </a:moveTo>
                <a:lnTo>
                  <a:pt x="85166" y="22225"/>
                </a:lnTo>
                <a:cubicBezTo>
                  <a:pt x="80497" y="19984"/>
                  <a:pt x="75828" y="18303"/>
                  <a:pt x="71158" y="17183"/>
                </a:cubicBezTo>
                <a:cubicBezTo>
                  <a:pt x="66302" y="16062"/>
                  <a:pt x="61633" y="15502"/>
                  <a:pt x="57151" y="15502"/>
                </a:cubicBezTo>
                <a:cubicBezTo>
                  <a:pt x="44824" y="15502"/>
                  <a:pt x="35486" y="19611"/>
                  <a:pt x="29136" y="27828"/>
                </a:cubicBezTo>
                <a:cubicBezTo>
                  <a:pt x="22786" y="36046"/>
                  <a:pt x="19050" y="48560"/>
                  <a:pt x="18303" y="64995"/>
                </a:cubicBezTo>
                <a:cubicBezTo>
                  <a:pt x="21852" y="59766"/>
                  <a:pt x="26334" y="55657"/>
                  <a:pt x="31750" y="52855"/>
                </a:cubicBezTo>
                <a:cubicBezTo>
                  <a:pt x="37167" y="50054"/>
                  <a:pt x="43143" y="48560"/>
                  <a:pt x="49680" y="48560"/>
                </a:cubicBezTo>
                <a:cubicBezTo>
                  <a:pt x="63314" y="48560"/>
                  <a:pt x="74147" y="52855"/>
                  <a:pt x="81991" y="61073"/>
                </a:cubicBezTo>
                <a:cubicBezTo>
                  <a:pt x="89835" y="69291"/>
                  <a:pt x="93944" y="80683"/>
                  <a:pt x="93944" y="94878"/>
                </a:cubicBezTo>
                <a:cubicBezTo>
                  <a:pt x="93944" y="108885"/>
                  <a:pt x="89648" y="120091"/>
                  <a:pt x="81431" y="128496"/>
                </a:cubicBezTo>
                <a:cubicBezTo>
                  <a:pt x="73213" y="136900"/>
                  <a:pt x="62194" y="141009"/>
                  <a:pt x="48560" y="141009"/>
                </a:cubicBezTo>
                <a:cubicBezTo>
                  <a:pt x="32871" y="141009"/>
                  <a:pt x="20731" y="135033"/>
                  <a:pt x="12513" y="123080"/>
                </a:cubicBezTo>
                <a:cubicBezTo>
                  <a:pt x="4109" y="111127"/>
                  <a:pt x="0" y="93570"/>
                  <a:pt x="0" y="70598"/>
                </a:cubicBezTo>
                <a:cubicBezTo>
                  <a:pt x="0" y="49120"/>
                  <a:pt x="5043" y="31937"/>
                  <a:pt x="15315" y="19237"/>
                </a:cubicBezTo>
                <a:cubicBezTo>
                  <a:pt x="25400" y="6537"/>
                  <a:pt x="39221" y="0"/>
                  <a:pt x="56404" y="0"/>
                </a:cubicBezTo>
                <a:cubicBezTo>
                  <a:pt x="60886" y="0"/>
                  <a:pt x="65555" y="560"/>
                  <a:pt x="70411" y="1307"/>
                </a:cubicBezTo>
                <a:cubicBezTo>
                  <a:pt x="75080" y="2241"/>
                  <a:pt x="79936" y="3549"/>
                  <a:pt x="85166" y="54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606D06-9F80-4ABE-AFEC-417743A2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0" y="2817470"/>
            <a:ext cx="136153" cy="87967"/>
          </a:xfrm>
          <a:custGeom xmlns:a="http://schemas.openxmlformats.org/drawingml/2006/main">
            <a:pathLst>
              <a:path w="136153" h="87967">
                <a:moveTo>
                  <a:pt x="15128" y="69477"/>
                </a:moveTo>
                <a:lnTo>
                  <a:pt x="66302" y="69477"/>
                </a:lnTo>
                <a:lnTo>
                  <a:pt x="66302" y="46318"/>
                </a:lnTo>
                <a:cubicBezTo>
                  <a:pt x="66302" y="37727"/>
                  <a:pt x="64248" y="31190"/>
                  <a:pt x="59766" y="26521"/>
                </a:cubicBezTo>
                <a:cubicBezTo>
                  <a:pt x="55283" y="21852"/>
                  <a:pt x="48933" y="19424"/>
                  <a:pt x="40715" y="19424"/>
                </a:cubicBezTo>
                <a:cubicBezTo>
                  <a:pt x="32498" y="19424"/>
                  <a:pt x="26334" y="21852"/>
                  <a:pt x="21852" y="26521"/>
                </a:cubicBezTo>
                <a:cubicBezTo>
                  <a:pt x="17369" y="31190"/>
                  <a:pt x="15128" y="37727"/>
                  <a:pt x="15128" y="46318"/>
                </a:cubicBezTo>
                <a:lnTo>
                  <a:pt x="15128" y="69477"/>
                </a:lnTo>
                <a:close/>
                <a:moveTo>
                  <a:pt x="0" y="87967"/>
                </a:moveTo>
                <a:lnTo>
                  <a:pt x="0" y="46318"/>
                </a:lnTo>
                <a:cubicBezTo>
                  <a:pt x="0" y="31190"/>
                  <a:pt x="3549" y="19611"/>
                  <a:pt x="10459" y="11766"/>
                </a:cubicBezTo>
                <a:cubicBezTo>
                  <a:pt x="17369" y="3922"/>
                  <a:pt x="27455" y="0"/>
                  <a:pt x="40715" y="0"/>
                </a:cubicBezTo>
                <a:cubicBezTo>
                  <a:pt x="54163" y="0"/>
                  <a:pt x="64435" y="3922"/>
                  <a:pt x="71158" y="11766"/>
                </a:cubicBezTo>
                <a:cubicBezTo>
                  <a:pt x="78069" y="19611"/>
                  <a:pt x="81431" y="31190"/>
                  <a:pt x="81431" y="46318"/>
                </a:cubicBezTo>
                <a:lnTo>
                  <a:pt x="81431" y="69477"/>
                </a:lnTo>
                <a:lnTo>
                  <a:pt x="136153" y="69477"/>
                </a:lnTo>
                <a:lnTo>
                  <a:pt x="136153" y="87967"/>
                </a:lnTo>
                <a:lnTo>
                  <a:pt x="0" y="879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E86040-9668-4A77-94D8-CECE8624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04" y="2721966"/>
            <a:ext cx="107018" cy="86287"/>
          </a:xfrm>
          <a:custGeom xmlns:a="http://schemas.openxmlformats.org/drawingml/2006/main">
            <a:pathLst>
              <a:path w="107018" h="86287">
                <a:moveTo>
                  <a:pt x="53229" y="33431"/>
                </a:moveTo>
                <a:cubicBezTo>
                  <a:pt x="53229" y="47065"/>
                  <a:pt x="54910" y="56404"/>
                  <a:pt x="57898" y="61633"/>
                </a:cubicBezTo>
                <a:cubicBezTo>
                  <a:pt x="61073" y="66863"/>
                  <a:pt x="66302" y="69477"/>
                  <a:pt x="73773" y="69477"/>
                </a:cubicBezTo>
                <a:cubicBezTo>
                  <a:pt x="79750" y="69477"/>
                  <a:pt x="84606" y="67610"/>
                  <a:pt x="87967" y="63688"/>
                </a:cubicBezTo>
                <a:cubicBezTo>
                  <a:pt x="91516" y="59766"/>
                  <a:pt x="93197" y="54349"/>
                  <a:pt x="93197" y="47626"/>
                </a:cubicBezTo>
                <a:cubicBezTo>
                  <a:pt x="93197" y="38287"/>
                  <a:pt x="90022" y="30817"/>
                  <a:pt x="83298" y="25214"/>
                </a:cubicBezTo>
                <a:cubicBezTo>
                  <a:pt x="76761" y="19611"/>
                  <a:pt x="67983" y="16809"/>
                  <a:pt x="56964" y="16809"/>
                </a:cubicBezTo>
                <a:lnTo>
                  <a:pt x="53229" y="16809"/>
                </a:lnTo>
                <a:lnTo>
                  <a:pt x="53229" y="33431"/>
                </a:lnTo>
                <a:close/>
                <a:moveTo>
                  <a:pt x="46318" y="0"/>
                </a:moveTo>
                <a:lnTo>
                  <a:pt x="104590" y="0"/>
                </a:lnTo>
                <a:lnTo>
                  <a:pt x="104590" y="16809"/>
                </a:lnTo>
                <a:lnTo>
                  <a:pt x="89088" y="16809"/>
                </a:lnTo>
                <a:cubicBezTo>
                  <a:pt x="95438" y="20731"/>
                  <a:pt x="99921" y="25587"/>
                  <a:pt x="102722" y="31190"/>
                </a:cubicBezTo>
                <a:cubicBezTo>
                  <a:pt x="105524" y="36793"/>
                  <a:pt x="107018" y="43890"/>
                  <a:pt x="107018" y="52108"/>
                </a:cubicBezTo>
                <a:cubicBezTo>
                  <a:pt x="107018" y="62567"/>
                  <a:pt x="104216" y="70972"/>
                  <a:pt x="98426" y="77135"/>
                </a:cubicBezTo>
                <a:cubicBezTo>
                  <a:pt x="92637" y="83298"/>
                  <a:pt x="84792" y="86287"/>
                  <a:pt x="74894" y="86287"/>
                </a:cubicBezTo>
                <a:cubicBezTo>
                  <a:pt x="63501" y="86287"/>
                  <a:pt x="54910" y="82551"/>
                  <a:pt x="48933" y="74707"/>
                </a:cubicBezTo>
                <a:cubicBezTo>
                  <a:pt x="43143" y="67049"/>
                  <a:pt x="40155" y="55657"/>
                  <a:pt x="40155" y="40342"/>
                </a:cubicBezTo>
                <a:lnTo>
                  <a:pt x="40155" y="16809"/>
                </a:lnTo>
                <a:lnTo>
                  <a:pt x="38474" y="16809"/>
                </a:lnTo>
                <a:cubicBezTo>
                  <a:pt x="30817" y="16809"/>
                  <a:pt x="24840" y="19424"/>
                  <a:pt x="20544" y="24467"/>
                </a:cubicBezTo>
                <a:cubicBezTo>
                  <a:pt x="16436" y="29509"/>
                  <a:pt x="14194" y="36606"/>
                  <a:pt x="14194" y="45758"/>
                </a:cubicBezTo>
                <a:cubicBezTo>
                  <a:pt x="14194" y="51735"/>
                  <a:pt x="14941" y="57338"/>
                  <a:pt x="16436" y="62941"/>
                </a:cubicBezTo>
                <a:cubicBezTo>
                  <a:pt x="17930" y="68544"/>
                  <a:pt x="19984" y="73773"/>
                  <a:pt x="22599" y="78816"/>
                </a:cubicBezTo>
                <a:lnTo>
                  <a:pt x="7097" y="78816"/>
                </a:lnTo>
                <a:cubicBezTo>
                  <a:pt x="4856" y="72839"/>
                  <a:pt x="2988" y="66863"/>
                  <a:pt x="1868" y="61073"/>
                </a:cubicBezTo>
                <a:cubicBezTo>
                  <a:pt x="747" y="55283"/>
                  <a:pt x="0" y="49680"/>
                  <a:pt x="0" y="44077"/>
                </a:cubicBezTo>
                <a:cubicBezTo>
                  <a:pt x="0" y="29322"/>
                  <a:pt x="3922" y="18303"/>
                  <a:pt x="11580" y="11019"/>
                </a:cubicBezTo>
                <a:cubicBezTo>
                  <a:pt x="19237" y="3735"/>
                  <a:pt x="30817" y="0"/>
                  <a:pt x="4631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86ECE1-E18C-43E6-8537-6A673D85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04" y="2616816"/>
            <a:ext cx="107018" cy="78069"/>
          </a:xfrm>
          <a:custGeom xmlns:a="http://schemas.openxmlformats.org/drawingml/2006/main">
            <a:pathLst>
              <a:path w="107018" h="78069">
                <a:moveTo>
                  <a:pt x="5416" y="5416"/>
                </a:moveTo>
                <a:lnTo>
                  <a:pt x="21291" y="5416"/>
                </a:lnTo>
                <a:cubicBezTo>
                  <a:pt x="19050" y="10272"/>
                  <a:pt x="17183" y="15128"/>
                  <a:pt x="15875" y="20171"/>
                </a:cubicBezTo>
                <a:cubicBezTo>
                  <a:pt x="14755" y="25400"/>
                  <a:pt x="14008" y="30630"/>
                  <a:pt x="14008" y="36046"/>
                </a:cubicBezTo>
                <a:cubicBezTo>
                  <a:pt x="14008" y="44451"/>
                  <a:pt x="15315" y="50801"/>
                  <a:pt x="17930" y="54910"/>
                </a:cubicBezTo>
                <a:cubicBezTo>
                  <a:pt x="20544" y="59018"/>
                  <a:pt x="24280" y="61073"/>
                  <a:pt x="29322" y="61073"/>
                </a:cubicBezTo>
                <a:cubicBezTo>
                  <a:pt x="33245" y="61073"/>
                  <a:pt x="36233" y="59579"/>
                  <a:pt x="38474" y="56591"/>
                </a:cubicBezTo>
                <a:cubicBezTo>
                  <a:pt x="40715" y="53602"/>
                  <a:pt x="42956" y="47626"/>
                  <a:pt x="44824" y="38661"/>
                </a:cubicBezTo>
                <a:lnTo>
                  <a:pt x="46132" y="32871"/>
                </a:lnTo>
                <a:cubicBezTo>
                  <a:pt x="48746" y="20918"/>
                  <a:pt x="52482" y="12513"/>
                  <a:pt x="56964" y="7471"/>
                </a:cubicBezTo>
                <a:cubicBezTo>
                  <a:pt x="61633" y="2615"/>
                  <a:pt x="68170" y="0"/>
                  <a:pt x="76388" y="0"/>
                </a:cubicBezTo>
                <a:cubicBezTo>
                  <a:pt x="85913" y="0"/>
                  <a:pt x="93384" y="3735"/>
                  <a:pt x="98800" y="11206"/>
                </a:cubicBezTo>
                <a:cubicBezTo>
                  <a:pt x="104403" y="18677"/>
                  <a:pt x="107018" y="29136"/>
                  <a:pt x="107018" y="42209"/>
                </a:cubicBezTo>
                <a:cubicBezTo>
                  <a:pt x="107018" y="47812"/>
                  <a:pt x="106457" y="53415"/>
                  <a:pt x="105524" y="59392"/>
                </a:cubicBezTo>
                <a:cubicBezTo>
                  <a:pt x="104590" y="65369"/>
                  <a:pt x="103096" y="71532"/>
                  <a:pt x="100854" y="78069"/>
                </a:cubicBezTo>
                <a:lnTo>
                  <a:pt x="83485" y="78069"/>
                </a:lnTo>
                <a:cubicBezTo>
                  <a:pt x="86847" y="71905"/>
                  <a:pt x="89275" y="65742"/>
                  <a:pt x="90769" y="59766"/>
                </a:cubicBezTo>
                <a:cubicBezTo>
                  <a:pt x="92450" y="53789"/>
                  <a:pt x="93197" y="47812"/>
                  <a:pt x="93197" y="41836"/>
                </a:cubicBezTo>
                <a:cubicBezTo>
                  <a:pt x="93197" y="33992"/>
                  <a:pt x="91890" y="27828"/>
                  <a:pt x="89275" y="23533"/>
                </a:cubicBezTo>
                <a:cubicBezTo>
                  <a:pt x="86660" y="19424"/>
                  <a:pt x="82738" y="17183"/>
                  <a:pt x="77695" y="17183"/>
                </a:cubicBezTo>
                <a:cubicBezTo>
                  <a:pt x="73213" y="17183"/>
                  <a:pt x="69664" y="18864"/>
                  <a:pt x="67236" y="21852"/>
                </a:cubicBezTo>
                <a:cubicBezTo>
                  <a:pt x="64808" y="24840"/>
                  <a:pt x="62380" y="31564"/>
                  <a:pt x="60139" y="42023"/>
                </a:cubicBezTo>
                <a:lnTo>
                  <a:pt x="58832" y="47812"/>
                </a:lnTo>
                <a:cubicBezTo>
                  <a:pt x="56591" y="58271"/>
                  <a:pt x="53229" y="65929"/>
                  <a:pt x="48746" y="70411"/>
                </a:cubicBezTo>
                <a:cubicBezTo>
                  <a:pt x="44264" y="75080"/>
                  <a:pt x="38101" y="77322"/>
                  <a:pt x="30070" y="77322"/>
                </a:cubicBezTo>
                <a:cubicBezTo>
                  <a:pt x="20544" y="77322"/>
                  <a:pt x="13074" y="73960"/>
                  <a:pt x="7844" y="67236"/>
                </a:cubicBezTo>
                <a:cubicBezTo>
                  <a:pt x="2615" y="60513"/>
                  <a:pt x="0" y="50801"/>
                  <a:pt x="0" y="38101"/>
                </a:cubicBezTo>
                <a:cubicBezTo>
                  <a:pt x="0" y="31937"/>
                  <a:pt x="560" y="26147"/>
                  <a:pt x="1494" y="20544"/>
                </a:cubicBezTo>
                <a:cubicBezTo>
                  <a:pt x="2428" y="15128"/>
                  <a:pt x="3735" y="10085"/>
                  <a:pt x="5416" y="54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F409E4-5D14-47F4-A93C-9DC214AD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04" y="2519510"/>
            <a:ext cx="107018" cy="78069"/>
          </a:xfrm>
          <a:custGeom xmlns:a="http://schemas.openxmlformats.org/drawingml/2006/main">
            <a:pathLst>
              <a:path w="107018" h="78069">
                <a:moveTo>
                  <a:pt x="5416" y="5416"/>
                </a:moveTo>
                <a:lnTo>
                  <a:pt x="21291" y="5416"/>
                </a:lnTo>
                <a:cubicBezTo>
                  <a:pt x="19050" y="10272"/>
                  <a:pt x="17183" y="15128"/>
                  <a:pt x="15875" y="20171"/>
                </a:cubicBezTo>
                <a:cubicBezTo>
                  <a:pt x="14755" y="25400"/>
                  <a:pt x="14008" y="30630"/>
                  <a:pt x="14008" y="36046"/>
                </a:cubicBezTo>
                <a:cubicBezTo>
                  <a:pt x="14008" y="44451"/>
                  <a:pt x="15315" y="50801"/>
                  <a:pt x="17930" y="54910"/>
                </a:cubicBezTo>
                <a:cubicBezTo>
                  <a:pt x="20544" y="59018"/>
                  <a:pt x="24280" y="61073"/>
                  <a:pt x="29322" y="61073"/>
                </a:cubicBezTo>
                <a:cubicBezTo>
                  <a:pt x="33245" y="61073"/>
                  <a:pt x="36233" y="59579"/>
                  <a:pt x="38474" y="56591"/>
                </a:cubicBezTo>
                <a:cubicBezTo>
                  <a:pt x="40715" y="53602"/>
                  <a:pt x="42956" y="47626"/>
                  <a:pt x="44824" y="38661"/>
                </a:cubicBezTo>
                <a:lnTo>
                  <a:pt x="46132" y="32871"/>
                </a:lnTo>
                <a:cubicBezTo>
                  <a:pt x="48746" y="20918"/>
                  <a:pt x="52482" y="12513"/>
                  <a:pt x="56964" y="7471"/>
                </a:cubicBezTo>
                <a:cubicBezTo>
                  <a:pt x="61633" y="2615"/>
                  <a:pt x="68170" y="0"/>
                  <a:pt x="76388" y="0"/>
                </a:cubicBezTo>
                <a:cubicBezTo>
                  <a:pt x="85913" y="0"/>
                  <a:pt x="93384" y="3735"/>
                  <a:pt x="98800" y="11206"/>
                </a:cubicBezTo>
                <a:cubicBezTo>
                  <a:pt x="104403" y="18677"/>
                  <a:pt x="107018" y="29136"/>
                  <a:pt x="107018" y="42209"/>
                </a:cubicBezTo>
                <a:cubicBezTo>
                  <a:pt x="107018" y="47812"/>
                  <a:pt x="106457" y="53415"/>
                  <a:pt x="105524" y="59392"/>
                </a:cubicBezTo>
                <a:cubicBezTo>
                  <a:pt x="104590" y="65369"/>
                  <a:pt x="103096" y="71532"/>
                  <a:pt x="100854" y="78069"/>
                </a:cubicBezTo>
                <a:lnTo>
                  <a:pt x="83485" y="78069"/>
                </a:lnTo>
                <a:cubicBezTo>
                  <a:pt x="86847" y="71905"/>
                  <a:pt x="89275" y="65742"/>
                  <a:pt x="90769" y="59766"/>
                </a:cubicBezTo>
                <a:cubicBezTo>
                  <a:pt x="92450" y="53789"/>
                  <a:pt x="93197" y="47812"/>
                  <a:pt x="93197" y="41836"/>
                </a:cubicBezTo>
                <a:cubicBezTo>
                  <a:pt x="93197" y="33992"/>
                  <a:pt x="91890" y="27828"/>
                  <a:pt x="89275" y="23533"/>
                </a:cubicBezTo>
                <a:cubicBezTo>
                  <a:pt x="86660" y="19424"/>
                  <a:pt x="82738" y="17183"/>
                  <a:pt x="77695" y="17183"/>
                </a:cubicBezTo>
                <a:cubicBezTo>
                  <a:pt x="73213" y="17183"/>
                  <a:pt x="69664" y="18864"/>
                  <a:pt x="67236" y="21852"/>
                </a:cubicBezTo>
                <a:cubicBezTo>
                  <a:pt x="64808" y="24840"/>
                  <a:pt x="62380" y="31564"/>
                  <a:pt x="60139" y="42023"/>
                </a:cubicBezTo>
                <a:lnTo>
                  <a:pt x="58832" y="47812"/>
                </a:lnTo>
                <a:cubicBezTo>
                  <a:pt x="56591" y="58271"/>
                  <a:pt x="53229" y="65929"/>
                  <a:pt x="48746" y="70411"/>
                </a:cubicBezTo>
                <a:cubicBezTo>
                  <a:pt x="44264" y="75080"/>
                  <a:pt x="38101" y="77322"/>
                  <a:pt x="30070" y="77322"/>
                </a:cubicBezTo>
                <a:cubicBezTo>
                  <a:pt x="20544" y="77322"/>
                  <a:pt x="13074" y="73960"/>
                  <a:pt x="7844" y="67236"/>
                </a:cubicBezTo>
                <a:cubicBezTo>
                  <a:pt x="2615" y="60513"/>
                  <a:pt x="0" y="50801"/>
                  <a:pt x="0" y="38101"/>
                </a:cubicBezTo>
                <a:cubicBezTo>
                  <a:pt x="0" y="31937"/>
                  <a:pt x="560" y="26147"/>
                  <a:pt x="1494" y="20544"/>
                </a:cubicBezTo>
                <a:cubicBezTo>
                  <a:pt x="2428" y="15128"/>
                  <a:pt x="3735" y="10085"/>
                  <a:pt x="5416" y="54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7FA15-F26F-4A90-A622-25D83165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9" y="2336665"/>
            <a:ext cx="163795" cy="161367"/>
          </a:xfrm>
          <a:custGeom xmlns:a="http://schemas.openxmlformats.org/drawingml/2006/main">
            <a:pathLst>
              <a:path w="163795" h="161367">
                <a:moveTo>
                  <a:pt x="82551" y="104216"/>
                </a:moveTo>
                <a:cubicBezTo>
                  <a:pt x="91329" y="104216"/>
                  <a:pt x="98240" y="102162"/>
                  <a:pt x="103096" y="97866"/>
                </a:cubicBezTo>
                <a:cubicBezTo>
                  <a:pt x="107952" y="93570"/>
                  <a:pt x="110379" y="87594"/>
                  <a:pt x="110379" y="79936"/>
                </a:cubicBezTo>
                <a:cubicBezTo>
                  <a:pt x="110379" y="72466"/>
                  <a:pt x="107952" y="66676"/>
                  <a:pt x="102909" y="62380"/>
                </a:cubicBezTo>
                <a:cubicBezTo>
                  <a:pt x="98053" y="58085"/>
                  <a:pt x="91142" y="55843"/>
                  <a:pt x="82551" y="55843"/>
                </a:cubicBezTo>
                <a:cubicBezTo>
                  <a:pt x="73960" y="55843"/>
                  <a:pt x="67236" y="58085"/>
                  <a:pt x="62194" y="62380"/>
                </a:cubicBezTo>
                <a:cubicBezTo>
                  <a:pt x="57338" y="66863"/>
                  <a:pt x="54723" y="72652"/>
                  <a:pt x="54723" y="80123"/>
                </a:cubicBezTo>
                <a:cubicBezTo>
                  <a:pt x="54723" y="87594"/>
                  <a:pt x="57338" y="93384"/>
                  <a:pt x="62194" y="97679"/>
                </a:cubicBezTo>
                <a:cubicBezTo>
                  <a:pt x="67236" y="102162"/>
                  <a:pt x="73960" y="104216"/>
                  <a:pt x="82551" y="104216"/>
                </a:cubicBezTo>
                <a:close/>
                <a:moveTo>
                  <a:pt x="109819" y="54536"/>
                </a:moveTo>
                <a:cubicBezTo>
                  <a:pt x="114488" y="58271"/>
                  <a:pt x="117850" y="62380"/>
                  <a:pt x="120091" y="67049"/>
                </a:cubicBezTo>
                <a:cubicBezTo>
                  <a:pt x="122333" y="71905"/>
                  <a:pt x="123453" y="77322"/>
                  <a:pt x="123453" y="83485"/>
                </a:cubicBezTo>
                <a:cubicBezTo>
                  <a:pt x="123453" y="93944"/>
                  <a:pt x="119718" y="102535"/>
                  <a:pt x="112060" y="109072"/>
                </a:cubicBezTo>
                <a:cubicBezTo>
                  <a:pt x="104590" y="115609"/>
                  <a:pt x="94691" y="118784"/>
                  <a:pt x="82551" y="118784"/>
                </a:cubicBezTo>
                <a:cubicBezTo>
                  <a:pt x="70411" y="118784"/>
                  <a:pt x="60513" y="115609"/>
                  <a:pt x="52855" y="109072"/>
                </a:cubicBezTo>
                <a:cubicBezTo>
                  <a:pt x="45384" y="102535"/>
                  <a:pt x="41462" y="93944"/>
                  <a:pt x="41462" y="83485"/>
                </a:cubicBezTo>
                <a:cubicBezTo>
                  <a:pt x="41462" y="77322"/>
                  <a:pt x="42770" y="71905"/>
                  <a:pt x="45011" y="67049"/>
                </a:cubicBezTo>
                <a:cubicBezTo>
                  <a:pt x="47252" y="62380"/>
                  <a:pt x="50801" y="58271"/>
                  <a:pt x="55283" y="54536"/>
                </a:cubicBezTo>
                <a:lnTo>
                  <a:pt x="43330" y="54536"/>
                </a:lnTo>
                <a:lnTo>
                  <a:pt x="43330" y="41462"/>
                </a:lnTo>
                <a:lnTo>
                  <a:pt x="110379" y="41462"/>
                </a:lnTo>
                <a:cubicBezTo>
                  <a:pt x="109072" y="32684"/>
                  <a:pt x="104963" y="25774"/>
                  <a:pt x="98240" y="20731"/>
                </a:cubicBezTo>
                <a:cubicBezTo>
                  <a:pt x="91516" y="15688"/>
                  <a:pt x="82738" y="13074"/>
                  <a:pt x="71905" y="13074"/>
                </a:cubicBezTo>
                <a:cubicBezTo>
                  <a:pt x="65555" y="13074"/>
                  <a:pt x="59392" y="14194"/>
                  <a:pt x="53602" y="16062"/>
                </a:cubicBezTo>
                <a:cubicBezTo>
                  <a:pt x="47999" y="17930"/>
                  <a:pt x="42583" y="20918"/>
                  <a:pt x="37727" y="24653"/>
                </a:cubicBezTo>
                <a:cubicBezTo>
                  <a:pt x="29883" y="31003"/>
                  <a:pt x="23719" y="38848"/>
                  <a:pt x="19424" y="47812"/>
                </a:cubicBezTo>
                <a:cubicBezTo>
                  <a:pt x="15315" y="56964"/>
                  <a:pt x="13074" y="66863"/>
                  <a:pt x="13074" y="77508"/>
                </a:cubicBezTo>
                <a:cubicBezTo>
                  <a:pt x="13074" y="84979"/>
                  <a:pt x="14194" y="92263"/>
                  <a:pt x="16062" y="98987"/>
                </a:cubicBezTo>
                <a:cubicBezTo>
                  <a:pt x="18116" y="105897"/>
                  <a:pt x="21105" y="112247"/>
                  <a:pt x="24840" y="118037"/>
                </a:cubicBezTo>
                <a:cubicBezTo>
                  <a:pt x="31190" y="127749"/>
                  <a:pt x="39221" y="135220"/>
                  <a:pt x="49307" y="140449"/>
                </a:cubicBezTo>
                <a:cubicBezTo>
                  <a:pt x="59392" y="145865"/>
                  <a:pt x="70411" y="148480"/>
                  <a:pt x="81991" y="148480"/>
                </a:cubicBezTo>
                <a:cubicBezTo>
                  <a:pt x="91703" y="148480"/>
                  <a:pt x="100668" y="146799"/>
                  <a:pt x="109072" y="143251"/>
                </a:cubicBezTo>
                <a:cubicBezTo>
                  <a:pt x="117663" y="139889"/>
                  <a:pt x="125134" y="134846"/>
                  <a:pt x="131484" y="128122"/>
                </a:cubicBezTo>
                <a:cubicBezTo>
                  <a:pt x="137648" y="121772"/>
                  <a:pt x="142317" y="114488"/>
                  <a:pt x="145679" y="106084"/>
                </a:cubicBezTo>
                <a:cubicBezTo>
                  <a:pt x="149040" y="97679"/>
                  <a:pt x="150721" y="88714"/>
                  <a:pt x="150721" y="79003"/>
                </a:cubicBezTo>
                <a:cubicBezTo>
                  <a:pt x="150721" y="71158"/>
                  <a:pt x="149414" y="63501"/>
                  <a:pt x="146799" y="56030"/>
                </a:cubicBezTo>
                <a:cubicBezTo>
                  <a:pt x="144184" y="48560"/>
                  <a:pt x="140262" y="41462"/>
                  <a:pt x="135406" y="35112"/>
                </a:cubicBezTo>
                <a:lnTo>
                  <a:pt x="145492" y="26894"/>
                </a:lnTo>
                <a:cubicBezTo>
                  <a:pt x="151468" y="34552"/>
                  <a:pt x="155951" y="42770"/>
                  <a:pt x="159126" y="51735"/>
                </a:cubicBezTo>
                <a:cubicBezTo>
                  <a:pt x="162114" y="60699"/>
                  <a:pt x="163795" y="69851"/>
                  <a:pt x="163795" y="79003"/>
                </a:cubicBezTo>
                <a:cubicBezTo>
                  <a:pt x="163795" y="90209"/>
                  <a:pt x="161741" y="100854"/>
                  <a:pt x="157818" y="110940"/>
                </a:cubicBezTo>
                <a:cubicBezTo>
                  <a:pt x="153710" y="121025"/>
                  <a:pt x="147920" y="129803"/>
                  <a:pt x="140449" y="137648"/>
                </a:cubicBezTo>
                <a:cubicBezTo>
                  <a:pt x="132978" y="145492"/>
                  <a:pt x="124387" y="151282"/>
                  <a:pt x="114302" y="155390"/>
                </a:cubicBezTo>
                <a:cubicBezTo>
                  <a:pt x="104216" y="159499"/>
                  <a:pt x="93570" y="161367"/>
                  <a:pt x="81991" y="161367"/>
                </a:cubicBezTo>
                <a:cubicBezTo>
                  <a:pt x="70972" y="161367"/>
                  <a:pt x="60513" y="159313"/>
                  <a:pt x="50427" y="155204"/>
                </a:cubicBezTo>
                <a:cubicBezTo>
                  <a:pt x="40342" y="151095"/>
                  <a:pt x="31564" y="145305"/>
                  <a:pt x="23906" y="137461"/>
                </a:cubicBezTo>
                <a:cubicBezTo>
                  <a:pt x="16249" y="129617"/>
                  <a:pt x="10272" y="120652"/>
                  <a:pt x="6163" y="110379"/>
                </a:cubicBezTo>
                <a:cubicBezTo>
                  <a:pt x="2054" y="100107"/>
                  <a:pt x="0" y="89275"/>
                  <a:pt x="0" y="77695"/>
                </a:cubicBezTo>
                <a:cubicBezTo>
                  <a:pt x="0" y="64808"/>
                  <a:pt x="2802" y="52855"/>
                  <a:pt x="8031" y="41836"/>
                </a:cubicBezTo>
                <a:cubicBezTo>
                  <a:pt x="13260" y="30817"/>
                  <a:pt x="20731" y="21478"/>
                  <a:pt x="30443" y="14008"/>
                </a:cubicBezTo>
                <a:cubicBezTo>
                  <a:pt x="36420" y="9525"/>
                  <a:pt x="42956" y="5977"/>
                  <a:pt x="49867" y="3549"/>
                </a:cubicBezTo>
                <a:cubicBezTo>
                  <a:pt x="56964" y="1307"/>
                  <a:pt x="64061" y="0"/>
                  <a:pt x="71532" y="0"/>
                </a:cubicBezTo>
                <a:cubicBezTo>
                  <a:pt x="87594" y="0"/>
                  <a:pt x="100294" y="4856"/>
                  <a:pt x="109446" y="14568"/>
                </a:cubicBezTo>
                <a:cubicBezTo>
                  <a:pt x="118784" y="24280"/>
                  <a:pt x="123453" y="37540"/>
                  <a:pt x="123827" y="54536"/>
                </a:cubicBezTo>
                <a:lnTo>
                  <a:pt x="109819" y="545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C78AD5-FB83-4085-AB63-0F89F0C3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0" y="2221989"/>
            <a:ext cx="136153" cy="81057"/>
          </a:xfrm>
          <a:custGeom xmlns:a="http://schemas.openxmlformats.org/drawingml/2006/main">
            <a:pathLst>
              <a:path w="136153" h="81057">
                <a:moveTo>
                  <a:pt x="120652" y="78442"/>
                </a:moveTo>
                <a:lnTo>
                  <a:pt x="120652" y="48373"/>
                </a:lnTo>
                <a:lnTo>
                  <a:pt x="16809" y="48373"/>
                </a:lnTo>
                <a:lnTo>
                  <a:pt x="23346" y="81057"/>
                </a:lnTo>
                <a:lnTo>
                  <a:pt x="6537" y="81057"/>
                </a:lnTo>
                <a:lnTo>
                  <a:pt x="0" y="48560"/>
                </a:lnTo>
                <a:lnTo>
                  <a:pt x="0" y="30070"/>
                </a:lnTo>
                <a:lnTo>
                  <a:pt x="120652" y="30070"/>
                </a:lnTo>
                <a:lnTo>
                  <a:pt x="120652" y="0"/>
                </a:lnTo>
                <a:lnTo>
                  <a:pt x="136153" y="0"/>
                </a:lnTo>
                <a:lnTo>
                  <a:pt x="136153" y="78442"/>
                </a:lnTo>
                <a:lnTo>
                  <a:pt x="120652" y="784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F3E2B2-0E0C-4EBF-BDE8-90BBC2DB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37" y="782516"/>
            <a:ext cx="5413828" cy="1267030"/>
          </a:xfrm>
          <a:custGeom xmlns:a="http://schemas.openxmlformats.org/drawingml/2006/main">
            <a:pathLst>
              <a:path w="5413828" h="1267030" fill="none">
                <a:moveTo>
                  <a:pt x="0" y="1102052"/>
                </a:moveTo>
                <a:lnTo>
                  <a:pt x="1082766" y="1267030"/>
                </a:lnTo>
                <a:lnTo>
                  <a:pt x="2165531" y="679708"/>
                </a:lnTo>
                <a:lnTo>
                  <a:pt x="3248297" y="719303"/>
                </a:lnTo>
                <a:lnTo>
                  <a:pt x="4331062" y="283762"/>
                </a:lnTo>
                <a:lnTo>
                  <a:pt x="54138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81" cap="flat">
            <a:solidFill>
              <a:srgbClr val="008080"/>
            </a:solidFill>
            <a:custDash>
              <a:ds d="370000" sp="160000"/>
            </a:custDash>
            <a:round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6E7272-BCBC-45E9-BDBB-63397496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74" y="1831206"/>
            <a:ext cx="106724" cy="106724"/>
          </a:xfrm>
          <a:custGeom xmlns:a="http://schemas.openxmlformats.org/drawingml/2006/main">
            <a:pathLst>
              <a:path w="106724" h="106724">
                <a:moveTo>
                  <a:pt x="53362" y="0"/>
                </a:moveTo>
                <a:lnTo>
                  <a:pt x="0" y="106724"/>
                </a:lnTo>
                <a:lnTo>
                  <a:pt x="106724" y="106724"/>
                </a:lnTo>
                <a:lnTo>
                  <a:pt x="53362" y="0"/>
                </a:lnTo>
                <a:close/>
              </a:path>
            </a:pathLst>
          </a:custGeom>
          <a:solidFill xmlns:a="http://schemas.openxmlformats.org/drawingml/2006/main">
            <a:srgbClr val="0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A3341C-781B-4951-95F6-A87381C8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74" y="1831206"/>
            <a:ext cx="106724" cy="106724"/>
          </a:xfrm>
          <a:custGeom xmlns:a="http://schemas.openxmlformats.org/drawingml/2006/main">
            <a:pathLst>
              <a:path w="106724" h="106724" fill="none">
                <a:moveTo>
                  <a:pt x="53362" y="0"/>
                </a:moveTo>
                <a:lnTo>
                  <a:pt x="0" y="106724"/>
                </a:lnTo>
                <a:lnTo>
                  <a:pt x="106724" y="106724"/>
                </a:lnTo>
                <a:lnTo>
                  <a:pt x="5336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41" cap="flat">
            <a:solidFill>
              <a:srgbClr val="008080"/>
            </a:solidFill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39660E-0FF8-4383-A554-90C1CA28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640" y="1996183"/>
            <a:ext cx="106724" cy="106724"/>
          </a:xfrm>
          <a:custGeom xmlns:a="http://schemas.openxmlformats.org/drawingml/2006/main">
            <a:pathLst>
              <a:path w="106724" h="106724">
                <a:moveTo>
                  <a:pt x="53362" y="0"/>
                </a:moveTo>
                <a:lnTo>
                  <a:pt x="0" y="106724"/>
                </a:lnTo>
                <a:lnTo>
                  <a:pt x="106724" y="106724"/>
                </a:lnTo>
                <a:lnTo>
                  <a:pt x="53362" y="0"/>
                </a:lnTo>
                <a:close/>
              </a:path>
            </a:pathLst>
          </a:custGeom>
          <a:solidFill xmlns:a="http://schemas.openxmlformats.org/drawingml/2006/main">
            <a:srgbClr val="0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226C29-F578-4033-956F-A9DEAEDE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640" y="1996183"/>
            <a:ext cx="106724" cy="106724"/>
          </a:xfrm>
          <a:custGeom xmlns:a="http://schemas.openxmlformats.org/drawingml/2006/main">
            <a:pathLst>
              <a:path w="106724" h="106724" fill="none">
                <a:moveTo>
                  <a:pt x="53362" y="0"/>
                </a:moveTo>
                <a:lnTo>
                  <a:pt x="0" y="106724"/>
                </a:lnTo>
                <a:lnTo>
                  <a:pt x="106724" y="106724"/>
                </a:lnTo>
                <a:lnTo>
                  <a:pt x="5336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41" cap="flat">
            <a:solidFill>
              <a:srgbClr val="008080"/>
            </a:solidFill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F96DE1-9AF3-4B4A-BEB5-7C01E2CF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405" y="1408862"/>
            <a:ext cx="106724" cy="106724"/>
          </a:xfrm>
          <a:custGeom xmlns:a="http://schemas.openxmlformats.org/drawingml/2006/main">
            <a:pathLst>
              <a:path w="106724" h="106724">
                <a:moveTo>
                  <a:pt x="53362" y="0"/>
                </a:moveTo>
                <a:lnTo>
                  <a:pt x="0" y="106724"/>
                </a:lnTo>
                <a:lnTo>
                  <a:pt x="106724" y="106724"/>
                </a:lnTo>
                <a:lnTo>
                  <a:pt x="53362" y="0"/>
                </a:lnTo>
                <a:close/>
              </a:path>
            </a:pathLst>
          </a:custGeom>
          <a:solidFill xmlns:a="http://schemas.openxmlformats.org/drawingml/2006/main">
            <a:srgbClr val="0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A6E03B-C6D3-43E8-928E-4E658DE2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405" y="1408862"/>
            <a:ext cx="106724" cy="106724"/>
          </a:xfrm>
          <a:custGeom xmlns:a="http://schemas.openxmlformats.org/drawingml/2006/main">
            <a:pathLst>
              <a:path w="106724" h="106724" fill="none">
                <a:moveTo>
                  <a:pt x="53362" y="0"/>
                </a:moveTo>
                <a:lnTo>
                  <a:pt x="0" y="106724"/>
                </a:lnTo>
                <a:lnTo>
                  <a:pt x="106724" y="106724"/>
                </a:lnTo>
                <a:lnTo>
                  <a:pt x="5336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41" cap="flat">
            <a:solidFill>
              <a:srgbClr val="008080"/>
            </a:solidFill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0041D3-EB37-4022-8588-A65D77FB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171" y="1448457"/>
            <a:ext cx="106724" cy="106724"/>
          </a:xfrm>
          <a:custGeom xmlns:a="http://schemas.openxmlformats.org/drawingml/2006/main">
            <a:pathLst>
              <a:path w="106724" h="106724">
                <a:moveTo>
                  <a:pt x="53362" y="0"/>
                </a:moveTo>
                <a:lnTo>
                  <a:pt x="0" y="106724"/>
                </a:lnTo>
                <a:lnTo>
                  <a:pt x="106724" y="106724"/>
                </a:lnTo>
                <a:lnTo>
                  <a:pt x="53362" y="0"/>
                </a:lnTo>
                <a:close/>
              </a:path>
            </a:pathLst>
          </a:custGeom>
          <a:solidFill xmlns:a="http://schemas.openxmlformats.org/drawingml/2006/main">
            <a:srgbClr val="0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98B8B0-5490-4E65-8CC9-0B4DB364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171" y="1448457"/>
            <a:ext cx="106724" cy="106724"/>
          </a:xfrm>
          <a:custGeom xmlns:a="http://schemas.openxmlformats.org/drawingml/2006/main">
            <a:pathLst>
              <a:path w="106724" h="106724" fill="none">
                <a:moveTo>
                  <a:pt x="53362" y="0"/>
                </a:moveTo>
                <a:lnTo>
                  <a:pt x="0" y="106724"/>
                </a:lnTo>
                <a:lnTo>
                  <a:pt x="106724" y="106724"/>
                </a:lnTo>
                <a:lnTo>
                  <a:pt x="5336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41" cap="flat">
            <a:solidFill>
              <a:srgbClr val="008080"/>
            </a:solidFill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15CD92-D7B4-4E9D-A329-D3FC259D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936" y="1012916"/>
            <a:ext cx="106724" cy="106724"/>
          </a:xfrm>
          <a:custGeom xmlns:a="http://schemas.openxmlformats.org/drawingml/2006/main">
            <a:pathLst>
              <a:path w="106724" h="106724">
                <a:moveTo>
                  <a:pt x="53362" y="0"/>
                </a:moveTo>
                <a:lnTo>
                  <a:pt x="0" y="106724"/>
                </a:lnTo>
                <a:lnTo>
                  <a:pt x="106724" y="106724"/>
                </a:lnTo>
                <a:lnTo>
                  <a:pt x="53362" y="0"/>
                </a:lnTo>
                <a:close/>
              </a:path>
            </a:pathLst>
          </a:custGeom>
          <a:solidFill xmlns:a="http://schemas.openxmlformats.org/drawingml/2006/main">
            <a:srgbClr val="0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3853A2-8DE1-4FD4-A3E2-BA5B47B1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936" y="1012916"/>
            <a:ext cx="106724" cy="106724"/>
          </a:xfrm>
          <a:custGeom xmlns:a="http://schemas.openxmlformats.org/drawingml/2006/main">
            <a:pathLst>
              <a:path w="106724" h="106724" fill="none">
                <a:moveTo>
                  <a:pt x="53362" y="0"/>
                </a:moveTo>
                <a:lnTo>
                  <a:pt x="0" y="106724"/>
                </a:lnTo>
                <a:lnTo>
                  <a:pt x="106724" y="106724"/>
                </a:lnTo>
                <a:lnTo>
                  <a:pt x="5336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41" cap="flat">
            <a:solidFill>
              <a:srgbClr val="008080"/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278631-D11F-4C25-BBC2-10131C61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702" y="729154"/>
            <a:ext cx="106724" cy="106724"/>
          </a:xfrm>
          <a:custGeom xmlns:a="http://schemas.openxmlformats.org/drawingml/2006/main">
            <a:pathLst>
              <a:path w="106724" h="106724">
                <a:moveTo>
                  <a:pt x="53362" y="0"/>
                </a:moveTo>
                <a:lnTo>
                  <a:pt x="0" y="106724"/>
                </a:lnTo>
                <a:lnTo>
                  <a:pt x="106724" y="106724"/>
                </a:lnTo>
                <a:lnTo>
                  <a:pt x="53362" y="0"/>
                </a:lnTo>
                <a:close/>
              </a:path>
            </a:pathLst>
          </a:custGeom>
          <a:solidFill xmlns:a="http://schemas.openxmlformats.org/drawingml/2006/main">
            <a:srgbClr val="0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17971C-4550-418E-BC65-5A174A9F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702" y="729154"/>
            <a:ext cx="106724" cy="106724"/>
          </a:xfrm>
          <a:custGeom xmlns:a="http://schemas.openxmlformats.org/drawingml/2006/main">
            <a:pathLst>
              <a:path w="106724" h="106724" fill="none">
                <a:moveTo>
                  <a:pt x="53362" y="0"/>
                </a:moveTo>
                <a:lnTo>
                  <a:pt x="0" y="106724"/>
                </a:lnTo>
                <a:lnTo>
                  <a:pt x="106724" y="106724"/>
                </a:lnTo>
                <a:lnTo>
                  <a:pt x="5336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41" cap="flat">
            <a:solidFill>
              <a:srgbClr val="008080"/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510EAE-F81F-4882-A51F-45F147BC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37" y="2247519"/>
            <a:ext cx="5413828" cy="2098518"/>
          </a:xfrm>
          <a:custGeom xmlns:a="http://schemas.openxmlformats.org/drawingml/2006/main">
            <a:pathLst>
              <a:path w="5413828" h="2098518" fill="none">
                <a:moveTo>
                  <a:pt x="0" y="1102052"/>
                </a:moveTo>
                <a:lnTo>
                  <a:pt x="1082766" y="2098518"/>
                </a:lnTo>
                <a:lnTo>
                  <a:pt x="2165531" y="1992932"/>
                </a:lnTo>
                <a:lnTo>
                  <a:pt x="3248297" y="791894"/>
                </a:lnTo>
                <a:lnTo>
                  <a:pt x="4331062" y="336555"/>
                </a:lnTo>
                <a:lnTo>
                  <a:pt x="54138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81" cap="sq">
            <a:solidFill>
              <a:srgbClr val="FFA500">
                <a:alpha val="80000"/>
              </a:srgbClr>
            </a:solidFill>
            <a:round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59E2FD-89E6-47C9-9B27-5F153079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215" y="3309549"/>
            <a:ext cx="80043" cy="80043"/>
          </a:xfrm>
          <a:custGeom xmlns:a="http://schemas.openxmlformats.org/drawingml/2006/main">
            <a:pathLst>
              <a:path w="80043" h="80043">
                <a:moveTo>
                  <a:pt x="40022" y="80043"/>
                </a:moveTo>
                <a:cubicBezTo>
                  <a:pt x="50635" y="80043"/>
                  <a:pt x="60816" y="75826"/>
                  <a:pt x="68321" y="68321"/>
                </a:cubicBezTo>
                <a:cubicBezTo>
                  <a:pt x="75826" y="60816"/>
                  <a:pt x="80043" y="50635"/>
                  <a:pt x="80043" y="40022"/>
                </a:cubicBezTo>
                <a:cubicBezTo>
                  <a:pt x="80043" y="29408"/>
                  <a:pt x="75826" y="19227"/>
                  <a:pt x="68321" y="11722"/>
                </a:cubicBezTo>
                <a:cubicBezTo>
                  <a:pt x="60816" y="4217"/>
                  <a:pt x="50635" y="0"/>
                  <a:pt x="40022" y="0"/>
                </a:cubicBezTo>
                <a:cubicBezTo>
                  <a:pt x="29408" y="0"/>
                  <a:pt x="19227" y="4217"/>
                  <a:pt x="11722" y="11722"/>
                </a:cubicBezTo>
                <a:cubicBezTo>
                  <a:pt x="4217" y="19227"/>
                  <a:pt x="0" y="29408"/>
                  <a:pt x="0" y="40022"/>
                </a:cubicBezTo>
                <a:cubicBezTo>
                  <a:pt x="0" y="50635"/>
                  <a:pt x="4217" y="60816"/>
                  <a:pt x="11722" y="68321"/>
                </a:cubicBezTo>
                <a:cubicBezTo>
                  <a:pt x="19227" y="75826"/>
                  <a:pt x="29408" y="80043"/>
                  <a:pt x="40022" y="80043"/>
                </a:cubicBezTo>
                <a:close/>
              </a:path>
            </a:pathLst>
          </a:custGeom>
          <a:solidFill xmlns:a="http://schemas.openxmlformats.org/drawingml/2006/main">
            <a:srgbClr val="FFA50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43A07D-7010-4C19-9DC0-C12722A1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215" y="3309549"/>
            <a:ext cx="80043" cy="80043"/>
          </a:xfrm>
          <a:custGeom xmlns:a="http://schemas.openxmlformats.org/drawingml/2006/main">
            <a:pathLst>
              <a:path w="80043" h="80043" fill="none">
                <a:moveTo>
                  <a:pt x="40022" y="80043"/>
                </a:moveTo>
                <a:cubicBezTo>
                  <a:pt x="50635" y="80043"/>
                  <a:pt x="60816" y="75826"/>
                  <a:pt x="68321" y="68321"/>
                </a:cubicBezTo>
                <a:cubicBezTo>
                  <a:pt x="75826" y="60816"/>
                  <a:pt x="80043" y="50635"/>
                  <a:pt x="80043" y="40022"/>
                </a:cubicBezTo>
                <a:cubicBezTo>
                  <a:pt x="80043" y="29408"/>
                  <a:pt x="75826" y="19227"/>
                  <a:pt x="68321" y="11722"/>
                </a:cubicBezTo>
                <a:cubicBezTo>
                  <a:pt x="60816" y="4217"/>
                  <a:pt x="50635" y="0"/>
                  <a:pt x="40022" y="0"/>
                </a:cubicBezTo>
                <a:cubicBezTo>
                  <a:pt x="29408" y="0"/>
                  <a:pt x="19227" y="4217"/>
                  <a:pt x="11722" y="11722"/>
                </a:cubicBezTo>
                <a:cubicBezTo>
                  <a:pt x="4217" y="19227"/>
                  <a:pt x="0" y="29408"/>
                  <a:pt x="0" y="40022"/>
                </a:cubicBezTo>
                <a:cubicBezTo>
                  <a:pt x="0" y="50635"/>
                  <a:pt x="4217" y="60816"/>
                  <a:pt x="11722" y="68321"/>
                </a:cubicBezTo>
                <a:cubicBezTo>
                  <a:pt x="19227" y="75826"/>
                  <a:pt x="29408" y="80043"/>
                  <a:pt x="40022" y="800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41" cap="flat">
            <a:solidFill>
              <a:srgbClr val="FFA500">
                <a:alpha val="80000"/>
              </a:srgbClr>
            </a:solidFill>
            <a:round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1E5851-87A0-46D8-9498-4BFCE0D4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980" y="4306015"/>
            <a:ext cx="80043" cy="80043"/>
          </a:xfrm>
          <a:custGeom xmlns:a="http://schemas.openxmlformats.org/drawingml/2006/main">
            <a:pathLst>
              <a:path w="80043" h="80043">
                <a:moveTo>
                  <a:pt x="40022" y="80043"/>
                </a:moveTo>
                <a:cubicBezTo>
                  <a:pt x="50635" y="80043"/>
                  <a:pt x="60816" y="75826"/>
                  <a:pt x="68321" y="68321"/>
                </a:cubicBezTo>
                <a:cubicBezTo>
                  <a:pt x="75826" y="60816"/>
                  <a:pt x="80043" y="50635"/>
                  <a:pt x="80043" y="40022"/>
                </a:cubicBezTo>
                <a:cubicBezTo>
                  <a:pt x="80043" y="29408"/>
                  <a:pt x="75826" y="19227"/>
                  <a:pt x="68321" y="11722"/>
                </a:cubicBezTo>
                <a:cubicBezTo>
                  <a:pt x="60816" y="4217"/>
                  <a:pt x="50635" y="0"/>
                  <a:pt x="40022" y="0"/>
                </a:cubicBezTo>
                <a:cubicBezTo>
                  <a:pt x="29408" y="0"/>
                  <a:pt x="19227" y="4217"/>
                  <a:pt x="11722" y="11722"/>
                </a:cubicBezTo>
                <a:cubicBezTo>
                  <a:pt x="4217" y="19227"/>
                  <a:pt x="0" y="29408"/>
                  <a:pt x="0" y="40022"/>
                </a:cubicBezTo>
                <a:cubicBezTo>
                  <a:pt x="0" y="50635"/>
                  <a:pt x="4217" y="60816"/>
                  <a:pt x="11722" y="68321"/>
                </a:cubicBezTo>
                <a:cubicBezTo>
                  <a:pt x="19227" y="75826"/>
                  <a:pt x="29408" y="80043"/>
                  <a:pt x="40022" y="80043"/>
                </a:cubicBezTo>
                <a:close/>
              </a:path>
            </a:pathLst>
          </a:custGeom>
          <a:solidFill xmlns:a="http://schemas.openxmlformats.org/drawingml/2006/main">
            <a:srgbClr val="FFA50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938CB1-6EA3-4988-96F7-1B179C82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980" y="4306015"/>
            <a:ext cx="80043" cy="80043"/>
          </a:xfrm>
          <a:custGeom xmlns:a="http://schemas.openxmlformats.org/drawingml/2006/main">
            <a:pathLst>
              <a:path w="80043" h="80043" fill="none">
                <a:moveTo>
                  <a:pt x="40022" y="80043"/>
                </a:moveTo>
                <a:cubicBezTo>
                  <a:pt x="50635" y="80043"/>
                  <a:pt x="60816" y="75826"/>
                  <a:pt x="68321" y="68321"/>
                </a:cubicBezTo>
                <a:cubicBezTo>
                  <a:pt x="75826" y="60816"/>
                  <a:pt x="80043" y="50635"/>
                  <a:pt x="80043" y="40022"/>
                </a:cubicBezTo>
                <a:cubicBezTo>
                  <a:pt x="80043" y="29408"/>
                  <a:pt x="75826" y="19227"/>
                  <a:pt x="68321" y="11722"/>
                </a:cubicBezTo>
                <a:cubicBezTo>
                  <a:pt x="60816" y="4217"/>
                  <a:pt x="50635" y="0"/>
                  <a:pt x="40022" y="0"/>
                </a:cubicBezTo>
                <a:cubicBezTo>
                  <a:pt x="29408" y="0"/>
                  <a:pt x="19227" y="4217"/>
                  <a:pt x="11722" y="11722"/>
                </a:cubicBezTo>
                <a:cubicBezTo>
                  <a:pt x="4217" y="19227"/>
                  <a:pt x="0" y="29408"/>
                  <a:pt x="0" y="40022"/>
                </a:cubicBezTo>
                <a:cubicBezTo>
                  <a:pt x="0" y="50635"/>
                  <a:pt x="4217" y="60816"/>
                  <a:pt x="11722" y="68321"/>
                </a:cubicBezTo>
                <a:cubicBezTo>
                  <a:pt x="19227" y="75826"/>
                  <a:pt x="29408" y="80043"/>
                  <a:pt x="40022" y="800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41" cap="flat">
            <a:solidFill>
              <a:srgbClr val="FFA500">
                <a:alpha val="80000"/>
              </a:srgbClr>
            </a:solidFill>
            <a:round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005A7E-B441-42D0-91AF-627AE5CC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746" y="4200429"/>
            <a:ext cx="80043" cy="80043"/>
          </a:xfrm>
          <a:custGeom xmlns:a="http://schemas.openxmlformats.org/drawingml/2006/main">
            <a:pathLst>
              <a:path w="80043" h="80043">
                <a:moveTo>
                  <a:pt x="40022" y="80043"/>
                </a:moveTo>
                <a:cubicBezTo>
                  <a:pt x="50635" y="80043"/>
                  <a:pt x="60816" y="75826"/>
                  <a:pt x="68321" y="68321"/>
                </a:cubicBezTo>
                <a:cubicBezTo>
                  <a:pt x="75826" y="60816"/>
                  <a:pt x="80043" y="50635"/>
                  <a:pt x="80043" y="40022"/>
                </a:cubicBezTo>
                <a:cubicBezTo>
                  <a:pt x="80043" y="29408"/>
                  <a:pt x="75826" y="19227"/>
                  <a:pt x="68321" y="11722"/>
                </a:cubicBezTo>
                <a:cubicBezTo>
                  <a:pt x="60816" y="4217"/>
                  <a:pt x="50635" y="0"/>
                  <a:pt x="40022" y="0"/>
                </a:cubicBezTo>
                <a:cubicBezTo>
                  <a:pt x="29408" y="0"/>
                  <a:pt x="19227" y="4217"/>
                  <a:pt x="11722" y="11722"/>
                </a:cubicBezTo>
                <a:cubicBezTo>
                  <a:pt x="4217" y="19227"/>
                  <a:pt x="0" y="29408"/>
                  <a:pt x="0" y="40022"/>
                </a:cubicBezTo>
                <a:cubicBezTo>
                  <a:pt x="0" y="50635"/>
                  <a:pt x="4217" y="60816"/>
                  <a:pt x="11722" y="68321"/>
                </a:cubicBezTo>
                <a:cubicBezTo>
                  <a:pt x="19227" y="75826"/>
                  <a:pt x="29408" y="80043"/>
                  <a:pt x="40022" y="80043"/>
                </a:cubicBezTo>
                <a:close/>
              </a:path>
            </a:pathLst>
          </a:custGeom>
          <a:solidFill xmlns:a="http://schemas.openxmlformats.org/drawingml/2006/main">
            <a:srgbClr val="FFA50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C4ECB9-8C19-4B5C-81AE-AF0FE4FE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746" y="4200429"/>
            <a:ext cx="80043" cy="80043"/>
          </a:xfrm>
          <a:custGeom xmlns:a="http://schemas.openxmlformats.org/drawingml/2006/main">
            <a:pathLst>
              <a:path w="80043" h="80043" fill="none">
                <a:moveTo>
                  <a:pt x="40022" y="80043"/>
                </a:moveTo>
                <a:cubicBezTo>
                  <a:pt x="50635" y="80043"/>
                  <a:pt x="60816" y="75826"/>
                  <a:pt x="68321" y="68321"/>
                </a:cubicBezTo>
                <a:cubicBezTo>
                  <a:pt x="75826" y="60816"/>
                  <a:pt x="80043" y="50635"/>
                  <a:pt x="80043" y="40022"/>
                </a:cubicBezTo>
                <a:cubicBezTo>
                  <a:pt x="80043" y="29408"/>
                  <a:pt x="75826" y="19227"/>
                  <a:pt x="68321" y="11722"/>
                </a:cubicBezTo>
                <a:cubicBezTo>
                  <a:pt x="60816" y="4217"/>
                  <a:pt x="50635" y="0"/>
                  <a:pt x="40022" y="0"/>
                </a:cubicBezTo>
                <a:cubicBezTo>
                  <a:pt x="29408" y="0"/>
                  <a:pt x="19227" y="4217"/>
                  <a:pt x="11722" y="11722"/>
                </a:cubicBezTo>
                <a:cubicBezTo>
                  <a:pt x="4217" y="19227"/>
                  <a:pt x="0" y="29408"/>
                  <a:pt x="0" y="40022"/>
                </a:cubicBezTo>
                <a:cubicBezTo>
                  <a:pt x="0" y="50635"/>
                  <a:pt x="4217" y="60816"/>
                  <a:pt x="11722" y="68321"/>
                </a:cubicBezTo>
                <a:cubicBezTo>
                  <a:pt x="19227" y="75826"/>
                  <a:pt x="29408" y="80043"/>
                  <a:pt x="40022" y="800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41" cap="flat">
            <a:solidFill>
              <a:srgbClr val="FFA500">
                <a:alpha val="80000"/>
              </a:srgbClr>
            </a:solidFill>
            <a:round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35FE31-EEE4-468B-8514-2B81478E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12" y="2999391"/>
            <a:ext cx="80043" cy="80043"/>
          </a:xfrm>
          <a:custGeom xmlns:a="http://schemas.openxmlformats.org/drawingml/2006/main">
            <a:pathLst>
              <a:path w="80043" h="80043">
                <a:moveTo>
                  <a:pt x="40022" y="80043"/>
                </a:moveTo>
                <a:cubicBezTo>
                  <a:pt x="50635" y="80043"/>
                  <a:pt x="60816" y="75826"/>
                  <a:pt x="68321" y="68321"/>
                </a:cubicBezTo>
                <a:cubicBezTo>
                  <a:pt x="75826" y="60816"/>
                  <a:pt x="80043" y="50635"/>
                  <a:pt x="80043" y="40022"/>
                </a:cubicBezTo>
                <a:cubicBezTo>
                  <a:pt x="80043" y="29408"/>
                  <a:pt x="75826" y="19227"/>
                  <a:pt x="68321" y="11722"/>
                </a:cubicBezTo>
                <a:cubicBezTo>
                  <a:pt x="60816" y="4217"/>
                  <a:pt x="50635" y="0"/>
                  <a:pt x="40022" y="0"/>
                </a:cubicBezTo>
                <a:cubicBezTo>
                  <a:pt x="29408" y="0"/>
                  <a:pt x="19227" y="4217"/>
                  <a:pt x="11722" y="11722"/>
                </a:cubicBezTo>
                <a:cubicBezTo>
                  <a:pt x="4217" y="19227"/>
                  <a:pt x="0" y="29408"/>
                  <a:pt x="0" y="40022"/>
                </a:cubicBezTo>
                <a:cubicBezTo>
                  <a:pt x="0" y="50635"/>
                  <a:pt x="4217" y="60816"/>
                  <a:pt x="11722" y="68321"/>
                </a:cubicBezTo>
                <a:cubicBezTo>
                  <a:pt x="19227" y="75826"/>
                  <a:pt x="29408" y="80043"/>
                  <a:pt x="40022" y="80043"/>
                </a:cubicBezTo>
                <a:close/>
              </a:path>
            </a:pathLst>
          </a:custGeom>
          <a:solidFill xmlns:a="http://schemas.openxmlformats.org/drawingml/2006/main">
            <a:srgbClr val="FFA50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9E03B4-8952-4EFC-8AA2-CFC5D9F3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12" y="2999391"/>
            <a:ext cx="80043" cy="80043"/>
          </a:xfrm>
          <a:custGeom xmlns:a="http://schemas.openxmlformats.org/drawingml/2006/main">
            <a:pathLst>
              <a:path w="80043" h="80043" fill="none">
                <a:moveTo>
                  <a:pt x="40022" y="80043"/>
                </a:moveTo>
                <a:cubicBezTo>
                  <a:pt x="50635" y="80043"/>
                  <a:pt x="60816" y="75826"/>
                  <a:pt x="68321" y="68321"/>
                </a:cubicBezTo>
                <a:cubicBezTo>
                  <a:pt x="75826" y="60816"/>
                  <a:pt x="80043" y="50635"/>
                  <a:pt x="80043" y="40022"/>
                </a:cubicBezTo>
                <a:cubicBezTo>
                  <a:pt x="80043" y="29408"/>
                  <a:pt x="75826" y="19227"/>
                  <a:pt x="68321" y="11722"/>
                </a:cubicBezTo>
                <a:cubicBezTo>
                  <a:pt x="60816" y="4217"/>
                  <a:pt x="50635" y="0"/>
                  <a:pt x="40022" y="0"/>
                </a:cubicBezTo>
                <a:cubicBezTo>
                  <a:pt x="29408" y="0"/>
                  <a:pt x="19227" y="4217"/>
                  <a:pt x="11722" y="11722"/>
                </a:cubicBezTo>
                <a:cubicBezTo>
                  <a:pt x="4217" y="19227"/>
                  <a:pt x="0" y="29408"/>
                  <a:pt x="0" y="40022"/>
                </a:cubicBezTo>
                <a:cubicBezTo>
                  <a:pt x="0" y="50635"/>
                  <a:pt x="4217" y="60816"/>
                  <a:pt x="11722" y="68321"/>
                </a:cubicBezTo>
                <a:cubicBezTo>
                  <a:pt x="19227" y="75826"/>
                  <a:pt x="29408" y="80043"/>
                  <a:pt x="40022" y="800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41" cap="flat">
            <a:solidFill>
              <a:srgbClr val="FFA500">
                <a:alpha val="80000"/>
              </a:srgbClr>
            </a:solidFill>
            <a:round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991C47-520C-463D-ACA8-9015C77F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4277" y="2544052"/>
            <a:ext cx="80043" cy="80043"/>
          </a:xfrm>
          <a:custGeom xmlns:a="http://schemas.openxmlformats.org/drawingml/2006/main">
            <a:pathLst>
              <a:path w="80043" h="80043">
                <a:moveTo>
                  <a:pt x="40022" y="80043"/>
                </a:moveTo>
                <a:cubicBezTo>
                  <a:pt x="50635" y="80043"/>
                  <a:pt x="60816" y="75826"/>
                  <a:pt x="68321" y="68321"/>
                </a:cubicBezTo>
                <a:cubicBezTo>
                  <a:pt x="75826" y="60816"/>
                  <a:pt x="80043" y="50635"/>
                  <a:pt x="80043" y="40022"/>
                </a:cubicBezTo>
                <a:cubicBezTo>
                  <a:pt x="80043" y="29408"/>
                  <a:pt x="75826" y="19227"/>
                  <a:pt x="68321" y="11722"/>
                </a:cubicBezTo>
                <a:cubicBezTo>
                  <a:pt x="60816" y="4217"/>
                  <a:pt x="50635" y="0"/>
                  <a:pt x="40022" y="0"/>
                </a:cubicBezTo>
                <a:cubicBezTo>
                  <a:pt x="29408" y="0"/>
                  <a:pt x="19227" y="4217"/>
                  <a:pt x="11722" y="11722"/>
                </a:cubicBezTo>
                <a:cubicBezTo>
                  <a:pt x="4217" y="19227"/>
                  <a:pt x="0" y="29408"/>
                  <a:pt x="0" y="40022"/>
                </a:cubicBezTo>
                <a:cubicBezTo>
                  <a:pt x="0" y="50635"/>
                  <a:pt x="4217" y="60816"/>
                  <a:pt x="11722" y="68321"/>
                </a:cubicBezTo>
                <a:cubicBezTo>
                  <a:pt x="19227" y="75826"/>
                  <a:pt x="29408" y="80043"/>
                  <a:pt x="40022" y="80043"/>
                </a:cubicBezTo>
                <a:close/>
              </a:path>
            </a:pathLst>
          </a:custGeom>
          <a:solidFill xmlns:a="http://schemas.openxmlformats.org/drawingml/2006/main">
            <a:srgbClr val="FFA50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9B3BBE-857E-413C-8281-750CFCBF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4277" y="2544052"/>
            <a:ext cx="80043" cy="80043"/>
          </a:xfrm>
          <a:custGeom xmlns:a="http://schemas.openxmlformats.org/drawingml/2006/main">
            <a:pathLst>
              <a:path w="80043" h="80043" fill="none">
                <a:moveTo>
                  <a:pt x="40022" y="80043"/>
                </a:moveTo>
                <a:cubicBezTo>
                  <a:pt x="50635" y="80043"/>
                  <a:pt x="60816" y="75826"/>
                  <a:pt x="68321" y="68321"/>
                </a:cubicBezTo>
                <a:cubicBezTo>
                  <a:pt x="75826" y="60816"/>
                  <a:pt x="80043" y="50635"/>
                  <a:pt x="80043" y="40022"/>
                </a:cubicBezTo>
                <a:cubicBezTo>
                  <a:pt x="80043" y="29408"/>
                  <a:pt x="75826" y="19227"/>
                  <a:pt x="68321" y="11722"/>
                </a:cubicBezTo>
                <a:cubicBezTo>
                  <a:pt x="60816" y="4217"/>
                  <a:pt x="50635" y="0"/>
                  <a:pt x="40022" y="0"/>
                </a:cubicBezTo>
                <a:cubicBezTo>
                  <a:pt x="29408" y="0"/>
                  <a:pt x="19227" y="4217"/>
                  <a:pt x="11722" y="11722"/>
                </a:cubicBezTo>
                <a:cubicBezTo>
                  <a:pt x="4217" y="19227"/>
                  <a:pt x="0" y="29408"/>
                  <a:pt x="0" y="40022"/>
                </a:cubicBezTo>
                <a:cubicBezTo>
                  <a:pt x="0" y="50635"/>
                  <a:pt x="4217" y="60816"/>
                  <a:pt x="11722" y="68321"/>
                </a:cubicBezTo>
                <a:cubicBezTo>
                  <a:pt x="19227" y="75826"/>
                  <a:pt x="29408" y="80043"/>
                  <a:pt x="40022" y="800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41" cap="flat">
            <a:solidFill>
              <a:srgbClr val="FFA500">
                <a:alpha val="80000"/>
              </a:srgbClr>
            </a:solidFill>
            <a:round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736323-D9AB-49BC-AE8B-F6F04B9D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043" y="2207497"/>
            <a:ext cx="80043" cy="80043"/>
          </a:xfrm>
          <a:custGeom xmlns:a="http://schemas.openxmlformats.org/drawingml/2006/main">
            <a:pathLst>
              <a:path w="80043" h="80043">
                <a:moveTo>
                  <a:pt x="40022" y="80043"/>
                </a:moveTo>
                <a:cubicBezTo>
                  <a:pt x="50635" y="80043"/>
                  <a:pt x="60816" y="75826"/>
                  <a:pt x="68321" y="68321"/>
                </a:cubicBezTo>
                <a:cubicBezTo>
                  <a:pt x="75826" y="60816"/>
                  <a:pt x="80043" y="50635"/>
                  <a:pt x="80043" y="40022"/>
                </a:cubicBezTo>
                <a:cubicBezTo>
                  <a:pt x="80043" y="29408"/>
                  <a:pt x="75826" y="19227"/>
                  <a:pt x="68321" y="11722"/>
                </a:cubicBezTo>
                <a:cubicBezTo>
                  <a:pt x="60816" y="4217"/>
                  <a:pt x="50635" y="0"/>
                  <a:pt x="40022" y="0"/>
                </a:cubicBezTo>
                <a:cubicBezTo>
                  <a:pt x="29408" y="0"/>
                  <a:pt x="19227" y="4217"/>
                  <a:pt x="11722" y="11722"/>
                </a:cubicBezTo>
                <a:cubicBezTo>
                  <a:pt x="4217" y="19227"/>
                  <a:pt x="0" y="29408"/>
                  <a:pt x="0" y="40022"/>
                </a:cubicBezTo>
                <a:cubicBezTo>
                  <a:pt x="0" y="50635"/>
                  <a:pt x="4217" y="60816"/>
                  <a:pt x="11722" y="68321"/>
                </a:cubicBezTo>
                <a:cubicBezTo>
                  <a:pt x="19227" y="75826"/>
                  <a:pt x="29408" y="80043"/>
                  <a:pt x="40022" y="80043"/>
                </a:cubicBezTo>
                <a:close/>
              </a:path>
            </a:pathLst>
          </a:custGeom>
          <a:solidFill xmlns:a="http://schemas.openxmlformats.org/drawingml/2006/main">
            <a:srgbClr val="FFA50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6F2603-BE86-47EA-85ED-8E175712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043" y="2207497"/>
            <a:ext cx="80043" cy="80043"/>
          </a:xfrm>
          <a:custGeom xmlns:a="http://schemas.openxmlformats.org/drawingml/2006/main">
            <a:pathLst>
              <a:path w="80043" h="80043" fill="none">
                <a:moveTo>
                  <a:pt x="40022" y="80043"/>
                </a:moveTo>
                <a:cubicBezTo>
                  <a:pt x="50635" y="80043"/>
                  <a:pt x="60816" y="75826"/>
                  <a:pt x="68321" y="68321"/>
                </a:cubicBezTo>
                <a:cubicBezTo>
                  <a:pt x="75826" y="60816"/>
                  <a:pt x="80043" y="50635"/>
                  <a:pt x="80043" y="40022"/>
                </a:cubicBezTo>
                <a:cubicBezTo>
                  <a:pt x="80043" y="29408"/>
                  <a:pt x="75826" y="19227"/>
                  <a:pt x="68321" y="11722"/>
                </a:cubicBezTo>
                <a:cubicBezTo>
                  <a:pt x="60816" y="4217"/>
                  <a:pt x="50635" y="0"/>
                  <a:pt x="40022" y="0"/>
                </a:cubicBezTo>
                <a:cubicBezTo>
                  <a:pt x="29408" y="0"/>
                  <a:pt x="19227" y="4217"/>
                  <a:pt x="11722" y="11722"/>
                </a:cubicBezTo>
                <a:cubicBezTo>
                  <a:pt x="4217" y="19227"/>
                  <a:pt x="0" y="29408"/>
                  <a:pt x="0" y="40022"/>
                </a:cubicBezTo>
                <a:cubicBezTo>
                  <a:pt x="0" y="50635"/>
                  <a:pt x="4217" y="60816"/>
                  <a:pt x="11722" y="68321"/>
                </a:cubicBezTo>
                <a:cubicBezTo>
                  <a:pt x="19227" y="75826"/>
                  <a:pt x="29408" y="80043"/>
                  <a:pt x="40022" y="800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41" cap="flat">
            <a:solidFill>
              <a:srgbClr val="FFA500">
                <a:alpha val="80000"/>
              </a:srgbClr>
            </a:solidFill>
            <a:round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EF1FF4-38C8-4D62-8153-6203F639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45" y="604340"/>
            <a:ext cx="10" cy="3919873"/>
          </a:xfrm>
          <a:custGeom xmlns:a="http://schemas.openxmlformats.org/drawingml/2006/main">
            <a:pathLst>
              <a:path w="1" h="3919873" fill="none">
                <a:moveTo>
                  <a:pt x="0" y="391987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72" cap="sq">
            <a:solidFill>
              <a:srgbClr val="000000"/>
            </a:solidFill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E574FE-D1EB-41CE-BC15-B46E1034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45" y="4524213"/>
            <a:ext cx="5955210" cy="10"/>
          </a:xfrm>
          <a:custGeom xmlns:a="http://schemas.openxmlformats.org/drawingml/2006/main">
            <a:pathLst>
              <a:path w="5955210" h="1" fill="none">
                <a:moveTo>
                  <a:pt x="0" y="0"/>
                </a:moveTo>
                <a:lnTo>
                  <a:pt x="59552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72" cap="sq">
            <a:solidFill>
              <a:srgbClr val="000000"/>
            </a:solidFill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7DD9EF-BF7A-461C-A2CA-8DCF1DCC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77" y="1666797"/>
            <a:ext cx="80683" cy="120865"/>
          </a:xfrm>
          <a:custGeom xmlns:a="http://schemas.openxmlformats.org/drawingml/2006/main">
            <a:pathLst>
              <a:path w="80683" h="120865">
                <a:moveTo>
                  <a:pt x="40342" y="12487"/>
                </a:moveTo>
                <a:cubicBezTo>
                  <a:pt x="32177" y="12487"/>
                  <a:pt x="26094" y="16489"/>
                  <a:pt x="21932" y="24493"/>
                </a:cubicBezTo>
                <a:cubicBezTo>
                  <a:pt x="17770" y="32498"/>
                  <a:pt x="15849" y="44504"/>
                  <a:pt x="15849" y="60513"/>
                </a:cubicBezTo>
                <a:cubicBezTo>
                  <a:pt x="15849" y="76521"/>
                  <a:pt x="17770" y="88528"/>
                  <a:pt x="21932" y="96532"/>
                </a:cubicBezTo>
                <a:cubicBezTo>
                  <a:pt x="26094" y="104536"/>
                  <a:pt x="32177" y="108539"/>
                  <a:pt x="40342" y="108539"/>
                </a:cubicBezTo>
                <a:cubicBezTo>
                  <a:pt x="48506" y="108539"/>
                  <a:pt x="54589" y="104536"/>
                  <a:pt x="58752" y="96532"/>
                </a:cubicBezTo>
                <a:cubicBezTo>
                  <a:pt x="62754" y="88528"/>
                  <a:pt x="64835" y="76521"/>
                  <a:pt x="64835" y="60513"/>
                </a:cubicBezTo>
                <a:cubicBezTo>
                  <a:pt x="64835" y="44504"/>
                  <a:pt x="62754" y="32498"/>
                  <a:pt x="58752" y="24493"/>
                </a:cubicBezTo>
                <a:cubicBezTo>
                  <a:pt x="54589" y="16489"/>
                  <a:pt x="48506" y="12487"/>
                  <a:pt x="40342" y="12487"/>
                </a:cubicBezTo>
                <a:close/>
                <a:moveTo>
                  <a:pt x="40342" y="0"/>
                </a:moveTo>
                <a:cubicBezTo>
                  <a:pt x="53309" y="0"/>
                  <a:pt x="63234" y="5283"/>
                  <a:pt x="70278" y="15528"/>
                </a:cubicBezTo>
                <a:cubicBezTo>
                  <a:pt x="77162" y="25934"/>
                  <a:pt x="80683" y="40982"/>
                  <a:pt x="80683" y="60513"/>
                </a:cubicBezTo>
                <a:cubicBezTo>
                  <a:pt x="80683" y="80203"/>
                  <a:pt x="77162" y="95251"/>
                  <a:pt x="70278" y="105497"/>
                </a:cubicBezTo>
                <a:cubicBezTo>
                  <a:pt x="63234" y="115742"/>
                  <a:pt x="53309" y="120865"/>
                  <a:pt x="40182" y="120865"/>
                </a:cubicBezTo>
                <a:cubicBezTo>
                  <a:pt x="27055" y="120865"/>
                  <a:pt x="17129" y="115742"/>
                  <a:pt x="10246" y="105497"/>
                </a:cubicBezTo>
                <a:cubicBezTo>
                  <a:pt x="3362" y="95251"/>
                  <a:pt x="0" y="80203"/>
                  <a:pt x="0" y="60513"/>
                </a:cubicBezTo>
                <a:cubicBezTo>
                  <a:pt x="0" y="40982"/>
                  <a:pt x="3362" y="25934"/>
                  <a:pt x="10246" y="15528"/>
                </a:cubicBezTo>
                <a:cubicBezTo>
                  <a:pt x="17129" y="5283"/>
                  <a:pt x="27215" y="0"/>
                  <a:pt x="4034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A8B397-202E-43A2-AA3D-9FE4C8CE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855" y="1765730"/>
            <a:ext cx="16489" cy="19851"/>
          </a:xfrm>
          <a:custGeom xmlns:a="http://schemas.openxmlformats.org/drawingml/2006/main">
            <a:pathLst>
              <a:path w="16489" h="19851">
                <a:moveTo>
                  <a:pt x="0" y="0"/>
                </a:moveTo>
                <a:lnTo>
                  <a:pt x="16489" y="0"/>
                </a:lnTo>
                <a:lnTo>
                  <a:pt x="16489" y="19851"/>
                </a:lnTo>
                <a:lnTo>
                  <a:pt x="0" y="198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80F50D-F6C0-4504-9986-AA7C98E2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78" y="1668878"/>
            <a:ext cx="85006" cy="116703"/>
          </a:xfrm>
          <a:custGeom xmlns:a="http://schemas.openxmlformats.org/drawingml/2006/main">
            <a:pathLst>
              <a:path w="85006" h="116703">
                <a:moveTo>
                  <a:pt x="52668" y="13767"/>
                </a:moveTo>
                <a:lnTo>
                  <a:pt x="12807" y="76041"/>
                </a:lnTo>
                <a:lnTo>
                  <a:pt x="52668" y="76041"/>
                </a:lnTo>
                <a:lnTo>
                  <a:pt x="52668" y="13767"/>
                </a:lnTo>
                <a:close/>
                <a:moveTo>
                  <a:pt x="48506" y="0"/>
                </a:moveTo>
                <a:lnTo>
                  <a:pt x="68357" y="0"/>
                </a:lnTo>
                <a:lnTo>
                  <a:pt x="68357" y="76041"/>
                </a:lnTo>
                <a:lnTo>
                  <a:pt x="85006" y="76041"/>
                </a:lnTo>
                <a:lnTo>
                  <a:pt x="85006" y="89168"/>
                </a:lnTo>
                <a:lnTo>
                  <a:pt x="68357" y="89168"/>
                </a:lnTo>
                <a:lnTo>
                  <a:pt x="68357" y="116703"/>
                </a:lnTo>
                <a:lnTo>
                  <a:pt x="52668" y="116703"/>
                </a:lnTo>
                <a:lnTo>
                  <a:pt x="52668" y="89168"/>
                </a:lnTo>
                <a:lnTo>
                  <a:pt x="0" y="89168"/>
                </a:lnTo>
                <a:lnTo>
                  <a:pt x="0" y="73960"/>
                </a:lnTo>
                <a:lnTo>
                  <a:pt x="4850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2FB184-2428-43D0-911B-4C2E8A7D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93" y="1668878"/>
            <a:ext cx="85006" cy="116703"/>
          </a:xfrm>
          <a:custGeom xmlns:a="http://schemas.openxmlformats.org/drawingml/2006/main">
            <a:pathLst>
              <a:path w="85006" h="116703">
                <a:moveTo>
                  <a:pt x="52668" y="13767"/>
                </a:moveTo>
                <a:lnTo>
                  <a:pt x="12807" y="76041"/>
                </a:lnTo>
                <a:lnTo>
                  <a:pt x="52668" y="76041"/>
                </a:lnTo>
                <a:lnTo>
                  <a:pt x="52668" y="13767"/>
                </a:lnTo>
                <a:close/>
                <a:moveTo>
                  <a:pt x="48506" y="0"/>
                </a:moveTo>
                <a:lnTo>
                  <a:pt x="68357" y="0"/>
                </a:lnTo>
                <a:lnTo>
                  <a:pt x="68357" y="76041"/>
                </a:lnTo>
                <a:lnTo>
                  <a:pt x="85006" y="76041"/>
                </a:lnTo>
                <a:lnTo>
                  <a:pt x="85006" y="89168"/>
                </a:lnTo>
                <a:lnTo>
                  <a:pt x="68357" y="89168"/>
                </a:lnTo>
                <a:lnTo>
                  <a:pt x="68357" y="116703"/>
                </a:lnTo>
                <a:lnTo>
                  <a:pt x="52668" y="116703"/>
                </a:lnTo>
                <a:lnTo>
                  <a:pt x="52668" y="89168"/>
                </a:lnTo>
                <a:lnTo>
                  <a:pt x="0" y="89168"/>
                </a:lnTo>
                <a:lnTo>
                  <a:pt x="0" y="73960"/>
                </a:lnTo>
                <a:lnTo>
                  <a:pt x="4850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59D668-F1AE-4863-99EE-2286D15E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35" y="1831775"/>
            <a:ext cx="80683" cy="120865"/>
          </a:xfrm>
          <a:custGeom xmlns:a="http://schemas.openxmlformats.org/drawingml/2006/main">
            <a:pathLst>
              <a:path w="80683" h="120865">
                <a:moveTo>
                  <a:pt x="40342" y="12487"/>
                </a:moveTo>
                <a:cubicBezTo>
                  <a:pt x="32177" y="12487"/>
                  <a:pt x="26094" y="16489"/>
                  <a:pt x="21932" y="24493"/>
                </a:cubicBezTo>
                <a:cubicBezTo>
                  <a:pt x="17770" y="32498"/>
                  <a:pt x="15849" y="44504"/>
                  <a:pt x="15849" y="60513"/>
                </a:cubicBezTo>
                <a:cubicBezTo>
                  <a:pt x="15849" y="76521"/>
                  <a:pt x="17770" y="88528"/>
                  <a:pt x="21932" y="96532"/>
                </a:cubicBezTo>
                <a:cubicBezTo>
                  <a:pt x="26094" y="104536"/>
                  <a:pt x="32177" y="108539"/>
                  <a:pt x="40342" y="108539"/>
                </a:cubicBezTo>
                <a:cubicBezTo>
                  <a:pt x="48506" y="108539"/>
                  <a:pt x="54589" y="104536"/>
                  <a:pt x="58752" y="96532"/>
                </a:cubicBezTo>
                <a:cubicBezTo>
                  <a:pt x="62754" y="88528"/>
                  <a:pt x="64835" y="76521"/>
                  <a:pt x="64835" y="60513"/>
                </a:cubicBezTo>
                <a:cubicBezTo>
                  <a:pt x="64835" y="44504"/>
                  <a:pt x="62754" y="32498"/>
                  <a:pt x="58752" y="24493"/>
                </a:cubicBezTo>
                <a:cubicBezTo>
                  <a:pt x="54589" y="16489"/>
                  <a:pt x="48506" y="12487"/>
                  <a:pt x="40342" y="12487"/>
                </a:cubicBezTo>
                <a:close/>
                <a:moveTo>
                  <a:pt x="40342" y="0"/>
                </a:moveTo>
                <a:cubicBezTo>
                  <a:pt x="53309" y="0"/>
                  <a:pt x="63234" y="5283"/>
                  <a:pt x="70278" y="15528"/>
                </a:cubicBezTo>
                <a:cubicBezTo>
                  <a:pt x="77162" y="25934"/>
                  <a:pt x="80683" y="40982"/>
                  <a:pt x="80683" y="60513"/>
                </a:cubicBezTo>
                <a:cubicBezTo>
                  <a:pt x="80683" y="80203"/>
                  <a:pt x="77162" y="95251"/>
                  <a:pt x="70278" y="105497"/>
                </a:cubicBezTo>
                <a:cubicBezTo>
                  <a:pt x="63234" y="115742"/>
                  <a:pt x="53309" y="120865"/>
                  <a:pt x="40182" y="120865"/>
                </a:cubicBezTo>
                <a:cubicBezTo>
                  <a:pt x="27055" y="120865"/>
                  <a:pt x="17129" y="115742"/>
                  <a:pt x="10246" y="105497"/>
                </a:cubicBezTo>
                <a:cubicBezTo>
                  <a:pt x="3362" y="95251"/>
                  <a:pt x="0" y="80203"/>
                  <a:pt x="0" y="60513"/>
                </a:cubicBezTo>
                <a:cubicBezTo>
                  <a:pt x="0" y="40982"/>
                  <a:pt x="3362" y="25934"/>
                  <a:pt x="10246" y="15528"/>
                </a:cubicBezTo>
                <a:cubicBezTo>
                  <a:pt x="17129" y="5283"/>
                  <a:pt x="27215" y="0"/>
                  <a:pt x="40342" y="0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0AEED3-382A-4549-9C08-52ED2EC4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113" y="1930708"/>
            <a:ext cx="16489" cy="19851"/>
          </a:xfrm>
          <a:custGeom xmlns:a="http://schemas.openxmlformats.org/drawingml/2006/main">
            <a:pathLst>
              <a:path w="16489" h="19851">
                <a:moveTo>
                  <a:pt x="0" y="0"/>
                </a:moveTo>
                <a:lnTo>
                  <a:pt x="16489" y="0"/>
                </a:lnTo>
                <a:lnTo>
                  <a:pt x="16489" y="19851"/>
                </a:lnTo>
                <a:lnTo>
                  <a:pt x="0" y="198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6CD2A7-C5DE-4801-8070-6946FBFE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736" y="1833856"/>
            <a:ext cx="85006" cy="116703"/>
          </a:xfrm>
          <a:custGeom xmlns:a="http://schemas.openxmlformats.org/drawingml/2006/main">
            <a:pathLst>
              <a:path w="85006" h="116703">
                <a:moveTo>
                  <a:pt x="52668" y="13767"/>
                </a:moveTo>
                <a:lnTo>
                  <a:pt x="12807" y="76041"/>
                </a:lnTo>
                <a:lnTo>
                  <a:pt x="52668" y="76041"/>
                </a:lnTo>
                <a:lnTo>
                  <a:pt x="52668" y="13767"/>
                </a:lnTo>
                <a:close/>
                <a:moveTo>
                  <a:pt x="48506" y="0"/>
                </a:moveTo>
                <a:lnTo>
                  <a:pt x="68357" y="0"/>
                </a:lnTo>
                <a:lnTo>
                  <a:pt x="68357" y="76041"/>
                </a:lnTo>
                <a:lnTo>
                  <a:pt x="85006" y="76041"/>
                </a:lnTo>
                <a:lnTo>
                  <a:pt x="85006" y="89168"/>
                </a:lnTo>
                <a:lnTo>
                  <a:pt x="68357" y="89168"/>
                </a:lnTo>
                <a:lnTo>
                  <a:pt x="68357" y="116703"/>
                </a:lnTo>
                <a:lnTo>
                  <a:pt x="52668" y="116703"/>
                </a:lnTo>
                <a:lnTo>
                  <a:pt x="52668" y="89168"/>
                </a:lnTo>
                <a:lnTo>
                  <a:pt x="0" y="89168"/>
                </a:lnTo>
                <a:lnTo>
                  <a:pt x="0" y="73960"/>
                </a:lnTo>
                <a:lnTo>
                  <a:pt x="48506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8CDE10-89FF-4A70-8B6D-CE0D9BAD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316" y="1833856"/>
            <a:ext cx="69477" cy="116703"/>
          </a:xfrm>
          <a:custGeom xmlns:a="http://schemas.openxmlformats.org/drawingml/2006/main">
            <a:pathLst>
              <a:path w="69477" h="116703">
                <a:moveTo>
                  <a:pt x="2241" y="103416"/>
                </a:moveTo>
                <a:lnTo>
                  <a:pt x="28015" y="103416"/>
                </a:lnTo>
                <a:lnTo>
                  <a:pt x="28015" y="14408"/>
                </a:lnTo>
                <a:lnTo>
                  <a:pt x="0" y="20011"/>
                </a:lnTo>
                <a:lnTo>
                  <a:pt x="0" y="5603"/>
                </a:lnTo>
                <a:lnTo>
                  <a:pt x="27855" y="0"/>
                </a:lnTo>
                <a:lnTo>
                  <a:pt x="43704" y="0"/>
                </a:lnTo>
                <a:lnTo>
                  <a:pt x="43704" y="103416"/>
                </a:lnTo>
                <a:lnTo>
                  <a:pt x="69477" y="103416"/>
                </a:lnTo>
                <a:lnTo>
                  <a:pt x="69477" y="116703"/>
                </a:lnTo>
                <a:lnTo>
                  <a:pt x="2241" y="116703"/>
                </a:lnTo>
                <a:lnTo>
                  <a:pt x="2241" y="103416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ED3236-2632-4511-B041-E846F3B2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945" y="1833856"/>
            <a:ext cx="68357" cy="117023"/>
          </a:xfrm>
          <a:custGeom xmlns:a="http://schemas.openxmlformats.org/drawingml/2006/main">
            <a:pathLst>
              <a:path w="68357" h="117023">
                <a:moveTo>
                  <a:pt x="37780" y="117023"/>
                </a:moveTo>
                <a:lnTo>
                  <a:pt x="30737" y="117023"/>
                </a:lnTo>
                <a:lnTo>
                  <a:pt x="0" y="86447"/>
                </a:lnTo>
                <a:lnTo>
                  <a:pt x="9285" y="77002"/>
                </a:lnTo>
                <a:lnTo>
                  <a:pt x="27535" y="95411"/>
                </a:lnTo>
                <a:lnTo>
                  <a:pt x="27535" y="0"/>
                </a:lnTo>
                <a:lnTo>
                  <a:pt x="40822" y="0"/>
                </a:lnTo>
                <a:lnTo>
                  <a:pt x="40822" y="95411"/>
                </a:lnTo>
                <a:lnTo>
                  <a:pt x="59072" y="77002"/>
                </a:lnTo>
                <a:lnTo>
                  <a:pt x="68357" y="86447"/>
                </a:lnTo>
                <a:lnTo>
                  <a:pt x="37780" y="117023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C4C778-21C9-4403-BA97-84D8F4A5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500" y="1244454"/>
            <a:ext cx="80683" cy="120865"/>
          </a:xfrm>
          <a:custGeom xmlns:a="http://schemas.openxmlformats.org/drawingml/2006/main">
            <a:pathLst>
              <a:path w="80683" h="120865">
                <a:moveTo>
                  <a:pt x="40342" y="12487"/>
                </a:moveTo>
                <a:cubicBezTo>
                  <a:pt x="32177" y="12487"/>
                  <a:pt x="26094" y="16489"/>
                  <a:pt x="21932" y="24493"/>
                </a:cubicBezTo>
                <a:cubicBezTo>
                  <a:pt x="17770" y="32498"/>
                  <a:pt x="15849" y="44504"/>
                  <a:pt x="15849" y="60513"/>
                </a:cubicBezTo>
                <a:cubicBezTo>
                  <a:pt x="15849" y="76521"/>
                  <a:pt x="17770" y="88528"/>
                  <a:pt x="21932" y="96532"/>
                </a:cubicBezTo>
                <a:cubicBezTo>
                  <a:pt x="26094" y="104536"/>
                  <a:pt x="32177" y="108539"/>
                  <a:pt x="40342" y="108539"/>
                </a:cubicBezTo>
                <a:cubicBezTo>
                  <a:pt x="48506" y="108539"/>
                  <a:pt x="54589" y="104536"/>
                  <a:pt x="58752" y="96532"/>
                </a:cubicBezTo>
                <a:cubicBezTo>
                  <a:pt x="62754" y="88528"/>
                  <a:pt x="64835" y="76521"/>
                  <a:pt x="64835" y="60513"/>
                </a:cubicBezTo>
                <a:cubicBezTo>
                  <a:pt x="64835" y="44504"/>
                  <a:pt x="62754" y="32498"/>
                  <a:pt x="58752" y="24493"/>
                </a:cubicBezTo>
                <a:cubicBezTo>
                  <a:pt x="54589" y="16489"/>
                  <a:pt x="48506" y="12487"/>
                  <a:pt x="40342" y="12487"/>
                </a:cubicBezTo>
                <a:close/>
                <a:moveTo>
                  <a:pt x="40342" y="0"/>
                </a:moveTo>
                <a:cubicBezTo>
                  <a:pt x="53309" y="0"/>
                  <a:pt x="63234" y="5283"/>
                  <a:pt x="70278" y="15528"/>
                </a:cubicBezTo>
                <a:cubicBezTo>
                  <a:pt x="77162" y="25934"/>
                  <a:pt x="80683" y="40982"/>
                  <a:pt x="80683" y="60513"/>
                </a:cubicBezTo>
                <a:cubicBezTo>
                  <a:pt x="80683" y="80203"/>
                  <a:pt x="77162" y="95251"/>
                  <a:pt x="70278" y="105497"/>
                </a:cubicBezTo>
                <a:cubicBezTo>
                  <a:pt x="63234" y="115742"/>
                  <a:pt x="53309" y="120865"/>
                  <a:pt x="40182" y="120865"/>
                </a:cubicBezTo>
                <a:cubicBezTo>
                  <a:pt x="27055" y="120865"/>
                  <a:pt x="17129" y="115742"/>
                  <a:pt x="10246" y="105497"/>
                </a:cubicBezTo>
                <a:cubicBezTo>
                  <a:pt x="3362" y="95251"/>
                  <a:pt x="0" y="80203"/>
                  <a:pt x="0" y="60513"/>
                </a:cubicBezTo>
                <a:cubicBezTo>
                  <a:pt x="0" y="40982"/>
                  <a:pt x="3362" y="25934"/>
                  <a:pt x="10246" y="15528"/>
                </a:cubicBezTo>
                <a:cubicBezTo>
                  <a:pt x="17129" y="5283"/>
                  <a:pt x="27215" y="0"/>
                  <a:pt x="40342" y="0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FD1377-08DD-40DD-8563-4109AE6D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878" y="1343387"/>
            <a:ext cx="16489" cy="19851"/>
          </a:xfrm>
          <a:custGeom xmlns:a="http://schemas.openxmlformats.org/drawingml/2006/main">
            <a:pathLst>
              <a:path w="16489" h="19851">
                <a:moveTo>
                  <a:pt x="0" y="0"/>
                </a:moveTo>
                <a:lnTo>
                  <a:pt x="16489" y="0"/>
                </a:lnTo>
                <a:lnTo>
                  <a:pt x="16489" y="19851"/>
                </a:lnTo>
                <a:lnTo>
                  <a:pt x="0" y="198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E84342-8861-4683-985F-89992209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983" y="1246535"/>
            <a:ext cx="75561" cy="118784"/>
          </a:xfrm>
          <a:custGeom xmlns:a="http://schemas.openxmlformats.org/drawingml/2006/main">
            <a:pathLst>
              <a:path w="75561" h="118784">
                <a:moveTo>
                  <a:pt x="4963" y="0"/>
                </a:moveTo>
                <a:lnTo>
                  <a:pt x="66916" y="0"/>
                </a:lnTo>
                <a:lnTo>
                  <a:pt x="66916" y="13287"/>
                </a:lnTo>
                <a:lnTo>
                  <a:pt x="19370" y="13287"/>
                </a:lnTo>
                <a:lnTo>
                  <a:pt x="19370" y="41943"/>
                </a:lnTo>
                <a:cubicBezTo>
                  <a:pt x="21612" y="41142"/>
                  <a:pt x="24013" y="40502"/>
                  <a:pt x="26254" y="40182"/>
                </a:cubicBezTo>
                <a:cubicBezTo>
                  <a:pt x="28495" y="39861"/>
                  <a:pt x="30897" y="39541"/>
                  <a:pt x="33138" y="39541"/>
                </a:cubicBezTo>
                <a:cubicBezTo>
                  <a:pt x="46105" y="39541"/>
                  <a:pt x="56350" y="43223"/>
                  <a:pt x="64035" y="50267"/>
                </a:cubicBezTo>
                <a:cubicBezTo>
                  <a:pt x="71719" y="57471"/>
                  <a:pt x="75561" y="67076"/>
                  <a:pt x="75561" y="79243"/>
                </a:cubicBezTo>
                <a:cubicBezTo>
                  <a:pt x="75561" y="91890"/>
                  <a:pt x="71559" y="101655"/>
                  <a:pt x="63714" y="108539"/>
                </a:cubicBezTo>
                <a:cubicBezTo>
                  <a:pt x="55870" y="115422"/>
                  <a:pt x="44824" y="118784"/>
                  <a:pt x="30737" y="118784"/>
                </a:cubicBezTo>
                <a:cubicBezTo>
                  <a:pt x="25774" y="118784"/>
                  <a:pt x="20811" y="118304"/>
                  <a:pt x="15688" y="117663"/>
                </a:cubicBezTo>
                <a:cubicBezTo>
                  <a:pt x="10566" y="116863"/>
                  <a:pt x="5443" y="115742"/>
                  <a:pt x="0" y="113981"/>
                </a:cubicBezTo>
                <a:lnTo>
                  <a:pt x="0" y="98133"/>
                </a:lnTo>
                <a:cubicBezTo>
                  <a:pt x="4643" y="100694"/>
                  <a:pt x="9445" y="102615"/>
                  <a:pt x="14568" y="103896"/>
                </a:cubicBezTo>
                <a:cubicBezTo>
                  <a:pt x="19531" y="105177"/>
                  <a:pt x="24813" y="105657"/>
                  <a:pt x="30416" y="105657"/>
                </a:cubicBezTo>
                <a:cubicBezTo>
                  <a:pt x="39381" y="105657"/>
                  <a:pt x="46585" y="103416"/>
                  <a:pt x="51868" y="98613"/>
                </a:cubicBezTo>
                <a:cubicBezTo>
                  <a:pt x="56991" y="93811"/>
                  <a:pt x="59712" y="87407"/>
                  <a:pt x="59712" y="79243"/>
                </a:cubicBezTo>
                <a:cubicBezTo>
                  <a:pt x="59712" y="71238"/>
                  <a:pt x="56991" y="64835"/>
                  <a:pt x="51868" y="60032"/>
                </a:cubicBezTo>
                <a:cubicBezTo>
                  <a:pt x="46585" y="55230"/>
                  <a:pt x="39381" y="52828"/>
                  <a:pt x="30416" y="52828"/>
                </a:cubicBezTo>
                <a:cubicBezTo>
                  <a:pt x="26254" y="52828"/>
                  <a:pt x="21932" y="53309"/>
                  <a:pt x="17770" y="54269"/>
                </a:cubicBezTo>
                <a:cubicBezTo>
                  <a:pt x="13607" y="55230"/>
                  <a:pt x="9285" y="56671"/>
                  <a:pt x="4963" y="58592"/>
                </a:cubicBezTo>
                <a:lnTo>
                  <a:pt x="4963" y="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6B19FF-AA0C-4C20-94E8-D475D867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037" y="1244454"/>
            <a:ext cx="80683" cy="120865"/>
          </a:xfrm>
          <a:custGeom xmlns:a="http://schemas.openxmlformats.org/drawingml/2006/main">
            <a:pathLst>
              <a:path w="80683" h="120865">
                <a:moveTo>
                  <a:pt x="40342" y="12487"/>
                </a:moveTo>
                <a:cubicBezTo>
                  <a:pt x="32177" y="12487"/>
                  <a:pt x="26094" y="16489"/>
                  <a:pt x="21932" y="24493"/>
                </a:cubicBezTo>
                <a:cubicBezTo>
                  <a:pt x="17770" y="32498"/>
                  <a:pt x="15849" y="44504"/>
                  <a:pt x="15849" y="60513"/>
                </a:cubicBezTo>
                <a:cubicBezTo>
                  <a:pt x="15849" y="76521"/>
                  <a:pt x="17770" y="88528"/>
                  <a:pt x="21932" y="96532"/>
                </a:cubicBezTo>
                <a:cubicBezTo>
                  <a:pt x="26094" y="104536"/>
                  <a:pt x="32177" y="108539"/>
                  <a:pt x="40342" y="108539"/>
                </a:cubicBezTo>
                <a:cubicBezTo>
                  <a:pt x="48506" y="108539"/>
                  <a:pt x="54589" y="104536"/>
                  <a:pt x="58752" y="96532"/>
                </a:cubicBezTo>
                <a:cubicBezTo>
                  <a:pt x="62754" y="88528"/>
                  <a:pt x="64835" y="76521"/>
                  <a:pt x="64835" y="60513"/>
                </a:cubicBezTo>
                <a:cubicBezTo>
                  <a:pt x="64835" y="44504"/>
                  <a:pt x="62754" y="32498"/>
                  <a:pt x="58752" y="24493"/>
                </a:cubicBezTo>
                <a:cubicBezTo>
                  <a:pt x="54589" y="16489"/>
                  <a:pt x="48506" y="12487"/>
                  <a:pt x="40342" y="12487"/>
                </a:cubicBezTo>
                <a:close/>
                <a:moveTo>
                  <a:pt x="40342" y="0"/>
                </a:moveTo>
                <a:cubicBezTo>
                  <a:pt x="53309" y="0"/>
                  <a:pt x="63234" y="5283"/>
                  <a:pt x="70278" y="15528"/>
                </a:cubicBezTo>
                <a:cubicBezTo>
                  <a:pt x="77162" y="25934"/>
                  <a:pt x="80683" y="40982"/>
                  <a:pt x="80683" y="60513"/>
                </a:cubicBezTo>
                <a:cubicBezTo>
                  <a:pt x="80683" y="80203"/>
                  <a:pt x="77162" y="95251"/>
                  <a:pt x="70278" y="105497"/>
                </a:cubicBezTo>
                <a:cubicBezTo>
                  <a:pt x="63234" y="115742"/>
                  <a:pt x="53309" y="120865"/>
                  <a:pt x="40182" y="120865"/>
                </a:cubicBezTo>
                <a:cubicBezTo>
                  <a:pt x="27055" y="120865"/>
                  <a:pt x="17129" y="115742"/>
                  <a:pt x="10246" y="105497"/>
                </a:cubicBezTo>
                <a:cubicBezTo>
                  <a:pt x="3362" y="95251"/>
                  <a:pt x="0" y="80203"/>
                  <a:pt x="0" y="60513"/>
                </a:cubicBezTo>
                <a:cubicBezTo>
                  <a:pt x="0" y="40982"/>
                  <a:pt x="3362" y="25934"/>
                  <a:pt x="10246" y="15528"/>
                </a:cubicBezTo>
                <a:cubicBezTo>
                  <a:pt x="17129" y="5283"/>
                  <a:pt x="27215" y="0"/>
                  <a:pt x="40342" y="0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F8DB00-0704-4DD2-8D44-82D23C51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710" y="1246055"/>
            <a:ext cx="68357" cy="117183"/>
          </a:xfrm>
          <a:custGeom xmlns:a="http://schemas.openxmlformats.org/drawingml/2006/main">
            <a:pathLst>
              <a:path w="68357" h="117183">
                <a:moveTo>
                  <a:pt x="30737" y="0"/>
                </a:moveTo>
                <a:lnTo>
                  <a:pt x="37780" y="0"/>
                </a:lnTo>
                <a:lnTo>
                  <a:pt x="68357" y="30737"/>
                </a:lnTo>
                <a:lnTo>
                  <a:pt x="59072" y="40182"/>
                </a:lnTo>
                <a:lnTo>
                  <a:pt x="40822" y="21772"/>
                </a:lnTo>
                <a:lnTo>
                  <a:pt x="40822" y="117183"/>
                </a:lnTo>
                <a:lnTo>
                  <a:pt x="27535" y="117183"/>
                </a:lnTo>
                <a:lnTo>
                  <a:pt x="27535" y="21772"/>
                </a:lnTo>
                <a:lnTo>
                  <a:pt x="9285" y="40182"/>
                </a:lnTo>
                <a:lnTo>
                  <a:pt x="0" y="30737"/>
                </a:lnTo>
                <a:lnTo>
                  <a:pt x="30737" y="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41DA96-B03B-4614-850D-FF6174E9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266" y="1284049"/>
            <a:ext cx="80683" cy="120865"/>
          </a:xfrm>
          <a:custGeom xmlns:a="http://schemas.openxmlformats.org/drawingml/2006/main">
            <a:pathLst>
              <a:path w="80683" h="120865">
                <a:moveTo>
                  <a:pt x="40342" y="12487"/>
                </a:moveTo>
                <a:cubicBezTo>
                  <a:pt x="32177" y="12487"/>
                  <a:pt x="26094" y="16489"/>
                  <a:pt x="21932" y="24493"/>
                </a:cubicBezTo>
                <a:cubicBezTo>
                  <a:pt x="17770" y="32498"/>
                  <a:pt x="15849" y="44504"/>
                  <a:pt x="15849" y="60513"/>
                </a:cubicBezTo>
                <a:cubicBezTo>
                  <a:pt x="15849" y="76521"/>
                  <a:pt x="17770" y="88528"/>
                  <a:pt x="21932" y="96532"/>
                </a:cubicBezTo>
                <a:cubicBezTo>
                  <a:pt x="26094" y="104536"/>
                  <a:pt x="32177" y="108539"/>
                  <a:pt x="40342" y="108539"/>
                </a:cubicBezTo>
                <a:cubicBezTo>
                  <a:pt x="48506" y="108539"/>
                  <a:pt x="54589" y="104536"/>
                  <a:pt x="58752" y="96532"/>
                </a:cubicBezTo>
                <a:cubicBezTo>
                  <a:pt x="62754" y="88528"/>
                  <a:pt x="64835" y="76521"/>
                  <a:pt x="64835" y="60513"/>
                </a:cubicBezTo>
                <a:cubicBezTo>
                  <a:pt x="64835" y="44504"/>
                  <a:pt x="62754" y="32498"/>
                  <a:pt x="58752" y="24493"/>
                </a:cubicBezTo>
                <a:cubicBezTo>
                  <a:pt x="54589" y="16489"/>
                  <a:pt x="48506" y="12487"/>
                  <a:pt x="40342" y="12487"/>
                </a:cubicBezTo>
                <a:close/>
                <a:moveTo>
                  <a:pt x="40342" y="0"/>
                </a:moveTo>
                <a:cubicBezTo>
                  <a:pt x="53309" y="0"/>
                  <a:pt x="63234" y="5283"/>
                  <a:pt x="70278" y="15528"/>
                </a:cubicBezTo>
                <a:cubicBezTo>
                  <a:pt x="77162" y="25934"/>
                  <a:pt x="80683" y="40982"/>
                  <a:pt x="80683" y="60513"/>
                </a:cubicBezTo>
                <a:cubicBezTo>
                  <a:pt x="80683" y="80203"/>
                  <a:pt x="77162" y="95251"/>
                  <a:pt x="70278" y="105497"/>
                </a:cubicBezTo>
                <a:cubicBezTo>
                  <a:pt x="63234" y="115742"/>
                  <a:pt x="53309" y="120865"/>
                  <a:pt x="40182" y="120865"/>
                </a:cubicBezTo>
                <a:cubicBezTo>
                  <a:pt x="27055" y="120865"/>
                  <a:pt x="17129" y="115742"/>
                  <a:pt x="10246" y="105497"/>
                </a:cubicBezTo>
                <a:cubicBezTo>
                  <a:pt x="3362" y="95251"/>
                  <a:pt x="0" y="80203"/>
                  <a:pt x="0" y="60513"/>
                </a:cubicBezTo>
                <a:cubicBezTo>
                  <a:pt x="0" y="40982"/>
                  <a:pt x="3362" y="25934"/>
                  <a:pt x="10246" y="15528"/>
                </a:cubicBezTo>
                <a:cubicBezTo>
                  <a:pt x="17129" y="5283"/>
                  <a:pt x="27215" y="0"/>
                  <a:pt x="40342" y="0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284B46-D0AA-44A3-A5D6-711540FE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644" y="1382982"/>
            <a:ext cx="16489" cy="19851"/>
          </a:xfrm>
          <a:custGeom xmlns:a="http://schemas.openxmlformats.org/drawingml/2006/main">
            <a:pathLst>
              <a:path w="16489" h="19851">
                <a:moveTo>
                  <a:pt x="0" y="0"/>
                </a:moveTo>
                <a:lnTo>
                  <a:pt x="16489" y="0"/>
                </a:lnTo>
                <a:lnTo>
                  <a:pt x="16489" y="19851"/>
                </a:lnTo>
                <a:lnTo>
                  <a:pt x="0" y="198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649D81-2C8C-4E13-875D-4CA2A3AF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67" y="1286130"/>
            <a:ext cx="85006" cy="116703"/>
          </a:xfrm>
          <a:custGeom xmlns:a="http://schemas.openxmlformats.org/drawingml/2006/main">
            <a:pathLst>
              <a:path w="85006" h="116703">
                <a:moveTo>
                  <a:pt x="52668" y="13767"/>
                </a:moveTo>
                <a:lnTo>
                  <a:pt x="12807" y="76041"/>
                </a:lnTo>
                <a:lnTo>
                  <a:pt x="52668" y="76041"/>
                </a:lnTo>
                <a:lnTo>
                  <a:pt x="52668" y="13767"/>
                </a:lnTo>
                <a:close/>
                <a:moveTo>
                  <a:pt x="48506" y="0"/>
                </a:moveTo>
                <a:lnTo>
                  <a:pt x="68357" y="0"/>
                </a:lnTo>
                <a:lnTo>
                  <a:pt x="68357" y="76041"/>
                </a:lnTo>
                <a:lnTo>
                  <a:pt x="85006" y="76041"/>
                </a:lnTo>
                <a:lnTo>
                  <a:pt x="85006" y="89168"/>
                </a:lnTo>
                <a:lnTo>
                  <a:pt x="68357" y="89168"/>
                </a:lnTo>
                <a:lnTo>
                  <a:pt x="68357" y="116703"/>
                </a:lnTo>
                <a:lnTo>
                  <a:pt x="52668" y="116703"/>
                </a:lnTo>
                <a:lnTo>
                  <a:pt x="52668" y="89168"/>
                </a:lnTo>
                <a:lnTo>
                  <a:pt x="0" y="89168"/>
                </a:lnTo>
                <a:lnTo>
                  <a:pt x="0" y="73960"/>
                </a:lnTo>
                <a:lnTo>
                  <a:pt x="48506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0F0C7B-C04D-4283-A9F3-9ABD024E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323" y="1284049"/>
            <a:ext cx="80523" cy="120865"/>
          </a:xfrm>
          <a:custGeom xmlns:a="http://schemas.openxmlformats.org/drawingml/2006/main">
            <a:pathLst>
              <a:path w="80523" h="120865">
                <a:moveTo>
                  <a:pt x="7524" y="116383"/>
                </a:moveTo>
                <a:lnTo>
                  <a:pt x="7524" y="101975"/>
                </a:lnTo>
                <a:cubicBezTo>
                  <a:pt x="11366" y="103896"/>
                  <a:pt x="15368" y="105337"/>
                  <a:pt x="19531" y="106297"/>
                </a:cubicBezTo>
                <a:cubicBezTo>
                  <a:pt x="23533" y="107258"/>
                  <a:pt x="27535" y="107738"/>
                  <a:pt x="31537" y="107738"/>
                </a:cubicBezTo>
                <a:cubicBezTo>
                  <a:pt x="41783" y="107738"/>
                  <a:pt x="49787" y="104376"/>
                  <a:pt x="55230" y="97332"/>
                </a:cubicBezTo>
                <a:cubicBezTo>
                  <a:pt x="60673" y="90289"/>
                  <a:pt x="63874" y="79723"/>
                  <a:pt x="64835" y="65315"/>
                </a:cubicBezTo>
                <a:cubicBezTo>
                  <a:pt x="61633" y="69798"/>
                  <a:pt x="57791" y="73320"/>
                  <a:pt x="53309" y="75721"/>
                </a:cubicBezTo>
                <a:cubicBezTo>
                  <a:pt x="48666" y="78122"/>
                  <a:pt x="43543" y="79243"/>
                  <a:pt x="37940" y="79243"/>
                </a:cubicBezTo>
                <a:cubicBezTo>
                  <a:pt x="26094" y="79243"/>
                  <a:pt x="16809" y="75721"/>
                  <a:pt x="10085" y="68677"/>
                </a:cubicBezTo>
                <a:cubicBezTo>
                  <a:pt x="3362" y="61633"/>
                  <a:pt x="0" y="52028"/>
                  <a:pt x="0" y="39701"/>
                </a:cubicBezTo>
                <a:cubicBezTo>
                  <a:pt x="0" y="27855"/>
                  <a:pt x="3522" y="18250"/>
                  <a:pt x="10566" y="10886"/>
                </a:cubicBezTo>
                <a:cubicBezTo>
                  <a:pt x="17609" y="3682"/>
                  <a:pt x="27055" y="0"/>
                  <a:pt x="38901" y="0"/>
                </a:cubicBezTo>
                <a:cubicBezTo>
                  <a:pt x="52348" y="0"/>
                  <a:pt x="62754" y="5283"/>
                  <a:pt x="69798" y="15528"/>
                </a:cubicBezTo>
                <a:cubicBezTo>
                  <a:pt x="76841" y="25934"/>
                  <a:pt x="80523" y="40982"/>
                  <a:pt x="80523" y="60513"/>
                </a:cubicBezTo>
                <a:cubicBezTo>
                  <a:pt x="80523" y="79083"/>
                  <a:pt x="76041" y="93650"/>
                  <a:pt x="67396" y="104536"/>
                </a:cubicBezTo>
                <a:cubicBezTo>
                  <a:pt x="58592" y="115422"/>
                  <a:pt x="46905" y="120865"/>
                  <a:pt x="32177" y="120865"/>
                </a:cubicBezTo>
                <a:cubicBezTo>
                  <a:pt x="28175" y="120865"/>
                  <a:pt x="24173" y="120385"/>
                  <a:pt x="20171" y="119745"/>
                </a:cubicBezTo>
                <a:cubicBezTo>
                  <a:pt x="16009" y="119104"/>
                  <a:pt x="11846" y="117984"/>
                  <a:pt x="7524" y="116383"/>
                </a:cubicBezTo>
                <a:close/>
                <a:moveTo>
                  <a:pt x="38901" y="66916"/>
                </a:moveTo>
                <a:cubicBezTo>
                  <a:pt x="45945" y="66916"/>
                  <a:pt x="51548" y="64515"/>
                  <a:pt x="55710" y="59712"/>
                </a:cubicBezTo>
                <a:cubicBezTo>
                  <a:pt x="59872" y="54910"/>
                  <a:pt x="61953" y="48186"/>
                  <a:pt x="61953" y="39701"/>
                </a:cubicBezTo>
                <a:cubicBezTo>
                  <a:pt x="61953" y="31377"/>
                  <a:pt x="59872" y="24653"/>
                  <a:pt x="55710" y="19851"/>
                </a:cubicBezTo>
                <a:cubicBezTo>
                  <a:pt x="51548" y="15048"/>
                  <a:pt x="45945" y="12487"/>
                  <a:pt x="38901" y="12487"/>
                </a:cubicBezTo>
                <a:cubicBezTo>
                  <a:pt x="31857" y="12487"/>
                  <a:pt x="26254" y="15048"/>
                  <a:pt x="22092" y="19851"/>
                </a:cubicBezTo>
                <a:cubicBezTo>
                  <a:pt x="17930" y="24653"/>
                  <a:pt x="15849" y="31377"/>
                  <a:pt x="15849" y="39701"/>
                </a:cubicBezTo>
                <a:cubicBezTo>
                  <a:pt x="15849" y="48186"/>
                  <a:pt x="17930" y="54910"/>
                  <a:pt x="22092" y="59712"/>
                </a:cubicBezTo>
                <a:cubicBezTo>
                  <a:pt x="26254" y="64515"/>
                  <a:pt x="31857" y="66916"/>
                  <a:pt x="38901" y="66916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F5D733-63F9-4E73-9DF6-3954E030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476" y="1286130"/>
            <a:ext cx="68357" cy="117023"/>
          </a:xfrm>
          <a:custGeom xmlns:a="http://schemas.openxmlformats.org/drawingml/2006/main">
            <a:pathLst>
              <a:path w="68357" h="117023">
                <a:moveTo>
                  <a:pt x="37780" y="117023"/>
                </a:moveTo>
                <a:lnTo>
                  <a:pt x="30737" y="117023"/>
                </a:lnTo>
                <a:lnTo>
                  <a:pt x="0" y="86447"/>
                </a:lnTo>
                <a:lnTo>
                  <a:pt x="9285" y="77002"/>
                </a:lnTo>
                <a:lnTo>
                  <a:pt x="27535" y="95411"/>
                </a:lnTo>
                <a:lnTo>
                  <a:pt x="27535" y="0"/>
                </a:lnTo>
                <a:lnTo>
                  <a:pt x="40822" y="0"/>
                </a:lnTo>
                <a:lnTo>
                  <a:pt x="40822" y="95411"/>
                </a:lnTo>
                <a:lnTo>
                  <a:pt x="59072" y="77002"/>
                </a:lnTo>
                <a:lnTo>
                  <a:pt x="68357" y="86447"/>
                </a:lnTo>
                <a:lnTo>
                  <a:pt x="37780" y="117023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8C095E-21EB-4396-A13F-B9956AAB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031" y="848507"/>
            <a:ext cx="80683" cy="120865"/>
          </a:xfrm>
          <a:custGeom xmlns:a="http://schemas.openxmlformats.org/drawingml/2006/main">
            <a:pathLst>
              <a:path w="80683" h="120865">
                <a:moveTo>
                  <a:pt x="40342" y="12487"/>
                </a:moveTo>
                <a:cubicBezTo>
                  <a:pt x="32177" y="12487"/>
                  <a:pt x="26094" y="16489"/>
                  <a:pt x="21932" y="24493"/>
                </a:cubicBezTo>
                <a:cubicBezTo>
                  <a:pt x="17770" y="32498"/>
                  <a:pt x="15849" y="44504"/>
                  <a:pt x="15849" y="60513"/>
                </a:cubicBezTo>
                <a:cubicBezTo>
                  <a:pt x="15849" y="76521"/>
                  <a:pt x="17770" y="88528"/>
                  <a:pt x="21932" y="96532"/>
                </a:cubicBezTo>
                <a:cubicBezTo>
                  <a:pt x="26094" y="104536"/>
                  <a:pt x="32177" y="108539"/>
                  <a:pt x="40342" y="108539"/>
                </a:cubicBezTo>
                <a:cubicBezTo>
                  <a:pt x="48506" y="108539"/>
                  <a:pt x="54589" y="104536"/>
                  <a:pt x="58752" y="96532"/>
                </a:cubicBezTo>
                <a:cubicBezTo>
                  <a:pt x="62754" y="88528"/>
                  <a:pt x="64835" y="76521"/>
                  <a:pt x="64835" y="60513"/>
                </a:cubicBezTo>
                <a:cubicBezTo>
                  <a:pt x="64835" y="44504"/>
                  <a:pt x="62754" y="32498"/>
                  <a:pt x="58752" y="24493"/>
                </a:cubicBezTo>
                <a:cubicBezTo>
                  <a:pt x="54589" y="16489"/>
                  <a:pt x="48506" y="12487"/>
                  <a:pt x="40342" y="12487"/>
                </a:cubicBezTo>
                <a:close/>
                <a:moveTo>
                  <a:pt x="40342" y="0"/>
                </a:moveTo>
                <a:cubicBezTo>
                  <a:pt x="53309" y="0"/>
                  <a:pt x="63234" y="5283"/>
                  <a:pt x="70278" y="15528"/>
                </a:cubicBezTo>
                <a:cubicBezTo>
                  <a:pt x="77162" y="25934"/>
                  <a:pt x="80683" y="40982"/>
                  <a:pt x="80683" y="60513"/>
                </a:cubicBezTo>
                <a:cubicBezTo>
                  <a:pt x="80683" y="80203"/>
                  <a:pt x="77162" y="95251"/>
                  <a:pt x="70278" y="105497"/>
                </a:cubicBezTo>
                <a:cubicBezTo>
                  <a:pt x="63234" y="115742"/>
                  <a:pt x="53309" y="120865"/>
                  <a:pt x="40182" y="120865"/>
                </a:cubicBezTo>
                <a:cubicBezTo>
                  <a:pt x="27055" y="120865"/>
                  <a:pt x="17129" y="115742"/>
                  <a:pt x="10246" y="105497"/>
                </a:cubicBezTo>
                <a:cubicBezTo>
                  <a:pt x="3362" y="95251"/>
                  <a:pt x="0" y="80203"/>
                  <a:pt x="0" y="60513"/>
                </a:cubicBezTo>
                <a:cubicBezTo>
                  <a:pt x="0" y="40982"/>
                  <a:pt x="3362" y="25934"/>
                  <a:pt x="10246" y="15528"/>
                </a:cubicBezTo>
                <a:cubicBezTo>
                  <a:pt x="17129" y="5283"/>
                  <a:pt x="27215" y="0"/>
                  <a:pt x="40342" y="0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DB2231-BD00-4AF6-B938-E3235792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09" y="947441"/>
            <a:ext cx="16489" cy="19851"/>
          </a:xfrm>
          <a:custGeom xmlns:a="http://schemas.openxmlformats.org/drawingml/2006/main">
            <a:pathLst>
              <a:path w="16489" h="19851">
                <a:moveTo>
                  <a:pt x="0" y="0"/>
                </a:moveTo>
                <a:lnTo>
                  <a:pt x="16489" y="0"/>
                </a:lnTo>
                <a:lnTo>
                  <a:pt x="16489" y="19851"/>
                </a:lnTo>
                <a:lnTo>
                  <a:pt x="0" y="198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A9FBB8-9277-4A29-9E84-71711066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514" y="850589"/>
            <a:ext cx="75561" cy="118784"/>
          </a:xfrm>
          <a:custGeom xmlns:a="http://schemas.openxmlformats.org/drawingml/2006/main">
            <a:pathLst>
              <a:path w="75561" h="118784">
                <a:moveTo>
                  <a:pt x="4963" y="0"/>
                </a:moveTo>
                <a:lnTo>
                  <a:pt x="66916" y="0"/>
                </a:lnTo>
                <a:lnTo>
                  <a:pt x="66916" y="13287"/>
                </a:lnTo>
                <a:lnTo>
                  <a:pt x="19370" y="13287"/>
                </a:lnTo>
                <a:lnTo>
                  <a:pt x="19370" y="41943"/>
                </a:lnTo>
                <a:cubicBezTo>
                  <a:pt x="21612" y="41142"/>
                  <a:pt x="24013" y="40502"/>
                  <a:pt x="26254" y="40182"/>
                </a:cubicBezTo>
                <a:cubicBezTo>
                  <a:pt x="28495" y="39861"/>
                  <a:pt x="30897" y="39541"/>
                  <a:pt x="33138" y="39541"/>
                </a:cubicBezTo>
                <a:cubicBezTo>
                  <a:pt x="46105" y="39541"/>
                  <a:pt x="56350" y="43223"/>
                  <a:pt x="64035" y="50267"/>
                </a:cubicBezTo>
                <a:cubicBezTo>
                  <a:pt x="71719" y="57471"/>
                  <a:pt x="75561" y="67076"/>
                  <a:pt x="75561" y="79243"/>
                </a:cubicBezTo>
                <a:cubicBezTo>
                  <a:pt x="75561" y="91890"/>
                  <a:pt x="71559" y="101655"/>
                  <a:pt x="63714" y="108539"/>
                </a:cubicBezTo>
                <a:cubicBezTo>
                  <a:pt x="55870" y="115422"/>
                  <a:pt x="44824" y="118784"/>
                  <a:pt x="30737" y="118784"/>
                </a:cubicBezTo>
                <a:cubicBezTo>
                  <a:pt x="25774" y="118784"/>
                  <a:pt x="20811" y="118304"/>
                  <a:pt x="15688" y="117663"/>
                </a:cubicBezTo>
                <a:cubicBezTo>
                  <a:pt x="10566" y="116863"/>
                  <a:pt x="5443" y="115742"/>
                  <a:pt x="0" y="113981"/>
                </a:cubicBezTo>
                <a:lnTo>
                  <a:pt x="0" y="98133"/>
                </a:lnTo>
                <a:cubicBezTo>
                  <a:pt x="4643" y="100694"/>
                  <a:pt x="9445" y="102615"/>
                  <a:pt x="14568" y="103896"/>
                </a:cubicBezTo>
                <a:cubicBezTo>
                  <a:pt x="19531" y="105177"/>
                  <a:pt x="24813" y="105657"/>
                  <a:pt x="30416" y="105657"/>
                </a:cubicBezTo>
                <a:cubicBezTo>
                  <a:pt x="39381" y="105657"/>
                  <a:pt x="46585" y="103416"/>
                  <a:pt x="51868" y="98613"/>
                </a:cubicBezTo>
                <a:cubicBezTo>
                  <a:pt x="56991" y="93811"/>
                  <a:pt x="59712" y="87407"/>
                  <a:pt x="59712" y="79243"/>
                </a:cubicBezTo>
                <a:cubicBezTo>
                  <a:pt x="59712" y="71238"/>
                  <a:pt x="56991" y="64835"/>
                  <a:pt x="51868" y="60032"/>
                </a:cubicBezTo>
                <a:cubicBezTo>
                  <a:pt x="46585" y="55230"/>
                  <a:pt x="39381" y="52828"/>
                  <a:pt x="30416" y="52828"/>
                </a:cubicBezTo>
                <a:cubicBezTo>
                  <a:pt x="26254" y="52828"/>
                  <a:pt x="21932" y="53309"/>
                  <a:pt x="17770" y="54269"/>
                </a:cubicBezTo>
                <a:cubicBezTo>
                  <a:pt x="13607" y="55230"/>
                  <a:pt x="9285" y="56671"/>
                  <a:pt x="4963" y="58592"/>
                </a:cubicBezTo>
                <a:lnTo>
                  <a:pt x="4963" y="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A22B8F-2012-4807-A604-4FD3B46D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4208" y="848507"/>
            <a:ext cx="80523" cy="120865"/>
          </a:xfrm>
          <a:custGeom xmlns:a="http://schemas.openxmlformats.org/drawingml/2006/main">
            <a:pathLst>
              <a:path w="80523" h="120865">
                <a:moveTo>
                  <a:pt x="41622" y="54109"/>
                </a:moveTo>
                <a:cubicBezTo>
                  <a:pt x="34579" y="54109"/>
                  <a:pt x="28976" y="56671"/>
                  <a:pt x="24813" y="61473"/>
                </a:cubicBezTo>
                <a:cubicBezTo>
                  <a:pt x="20651" y="66276"/>
                  <a:pt x="18570" y="72999"/>
                  <a:pt x="18570" y="81324"/>
                </a:cubicBezTo>
                <a:cubicBezTo>
                  <a:pt x="18570" y="89808"/>
                  <a:pt x="20651" y="96532"/>
                  <a:pt x="24813" y="101335"/>
                </a:cubicBezTo>
                <a:cubicBezTo>
                  <a:pt x="28976" y="106137"/>
                  <a:pt x="34579" y="108539"/>
                  <a:pt x="41622" y="108539"/>
                </a:cubicBezTo>
                <a:cubicBezTo>
                  <a:pt x="48666" y="108539"/>
                  <a:pt x="54269" y="106137"/>
                  <a:pt x="58431" y="101335"/>
                </a:cubicBezTo>
                <a:cubicBezTo>
                  <a:pt x="62594" y="96532"/>
                  <a:pt x="64675" y="89808"/>
                  <a:pt x="64675" y="81324"/>
                </a:cubicBezTo>
                <a:cubicBezTo>
                  <a:pt x="64675" y="72999"/>
                  <a:pt x="62594" y="66276"/>
                  <a:pt x="58431" y="61473"/>
                </a:cubicBezTo>
                <a:cubicBezTo>
                  <a:pt x="54269" y="56671"/>
                  <a:pt x="48666" y="54109"/>
                  <a:pt x="41622" y="54109"/>
                </a:cubicBezTo>
                <a:close/>
                <a:moveTo>
                  <a:pt x="72999" y="4643"/>
                </a:moveTo>
                <a:lnTo>
                  <a:pt x="72999" y="19050"/>
                </a:lnTo>
                <a:cubicBezTo>
                  <a:pt x="68997" y="17129"/>
                  <a:pt x="64995" y="15688"/>
                  <a:pt x="60993" y="14728"/>
                </a:cubicBezTo>
                <a:cubicBezTo>
                  <a:pt x="56831" y="13767"/>
                  <a:pt x="52828" y="13287"/>
                  <a:pt x="48986" y="13287"/>
                </a:cubicBezTo>
                <a:cubicBezTo>
                  <a:pt x="38421" y="13287"/>
                  <a:pt x="30416" y="16809"/>
                  <a:pt x="24973" y="23853"/>
                </a:cubicBezTo>
                <a:cubicBezTo>
                  <a:pt x="19531" y="30897"/>
                  <a:pt x="16329" y="41622"/>
                  <a:pt x="15688" y="55710"/>
                </a:cubicBezTo>
                <a:cubicBezTo>
                  <a:pt x="18730" y="51228"/>
                  <a:pt x="22572" y="47706"/>
                  <a:pt x="27215" y="45304"/>
                </a:cubicBezTo>
                <a:cubicBezTo>
                  <a:pt x="31857" y="42903"/>
                  <a:pt x="36980" y="41622"/>
                  <a:pt x="42583" y="41622"/>
                </a:cubicBezTo>
                <a:cubicBezTo>
                  <a:pt x="54269" y="41622"/>
                  <a:pt x="63554" y="45304"/>
                  <a:pt x="70278" y="52348"/>
                </a:cubicBezTo>
                <a:cubicBezTo>
                  <a:pt x="77002" y="59392"/>
                  <a:pt x="80523" y="69157"/>
                  <a:pt x="80523" y="81324"/>
                </a:cubicBezTo>
                <a:cubicBezTo>
                  <a:pt x="80523" y="93330"/>
                  <a:pt x="76841" y="102935"/>
                  <a:pt x="69798" y="110139"/>
                </a:cubicBezTo>
                <a:cubicBezTo>
                  <a:pt x="62754" y="117343"/>
                  <a:pt x="53309" y="120865"/>
                  <a:pt x="41622" y="120865"/>
                </a:cubicBezTo>
                <a:cubicBezTo>
                  <a:pt x="28175" y="120865"/>
                  <a:pt x="17770" y="115742"/>
                  <a:pt x="10726" y="105497"/>
                </a:cubicBezTo>
                <a:cubicBezTo>
                  <a:pt x="3522" y="95251"/>
                  <a:pt x="0" y="80203"/>
                  <a:pt x="0" y="60513"/>
                </a:cubicBezTo>
                <a:cubicBezTo>
                  <a:pt x="0" y="42103"/>
                  <a:pt x="4322" y="27375"/>
                  <a:pt x="13127" y="16489"/>
                </a:cubicBezTo>
                <a:cubicBezTo>
                  <a:pt x="21772" y="5603"/>
                  <a:pt x="33618" y="0"/>
                  <a:pt x="48346" y="0"/>
                </a:cubicBezTo>
                <a:cubicBezTo>
                  <a:pt x="52188" y="0"/>
                  <a:pt x="56190" y="480"/>
                  <a:pt x="60353" y="1121"/>
                </a:cubicBezTo>
                <a:cubicBezTo>
                  <a:pt x="64355" y="1921"/>
                  <a:pt x="68517" y="3042"/>
                  <a:pt x="72999" y="4643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8074FD-F9CB-4214-9988-3E63DE2C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241" y="850108"/>
            <a:ext cx="68357" cy="117183"/>
          </a:xfrm>
          <a:custGeom xmlns:a="http://schemas.openxmlformats.org/drawingml/2006/main">
            <a:pathLst>
              <a:path w="68357" h="117183">
                <a:moveTo>
                  <a:pt x="30737" y="0"/>
                </a:moveTo>
                <a:lnTo>
                  <a:pt x="37780" y="0"/>
                </a:lnTo>
                <a:lnTo>
                  <a:pt x="68357" y="30737"/>
                </a:lnTo>
                <a:lnTo>
                  <a:pt x="59072" y="40182"/>
                </a:lnTo>
                <a:lnTo>
                  <a:pt x="40822" y="21772"/>
                </a:lnTo>
                <a:lnTo>
                  <a:pt x="40822" y="117183"/>
                </a:lnTo>
                <a:lnTo>
                  <a:pt x="27535" y="117183"/>
                </a:lnTo>
                <a:lnTo>
                  <a:pt x="27535" y="21772"/>
                </a:lnTo>
                <a:lnTo>
                  <a:pt x="9285" y="40182"/>
                </a:lnTo>
                <a:lnTo>
                  <a:pt x="0" y="30737"/>
                </a:lnTo>
                <a:lnTo>
                  <a:pt x="30737" y="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8D3BBE-761D-4D6F-AA48-6C1CBFF6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797" y="564745"/>
            <a:ext cx="80683" cy="120865"/>
          </a:xfrm>
          <a:custGeom xmlns:a="http://schemas.openxmlformats.org/drawingml/2006/main">
            <a:pathLst>
              <a:path w="80683" h="120865">
                <a:moveTo>
                  <a:pt x="40342" y="12487"/>
                </a:moveTo>
                <a:cubicBezTo>
                  <a:pt x="32177" y="12487"/>
                  <a:pt x="26094" y="16489"/>
                  <a:pt x="21932" y="24493"/>
                </a:cubicBezTo>
                <a:cubicBezTo>
                  <a:pt x="17770" y="32498"/>
                  <a:pt x="15849" y="44504"/>
                  <a:pt x="15849" y="60513"/>
                </a:cubicBezTo>
                <a:cubicBezTo>
                  <a:pt x="15849" y="76521"/>
                  <a:pt x="17770" y="88528"/>
                  <a:pt x="21932" y="96532"/>
                </a:cubicBezTo>
                <a:cubicBezTo>
                  <a:pt x="26094" y="104536"/>
                  <a:pt x="32177" y="108539"/>
                  <a:pt x="40342" y="108539"/>
                </a:cubicBezTo>
                <a:cubicBezTo>
                  <a:pt x="48506" y="108539"/>
                  <a:pt x="54589" y="104536"/>
                  <a:pt x="58752" y="96532"/>
                </a:cubicBezTo>
                <a:cubicBezTo>
                  <a:pt x="62754" y="88528"/>
                  <a:pt x="64835" y="76521"/>
                  <a:pt x="64835" y="60513"/>
                </a:cubicBezTo>
                <a:cubicBezTo>
                  <a:pt x="64835" y="44504"/>
                  <a:pt x="62754" y="32498"/>
                  <a:pt x="58752" y="24493"/>
                </a:cubicBezTo>
                <a:cubicBezTo>
                  <a:pt x="54589" y="16489"/>
                  <a:pt x="48506" y="12487"/>
                  <a:pt x="40342" y="12487"/>
                </a:cubicBezTo>
                <a:close/>
                <a:moveTo>
                  <a:pt x="40342" y="0"/>
                </a:moveTo>
                <a:cubicBezTo>
                  <a:pt x="53309" y="0"/>
                  <a:pt x="63234" y="5283"/>
                  <a:pt x="70278" y="15528"/>
                </a:cubicBezTo>
                <a:cubicBezTo>
                  <a:pt x="77162" y="25934"/>
                  <a:pt x="80683" y="40982"/>
                  <a:pt x="80683" y="60513"/>
                </a:cubicBezTo>
                <a:cubicBezTo>
                  <a:pt x="80683" y="80203"/>
                  <a:pt x="77162" y="95251"/>
                  <a:pt x="70278" y="105497"/>
                </a:cubicBezTo>
                <a:cubicBezTo>
                  <a:pt x="63234" y="115742"/>
                  <a:pt x="53309" y="120865"/>
                  <a:pt x="40182" y="120865"/>
                </a:cubicBezTo>
                <a:cubicBezTo>
                  <a:pt x="27055" y="120865"/>
                  <a:pt x="17129" y="115742"/>
                  <a:pt x="10246" y="105497"/>
                </a:cubicBezTo>
                <a:cubicBezTo>
                  <a:pt x="3362" y="95251"/>
                  <a:pt x="0" y="80203"/>
                  <a:pt x="0" y="60513"/>
                </a:cubicBezTo>
                <a:cubicBezTo>
                  <a:pt x="0" y="40982"/>
                  <a:pt x="3362" y="25934"/>
                  <a:pt x="10246" y="15528"/>
                </a:cubicBezTo>
                <a:cubicBezTo>
                  <a:pt x="17129" y="5283"/>
                  <a:pt x="27215" y="0"/>
                  <a:pt x="40342" y="0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2E3415-7670-43D6-91DE-2B41D235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175" y="663679"/>
            <a:ext cx="16489" cy="19851"/>
          </a:xfrm>
          <a:custGeom xmlns:a="http://schemas.openxmlformats.org/drawingml/2006/main">
            <a:pathLst>
              <a:path w="16489" h="19851">
                <a:moveTo>
                  <a:pt x="0" y="0"/>
                </a:moveTo>
                <a:lnTo>
                  <a:pt x="16489" y="0"/>
                </a:lnTo>
                <a:lnTo>
                  <a:pt x="16489" y="19851"/>
                </a:lnTo>
                <a:lnTo>
                  <a:pt x="0" y="198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5C8FDE-275D-4C39-9333-BB2AD8EA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5159" y="564745"/>
            <a:ext cx="80523" cy="120865"/>
          </a:xfrm>
          <a:custGeom xmlns:a="http://schemas.openxmlformats.org/drawingml/2006/main">
            <a:pathLst>
              <a:path w="80523" h="120865">
                <a:moveTo>
                  <a:pt x="41622" y="54109"/>
                </a:moveTo>
                <a:cubicBezTo>
                  <a:pt x="34579" y="54109"/>
                  <a:pt x="28976" y="56671"/>
                  <a:pt x="24813" y="61473"/>
                </a:cubicBezTo>
                <a:cubicBezTo>
                  <a:pt x="20651" y="66276"/>
                  <a:pt x="18570" y="72999"/>
                  <a:pt x="18570" y="81324"/>
                </a:cubicBezTo>
                <a:cubicBezTo>
                  <a:pt x="18570" y="89808"/>
                  <a:pt x="20651" y="96532"/>
                  <a:pt x="24813" y="101335"/>
                </a:cubicBezTo>
                <a:cubicBezTo>
                  <a:pt x="28976" y="106137"/>
                  <a:pt x="34579" y="108539"/>
                  <a:pt x="41622" y="108539"/>
                </a:cubicBezTo>
                <a:cubicBezTo>
                  <a:pt x="48666" y="108539"/>
                  <a:pt x="54269" y="106137"/>
                  <a:pt x="58431" y="101335"/>
                </a:cubicBezTo>
                <a:cubicBezTo>
                  <a:pt x="62594" y="96532"/>
                  <a:pt x="64675" y="89808"/>
                  <a:pt x="64675" y="81324"/>
                </a:cubicBezTo>
                <a:cubicBezTo>
                  <a:pt x="64675" y="72999"/>
                  <a:pt x="62594" y="66276"/>
                  <a:pt x="58431" y="61473"/>
                </a:cubicBezTo>
                <a:cubicBezTo>
                  <a:pt x="54269" y="56671"/>
                  <a:pt x="48666" y="54109"/>
                  <a:pt x="41622" y="54109"/>
                </a:cubicBezTo>
                <a:close/>
                <a:moveTo>
                  <a:pt x="72999" y="4643"/>
                </a:moveTo>
                <a:lnTo>
                  <a:pt x="72999" y="19050"/>
                </a:lnTo>
                <a:cubicBezTo>
                  <a:pt x="68997" y="17129"/>
                  <a:pt x="64995" y="15688"/>
                  <a:pt x="60993" y="14728"/>
                </a:cubicBezTo>
                <a:cubicBezTo>
                  <a:pt x="56831" y="13767"/>
                  <a:pt x="52828" y="13287"/>
                  <a:pt x="48986" y="13287"/>
                </a:cubicBezTo>
                <a:cubicBezTo>
                  <a:pt x="38421" y="13287"/>
                  <a:pt x="30416" y="16809"/>
                  <a:pt x="24973" y="23853"/>
                </a:cubicBezTo>
                <a:cubicBezTo>
                  <a:pt x="19531" y="30897"/>
                  <a:pt x="16329" y="41622"/>
                  <a:pt x="15688" y="55710"/>
                </a:cubicBezTo>
                <a:cubicBezTo>
                  <a:pt x="18730" y="51228"/>
                  <a:pt x="22572" y="47706"/>
                  <a:pt x="27215" y="45304"/>
                </a:cubicBezTo>
                <a:cubicBezTo>
                  <a:pt x="31857" y="42903"/>
                  <a:pt x="36980" y="41622"/>
                  <a:pt x="42583" y="41622"/>
                </a:cubicBezTo>
                <a:cubicBezTo>
                  <a:pt x="54269" y="41622"/>
                  <a:pt x="63554" y="45304"/>
                  <a:pt x="70278" y="52348"/>
                </a:cubicBezTo>
                <a:cubicBezTo>
                  <a:pt x="77002" y="59392"/>
                  <a:pt x="80523" y="69157"/>
                  <a:pt x="80523" y="81324"/>
                </a:cubicBezTo>
                <a:cubicBezTo>
                  <a:pt x="80523" y="93330"/>
                  <a:pt x="76841" y="102935"/>
                  <a:pt x="69798" y="110139"/>
                </a:cubicBezTo>
                <a:cubicBezTo>
                  <a:pt x="62754" y="117343"/>
                  <a:pt x="53309" y="120865"/>
                  <a:pt x="41622" y="120865"/>
                </a:cubicBezTo>
                <a:cubicBezTo>
                  <a:pt x="28175" y="120865"/>
                  <a:pt x="17770" y="115742"/>
                  <a:pt x="10726" y="105497"/>
                </a:cubicBezTo>
                <a:cubicBezTo>
                  <a:pt x="3522" y="95251"/>
                  <a:pt x="0" y="80203"/>
                  <a:pt x="0" y="60513"/>
                </a:cubicBezTo>
                <a:cubicBezTo>
                  <a:pt x="0" y="42103"/>
                  <a:pt x="4322" y="27375"/>
                  <a:pt x="13127" y="16489"/>
                </a:cubicBezTo>
                <a:cubicBezTo>
                  <a:pt x="21772" y="5603"/>
                  <a:pt x="33618" y="0"/>
                  <a:pt x="48346" y="0"/>
                </a:cubicBezTo>
                <a:cubicBezTo>
                  <a:pt x="52188" y="0"/>
                  <a:pt x="56190" y="480"/>
                  <a:pt x="60353" y="1121"/>
                </a:cubicBezTo>
                <a:cubicBezTo>
                  <a:pt x="64355" y="1921"/>
                  <a:pt x="68517" y="3042"/>
                  <a:pt x="72999" y="4643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6B711D-2E38-4558-8ABC-B7BE4576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334" y="564745"/>
            <a:ext cx="80683" cy="120865"/>
          </a:xfrm>
          <a:custGeom xmlns:a="http://schemas.openxmlformats.org/drawingml/2006/main">
            <a:pathLst>
              <a:path w="80683" h="120865">
                <a:moveTo>
                  <a:pt x="40342" y="12487"/>
                </a:moveTo>
                <a:cubicBezTo>
                  <a:pt x="32177" y="12487"/>
                  <a:pt x="26094" y="16489"/>
                  <a:pt x="21932" y="24493"/>
                </a:cubicBezTo>
                <a:cubicBezTo>
                  <a:pt x="17770" y="32498"/>
                  <a:pt x="15849" y="44504"/>
                  <a:pt x="15849" y="60513"/>
                </a:cubicBezTo>
                <a:cubicBezTo>
                  <a:pt x="15849" y="76521"/>
                  <a:pt x="17770" y="88528"/>
                  <a:pt x="21932" y="96532"/>
                </a:cubicBezTo>
                <a:cubicBezTo>
                  <a:pt x="26094" y="104536"/>
                  <a:pt x="32177" y="108539"/>
                  <a:pt x="40342" y="108539"/>
                </a:cubicBezTo>
                <a:cubicBezTo>
                  <a:pt x="48506" y="108539"/>
                  <a:pt x="54589" y="104536"/>
                  <a:pt x="58752" y="96532"/>
                </a:cubicBezTo>
                <a:cubicBezTo>
                  <a:pt x="62754" y="88528"/>
                  <a:pt x="64835" y="76521"/>
                  <a:pt x="64835" y="60513"/>
                </a:cubicBezTo>
                <a:cubicBezTo>
                  <a:pt x="64835" y="44504"/>
                  <a:pt x="62754" y="32498"/>
                  <a:pt x="58752" y="24493"/>
                </a:cubicBezTo>
                <a:cubicBezTo>
                  <a:pt x="54589" y="16489"/>
                  <a:pt x="48506" y="12487"/>
                  <a:pt x="40342" y="12487"/>
                </a:cubicBezTo>
                <a:close/>
                <a:moveTo>
                  <a:pt x="40342" y="0"/>
                </a:moveTo>
                <a:cubicBezTo>
                  <a:pt x="53309" y="0"/>
                  <a:pt x="63234" y="5283"/>
                  <a:pt x="70278" y="15528"/>
                </a:cubicBezTo>
                <a:cubicBezTo>
                  <a:pt x="77162" y="25934"/>
                  <a:pt x="80683" y="40982"/>
                  <a:pt x="80683" y="60513"/>
                </a:cubicBezTo>
                <a:cubicBezTo>
                  <a:pt x="80683" y="80203"/>
                  <a:pt x="77162" y="95251"/>
                  <a:pt x="70278" y="105497"/>
                </a:cubicBezTo>
                <a:cubicBezTo>
                  <a:pt x="63234" y="115742"/>
                  <a:pt x="53309" y="120865"/>
                  <a:pt x="40182" y="120865"/>
                </a:cubicBezTo>
                <a:cubicBezTo>
                  <a:pt x="27055" y="120865"/>
                  <a:pt x="17129" y="115742"/>
                  <a:pt x="10246" y="105497"/>
                </a:cubicBezTo>
                <a:cubicBezTo>
                  <a:pt x="3362" y="95251"/>
                  <a:pt x="0" y="80203"/>
                  <a:pt x="0" y="60513"/>
                </a:cubicBezTo>
                <a:cubicBezTo>
                  <a:pt x="0" y="40982"/>
                  <a:pt x="3362" y="25934"/>
                  <a:pt x="10246" y="15528"/>
                </a:cubicBezTo>
                <a:cubicBezTo>
                  <a:pt x="17129" y="5283"/>
                  <a:pt x="27215" y="0"/>
                  <a:pt x="40342" y="0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C18625-6D1C-4015-BB0D-68DA6D50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006" y="566346"/>
            <a:ext cx="68357" cy="117183"/>
          </a:xfrm>
          <a:custGeom xmlns:a="http://schemas.openxmlformats.org/drawingml/2006/main">
            <a:pathLst>
              <a:path w="68357" h="117183">
                <a:moveTo>
                  <a:pt x="30737" y="0"/>
                </a:moveTo>
                <a:lnTo>
                  <a:pt x="37780" y="0"/>
                </a:lnTo>
                <a:lnTo>
                  <a:pt x="68357" y="30737"/>
                </a:lnTo>
                <a:lnTo>
                  <a:pt x="59072" y="40182"/>
                </a:lnTo>
                <a:lnTo>
                  <a:pt x="40822" y="21772"/>
                </a:lnTo>
                <a:lnTo>
                  <a:pt x="40822" y="117183"/>
                </a:lnTo>
                <a:lnTo>
                  <a:pt x="27535" y="117183"/>
                </a:lnTo>
                <a:lnTo>
                  <a:pt x="27535" y="21772"/>
                </a:lnTo>
                <a:lnTo>
                  <a:pt x="9285" y="40182"/>
                </a:lnTo>
                <a:lnTo>
                  <a:pt x="0" y="30737"/>
                </a:lnTo>
                <a:lnTo>
                  <a:pt x="30737" y="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2B68DD-E318-49DC-81F3-191B86E8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77" y="3131800"/>
            <a:ext cx="80683" cy="120865"/>
          </a:xfrm>
          <a:custGeom xmlns:a="http://schemas.openxmlformats.org/drawingml/2006/main">
            <a:pathLst>
              <a:path w="80683" h="120865">
                <a:moveTo>
                  <a:pt x="40342" y="12487"/>
                </a:moveTo>
                <a:cubicBezTo>
                  <a:pt x="32177" y="12487"/>
                  <a:pt x="26094" y="16489"/>
                  <a:pt x="21932" y="24493"/>
                </a:cubicBezTo>
                <a:cubicBezTo>
                  <a:pt x="17770" y="32498"/>
                  <a:pt x="15849" y="44504"/>
                  <a:pt x="15849" y="60513"/>
                </a:cubicBezTo>
                <a:cubicBezTo>
                  <a:pt x="15849" y="76521"/>
                  <a:pt x="17770" y="88528"/>
                  <a:pt x="21932" y="96532"/>
                </a:cubicBezTo>
                <a:cubicBezTo>
                  <a:pt x="26094" y="104536"/>
                  <a:pt x="32177" y="108539"/>
                  <a:pt x="40342" y="108539"/>
                </a:cubicBezTo>
                <a:cubicBezTo>
                  <a:pt x="48506" y="108539"/>
                  <a:pt x="54589" y="104536"/>
                  <a:pt x="58752" y="96532"/>
                </a:cubicBezTo>
                <a:cubicBezTo>
                  <a:pt x="62754" y="88528"/>
                  <a:pt x="64835" y="76521"/>
                  <a:pt x="64835" y="60513"/>
                </a:cubicBezTo>
                <a:cubicBezTo>
                  <a:pt x="64835" y="44504"/>
                  <a:pt x="62754" y="32498"/>
                  <a:pt x="58752" y="24493"/>
                </a:cubicBezTo>
                <a:cubicBezTo>
                  <a:pt x="54589" y="16489"/>
                  <a:pt x="48506" y="12487"/>
                  <a:pt x="40342" y="12487"/>
                </a:cubicBezTo>
                <a:close/>
                <a:moveTo>
                  <a:pt x="40342" y="0"/>
                </a:moveTo>
                <a:cubicBezTo>
                  <a:pt x="53309" y="0"/>
                  <a:pt x="63234" y="5283"/>
                  <a:pt x="70278" y="15528"/>
                </a:cubicBezTo>
                <a:cubicBezTo>
                  <a:pt x="77162" y="25934"/>
                  <a:pt x="80683" y="40982"/>
                  <a:pt x="80683" y="60513"/>
                </a:cubicBezTo>
                <a:cubicBezTo>
                  <a:pt x="80683" y="80203"/>
                  <a:pt x="77162" y="95251"/>
                  <a:pt x="70278" y="105497"/>
                </a:cubicBezTo>
                <a:cubicBezTo>
                  <a:pt x="63234" y="115742"/>
                  <a:pt x="53309" y="120865"/>
                  <a:pt x="40182" y="120865"/>
                </a:cubicBezTo>
                <a:cubicBezTo>
                  <a:pt x="27055" y="120865"/>
                  <a:pt x="17129" y="115742"/>
                  <a:pt x="10246" y="105497"/>
                </a:cubicBezTo>
                <a:cubicBezTo>
                  <a:pt x="3362" y="95251"/>
                  <a:pt x="0" y="80203"/>
                  <a:pt x="0" y="60513"/>
                </a:cubicBezTo>
                <a:cubicBezTo>
                  <a:pt x="0" y="40982"/>
                  <a:pt x="3362" y="25934"/>
                  <a:pt x="10246" y="15528"/>
                </a:cubicBezTo>
                <a:cubicBezTo>
                  <a:pt x="17129" y="5283"/>
                  <a:pt x="27215" y="0"/>
                  <a:pt x="4034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D788EA-8C30-4494-AABD-7ED49932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855" y="3230734"/>
            <a:ext cx="16489" cy="19851"/>
          </a:xfrm>
          <a:custGeom xmlns:a="http://schemas.openxmlformats.org/drawingml/2006/main">
            <a:pathLst>
              <a:path w="16489" h="19851">
                <a:moveTo>
                  <a:pt x="0" y="0"/>
                </a:moveTo>
                <a:lnTo>
                  <a:pt x="16489" y="0"/>
                </a:lnTo>
                <a:lnTo>
                  <a:pt x="16489" y="19851"/>
                </a:lnTo>
                <a:lnTo>
                  <a:pt x="0" y="198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3D182E-91DD-4B61-95BB-B9A8F673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20" y="3131800"/>
            <a:ext cx="74120" cy="118784"/>
          </a:xfrm>
          <a:custGeom xmlns:a="http://schemas.openxmlformats.org/drawingml/2006/main">
            <a:pathLst>
              <a:path w="74120" h="118784">
                <a:moveTo>
                  <a:pt x="19050" y="105497"/>
                </a:moveTo>
                <a:lnTo>
                  <a:pt x="74120" y="105497"/>
                </a:lnTo>
                <a:lnTo>
                  <a:pt x="74120" y="118784"/>
                </a:lnTo>
                <a:lnTo>
                  <a:pt x="0" y="118784"/>
                </a:lnTo>
                <a:lnTo>
                  <a:pt x="0" y="105497"/>
                </a:lnTo>
                <a:cubicBezTo>
                  <a:pt x="5923" y="99414"/>
                  <a:pt x="14088" y="91089"/>
                  <a:pt x="24493" y="80523"/>
                </a:cubicBezTo>
                <a:cubicBezTo>
                  <a:pt x="34739" y="70118"/>
                  <a:pt x="41302" y="63394"/>
                  <a:pt x="44024" y="60353"/>
                </a:cubicBezTo>
                <a:cubicBezTo>
                  <a:pt x="49146" y="54750"/>
                  <a:pt x="52668" y="49947"/>
                  <a:pt x="54589" y="45945"/>
                </a:cubicBezTo>
                <a:cubicBezTo>
                  <a:pt x="56510" y="42103"/>
                  <a:pt x="57631" y="38101"/>
                  <a:pt x="57631" y="34258"/>
                </a:cubicBezTo>
                <a:cubicBezTo>
                  <a:pt x="57631" y="28175"/>
                  <a:pt x="55390" y="23052"/>
                  <a:pt x="51068" y="19210"/>
                </a:cubicBezTo>
                <a:cubicBezTo>
                  <a:pt x="46745" y="15368"/>
                  <a:pt x="41142" y="13287"/>
                  <a:pt x="34098" y="13287"/>
                </a:cubicBezTo>
                <a:cubicBezTo>
                  <a:pt x="29136" y="13287"/>
                  <a:pt x="23853" y="14248"/>
                  <a:pt x="18410" y="15849"/>
                </a:cubicBezTo>
                <a:cubicBezTo>
                  <a:pt x="12967" y="17609"/>
                  <a:pt x="7044" y="20171"/>
                  <a:pt x="800" y="23693"/>
                </a:cubicBezTo>
                <a:lnTo>
                  <a:pt x="800" y="7684"/>
                </a:lnTo>
                <a:cubicBezTo>
                  <a:pt x="7204" y="5123"/>
                  <a:pt x="13127" y="3202"/>
                  <a:pt x="18570" y="1921"/>
                </a:cubicBezTo>
                <a:cubicBezTo>
                  <a:pt x="24013" y="640"/>
                  <a:pt x="29136" y="0"/>
                  <a:pt x="33778" y="0"/>
                </a:cubicBezTo>
                <a:cubicBezTo>
                  <a:pt x="45785" y="0"/>
                  <a:pt x="55390" y="3042"/>
                  <a:pt x="62594" y="9125"/>
                </a:cubicBezTo>
                <a:cubicBezTo>
                  <a:pt x="69798" y="15208"/>
                  <a:pt x="73480" y="23213"/>
                  <a:pt x="73480" y="33298"/>
                </a:cubicBezTo>
                <a:cubicBezTo>
                  <a:pt x="73480" y="38101"/>
                  <a:pt x="72519" y="42743"/>
                  <a:pt x="70758" y="46905"/>
                </a:cubicBezTo>
                <a:cubicBezTo>
                  <a:pt x="68997" y="51228"/>
                  <a:pt x="65795" y="56350"/>
                  <a:pt x="60993" y="62113"/>
                </a:cubicBezTo>
                <a:cubicBezTo>
                  <a:pt x="59712" y="63714"/>
                  <a:pt x="55550" y="68037"/>
                  <a:pt x="48506" y="75241"/>
                </a:cubicBezTo>
                <a:cubicBezTo>
                  <a:pt x="41462" y="82444"/>
                  <a:pt x="31697" y="92530"/>
                  <a:pt x="19050" y="1054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C98E85-C716-4FDD-8FEF-D89A4985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58" y="3133881"/>
            <a:ext cx="69477" cy="116703"/>
          </a:xfrm>
          <a:custGeom xmlns:a="http://schemas.openxmlformats.org/drawingml/2006/main">
            <a:pathLst>
              <a:path w="69477" h="116703">
                <a:moveTo>
                  <a:pt x="2241" y="103416"/>
                </a:moveTo>
                <a:lnTo>
                  <a:pt x="28015" y="103416"/>
                </a:lnTo>
                <a:lnTo>
                  <a:pt x="28015" y="14408"/>
                </a:lnTo>
                <a:lnTo>
                  <a:pt x="0" y="20011"/>
                </a:lnTo>
                <a:lnTo>
                  <a:pt x="0" y="5603"/>
                </a:lnTo>
                <a:lnTo>
                  <a:pt x="27855" y="0"/>
                </a:lnTo>
                <a:lnTo>
                  <a:pt x="43704" y="0"/>
                </a:lnTo>
                <a:lnTo>
                  <a:pt x="43704" y="103416"/>
                </a:lnTo>
                <a:lnTo>
                  <a:pt x="69477" y="103416"/>
                </a:lnTo>
                <a:lnTo>
                  <a:pt x="69477" y="116703"/>
                </a:lnTo>
                <a:lnTo>
                  <a:pt x="2241" y="116703"/>
                </a:lnTo>
                <a:lnTo>
                  <a:pt x="2241" y="1034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42DB2C-2513-4B22-AC93-7A0F09DC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35" y="4128266"/>
            <a:ext cx="80683" cy="120865"/>
          </a:xfrm>
          <a:custGeom xmlns:a="http://schemas.openxmlformats.org/drawingml/2006/main">
            <a:pathLst>
              <a:path w="80683" h="120865">
                <a:moveTo>
                  <a:pt x="40342" y="12487"/>
                </a:moveTo>
                <a:cubicBezTo>
                  <a:pt x="32177" y="12487"/>
                  <a:pt x="26094" y="16489"/>
                  <a:pt x="21932" y="24493"/>
                </a:cubicBezTo>
                <a:cubicBezTo>
                  <a:pt x="17770" y="32498"/>
                  <a:pt x="15849" y="44504"/>
                  <a:pt x="15849" y="60513"/>
                </a:cubicBezTo>
                <a:cubicBezTo>
                  <a:pt x="15849" y="76521"/>
                  <a:pt x="17770" y="88528"/>
                  <a:pt x="21932" y="96532"/>
                </a:cubicBezTo>
                <a:cubicBezTo>
                  <a:pt x="26094" y="104536"/>
                  <a:pt x="32177" y="108539"/>
                  <a:pt x="40342" y="108539"/>
                </a:cubicBezTo>
                <a:cubicBezTo>
                  <a:pt x="48506" y="108539"/>
                  <a:pt x="54589" y="104536"/>
                  <a:pt x="58752" y="96532"/>
                </a:cubicBezTo>
                <a:cubicBezTo>
                  <a:pt x="62754" y="88528"/>
                  <a:pt x="64835" y="76521"/>
                  <a:pt x="64835" y="60513"/>
                </a:cubicBezTo>
                <a:cubicBezTo>
                  <a:pt x="64835" y="44504"/>
                  <a:pt x="62754" y="32498"/>
                  <a:pt x="58752" y="24493"/>
                </a:cubicBezTo>
                <a:cubicBezTo>
                  <a:pt x="54589" y="16489"/>
                  <a:pt x="48506" y="12487"/>
                  <a:pt x="40342" y="12487"/>
                </a:cubicBezTo>
                <a:close/>
                <a:moveTo>
                  <a:pt x="40342" y="0"/>
                </a:moveTo>
                <a:cubicBezTo>
                  <a:pt x="53309" y="0"/>
                  <a:pt x="63234" y="5283"/>
                  <a:pt x="70278" y="15528"/>
                </a:cubicBezTo>
                <a:cubicBezTo>
                  <a:pt x="77162" y="25934"/>
                  <a:pt x="80683" y="40982"/>
                  <a:pt x="80683" y="60513"/>
                </a:cubicBezTo>
                <a:cubicBezTo>
                  <a:pt x="80683" y="80203"/>
                  <a:pt x="77162" y="95251"/>
                  <a:pt x="70278" y="105497"/>
                </a:cubicBezTo>
                <a:cubicBezTo>
                  <a:pt x="63234" y="115742"/>
                  <a:pt x="53309" y="120865"/>
                  <a:pt x="40182" y="120865"/>
                </a:cubicBezTo>
                <a:cubicBezTo>
                  <a:pt x="27055" y="120865"/>
                  <a:pt x="17129" y="115742"/>
                  <a:pt x="10246" y="105497"/>
                </a:cubicBezTo>
                <a:cubicBezTo>
                  <a:pt x="3362" y="95251"/>
                  <a:pt x="0" y="80203"/>
                  <a:pt x="0" y="60513"/>
                </a:cubicBezTo>
                <a:cubicBezTo>
                  <a:pt x="0" y="40982"/>
                  <a:pt x="3362" y="25934"/>
                  <a:pt x="10246" y="15528"/>
                </a:cubicBezTo>
                <a:cubicBezTo>
                  <a:pt x="17129" y="5283"/>
                  <a:pt x="27215" y="0"/>
                  <a:pt x="40342" y="0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A85E0F-49E5-45D7-8026-1C3C5FD0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113" y="4227200"/>
            <a:ext cx="16489" cy="19851"/>
          </a:xfrm>
          <a:custGeom xmlns:a="http://schemas.openxmlformats.org/drawingml/2006/main">
            <a:pathLst>
              <a:path w="16489" h="19851">
                <a:moveTo>
                  <a:pt x="0" y="0"/>
                </a:moveTo>
                <a:lnTo>
                  <a:pt x="16489" y="0"/>
                </a:lnTo>
                <a:lnTo>
                  <a:pt x="16489" y="19851"/>
                </a:lnTo>
                <a:lnTo>
                  <a:pt x="0" y="198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73F271-AB50-4F98-9727-1A29EAE3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457" y="4128266"/>
            <a:ext cx="80683" cy="120865"/>
          </a:xfrm>
          <a:custGeom xmlns:a="http://schemas.openxmlformats.org/drawingml/2006/main">
            <a:pathLst>
              <a:path w="80683" h="120865">
                <a:moveTo>
                  <a:pt x="40342" y="12487"/>
                </a:moveTo>
                <a:cubicBezTo>
                  <a:pt x="32177" y="12487"/>
                  <a:pt x="26094" y="16489"/>
                  <a:pt x="21932" y="24493"/>
                </a:cubicBezTo>
                <a:cubicBezTo>
                  <a:pt x="17770" y="32498"/>
                  <a:pt x="15849" y="44504"/>
                  <a:pt x="15849" y="60513"/>
                </a:cubicBezTo>
                <a:cubicBezTo>
                  <a:pt x="15849" y="76521"/>
                  <a:pt x="17770" y="88528"/>
                  <a:pt x="21932" y="96532"/>
                </a:cubicBezTo>
                <a:cubicBezTo>
                  <a:pt x="26094" y="104536"/>
                  <a:pt x="32177" y="108539"/>
                  <a:pt x="40342" y="108539"/>
                </a:cubicBezTo>
                <a:cubicBezTo>
                  <a:pt x="48506" y="108539"/>
                  <a:pt x="54589" y="104536"/>
                  <a:pt x="58752" y="96532"/>
                </a:cubicBezTo>
                <a:cubicBezTo>
                  <a:pt x="62754" y="88528"/>
                  <a:pt x="64835" y="76521"/>
                  <a:pt x="64835" y="60513"/>
                </a:cubicBezTo>
                <a:cubicBezTo>
                  <a:pt x="64835" y="44504"/>
                  <a:pt x="62754" y="32498"/>
                  <a:pt x="58752" y="24493"/>
                </a:cubicBezTo>
                <a:cubicBezTo>
                  <a:pt x="54589" y="16489"/>
                  <a:pt x="48506" y="12487"/>
                  <a:pt x="40342" y="12487"/>
                </a:cubicBezTo>
                <a:close/>
                <a:moveTo>
                  <a:pt x="40342" y="0"/>
                </a:moveTo>
                <a:cubicBezTo>
                  <a:pt x="53309" y="0"/>
                  <a:pt x="63234" y="5283"/>
                  <a:pt x="70278" y="15528"/>
                </a:cubicBezTo>
                <a:cubicBezTo>
                  <a:pt x="77162" y="25934"/>
                  <a:pt x="80683" y="40982"/>
                  <a:pt x="80683" y="60513"/>
                </a:cubicBezTo>
                <a:cubicBezTo>
                  <a:pt x="80683" y="80203"/>
                  <a:pt x="77162" y="95251"/>
                  <a:pt x="70278" y="105497"/>
                </a:cubicBezTo>
                <a:cubicBezTo>
                  <a:pt x="63234" y="115742"/>
                  <a:pt x="53309" y="120865"/>
                  <a:pt x="40182" y="120865"/>
                </a:cubicBezTo>
                <a:cubicBezTo>
                  <a:pt x="27055" y="120865"/>
                  <a:pt x="17129" y="115742"/>
                  <a:pt x="10246" y="105497"/>
                </a:cubicBezTo>
                <a:cubicBezTo>
                  <a:pt x="3362" y="95251"/>
                  <a:pt x="0" y="80203"/>
                  <a:pt x="0" y="60513"/>
                </a:cubicBezTo>
                <a:cubicBezTo>
                  <a:pt x="0" y="40982"/>
                  <a:pt x="3362" y="25934"/>
                  <a:pt x="10246" y="15528"/>
                </a:cubicBezTo>
                <a:cubicBezTo>
                  <a:pt x="17129" y="5283"/>
                  <a:pt x="27215" y="0"/>
                  <a:pt x="40342" y="0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90700C-AE74-4E06-BAAA-20E94086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912" y="4128266"/>
            <a:ext cx="80523" cy="120865"/>
          </a:xfrm>
          <a:custGeom xmlns:a="http://schemas.openxmlformats.org/drawingml/2006/main">
            <a:pathLst>
              <a:path w="80523" h="120865">
                <a:moveTo>
                  <a:pt x="41622" y="54109"/>
                </a:moveTo>
                <a:cubicBezTo>
                  <a:pt x="34579" y="54109"/>
                  <a:pt x="28976" y="56671"/>
                  <a:pt x="24813" y="61473"/>
                </a:cubicBezTo>
                <a:cubicBezTo>
                  <a:pt x="20651" y="66276"/>
                  <a:pt x="18570" y="72999"/>
                  <a:pt x="18570" y="81324"/>
                </a:cubicBezTo>
                <a:cubicBezTo>
                  <a:pt x="18570" y="89808"/>
                  <a:pt x="20651" y="96532"/>
                  <a:pt x="24813" y="101335"/>
                </a:cubicBezTo>
                <a:cubicBezTo>
                  <a:pt x="28976" y="106137"/>
                  <a:pt x="34579" y="108539"/>
                  <a:pt x="41622" y="108539"/>
                </a:cubicBezTo>
                <a:cubicBezTo>
                  <a:pt x="48666" y="108539"/>
                  <a:pt x="54269" y="106137"/>
                  <a:pt x="58431" y="101335"/>
                </a:cubicBezTo>
                <a:cubicBezTo>
                  <a:pt x="62594" y="96532"/>
                  <a:pt x="64675" y="89808"/>
                  <a:pt x="64675" y="81324"/>
                </a:cubicBezTo>
                <a:cubicBezTo>
                  <a:pt x="64675" y="72999"/>
                  <a:pt x="62594" y="66276"/>
                  <a:pt x="58431" y="61473"/>
                </a:cubicBezTo>
                <a:cubicBezTo>
                  <a:pt x="54269" y="56671"/>
                  <a:pt x="48666" y="54109"/>
                  <a:pt x="41622" y="54109"/>
                </a:cubicBezTo>
                <a:close/>
                <a:moveTo>
                  <a:pt x="72999" y="4643"/>
                </a:moveTo>
                <a:lnTo>
                  <a:pt x="72999" y="19050"/>
                </a:lnTo>
                <a:cubicBezTo>
                  <a:pt x="68997" y="17129"/>
                  <a:pt x="64995" y="15688"/>
                  <a:pt x="60993" y="14728"/>
                </a:cubicBezTo>
                <a:cubicBezTo>
                  <a:pt x="56831" y="13767"/>
                  <a:pt x="52828" y="13287"/>
                  <a:pt x="48986" y="13287"/>
                </a:cubicBezTo>
                <a:cubicBezTo>
                  <a:pt x="38421" y="13287"/>
                  <a:pt x="30416" y="16809"/>
                  <a:pt x="24973" y="23853"/>
                </a:cubicBezTo>
                <a:cubicBezTo>
                  <a:pt x="19531" y="30897"/>
                  <a:pt x="16329" y="41622"/>
                  <a:pt x="15688" y="55710"/>
                </a:cubicBezTo>
                <a:cubicBezTo>
                  <a:pt x="18730" y="51228"/>
                  <a:pt x="22572" y="47706"/>
                  <a:pt x="27215" y="45304"/>
                </a:cubicBezTo>
                <a:cubicBezTo>
                  <a:pt x="31857" y="42903"/>
                  <a:pt x="36980" y="41622"/>
                  <a:pt x="42583" y="41622"/>
                </a:cubicBezTo>
                <a:cubicBezTo>
                  <a:pt x="54269" y="41622"/>
                  <a:pt x="63554" y="45304"/>
                  <a:pt x="70278" y="52348"/>
                </a:cubicBezTo>
                <a:cubicBezTo>
                  <a:pt x="77002" y="59392"/>
                  <a:pt x="80523" y="69157"/>
                  <a:pt x="80523" y="81324"/>
                </a:cubicBezTo>
                <a:cubicBezTo>
                  <a:pt x="80523" y="93330"/>
                  <a:pt x="76841" y="102935"/>
                  <a:pt x="69798" y="110139"/>
                </a:cubicBezTo>
                <a:cubicBezTo>
                  <a:pt x="62754" y="117343"/>
                  <a:pt x="53309" y="120865"/>
                  <a:pt x="41622" y="120865"/>
                </a:cubicBezTo>
                <a:cubicBezTo>
                  <a:pt x="28175" y="120865"/>
                  <a:pt x="17770" y="115742"/>
                  <a:pt x="10726" y="105497"/>
                </a:cubicBezTo>
                <a:cubicBezTo>
                  <a:pt x="3522" y="95251"/>
                  <a:pt x="0" y="80203"/>
                  <a:pt x="0" y="60513"/>
                </a:cubicBezTo>
                <a:cubicBezTo>
                  <a:pt x="0" y="42103"/>
                  <a:pt x="4322" y="27375"/>
                  <a:pt x="13127" y="16489"/>
                </a:cubicBezTo>
                <a:cubicBezTo>
                  <a:pt x="21772" y="5603"/>
                  <a:pt x="33618" y="0"/>
                  <a:pt x="48346" y="0"/>
                </a:cubicBezTo>
                <a:cubicBezTo>
                  <a:pt x="52188" y="0"/>
                  <a:pt x="56190" y="480"/>
                  <a:pt x="60353" y="1121"/>
                </a:cubicBezTo>
                <a:cubicBezTo>
                  <a:pt x="64355" y="1921"/>
                  <a:pt x="68517" y="3042"/>
                  <a:pt x="72999" y="4643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04318E-7509-4DDA-BF32-DADDA5CF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945" y="4130347"/>
            <a:ext cx="68357" cy="117023"/>
          </a:xfrm>
          <a:custGeom xmlns:a="http://schemas.openxmlformats.org/drawingml/2006/main">
            <a:pathLst>
              <a:path w="68357" h="117023">
                <a:moveTo>
                  <a:pt x="37780" y="117023"/>
                </a:moveTo>
                <a:lnTo>
                  <a:pt x="30737" y="117023"/>
                </a:lnTo>
                <a:lnTo>
                  <a:pt x="0" y="86447"/>
                </a:lnTo>
                <a:lnTo>
                  <a:pt x="9285" y="77002"/>
                </a:lnTo>
                <a:lnTo>
                  <a:pt x="27535" y="95411"/>
                </a:lnTo>
                <a:lnTo>
                  <a:pt x="27535" y="0"/>
                </a:lnTo>
                <a:lnTo>
                  <a:pt x="40822" y="0"/>
                </a:lnTo>
                <a:lnTo>
                  <a:pt x="40822" y="95411"/>
                </a:lnTo>
                <a:lnTo>
                  <a:pt x="59072" y="77002"/>
                </a:lnTo>
                <a:lnTo>
                  <a:pt x="68357" y="86447"/>
                </a:lnTo>
                <a:lnTo>
                  <a:pt x="37780" y="117023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A9C199-F6E4-403E-A6B6-9A1E8300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500" y="4022680"/>
            <a:ext cx="80683" cy="120865"/>
          </a:xfrm>
          <a:custGeom xmlns:a="http://schemas.openxmlformats.org/drawingml/2006/main">
            <a:pathLst>
              <a:path w="80683" h="120865">
                <a:moveTo>
                  <a:pt x="40342" y="12487"/>
                </a:moveTo>
                <a:cubicBezTo>
                  <a:pt x="32177" y="12487"/>
                  <a:pt x="26094" y="16489"/>
                  <a:pt x="21932" y="24493"/>
                </a:cubicBezTo>
                <a:cubicBezTo>
                  <a:pt x="17770" y="32498"/>
                  <a:pt x="15849" y="44504"/>
                  <a:pt x="15849" y="60513"/>
                </a:cubicBezTo>
                <a:cubicBezTo>
                  <a:pt x="15849" y="76521"/>
                  <a:pt x="17770" y="88528"/>
                  <a:pt x="21932" y="96532"/>
                </a:cubicBezTo>
                <a:cubicBezTo>
                  <a:pt x="26094" y="104536"/>
                  <a:pt x="32177" y="108539"/>
                  <a:pt x="40342" y="108539"/>
                </a:cubicBezTo>
                <a:cubicBezTo>
                  <a:pt x="48506" y="108539"/>
                  <a:pt x="54589" y="104536"/>
                  <a:pt x="58752" y="96532"/>
                </a:cubicBezTo>
                <a:cubicBezTo>
                  <a:pt x="62754" y="88528"/>
                  <a:pt x="64835" y="76521"/>
                  <a:pt x="64835" y="60513"/>
                </a:cubicBezTo>
                <a:cubicBezTo>
                  <a:pt x="64835" y="44504"/>
                  <a:pt x="62754" y="32498"/>
                  <a:pt x="58752" y="24493"/>
                </a:cubicBezTo>
                <a:cubicBezTo>
                  <a:pt x="54589" y="16489"/>
                  <a:pt x="48506" y="12487"/>
                  <a:pt x="40342" y="12487"/>
                </a:cubicBezTo>
                <a:close/>
                <a:moveTo>
                  <a:pt x="40342" y="0"/>
                </a:moveTo>
                <a:cubicBezTo>
                  <a:pt x="53309" y="0"/>
                  <a:pt x="63234" y="5283"/>
                  <a:pt x="70278" y="15528"/>
                </a:cubicBezTo>
                <a:cubicBezTo>
                  <a:pt x="77162" y="25934"/>
                  <a:pt x="80683" y="40982"/>
                  <a:pt x="80683" y="60513"/>
                </a:cubicBezTo>
                <a:cubicBezTo>
                  <a:pt x="80683" y="80203"/>
                  <a:pt x="77162" y="95251"/>
                  <a:pt x="70278" y="105497"/>
                </a:cubicBezTo>
                <a:cubicBezTo>
                  <a:pt x="63234" y="115742"/>
                  <a:pt x="53309" y="120865"/>
                  <a:pt x="40182" y="120865"/>
                </a:cubicBezTo>
                <a:cubicBezTo>
                  <a:pt x="27055" y="120865"/>
                  <a:pt x="17129" y="115742"/>
                  <a:pt x="10246" y="105497"/>
                </a:cubicBezTo>
                <a:cubicBezTo>
                  <a:pt x="3362" y="95251"/>
                  <a:pt x="0" y="80203"/>
                  <a:pt x="0" y="60513"/>
                </a:cubicBezTo>
                <a:cubicBezTo>
                  <a:pt x="0" y="40982"/>
                  <a:pt x="3362" y="25934"/>
                  <a:pt x="10246" y="15528"/>
                </a:cubicBezTo>
                <a:cubicBezTo>
                  <a:pt x="17129" y="5283"/>
                  <a:pt x="27215" y="0"/>
                  <a:pt x="40342" y="0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B069FC-37C6-4953-9BAE-07DF3D38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878" y="4121614"/>
            <a:ext cx="16489" cy="19851"/>
          </a:xfrm>
          <a:custGeom xmlns:a="http://schemas.openxmlformats.org/drawingml/2006/main">
            <a:pathLst>
              <a:path w="16489" h="19851">
                <a:moveTo>
                  <a:pt x="0" y="0"/>
                </a:moveTo>
                <a:lnTo>
                  <a:pt x="16489" y="0"/>
                </a:lnTo>
                <a:lnTo>
                  <a:pt x="16489" y="19851"/>
                </a:lnTo>
                <a:lnTo>
                  <a:pt x="0" y="198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7038F6-2F6E-44C7-B9C5-0B90D549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6222" y="4022680"/>
            <a:ext cx="80683" cy="120865"/>
          </a:xfrm>
          <a:custGeom xmlns:a="http://schemas.openxmlformats.org/drawingml/2006/main">
            <a:pathLst>
              <a:path w="80683" h="120865">
                <a:moveTo>
                  <a:pt x="40342" y="12487"/>
                </a:moveTo>
                <a:cubicBezTo>
                  <a:pt x="32177" y="12487"/>
                  <a:pt x="26094" y="16489"/>
                  <a:pt x="21932" y="24493"/>
                </a:cubicBezTo>
                <a:cubicBezTo>
                  <a:pt x="17770" y="32498"/>
                  <a:pt x="15849" y="44504"/>
                  <a:pt x="15849" y="60513"/>
                </a:cubicBezTo>
                <a:cubicBezTo>
                  <a:pt x="15849" y="76521"/>
                  <a:pt x="17770" y="88528"/>
                  <a:pt x="21932" y="96532"/>
                </a:cubicBezTo>
                <a:cubicBezTo>
                  <a:pt x="26094" y="104536"/>
                  <a:pt x="32177" y="108539"/>
                  <a:pt x="40342" y="108539"/>
                </a:cubicBezTo>
                <a:cubicBezTo>
                  <a:pt x="48506" y="108539"/>
                  <a:pt x="54589" y="104536"/>
                  <a:pt x="58752" y="96532"/>
                </a:cubicBezTo>
                <a:cubicBezTo>
                  <a:pt x="62754" y="88528"/>
                  <a:pt x="64835" y="76521"/>
                  <a:pt x="64835" y="60513"/>
                </a:cubicBezTo>
                <a:cubicBezTo>
                  <a:pt x="64835" y="44504"/>
                  <a:pt x="62754" y="32498"/>
                  <a:pt x="58752" y="24493"/>
                </a:cubicBezTo>
                <a:cubicBezTo>
                  <a:pt x="54589" y="16489"/>
                  <a:pt x="48506" y="12487"/>
                  <a:pt x="40342" y="12487"/>
                </a:cubicBezTo>
                <a:close/>
                <a:moveTo>
                  <a:pt x="40342" y="0"/>
                </a:moveTo>
                <a:cubicBezTo>
                  <a:pt x="53309" y="0"/>
                  <a:pt x="63234" y="5283"/>
                  <a:pt x="70278" y="15528"/>
                </a:cubicBezTo>
                <a:cubicBezTo>
                  <a:pt x="77162" y="25934"/>
                  <a:pt x="80683" y="40982"/>
                  <a:pt x="80683" y="60513"/>
                </a:cubicBezTo>
                <a:cubicBezTo>
                  <a:pt x="80683" y="80203"/>
                  <a:pt x="77162" y="95251"/>
                  <a:pt x="70278" y="105497"/>
                </a:cubicBezTo>
                <a:cubicBezTo>
                  <a:pt x="63234" y="115742"/>
                  <a:pt x="53309" y="120865"/>
                  <a:pt x="40182" y="120865"/>
                </a:cubicBezTo>
                <a:cubicBezTo>
                  <a:pt x="27055" y="120865"/>
                  <a:pt x="17129" y="115742"/>
                  <a:pt x="10246" y="105497"/>
                </a:cubicBezTo>
                <a:cubicBezTo>
                  <a:pt x="3362" y="95251"/>
                  <a:pt x="0" y="80203"/>
                  <a:pt x="0" y="60513"/>
                </a:cubicBezTo>
                <a:cubicBezTo>
                  <a:pt x="0" y="40982"/>
                  <a:pt x="3362" y="25934"/>
                  <a:pt x="10246" y="15528"/>
                </a:cubicBezTo>
                <a:cubicBezTo>
                  <a:pt x="17129" y="5283"/>
                  <a:pt x="27215" y="0"/>
                  <a:pt x="40342" y="0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8B9073-D7BF-4C88-A009-D656D98B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58" y="4022680"/>
            <a:ext cx="80043" cy="120865"/>
          </a:xfrm>
          <a:custGeom xmlns:a="http://schemas.openxmlformats.org/drawingml/2006/main">
            <a:pathLst>
              <a:path w="80043" h="120865">
                <a:moveTo>
                  <a:pt x="40022" y="63394"/>
                </a:moveTo>
                <a:cubicBezTo>
                  <a:pt x="32498" y="63394"/>
                  <a:pt x="26574" y="65475"/>
                  <a:pt x="22252" y="69477"/>
                </a:cubicBezTo>
                <a:cubicBezTo>
                  <a:pt x="17930" y="73480"/>
                  <a:pt x="15849" y="78923"/>
                  <a:pt x="15849" y="85966"/>
                </a:cubicBezTo>
                <a:cubicBezTo>
                  <a:pt x="15849" y="93010"/>
                  <a:pt x="17930" y="98613"/>
                  <a:pt x="22252" y="102615"/>
                </a:cubicBezTo>
                <a:cubicBezTo>
                  <a:pt x="26574" y="106617"/>
                  <a:pt x="32498" y="108539"/>
                  <a:pt x="40022" y="108539"/>
                </a:cubicBezTo>
                <a:cubicBezTo>
                  <a:pt x="47386" y="108539"/>
                  <a:pt x="53309" y="106617"/>
                  <a:pt x="57631" y="102455"/>
                </a:cubicBezTo>
                <a:cubicBezTo>
                  <a:pt x="61953" y="98453"/>
                  <a:pt x="64195" y="93010"/>
                  <a:pt x="64195" y="85966"/>
                </a:cubicBezTo>
                <a:cubicBezTo>
                  <a:pt x="64195" y="78923"/>
                  <a:pt x="61953" y="73480"/>
                  <a:pt x="57791" y="69477"/>
                </a:cubicBezTo>
                <a:cubicBezTo>
                  <a:pt x="53469" y="65475"/>
                  <a:pt x="47546" y="63394"/>
                  <a:pt x="40022" y="63394"/>
                </a:cubicBezTo>
                <a:close/>
                <a:moveTo>
                  <a:pt x="24173" y="56671"/>
                </a:moveTo>
                <a:cubicBezTo>
                  <a:pt x="17449" y="55070"/>
                  <a:pt x="12167" y="51868"/>
                  <a:pt x="8324" y="47225"/>
                </a:cubicBezTo>
                <a:cubicBezTo>
                  <a:pt x="4482" y="42583"/>
                  <a:pt x="2721" y="36980"/>
                  <a:pt x="2721" y="30256"/>
                </a:cubicBezTo>
                <a:cubicBezTo>
                  <a:pt x="2721" y="20971"/>
                  <a:pt x="5923" y="13607"/>
                  <a:pt x="12647" y="8164"/>
                </a:cubicBezTo>
                <a:cubicBezTo>
                  <a:pt x="19210" y="2721"/>
                  <a:pt x="28335" y="0"/>
                  <a:pt x="40022" y="0"/>
                </a:cubicBezTo>
                <a:cubicBezTo>
                  <a:pt x="51548" y="0"/>
                  <a:pt x="60673" y="2721"/>
                  <a:pt x="67396" y="8164"/>
                </a:cubicBezTo>
                <a:cubicBezTo>
                  <a:pt x="73960" y="13607"/>
                  <a:pt x="77322" y="20971"/>
                  <a:pt x="77322" y="30256"/>
                </a:cubicBezTo>
                <a:cubicBezTo>
                  <a:pt x="77322" y="36980"/>
                  <a:pt x="75401" y="42583"/>
                  <a:pt x="71559" y="47225"/>
                </a:cubicBezTo>
                <a:cubicBezTo>
                  <a:pt x="67717" y="51868"/>
                  <a:pt x="62594" y="55070"/>
                  <a:pt x="55870" y="56671"/>
                </a:cubicBezTo>
                <a:cubicBezTo>
                  <a:pt x="63394" y="58431"/>
                  <a:pt x="69317" y="61953"/>
                  <a:pt x="73640" y="67076"/>
                </a:cubicBezTo>
                <a:cubicBezTo>
                  <a:pt x="77802" y="72199"/>
                  <a:pt x="80043" y="78602"/>
                  <a:pt x="80043" y="85966"/>
                </a:cubicBezTo>
                <a:cubicBezTo>
                  <a:pt x="80043" y="97332"/>
                  <a:pt x="76521" y="105977"/>
                  <a:pt x="69638" y="111900"/>
                </a:cubicBezTo>
                <a:cubicBezTo>
                  <a:pt x="62594" y="117984"/>
                  <a:pt x="52668" y="120865"/>
                  <a:pt x="39861" y="120865"/>
                </a:cubicBezTo>
                <a:cubicBezTo>
                  <a:pt x="27055" y="120865"/>
                  <a:pt x="17129" y="117984"/>
                  <a:pt x="10246" y="111900"/>
                </a:cubicBezTo>
                <a:cubicBezTo>
                  <a:pt x="3362" y="105977"/>
                  <a:pt x="0" y="97332"/>
                  <a:pt x="0" y="85966"/>
                </a:cubicBezTo>
                <a:cubicBezTo>
                  <a:pt x="0" y="78602"/>
                  <a:pt x="2081" y="72199"/>
                  <a:pt x="6403" y="67076"/>
                </a:cubicBezTo>
                <a:cubicBezTo>
                  <a:pt x="10566" y="61953"/>
                  <a:pt x="16489" y="58431"/>
                  <a:pt x="24173" y="56671"/>
                </a:cubicBezTo>
                <a:close/>
                <a:moveTo>
                  <a:pt x="18410" y="31697"/>
                </a:moveTo>
                <a:cubicBezTo>
                  <a:pt x="18410" y="37780"/>
                  <a:pt x="20171" y="42583"/>
                  <a:pt x="24013" y="45945"/>
                </a:cubicBezTo>
                <a:cubicBezTo>
                  <a:pt x="27855" y="49307"/>
                  <a:pt x="33138" y="50907"/>
                  <a:pt x="40022" y="50907"/>
                </a:cubicBezTo>
                <a:cubicBezTo>
                  <a:pt x="46745" y="50907"/>
                  <a:pt x="52028" y="49307"/>
                  <a:pt x="55870" y="45945"/>
                </a:cubicBezTo>
                <a:cubicBezTo>
                  <a:pt x="59712" y="42583"/>
                  <a:pt x="61633" y="37780"/>
                  <a:pt x="61633" y="31697"/>
                </a:cubicBezTo>
                <a:cubicBezTo>
                  <a:pt x="61633" y="25614"/>
                  <a:pt x="59712" y="20971"/>
                  <a:pt x="55870" y="17609"/>
                </a:cubicBezTo>
                <a:cubicBezTo>
                  <a:pt x="52028" y="14248"/>
                  <a:pt x="46745" y="12487"/>
                  <a:pt x="40022" y="12487"/>
                </a:cubicBezTo>
                <a:cubicBezTo>
                  <a:pt x="33138" y="12487"/>
                  <a:pt x="27855" y="14248"/>
                  <a:pt x="24013" y="17609"/>
                </a:cubicBezTo>
                <a:cubicBezTo>
                  <a:pt x="20171" y="20971"/>
                  <a:pt x="18410" y="25614"/>
                  <a:pt x="18410" y="31697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BB3905-3E1B-4156-925D-6BA7E7E2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710" y="4024281"/>
            <a:ext cx="68357" cy="117183"/>
          </a:xfrm>
          <a:custGeom xmlns:a="http://schemas.openxmlformats.org/drawingml/2006/main">
            <a:pathLst>
              <a:path w="68357" h="117183">
                <a:moveTo>
                  <a:pt x="30737" y="0"/>
                </a:moveTo>
                <a:lnTo>
                  <a:pt x="37780" y="0"/>
                </a:lnTo>
                <a:lnTo>
                  <a:pt x="68357" y="30737"/>
                </a:lnTo>
                <a:lnTo>
                  <a:pt x="59072" y="40182"/>
                </a:lnTo>
                <a:lnTo>
                  <a:pt x="40822" y="21772"/>
                </a:lnTo>
                <a:lnTo>
                  <a:pt x="40822" y="117183"/>
                </a:lnTo>
                <a:lnTo>
                  <a:pt x="27535" y="117183"/>
                </a:lnTo>
                <a:lnTo>
                  <a:pt x="27535" y="21772"/>
                </a:lnTo>
                <a:lnTo>
                  <a:pt x="9285" y="40182"/>
                </a:lnTo>
                <a:lnTo>
                  <a:pt x="0" y="30737"/>
                </a:lnTo>
                <a:lnTo>
                  <a:pt x="30737" y="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FFF762-2A38-4201-AFC8-B470FFC9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266" y="2821642"/>
            <a:ext cx="80683" cy="120865"/>
          </a:xfrm>
          <a:custGeom xmlns:a="http://schemas.openxmlformats.org/drawingml/2006/main">
            <a:pathLst>
              <a:path w="80683" h="120865">
                <a:moveTo>
                  <a:pt x="40342" y="12487"/>
                </a:moveTo>
                <a:cubicBezTo>
                  <a:pt x="32177" y="12487"/>
                  <a:pt x="26094" y="16489"/>
                  <a:pt x="21932" y="24493"/>
                </a:cubicBezTo>
                <a:cubicBezTo>
                  <a:pt x="17770" y="32498"/>
                  <a:pt x="15849" y="44504"/>
                  <a:pt x="15849" y="60513"/>
                </a:cubicBezTo>
                <a:cubicBezTo>
                  <a:pt x="15849" y="76521"/>
                  <a:pt x="17770" y="88528"/>
                  <a:pt x="21932" y="96532"/>
                </a:cubicBezTo>
                <a:cubicBezTo>
                  <a:pt x="26094" y="104536"/>
                  <a:pt x="32177" y="108539"/>
                  <a:pt x="40342" y="108539"/>
                </a:cubicBezTo>
                <a:cubicBezTo>
                  <a:pt x="48506" y="108539"/>
                  <a:pt x="54589" y="104536"/>
                  <a:pt x="58752" y="96532"/>
                </a:cubicBezTo>
                <a:cubicBezTo>
                  <a:pt x="62754" y="88528"/>
                  <a:pt x="64835" y="76521"/>
                  <a:pt x="64835" y="60513"/>
                </a:cubicBezTo>
                <a:cubicBezTo>
                  <a:pt x="64835" y="44504"/>
                  <a:pt x="62754" y="32498"/>
                  <a:pt x="58752" y="24493"/>
                </a:cubicBezTo>
                <a:cubicBezTo>
                  <a:pt x="54589" y="16489"/>
                  <a:pt x="48506" y="12487"/>
                  <a:pt x="40342" y="12487"/>
                </a:cubicBezTo>
                <a:close/>
                <a:moveTo>
                  <a:pt x="40342" y="0"/>
                </a:moveTo>
                <a:cubicBezTo>
                  <a:pt x="53309" y="0"/>
                  <a:pt x="63234" y="5283"/>
                  <a:pt x="70278" y="15528"/>
                </a:cubicBezTo>
                <a:cubicBezTo>
                  <a:pt x="77162" y="25934"/>
                  <a:pt x="80683" y="40982"/>
                  <a:pt x="80683" y="60513"/>
                </a:cubicBezTo>
                <a:cubicBezTo>
                  <a:pt x="80683" y="80203"/>
                  <a:pt x="77162" y="95251"/>
                  <a:pt x="70278" y="105497"/>
                </a:cubicBezTo>
                <a:cubicBezTo>
                  <a:pt x="63234" y="115742"/>
                  <a:pt x="53309" y="120865"/>
                  <a:pt x="40182" y="120865"/>
                </a:cubicBezTo>
                <a:cubicBezTo>
                  <a:pt x="27055" y="120865"/>
                  <a:pt x="17129" y="115742"/>
                  <a:pt x="10246" y="105497"/>
                </a:cubicBezTo>
                <a:cubicBezTo>
                  <a:pt x="3362" y="95251"/>
                  <a:pt x="0" y="80203"/>
                  <a:pt x="0" y="60513"/>
                </a:cubicBezTo>
                <a:cubicBezTo>
                  <a:pt x="0" y="40982"/>
                  <a:pt x="3362" y="25934"/>
                  <a:pt x="10246" y="15528"/>
                </a:cubicBezTo>
                <a:cubicBezTo>
                  <a:pt x="17129" y="5283"/>
                  <a:pt x="27215" y="0"/>
                  <a:pt x="40342" y="0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26C64D-626C-4411-8C2C-AA771747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644" y="2920575"/>
            <a:ext cx="16489" cy="19851"/>
          </a:xfrm>
          <a:custGeom xmlns:a="http://schemas.openxmlformats.org/drawingml/2006/main">
            <a:pathLst>
              <a:path w="16489" h="19851">
                <a:moveTo>
                  <a:pt x="0" y="0"/>
                </a:moveTo>
                <a:lnTo>
                  <a:pt x="16489" y="0"/>
                </a:lnTo>
                <a:lnTo>
                  <a:pt x="16489" y="19851"/>
                </a:lnTo>
                <a:lnTo>
                  <a:pt x="0" y="198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2C9DF0-7595-4B46-81C6-7313A668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109" y="2821642"/>
            <a:ext cx="74120" cy="118784"/>
          </a:xfrm>
          <a:custGeom xmlns:a="http://schemas.openxmlformats.org/drawingml/2006/main">
            <a:pathLst>
              <a:path w="74120" h="118784">
                <a:moveTo>
                  <a:pt x="19050" y="105497"/>
                </a:moveTo>
                <a:lnTo>
                  <a:pt x="74120" y="105497"/>
                </a:lnTo>
                <a:lnTo>
                  <a:pt x="74120" y="118784"/>
                </a:lnTo>
                <a:lnTo>
                  <a:pt x="0" y="118784"/>
                </a:lnTo>
                <a:lnTo>
                  <a:pt x="0" y="105497"/>
                </a:lnTo>
                <a:cubicBezTo>
                  <a:pt x="5923" y="99414"/>
                  <a:pt x="14088" y="91089"/>
                  <a:pt x="24493" y="80523"/>
                </a:cubicBezTo>
                <a:cubicBezTo>
                  <a:pt x="34739" y="70118"/>
                  <a:pt x="41302" y="63394"/>
                  <a:pt x="44024" y="60353"/>
                </a:cubicBezTo>
                <a:cubicBezTo>
                  <a:pt x="49146" y="54750"/>
                  <a:pt x="52668" y="49947"/>
                  <a:pt x="54589" y="45945"/>
                </a:cubicBezTo>
                <a:cubicBezTo>
                  <a:pt x="56510" y="42103"/>
                  <a:pt x="57631" y="38101"/>
                  <a:pt x="57631" y="34258"/>
                </a:cubicBezTo>
                <a:cubicBezTo>
                  <a:pt x="57631" y="28175"/>
                  <a:pt x="55390" y="23052"/>
                  <a:pt x="51068" y="19210"/>
                </a:cubicBezTo>
                <a:cubicBezTo>
                  <a:pt x="46745" y="15368"/>
                  <a:pt x="41142" y="13287"/>
                  <a:pt x="34098" y="13287"/>
                </a:cubicBezTo>
                <a:cubicBezTo>
                  <a:pt x="29136" y="13287"/>
                  <a:pt x="23853" y="14248"/>
                  <a:pt x="18410" y="15849"/>
                </a:cubicBezTo>
                <a:cubicBezTo>
                  <a:pt x="12967" y="17609"/>
                  <a:pt x="7044" y="20171"/>
                  <a:pt x="800" y="23693"/>
                </a:cubicBezTo>
                <a:lnTo>
                  <a:pt x="800" y="7684"/>
                </a:lnTo>
                <a:cubicBezTo>
                  <a:pt x="7204" y="5123"/>
                  <a:pt x="13127" y="3202"/>
                  <a:pt x="18570" y="1921"/>
                </a:cubicBezTo>
                <a:cubicBezTo>
                  <a:pt x="24013" y="640"/>
                  <a:pt x="29136" y="0"/>
                  <a:pt x="33778" y="0"/>
                </a:cubicBezTo>
                <a:cubicBezTo>
                  <a:pt x="45785" y="0"/>
                  <a:pt x="55390" y="3042"/>
                  <a:pt x="62594" y="9125"/>
                </a:cubicBezTo>
                <a:cubicBezTo>
                  <a:pt x="69798" y="15208"/>
                  <a:pt x="73480" y="23213"/>
                  <a:pt x="73480" y="33298"/>
                </a:cubicBezTo>
                <a:cubicBezTo>
                  <a:pt x="73480" y="38101"/>
                  <a:pt x="72519" y="42743"/>
                  <a:pt x="70758" y="46905"/>
                </a:cubicBezTo>
                <a:cubicBezTo>
                  <a:pt x="68997" y="51228"/>
                  <a:pt x="65795" y="56350"/>
                  <a:pt x="60993" y="62113"/>
                </a:cubicBezTo>
                <a:cubicBezTo>
                  <a:pt x="59712" y="63714"/>
                  <a:pt x="55550" y="68037"/>
                  <a:pt x="48506" y="75241"/>
                </a:cubicBezTo>
                <a:cubicBezTo>
                  <a:pt x="41462" y="82444"/>
                  <a:pt x="31697" y="92530"/>
                  <a:pt x="19050" y="105497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704823-B855-4094-8FD1-EA697DF4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443" y="2821642"/>
            <a:ext cx="80523" cy="120865"/>
          </a:xfrm>
          <a:custGeom xmlns:a="http://schemas.openxmlformats.org/drawingml/2006/main">
            <a:pathLst>
              <a:path w="80523" h="120865">
                <a:moveTo>
                  <a:pt x="41622" y="54109"/>
                </a:moveTo>
                <a:cubicBezTo>
                  <a:pt x="34579" y="54109"/>
                  <a:pt x="28976" y="56671"/>
                  <a:pt x="24813" y="61473"/>
                </a:cubicBezTo>
                <a:cubicBezTo>
                  <a:pt x="20651" y="66276"/>
                  <a:pt x="18570" y="72999"/>
                  <a:pt x="18570" y="81324"/>
                </a:cubicBezTo>
                <a:cubicBezTo>
                  <a:pt x="18570" y="89808"/>
                  <a:pt x="20651" y="96532"/>
                  <a:pt x="24813" y="101335"/>
                </a:cubicBezTo>
                <a:cubicBezTo>
                  <a:pt x="28976" y="106137"/>
                  <a:pt x="34579" y="108539"/>
                  <a:pt x="41622" y="108539"/>
                </a:cubicBezTo>
                <a:cubicBezTo>
                  <a:pt x="48666" y="108539"/>
                  <a:pt x="54269" y="106137"/>
                  <a:pt x="58431" y="101335"/>
                </a:cubicBezTo>
                <a:cubicBezTo>
                  <a:pt x="62594" y="96532"/>
                  <a:pt x="64675" y="89808"/>
                  <a:pt x="64675" y="81324"/>
                </a:cubicBezTo>
                <a:cubicBezTo>
                  <a:pt x="64675" y="72999"/>
                  <a:pt x="62594" y="66276"/>
                  <a:pt x="58431" y="61473"/>
                </a:cubicBezTo>
                <a:cubicBezTo>
                  <a:pt x="54269" y="56671"/>
                  <a:pt x="48666" y="54109"/>
                  <a:pt x="41622" y="54109"/>
                </a:cubicBezTo>
                <a:close/>
                <a:moveTo>
                  <a:pt x="72999" y="4643"/>
                </a:moveTo>
                <a:lnTo>
                  <a:pt x="72999" y="19050"/>
                </a:lnTo>
                <a:cubicBezTo>
                  <a:pt x="68997" y="17129"/>
                  <a:pt x="64995" y="15688"/>
                  <a:pt x="60993" y="14728"/>
                </a:cubicBezTo>
                <a:cubicBezTo>
                  <a:pt x="56831" y="13767"/>
                  <a:pt x="52828" y="13287"/>
                  <a:pt x="48986" y="13287"/>
                </a:cubicBezTo>
                <a:cubicBezTo>
                  <a:pt x="38421" y="13287"/>
                  <a:pt x="30416" y="16809"/>
                  <a:pt x="24973" y="23853"/>
                </a:cubicBezTo>
                <a:cubicBezTo>
                  <a:pt x="19531" y="30897"/>
                  <a:pt x="16329" y="41622"/>
                  <a:pt x="15688" y="55710"/>
                </a:cubicBezTo>
                <a:cubicBezTo>
                  <a:pt x="18730" y="51228"/>
                  <a:pt x="22572" y="47706"/>
                  <a:pt x="27215" y="45304"/>
                </a:cubicBezTo>
                <a:cubicBezTo>
                  <a:pt x="31857" y="42903"/>
                  <a:pt x="36980" y="41622"/>
                  <a:pt x="42583" y="41622"/>
                </a:cubicBezTo>
                <a:cubicBezTo>
                  <a:pt x="54269" y="41622"/>
                  <a:pt x="63554" y="45304"/>
                  <a:pt x="70278" y="52348"/>
                </a:cubicBezTo>
                <a:cubicBezTo>
                  <a:pt x="77002" y="59392"/>
                  <a:pt x="80523" y="69157"/>
                  <a:pt x="80523" y="81324"/>
                </a:cubicBezTo>
                <a:cubicBezTo>
                  <a:pt x="80523" y="93330"/>
                  <a:pt x="76841" y="102935"/>
                  <a:pt x="69798" y="110139"/>
                </a:cubicBezTo>
                <a:cubicBezTo>
                  <a:pt x="62754" y="117343"/>
                  <a:pt x="53309" y="120865"/>
                  <a:pt x="41622" y="120865"/>
                </a:cubicBezTo>
                <a:cubicBezTo>
                  <a:pt x="28175" y="120865"/>
                  <a:pt x="17770" y="115742"/>
                  <a:pt x="10726" y="105497"/>
                </a:cubicBezTo>
                <a:cubicBezTo>
                  <a:pt x="3522" y="95251"/>
                  <a:pt x="0" y="80203"/>
                  <a:pt x="0" y="60513"/>
                </a:cubicBezTo>
                <a:cubicBezTo>
                  <a:pt x="0" y="42103"/>
                  <a:pt x="4322" y="27375"/>
                  <a:pt x="13127" y="16489"/>
                </a:cubicBezTo>
                <a:cubicBezTo>
                  <a:pt x="21772" y="5603"/>
                  <a:pt x="33618" y="0"/>
                  <a:pt x="48346" y="0"/>
                </a:cubicBezTo>
                <a:cubicBezTo>
                  <a:pt x="52188" y="0"/>
                  <a:pt x="56190" y="480"/>
                  <a:pt x="60353" y="1121"/>
                </a:cubicBezTo>
                <a:cubicBezTo>
                  <a:pt x="64355" y="1921"/>
                  <a:pt x="68517" y="3042"/>
                  <a:pt x="72999" y="4643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3FF0F4-EB46-437A-8378-9701728B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476" y="2823243"/>
            <a:ext cx="68357" cy="117183"/>
          </a:xfrm>
          <a:custGeom xmlns:a="http://schemas.openxmlformats.org/drawingml/2006/main">
            <a:pathLst>
              <a:path w="68357" h="117183">
                <a:moveTo>
                  <a:pt x="30737" y="0"/>
                </a:moveTo>
                <a:lnTo>
                  <a:pt x="37780" y="0"/>
                </a:lnTo>
                <a:lnTo>
                  <a:pt x="68357" y="30737"/>
                </a:lnTo>
                <a:lnTo>
                  <a:pt x="59072" y="40182"/>
                </a:lnTo>
                <a:lnTo>
                  <a:pt x="40822" y="21772"/>
                </a:lnTo>
                <a:lnTo>
                  <a:pt x="40822" y="117183"/>
                </a:lnTo>
                <a:lnTo>
                  <a:pt x="27535" y="117183"/>
                </a:lnTo>
                <a:lnTo>
                  <a:pt x="27535" y="21772"/>
                </a:lnTo>
                <a:lnTo>
                  <a:pt x="9285" y="40182"/>
                </a:lnTo>
                <a:lnTo>
                  <a:pt x="0" y="30737"/>
                </a:lnTo>
                <a:lnTo>
                  <a:pt x="30737" y="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677DFB-C30A-441C-B867-4CB70E9F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031" y="2366303"/>
            <a:ext cx="80683" cy="120865"/>
          </a:xfrm>
          <a:custGeom xmlns:a="http://schemas.openxmlformats.org/drawingml/2006/main">
            <a:pathLst>
              <a:path w="80683" h="120865">
                <a:moveTo>
                  <a:pt x="40342" y="12487"/>
                </a:moveTo>
                <a:cubicBezTo>
                  <a:pt x="32177" y="12487"/>
                  <a:pt x="26094" y="16489"/>
                  <a:pt x="21932" y="24493"/>
                </a:cubicBezTo>
                <a:cubicBezTo>
                  <a:pt x="17770" y="32498"/>
                  <a:pt x="15849" y="44504"/>
                  <a:pt x="15849" y="60513"/>
                </a:cubicBezTo>
                <a:cubicBezTo>
                  <a:pt x="15849" y="76521"/>
                  <a:pt x="17770" y="88528"/>
                  <a:pt x="21932" y="96532"/>
                </a:cubicBezTo>
                <a:cubicBezTo>
                  <a:pt x="26094" y="104536"/>
                  <a:pt x="32177" y="108539"/>
                  <a:pt x="40342" y="108539"/>
                </a:cubicBezTo>
                <a:cubicBezTo>
                  <a:pt x="48506" y="108539"/>
                  <a:pt x="54589" y="104536"/>
                  <a:pt x="58752" y="96532"/>
                </a:cubicBezTo>
                <a:cubicBezTo>
                  <a:pt x="62754" y="88528"/>
                  <a:pt x="64835" y="76521"/>
                  <a:pt x="64835" y="60513"/>
                </a:cubicBezTo>
                <a:cubicBezTo>
                  <a:pt x="64835" y="44504"/>
                  <a:pt x="62754" y="32498"/>
                  <a:pt x="58752" y="24493"/>
                </a:cubicBezTo>
                <a:cubicBezTo>
                  <a:pt x="54589" y="16489"/>
                  <a:pt x="48506" y="12487"/>
                  <a:pt x="40342" y="12487"/>
                </a:cubicBezTo>
                <a:close/>
                <a:moveTo>
                  <a:pt x="40342" y="0"/>
                </a:moveTo>
                <a:cubicBezTo>
                  <a:pt x="53309" y="0"/>
                  <a:pt x="63234" y="5283"/>
                  <a:pt x="70278" y="15528"/>
                </a:cubicBezTo>
                <a:cubicBezTo>
                  <a:pt x="77162" y="25934"/>
                  <a:pt x="80683" y="40982"/>
                  <a:pt x="80683" y="60513"/>
                </a:cubicBezTo>
                <a:cubicBezTo>
                  <a:pt x="80683" y="80203"/>
                  <a:pt x="77162" y="95251"/>
                  <a:pt x="70278" y="105497"/>
                </a:cubicBezTo>
                <a:cubicBezTo>
                  <a:pt x="63234" y="115742"/>
                  <a:pt x="53309" y="120865"/>
                  <a:pt x="40182" y="120865"/>
                </a:cubicBezTo>
                <a:cubicBezTo>
                  <a:pt x="27055" y="120865"/>
                  <a:pt x="17129" y="115742"/>
                  <a:pt x="10246" y="105497"/>
                </a:cubicBezTo>
                <a:cubicBezTo>
                  <a:pt x="3362" y="95251"/>
                  <a:pt x="0" y="80203"/>
                  <a:pt x="0" y="60513"/>
                </a:cubicBezTo>
                <a:cubicBezTo>
                  <a:pt x="0" y="40982"/>
                  <a:pt x="3362" y="25934"/>
                  <a:pt x="10246" y="15528"/>
                </a:cubicBezTo>
                <a:cubicBezTo>
                  <a:pt x="17129" y="5283"/>
                  <a:pt x="27215" y="0"/>
                  <a:pt x="40342" y="0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116620-48CA-4007-9A59-55165BB8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09" y="2465236"/>
            <a:ext cx="16489" cy="19851"/>
          </a:xfrm>
          <a:custGeom xmlns:a="http://schemas.openxmlformats.org/drawingml/2006/main">
            <a:pathLst>
              <a:path w="16489" h="19851">
                <a:moveTo>
                  <a:pt x="0" y="0"/>
                </a:moveTo>
                <a:lnTo>
                  <a:pt x="16489" y="0"/>
                </a:lnTo>
                <a:lnTo>
                  <a:pt x="16489" y="19851"/>
                </a:lnTo>
                <a:lnTo>
                  <a:pt x="0" y="198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B38A3C-C4E2-43B8-B8A6-B4D6453C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354" y="2366303"/>
            <a:ext cx="76841" cy="120865"/>
          </a:xfrm>
          <a:custGeom xmlns:a="http://schemas.openxmlformats.org/drawingml/2006/main">
            <a:pathLst>
              <a:path w="76841" h="120865">
                <a:moveTo>
                  <a:pt x="52828" y="55870"/>
                </a:moveTo>
                <a:cubicBezTo>
                  <a:pt x="60353" y="57471"/>
                  <a:pt x="66276" y="60833"/>
                  <a:pt x="70438" y="65956"/>
                </a:cubicBezTo>
                <a:cubicBezTo>
                  <a:pt x="74600" y="71078"/>
                  <a:pt x="76841" y="77482"/>
                  <a:pt x="76841" y="84846"/>
                </a:cubicBezTo>
                <a:cubicBezTo>
                  <a:pt x="76841" y="96372"/>
                  <a:pt x="72839" y="105337"/>
                  <a:pt x="64995" y="111580"/>
                </a:cubicBezTo>
                <a:cubicBezTo>
                  <a:pt x="56991" y="117824"/>
                  <a:pt x="45785" y="120865"/>
                  <a:pt x="31217" y="120865"/>
                </a:cubicBezTo>
                <a:cubicBezTo>
                  <a:pt x="26254" y="120865"/>
                  <a:pt x="21131" y="120385"/>
                  <a:pt x="16009" y="119424"/>
                </a:cubicBezTo>
                <a:cubicBezTo>
                  <a:pt x="10886" y="118624"/>
                  <a:pt x="5443" y="117183"/>
                  <a:pt x="0" y="115262"/>
                </a:cubicBezTo>
                <a:lnTo>
                  <a:pt x="0" y="100054"/>
                </a:lnTo>
                <a:cubicBezTo>
                  <a:pt x="4322" y="102615"/>
                  <a:pt x="9125" y="104536"/>
                  <a:pt x="14408" y="105817"/>
                </a:cubicBezTo>
                <a:cubicBezTo>
                  <a:pt x="19531" y="107098"/>
                  <a:pt x="24973" y="107738"/>
                  <a:pt x="30737" y="107738"/>
                </a:cubicBezTo>
                <a:cubicBezTo>
                  <a:pt x="40662" y="107738"/>
                  <a:pt x="48186" y="105817"/>
                  <a:pt x="53309" y="101975"/>
                </a:cubicBezTo>
                <a:cubicBezTo>
                  <a:pt x="58431" y="98133"/>
                  <a:pt x="61153" y="92370"/>
                  <a:pt x="61153" y="84846"/>
                </a:cubicBezTo>
                <a:cubicBezTo>
                  <a:pt x="61153" y="78122"/>
                  <a:pt x="58752" y="72679"/>
                  <a:pt x="53949" y="68837"/>
                </a:cubicBezTo>
                <a:cubicBezTo>
                  <a:pt x="49146" y="64995"/>
                  <a:pt x="42423" y="62914"/>
                  <a:pt x="33778" y="62914"/>
                </a:cubicBezTo>
                <a:lnTo>
                  <a:pt x="20171" y="62914"/>
                </a:lnTo>
                <a:lnTo>
                  <a:pt x="20171" y="49947"/>
                </a:lnTo>
                <a:lnTo>
                  <a:pt x="34419" y="49947"/>
                </a:lnTo>
                <a:cubicBezTo>
                  <a:pt x="42103" y="49947"/>
                  <a:pt x="48026" y="48506"/>
                  <a:pt x="52188" y="45304"/>
                </a:cubicBezTo>
                <a:cubicBezTo>
                  <a:pt x="56350" y="42263"/>
                  <a:pt x="58431" y="37780"/>
                  <a:pt x="58431" y="31857"/>
                </a:cubicBezTo>
                <a:cubicBezTo>
                  <a:pt x="58431" y="25934"/>
                  <a:pt x="56190" y="21291"/>
                  <a:pt x="52028" y="18090"/>
                </a:cubicBezTo>
                <a:cubicBezTo>
                  <a:pt x="47706" y="14888"/>
                  <a:pt x="41622" y="13287"/>
                  <a:pt x="33778" y="13287"/>
                </a:cubicBezTo>
                <a:cubicBezTo>
                  <a:pt x="29456" y="13287"/>
                  <a:pt x="24813" y="13767"/>
                  <a:pt x="19851" y="14728"/>
                </a:cubicBezTo>
                <a:cubicBezTo>
                  <a:pt x="14888" y="15688"/>
                  <a:pt x="9445" y="17129"/>
                  <a:pt x="3522" y="19050"/>
                </a:cubicBezTo>
                <a:lnTo>
                  <a:pt x="3522" y="4963"/>
                </a:lnTo>
                <a:cubicBezTo>
                  <a:pt x="9445" y="3362"/>
                  <a:pt x="15048" y="2081"/>
                  <a:pt x="20331" y="1281"/>
                </a:cubicBezTo>
                <a:cubicBezTo>
                  <a:pt x="25454" y="480"/>
                  <a:pt x="30416" y="0"/>
                  <a:pt x="35219" y="0"/>
                </a:cubicBezTo>
                <a:cubicBezTo>
                  <a:pt x="47065" y="0"/>
                  <a:pt x="56510" y="2721"/>
                  <a:pt x="63554" y="8164"/>
                </a:cubicBezTo>
                <a:cubicBezTo>
                  <a:pt x="70598" y="13607"/>
                  <a:pt x="74120" y="20971"/>
                  <a:pt x="74120" y="30256"/>
                </a:cubicBezTo>
                <a:cubicBezTo>
                  <a:pt x="74120" y="36660"/>
                  <a:pt x="72199" y="42103"/>
                  <a:pt x="68517" y="46585"/>
                </a:cubicBezTo>
                <a:cubicBezTo>
                  <a:pt x="64835" y="51068"/>
                  <a:pt x="59552" y="54269"/>
                  <a:pt x="52828" y="55870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D18D75-C308-4EA7-B854-1784D91B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169" y="2366303"/>
            <a:ext cx="76841" cy="120865"/>
          </a:xfrm>
          <a:custGeom xmlns:a="http://schemas.openxmlformats.org/drawingml/2006/main">
            <a:pathLst>
              <a:path w="76841" h="120865">
                <a:moveTo>
                  <a:pt x="52828" y="55870"/>
                </a:moveTo>
                <a:cubicBezTo>
                  <a:pt x="60353" y="57471"/>
                  <a:pt x="66276" y="60833"/>
                  <a:pt x="70438" y="65956"/>
                </a:cubicBezTo>
                <a:cubicBezTo>
                  <a:pt x="74600" y="71078"/>
                  <a:pt x="76841" y="77482"/>
                  <a:pt x="76841" y="84846"/>
                </a:cubicBezTo>
                <a:cubicBezTo>
                  <a:pt x="76841" y="96372"/>
                  <a:pt x="72839" y="105337"/>
                  <a:pt x="64995" y="111580"/>
                </a:cubicBezTo>
                <a:cubicBezTo>
                  <a:pt x="56991" y="117824"/>
                  <a:pt x="45785" y="120865"/>
                  <a:pt x="31217" y="120865"/>
                </a:cubicBezTo>
                <a:cubicBezTo>
                  <a:pt x="26254" y="120865"/>
                  <a:pt x="21131" y="120385"/>
                  <a:pt x="16009" y="119424"/>
                </a:cubicBezTo>
                <a:cubicBezTo>
                  <a:pt x="10886" y="118624"/>
                  <a:pt x="5443" y="117183"/>
                  <a:pt x="0" y="115262"/>
                </a:cubicBezTo>
                <a:lnTo>
                  <a:pt x="0" y="100054"/>
                </a:lnTo>
                <a:cubicBezTo>
                  <a:pt x="4322" y="102615"/>
                  <a:pt x="9125" y="104536"/>
                  <a:pt x="14408" y="105817"/>
                </a:cubicBezTo>
                <a:cubicBezTo>
                  <a:pt x="19531" y="107098"/>
                  <a:pt x="24973" y="107738"/>
                  <a:pt x="30737" y="107738"/>
                </a:cubicBezTo>
                <a:cubicBezTo>
                  <a:pt x="40662" y="107738"/>
                  <a:pt x="48186" y="105817"/>
                  <a:pt x="53309" y="101975"/>
                </a:cubicBezTo>
                <a:cubicBezTo>
                  <a:pt x="58431" y="98133"/>
                  <a:pt x="61153" y="92370"/>
                  <a:pt x="61153" y="84846"/>
                </a:cubicBezTo>
                <a:cubicBezTo>
                  <a:pt x="61153" y="78122"/>
                  <a:pt x="58752" y="72679"/>
                  <a:pt x="53949" y="68837"/>
                </a:cubicBezTo>
                <a:cubicBezTo>
                  <a:pt x="49146" y="64995"/>
                  <a:pt x="42423" y="62914"/>
                  <a:pt x="33778" y="62914"/>
                </a:cubicBezTo>
                <a:lnTo>
                  <a:pt x="20171" y="62914"/>
                </a:lnTo>
                <a:lnTo>
                  <a:pt x="20171" y="49947"/>
                </a:lnTo>
                <a:lnTo>
                  <a:pt x="34419" y="49947"/>
                </a:lnTo>
                <a:cubicBezTo>
                  <a:pt x="42103" y="49947"/>
                  <a:pt x="48026" y="48506"/>
                  <a:pt x="52188" y="45304"/>
                </a:cubicBezTo>
                <a:cubicBezTo>
                  <a:pt x="56350" y="42263"/>
                  <a:pt x="58431" y="37780"/>
                  <a:pt x="58431" y="31857"/>
                </a:cubicBezTo>
                <a:cubicBezTo>
                  <a:pt x="58431" y="25934"/>
                  <a:pt x="56190" y="21291"/>
                  <a:pt x="52028" y="18090"/>
                </a:cubicBezTo>
                <a:cubicBezTo>
                  <a:pt x="47706" y="14888"/>
                  <a:pt x="41622" y="13287"/>
                  <a:pt x="33778" y="13287"/>
                </a:cubicBezTo>
                <a:cubicBezTo>
                  <a:pt x="29456" y="13287"/>
                  <a:pt x="24813" y="13767"/>
                  <a:pt x="19851" y="14728"/>
                </a:cubicBezTo>
                <a:cubicBezTo>
                  <a:pt x="14888" y="15688"/>
                  <a:pt x="9445" y="17129"/>
                  <a:pt x="3522" y="19050"/>
                </a:cubicBezTo>
                <a:lnTo>
                  <a:pt x="3522" y="4963"/>
                </a:lnTo>
                <a:cubicBezTo>
                  <a:pt x="9445" y="3362"/>
                  <a:pt x="15048" y="2081"/>
                  <a:pt x="20331" y="1281"/>
                </a:cubicBezTo>
                <a:cubicBezTo>
                  <a:pt x="25454" y="480"/>
                  <a:pt x="30416" y="0"/>
                  <a:pt x="35219" y="0"/>
                </a:cubicBezTo>
                <a:cubicBezTo>
                  <a:pt x="47065" y="0"/>
                  <a:pt x="56510" y="2721"/>
                  <a:pt x="63554" y="8164"/>
                </a:cubicBezTo>
                <a:cubicBezTo>
                  <a:pt x="70598" y="13607"/>
                  <a:pt x="74120" y="20971"/>
                  <a:pt x="74120" y="30256"/>
                </a:cubicBezTo>
                <a:cubicBezTo>
                  <a:pt x="74120" y="36660"/>
                  <a:pt x="72199" y="42103"/>
                  <a:pt x="68517" y="46585"/>
                </a:cubicBezTo>
                <a:cubicBezTo>
                  <a:pt x="64835" y="51068"/>
                  <a:pt x="59552" y="54269"/>
                  <a:pt x="52828" y="55870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BECD0D-F394-4721-81BF-A67C3093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241" y="2367904"/>
            <a:ext cx="68357" cy="117183"/>
          </a:xfrm>
          <a:custGeom xmlns:a="http://schemas.openxmlformats.org/drawingml/2006/main">
            <a:pathLst>
              <a:path w="68357" h="117183">
                <a:moveTo>
                  <a:pt x="30737" y="0"/>
                </a:moveTo>
                <a:lnTo>
                  <a:pt x="37780" y="0"/>
                </a:lnTo>
                <a:lnTo>
                  <a:pt x="68357" y="30737"/>
                </a:lnTo>
                <a:lnTo>
                  <a:pt x="59072" y="40182"/>
                </a:lnTo>
                <a:lnTo>
                  <a:pt x="40822" y="21772"/>
                </a:lnTo>
                <a:lnTo>
                  <a:pt x="40822" y="117183"/>
                </a:lnTo>
                <a:lnTo>
                  <a:pt x="27535" y="117183"/>
                </a:lnTo>
                <a:lnTo>
                  <a:pt x="27535" y="21772"/>
                </a:lnTo>
                <a:lnTo>
                  <a:pt x="9285" y="40182"/>
                </a:lnTo>
                <a:lnTo>
                  <a:pt x="0" y="30737"/>
                </a:lnTo>
                <a:lnTo>
                  <a:pt x="30737" y="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728B99-4F3C-481B-B0D3-834BEE51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797" y="2029748"/>
            <a:ext cx="80683" cy="120865"/>
          </a:xfrm>
          <a:custGeom xmlns:a="http://schemas.openxmlformats.org/drawingml/2006/main">
            <a:pathLst>
              <a:path w="80683" h="120865">
                <a:moveTo>
                  <a:pt x="40342" y="12487"/>
                </a:moveTo>
                <a:cubicBezTo>
                  <a:pt x="32177" y="12487"/>
                  <a:pt x="26094" y="16489"/>
                  <a:pt x="21932" y="24493"/>
                </a:cubicBezTo>
                <a:cubicBezTo>
                  <a:pt x="17770" y="32498"/>
                  <a:pt x="15849" y="44504"/>
                  <a:pt x="15849" y="60513"/>
                </a:cubicBezTo>
                <a:cubicBezTo>
                  <a:pt x="15849" y="76521"/>
                  <a:pt x="17770" y="88528"/>
                  <a:pt x="21932" y="96532"/>
                </a:cubicBezTo>
                <a:cubicBezTo>
                  <a:pt x="26094" y="104536"/>
                  <a:pt x="32177" y="108539"/>
                  <a:pt x="40342" y="108539"/>
                </a:cubicBezTo>
                <a:cubicBezTo>
                  <a:pt x="48506" y="108539"/>
                  <a:pt x="54589" y="104536"/>
                  <a:pt x="58752" y="96532"/>
                </a:cubicBezTo>
                <a:cubicBezTo>
                  <a:pt x="62754" y="88528"/>
                  <a:pt x="64835" y="76521"/>
                  <a:pt x="64835" y="60513"/>
                </a:cubicBezTo>
                <a:cubicBezTo>
                  <a:pt x="64835" y="44504"/>
                  <a:pt x="62754" y="32498"/>
                  <a:pt x="58752" y="24493"/>
                </a:cubicBezTo>
                <a:cubicBezTo>
                  <a:pt x="54589" y="16489"/>
                  <a:pt x="48506" y="12487"/>
                  <a:pt x="40342" y="12487"/>
                </a:cubicBezTo>
                <a:close/>
                <a:moveTo>
                  <a:pt x="40342" y="0"/>
                </a:moveTo>
                <a:cubicBezTo>
                  <a:pt x="53309" y="0"/>
                  <a:pt x="63234" y="5283"/>
                  <a:pt x="70278" y="15528"/>
                </a:cubicBezTo>
                <a:cubicBezTo>
                  <a:pt x="77162" y="25934"/>
                  <a:pt x="80683" y="40982"/>
                  <a:pt x="80683" y="60513"/>
                </a:cubicBezTo>
                <a:cubicBezTo>
                  <a:pt x="80683" y="80203"/>
                  <a:pt x="77162" y="95251"/>
                  <a:pt x="70278" y="105497"/>
                </a:cubicBezTo>
                <a:cubicBezTo>
                  <a:pt x="63234" y="115742"/>
                  <a:pt x="53309" y="120865"/>
                  <a:pt x="40182" y="120865"/>
                </a:cubicBezTo>
                <a:cubicBezTo>
                  <a:pt x="27055" y="120865"/>
                  <a:pt x="17129" y="115742"/>
                  <a:pt x="10246" y="105497"/>
                </a:cubicBezTo>
                <a:cubicBezTo>
                  <a:pt x="3362" y="95251"/>
                  <a:pt x="0" y="80203"/>
                  <a:pt x="0" y="60513"/>
                </a:cubicBezTo>
                <a:cubicBezTo>
                  <a:pt x="0" y="40982"/>
                  <a:pt x="3362" y="25934"/>
                  <a:pt x="10246" y="15528"/>
                </a:cubicBezTo>
                <a:cubicBezTo>
                  <a:pt x="17129" y="5283"/>
                  <a:pt x="27215" y="0"/>
                  <a:pt x="40342" y="0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EED5C3-6598-4E74-8914-F3834D5F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175" y="2128682"/>
            <a:ext cx="16489" cy="19851"/>
          </a:xfrm>
          <a:custGeom xmlns:a="http://schemas.openxmlformats.org/drawingml/2006/main">
            <a:pathLst>
              <a:path w="16489" h="19851">
                <a:moveTo>
                  <a:pt x="0" y="0"/>
                </a:moveTo>
                <a:lnTo>
                  <a:pt x="16489" y="0"/>
                </a:lnTo>
                <a:lnTo>
                  <a:pt x="16489" y="19851"/>
                </a:lnTo>
                <a:lnTo>
                  <a:pt x="0" y="198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2C5C2D-9E03-4C52-8564-3D3F7BDD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120" y="2029748"/>
            <a:ext cx="76841" cy="120865"/>
          </a:xfrm>
          <a:custGeom xmlns:a="http://schemas.openxmlformats.org/drawingml/2006/main">
            <a:pathLst>
              <a:path w="76841" h="120865">
                <a:moveTo>
                  <a:pt x="52828" y="55870"/>
                </a:moveTo>
                <a:cubicBezTo>
                  <a:pt x="60353" y="57471"/>
                  <a:pt x="66276" y="60833"/>
                  <a:pt x="70438" y="65956"/>
                </a:cubicBezTo>
                <a:cubicBezTo>
                  <a:pt x="74600" y="71078"/>
                  <a:pt x="76841" y="77482"/>
                  <a:pt x="76841" y="84846"/>
                </a:cubicBezTo>
                <a:cubicBezTo>
                  <a:pt x="76841" y="96372"/>
                  <a:pt x="72839" y="105337"/>
                  <a:pt x="64995" y="111580"/>
                </a:cubicBezTo>
                <a:cubicBezTo>
                  <a:pt x="56991" y="117824"/>
                  <a:pt x="45785" y="120865"/>
                  <a:pt x="31217" y="120865"/>
                </a:cubicBezTo>
                <a:cubicBezTo>
                  <a:pt x="26254" y="120865"/>
                  <a:pt x="21131" y="120385"/>
                  <a:pt x="16009" y="119424"/>
                </a:cubicBezTo>
                <a:cubicBezTo>
                  <a:pt x="10886" y="118624"/>
                  <a:pt x="5443" y="117183"/>
                  <a:pt x="0" y="115262"/>
                </a:cubicBezTo>
                <a:lnTo>
                  <a:pt x="0" y="100054"/>
                </a:lnTo>
                <a:cubicBezTo>
                  <a:pt x="4322" y="102615"/>
                  <a:pt x="9125" y="104536"/>
                  <a:pt x="14408" y="105817"/>
                </a:cubicBezTo>
                <a:cubicBezTo>
                  <a:pt x="19531" y="107098"/>
                  <a:pt x="24973" y="107738"/>
                  <a:pt x="30737" y="107738"/>
                </a:cubicBezTo>
                <a:cubicBezTo>
                  <a:pt x="40662" y="107738"/>
                  <a:pt x="48186" y="105817"/>
                  <a:pt x="53309" y="101975"/>
                </a:cubicBezTo>
                <a:cubicBezTo>
                  <a:pt x="58431" y="98133"/>
                  <a:pt x="61153" y="92370"/>
                  <a:pt x="61153" y="84846"/>
                </a:cubicBezTo>
                <a:cubicBezTo>
                  <a:pt x="61153" y="78122"/>
                  <a:pt x="58752" y="72679"/>
                  <a:pt x="53949" y="68837"/>
                </a:cubicBezTo>
                <a:cubicBezTo>
                  <a:pt x="49146" y="64995"/>
                  <a:pt x="42423" y="62914"/>
                  <a:pt x="33778" y="62914"/>
                </a:cubicBezTo>
                <a:lnTo>
                  <a:pt x="20171" y="62914"/>
                </a:lnTo>
                <a:lnTo>
                  <a:pt x="20171" y="49947"/>
                </a:lnTo>
                <a:lnTo>
                  <a:pt x="34419" y="49947"/>
                </a:lnTo>
                <a:cubicBezTo>
                  <a:pt x="42103" y="49947"/>
                  <a:pt x="48026" y="48506"/>
                  <a:pt x="52188" y="45304"/>
                </a:cubicBezTo>
                <a:cubicBezTo>
                  <a:pt x="56350" y="42263"/>
                  <a:pt x="58431" y="37780"/>
                  <a:pt x="58431" y="31857"/>
                </a:cubicBezTo>
                <a:cubicBezTo>
                  <a:pt x="58431" y="25934"/>
                  <a:pt x="56190" y="21291"/>
                  <a:pt x="52028" y="18090"/>
                </a:cubicBezTo>
                <a:cubicBezTo>
                  <a:pt x="47706" y="14888"/>
                  <a:pt x="41622" y="13287"/>
                  <a:pt x="33778" y="13287"/>
                </a:cubicBezTo>
                <a:cubicBezTo>
                  <a:pt x="29456" y="13287"/>
                  <a:pt x="24813" y="13767"/>
                  <a:pt x="19851" y="14728"/>
                </a:cubicBezTo>
                <a:cubicBezTo>
                  <a:pt x="14888" y="15688"/>
                  <a:pt x="9445" y="17129"/>
                  <a:pt x="3522" y="19050"/>
                </a:cubicBezTo>
                <a:lnTo>
                  <a:pt x="3522" y="4963"/>
                </a:lnTo>
                <a:cubicBezTo>
                  <a:pt x="9445" y="3362"/>
                  <a:pt x="15048" y="2081"/>
                  <a:pt x="20331" y="1281"/>
                </a:cubicBezTo>
                <a:cubicBezTo>
                  <a:pt x="25454" y="480"/>
                  <a:pt x="30416" y="0"/>
                  <a:pt x="35219" y="0"/>
                </a:cubicBezTo>
                <a:cubicBezTo>
                  <a:pt x="47065" y="0"/>
                  <a:pt x="56510" y="2721"/>
                  <a:pt x="63554" y="8164"/>
                </a:cubicBezTo>
                <a:cubicBezTo>
                  <a:pt x="70598" y="13607"/>
                  <a:pt x="74120" y="20971"/>
                  <a:pt x="74120" y="30256"/>
                </a:cubicBezTo>
                <a:cubicBezTo>
                  <a:pt x="74120" y="36660"/>
                  <a:pt x="72199" y="42103"/>
                  <a:pt x="68517" y="46585"/>
                </a:cubicBezTo>
                <a:cubicBezTo>
                  <a:pt x="64835" y="51068"/>
                  <a:pt x="59552" y="54269"/>
                  <a:pt x="52828" y="55870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304CB5-0603-4F35-AE91-2835B18D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654" y="2029748"/>
            <a:ext cx="80043" cy="120865"/>
          </a:xfrm>
          <a:custGeom xmlns:a="http://schemas.openxmlformats.org/drawingml/2006/main">
            <a:pathLst>
              <a:path w="80043" h="120865">
                <a:moveTo>
                  <a:pt x="40022" y="63394"/>
                </a:moveTo>
                <a:cubicBezTo>
                  <a:pt x="32498" y="63394"/>
                  <a:pt x="26574" y="65475"/>
                  <a:pt x="22252" y="69477"/>
                </a:cubicBezTo>
                <a:cubicBezTo>
                  <a:pt x="17930" y="73480"/>
                  <a:pt x="15849" y="78923"/>
                  <a:pt x="15849" y="85966"/>
                </a:cubicBezTo>
                <a:cubicBezTo>
                  <a:pt x="15849" y="93010"/>
                  <a:pt x="17930" y="98613"/>
                  <a:pt x="22252" y="102615"/>
                </a:cubicBezTo>
                <a:cubicBezTo>
                  <a:pt x="26574" y="106617"/>
                  <a:pt x="32498" y="108539"/>
                  <a:pt x="40022" y="108539"/>
                </a:cubicBezTo>
                <a:cubicBezTo>
                  <a:pt x="47386" y="108539"/>
                  <a:pt x="53309" y="106617"/>
                  <a:pt x="57631" y="102455"/>
                </a:cubicBezTo>
                <a:cubicBezTo>
                  <a:pt x="61953" y="98453"/>
                  <a:pt x="64195" y="93010"/>
                  <a:pt x="64195" y="85966"/>
                </a:cubicBezTo>
                <a:cubicBezTo>
                  <a:pt x="64195" y="78923"/>
                  <a:pt x="61953" y="73480"/>
                  <a:pt x="57791" y="69477"/>
                </a:cubicBezTo>
                <a:cubicBezTo>
                  <a:pt x="53469" y="65475"/>
                  <a:pt x="47546" y="63394"/>
                  <a:pt x="40022" y="63394"/>
                </a:cubicBezTo>
                <a:close/>
                <a:moveTo>
                  <a:pt x="24173" y="56671"/>
                </a:moveTo>
                <a:cubicBezTo>
                  <a:pt x="17449" y="55070"/>
                  <a:pt x="12167" y="51868"/>
                  <a:pt x="8324" y="47225"/>
                </a:cubicBezTo>
                <a:cubicBezTo>
                  <a:pt x="4482" y="42583"/>
                  <a:pt x="2721" y="36980"/>
                  <a:pt x="2721" y="30256"/>
                </a:cubicBezTo>
                <a:cubicBezTo>
                  <a:pt x="2721" y="20971"/>
                  <a:pt x="5923" y="13607"/>
                  <a:pt x="12647" y="8164"/>
                </a:cubicBezTo>
                <a:cubicBezTo>
                  <a:pt x="19210" y="2721"/>
                  <a:pt x="28335" y="0"/>
                  <a:pt x="40022" y="0"/>
                </a:cubicBezTo>
                <a:cubicBezTo>
                  <a:pt x="51548" y="0"/>
                  <a:pt x="60673" y="2721"/>
                  <a:pt x="67396" y="8164"/>
                </a:cubicBezTo>
                <a:cubicBezTo>
                  <a:pt x="73960" y="13607"/>
                  <a:pt x="77322" y="20971"/>
                  <a:pt x="77322" y="30256"/>
                </a:cubicBezTo>
                <a:cubicBezTo>
                  <a:pt x="77322" y="36980"/>
                  <a:pt x="75401" y="42583"/>
                  <a:pt x="71559" y="47225"/>
                </a:cubicBezTo>
                <a:cubicBezTo>
                  <a:pt x="67717" y="51868"/>
                  <a:pt x="62594" y="55070"/>
                  <a:pt x="55870" y="56671"/>
                </a:cubicBezTo>
                <a:cubicBezTo>
                  <a:pt x="63394" y="58431"/>
                  <a:pt x="69317" y="61953"/>
                  <a:pt x="73640" y="67076"/>
                </a:cubicBezTo>
                <a:cubicBezTo>
                  <a:pt x="77802" y="72199"/>
                  <a:pt x="80043" y="78602"/>
                  <a:pt x="80043" y="85966"/>
                </a:cubicBezTo>
                <a:cubicBezTo>
                  <a:pt x="80043" y="97332"/>
                  <a:pt x="76521" y="105977"/>
                  <a:pt x="69638" y="111900"/>
                </a:cubicBezTo>
                <a:cubicBezTo>
                  <a:pt x="62594" y="117984"/>
                  <a:pt x="52668" y="120865"/>
                  <a:pt x="39861" y="120865"/>
                </a:cubicBezTo>
                <a:cubicBezTo>
                  <a:pt x="27055" y="120865"/>
                  <a:pt x="17129" y="117984"/>
                  <a:pt x="10246" y="111900"/>
                </a:cubicBezTo>
                <a:cubicBezTo>
                  <a:pt x="3362" y="105977"/>
                  <a:pt x="0" y="97332"/>
                  <a:pt x="0" y="85966"/>
                </a:cubicBezTo>
                <a:cubicBezTo>
                  <a:pt x="0" y="78602"/>
                  <a:pt x="2081" y="72199"/>
                  <a:pt x="6403" y="67076"/>
                </a:cubicBezTo>
                <a:cubicBezTo>
                  <a:pt x="10566" y="61953"/>
                  <a:pt x="16489" y="58431"/>
                  <a:pt x="24173" y="56671"/>
                </a:cubicBezTo>
                <a:close/>
                <a:moveTo>
                  <a:pt x="18410" y="31697"/>
                </a:moveTo>
                <a:cubicBezTo>
                  <a:pt x="18410" y="37780"/>
                  <a:pt x="20171" y="42583"/>
                  <a:pt x="24013" y="45945"/>
                </a:cubicBezTo>
                <a:cubicBezTo>
                  <a:pt x="27855" y="49307"/>
                  <a:pt x="33138" y="50907"/>
                  <a:pt x="40022" y="50907"/>
                </a:cubicBezTo>
                <a:cubicBezTo>
                  <a:pt x="46745" y="50907"/>
                  <a:pt x="52028" y="49307"/>
                  <a:pt x="55870" y="45945"/>
                </a:cubicBezTo>
                <a:cubicBezTo>
                  <a:pt x="59712" y="42583"/>
                  <a:pt x="61633" y="37780"/>
                  <a:pt x="61633" y="31697"/>
                </a:cubicBezTo>
                <a:cubicBezTo>
                  <a:pt x="61633" y="25614"/>
                  <a:pt x="59712" y="20971"/>
                  <a:pt x="55870" y="17609"/>
                </a:cubicBezTo>
                <a:cubicBezTo>
                  <a:pt x="52028" y="14248"/>
                  <a:pt x="46745" y="12487"/>
                  <a:pt x="40022" y="12487"/>
                </a:cubicBezTo>
                <a:cubicBezTo>
                  <a:pt x="33138" y="12487"/>
                  <a:pt x="27855" y="14248"/>
                  <a:pt x="24013" y="17609"/>
                </a:cubicBezTo>
                <a:cubicBezTo>
                  <a:pt x="20171" y="20971"/>
                  <a:pt x="18410" y="25614"/>
                  <a:pt x="18410" y="31697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B96F48-138C-47F6-AD30-D792B791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006" y="2031349"/>
            <a:ext cx="68357" cy="117183"/>
          </a:xfrm>
          <a:custGeom xmlns:a="http://schemas.openxmlformats.org/drawingml/2006/main">
            <a:pathLst>
              <a:path w="68357" h="117183">
                <a:moveTo>
                  <a:pt x="30737" y="0"/>
                </a:moveTo>
                <a:lnTo>
                  <a:pt x="37780" y="0"/>
                </a:lnTo>
                <a:lnTo>
                  <a:pt x="68357" y="30737"/>
                </a:lnTo>
                <a:lnTo>
                  <a:pt x="59072" y="40182"/>
                </a:lnTo>
                <a:lnTo>
                  <a:pt x="40822" y="21772"/>
                </a:lnTo>
                <a:lnTo>
                  <a:pt x="40822" y="117183"/>
                </a:lnTo>
                <a:lnTo>
                  <a:pt x="27535" y="117183"/>
                </a:lnTo>
                <a:lnTo>
                  <a:pt x="27535" y="21772"/>
                </a:lnTo>
                <a:lnTo>
                  <a:pt x="9285" y="40182"/>
                </a:lnTo>
                <a:lnTo>
                  <a:pt x="0" y="30737"/>
                </a:lnTo>
                <a:lnTo>
                  <a:pt x="30737" y="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48B3E9-D0B9-4014-9439-E70C8A32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100" y="182635"/>
            <a:ext cx="373535" cy="10"/>
          </a:xfrm>
          <a:custGeom xmlns:a="http://schemas.openxmlformats.org/drawingml/2006/main">
            <a:pathLst>
              <a:path w="373535" h="1" fill="none">
                <a:moveTo>
                  <a:pt x="0" y="0"/>
                </a:moveTo>
                <a:lnTo>
                  <a:pt x="186767" y="0"/>
                </a:lnTo>
                <a:lnTo>
                  <a:pt x="3735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81" cap="flat">
            <a:solidFill>
              <a:srgbClr val="008080"/>
            </a:solidFill>
            <a:custDash>
              <a:ds d="370000" sp="160000"/>
            </a:custDash>
            <a:round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3DA83F-58B6-403F-AA62-21753BF2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505" y="129273"/>
            <a:ext cx="106724" cy="106724"/>
          </a:xfrm>
          <a:custGeom xmlns:a="http://schemas.openxmlformats.org/drawingml/2006/main">
            <a:pathLst>
              <a:path w="106724" h="106724">
                <a:moveTo>
                  <a:pt x="53362" y="0"/>
                </a:moveTo>
                <a:lnTo>
                  <a:pt x="0" y="106724"/>
                </a:lnTo>
                <a:lnTo>
                  <a:pt x="106724" y="106724"/>
                </a:lnTo>
                <a:lnTo>
                  <a:pt x="53362" y="0"/>
                </a:lnTo>
                <a:close/>
              </a:path>
            </a:pathLst>
          </a:custGeom>
          <a:solidFill xmlns:a="http://schemas.openxmlformats.org/drawingml/2006/main">
            <a:srgbClr val="0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9E80B2-C581-496B-9E2A-AA0FDBCF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505" y="129273"/>
            <a:ext cx="106724" cy="106724"/>
          </a:xfrm>
          <a:custGeom xmlns:a="http://schemas.openxmlformats.org/drawingml/2006/main">
            <a:pathLst>
              <a:path w="106724" h="106724" fill="none">
                <a:moveTo>
                  <a:pt x="53362" y="0"/>
                </a:moveTo>
                <a:lnTo>
                  <a:pt x="0" y="106724"/>
                </a:lnTo>
                <a:lnTo>
                  <a:pt x="106724" y="106724"/>
                </a:lnTo>
                <a:lnTo>
                  <a:pt x="5336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41" cap="flat">
            <a:solidFill>
              <a:srgbClr val="008080"/>
            </a:solidFill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AF3953-BB46-48E5-9A1F-644C86C3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352" y="111850"/>
            <a:ext cx="87967" cy="136153"/>
          </a:xfrm>
          <a:custGeom xmlns:a="http://schemas.openxmlformats.org/drawingml/2006/main">
            <a:pathLst>
              <a:path w="87967" h="136153">
                <a:moveTo>
                  <a:pt x="18490" y="15128"/>
                </a:moveTo>
                <a:lnTo>
                  <a:pt x="18490" y="66302"/>
                </a:lnTo>
                <a:lnTo>
                  <a:pt x="41649" y="66302"/>
                </a:lnTo>
                <a:cubicBezTo>
                  <a:pt x="50240" y="66302"/>
                  <a:pt x="56777" y="64248"/>
                  <a:pt x="61446" y="59766"/>
                </a:cubicBezTo>
                <a:cubicBezTo>
                  <a:pt x="66116" y="55283"/>
                  <a:pt x="68544" y="48933"/>
                  <a:pt x="68544" y="40715"/>
                </a:cubicBezTo>
                <a:cubicBezTo>
                  <a:pt x="68544" y="32498"/>
                  <a:pt x="66116" y="26334"/>
                  <a:pt x="61446" y="21852"/>
                </a:cubicBezTo>
                <a:cubicBezTo>
                  <a:pt x="56777" y="17369"/>
                  <a:pt x="50240" y="15128"/>
                  <a:pt x="41649" y="15128"/>
                </a:cubicBezTo>
                <a:lnTo>
                  <a:pt x="18490" y="15128"/>
                </a:lnTo>
                <a:close/>
                <a:moveTo>
                  <a:pt x="0" y="0"/>
                </a:moveTo>
                <a:lnTo>
                  <a:pt x="41649" y="0"/>
                </a:lnTo>
                <a:cubicBezTo>
                  <a:pt x="56777" y="0"/>
                  <a:pt x="68357" y="3549"/>
                  <a:pt x="76201" y="10459"/>
                </a:cubicBezTo>
                <a:cubicBezTo>
                  <a:pt x="84045" y="17369"/>
                  <a:pt x="87967" y="27455"/>
                  <a:pt x="87967" y="40715"/>
                </a:cubicBezTo>
                <a:cubicBezTo>
                  <a:pt x="87967" y="54163"/>
                  <a:pt x="84045" y="64435"/>
                  <a:pt x="76201" y="71158"/>
                </a:cubicBezTo>
                <a:cubicBezTo>
                  <a:pt x="68357" y="78069"/>
                  <a:pt x="56777" y="81431"/>
                  <a:pt x="41649" y="81431"/>
                </a:cubicBezTo>
                <a:lnTo>
                  <a:pt x="18490" y="81431"/>
                </a:lnTo>
                <a:lnTo>
                  <a:pt x="18490" y="136153"/>
                </a:lnTo>
                <a:lnTo>
                  <a:pt x="0" y="1361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3A8E18-7CD0-4EC8-81CE-6F301051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271" y="143414"/>
            <a:ext cx="94691" cy="107018"/>
          </a:xfrm>
          <a:custGeom xmlns:a="http://schemas.openxmlformats.org/drawingml/2006/main">
            <a:pathLst>
              <a:path w="94691" h="107018">
                <a:moveTo>
                  <a:pt x="94691" y="49307"/>
                </a:moveTo>
                <a:lnTo>
                  <a:pt x="94691" y="57524"/>
                </a:lnTo>
                <a:lnTo>
                  <a:pt x="17556" y="57524"/>
                </a:lnTo>
                <a:cubicBezTo>
                  <a:pt x="18303" y="69104"/>
                  <a:pt x="21665" y="78069"/>
                  <a:pt x="28015" y="84045"/>
                </a:cubicBezTo>
                <a:cubicBezTo>
                  <a:pt x="34178" y="90022"/>
                  <a:pt x="42770" y="93010"/>
                  <a:pt x="53976" y="93010"/>
                </a:cubicBezTo>
                <a:cubicBezTo>
                  <a:pt x="60326" y="93010"/>
                  <a:pt x="66676" y="92263"/>
                  <a:pt x="72652" y="90769"/>
                </a:cubicBezTo>
                <a:cubicBezTo>
                  <a:pt x="78629" y="89275"/>
                  <a:pt x="84792" y="86847"/>
                  <a:pt x="90769" y="83485"/>
                </a:cubicBezTo>
                <a:lnTo>
                  <a:pt x="90769" y="99360"/>
                </a:lnTo>
                <a:cubicBezTo>
                  <a:pt x="84792" y="101975"/>
                  <a:pt x="78629" y="104029"/>
                  <a:pt x="72279" y="105150"/>
                </a:cubicBezTo>
                <a:cubicBezTo>
                  <a:pt x="65929" y="106271"/>
                  <a:pt x="59392" y="107018"/>
                  <a:pt x="53042" y="107018"/>
                </a:cubicBezTo>
                <a:cubicBezTo>
                  <a:pt x="36606" y="107018"/>
                  <a:pt x="23719" y="102349"/>
                  <a:pt x="14194" y="93010"/>
                </a:cubicBezTo>
                <a:cubicBezTo>
                  <a:pt x="4669" y="83672"/>
                  <a:pt x="0" y="70785"/>
                  <a:pt x="0" y="54536"/>
                </a:cubicBezTo>
                <a:cubicBezTo>
                  <a:pt x="0" y="37914"/>
                  <a:pt x="4482" y="24653"/>
                  <a:pt x="13447" y="14755"/>
                </a:cubicBezTo>
                <a:cubicBezTo>
                  <a:pt x="22412" y="5043"/>
                  <a:pt x="34739" y="0"/>
                  <a:pt x="50054" y="0"/>
                </a:cubicBezTo>
                <a:cubicBezTo>
                  <a:pt x="63874" y="0"/>
                  <a:pt x="74707" y="4482"/>
                  <a:pt x="82738" y="13260"/>
                </a:cubicBezTo>
                <a:cubicBezTo>
                  <a:pt x="90582" y="22225"/>
                  <a:pt x="94691" y="34178"/>
                  <a:pt x="94691" y="49307"/>
                </a:cubicBezTo>
                <a:close/>
                <a:moveTo>
                  <a:pt x="77882" y="44451"/>
                </a:moveTo>
                <a:cubicBezTo>
                  <a:pt x="77695" y="35299"/>
                  <a:pt x="75080" y="28015"/>
                  <a:pt x="70225" y="22412"/>
                </a:cubicBezTo>
                <a:cubicBezTo>
                  <a:pt x="65182" y="16996"/>
                  <a:pt x="58458" y="14194"/>
                  <a:pt x="50240" y="14194"/>
                </a:cubicBezTo>
                <a:cubicBezTo>
                  <a:pt x="40902" y="14194"/>
                  <a:pt x="33431" y="16996"/>
                  <a:pt x="27828" y="22225"/>
                </a:cubicBezTo>
                <a:cubicBezTo>
                  <a:pt x="22225" y="27455"/>
                  <a:pt x="18864" y="34925"/>
                  <a:pt x="18116" y="44451"/>
                </a:cubicBezTo>
                <a:lnTo>
                  <a:pt x="77882" y="44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9745B9-A19C-40DF-B6E2-D8A3DA32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857" y="143414"/>
            <a:ext cx="59766" cy="104590"/>
          </a:xfrm>
          <a:custGeom xmlns:a="http://schemas.openxmlformats.org/drawingml/2006/main">
            <a:pathLst>
              <a:path w="59766" h="104590">
                <a:moveTo>
                  <a:pt x="59766" y="18116"/>
                </a:moveTo>
                <a:cubicBezTo>
                  <a:pt x="57898" y="16996"/>
                  <a:pt x="55843" y="16249"/>
                  <a:pt x="53602" y="15688"/>
                </a:cubicBezTo>
                <a:cubicBezTo>
                  <a:pt x="51361" y="15315"/>
                  <a:pt x="48933" y="14941"/>
                  <a:pt x="46318" y="14941"/>
                </a:cubicBezTo>
                <a:cubicBezTo>
                  <a:pt x="36793" y="14941"/>
                  <a:pt x="29509" y="18116"/>
                  <a:pt x="24467" y="24280"/>
                </a:cubicBezTo>
                <a:cubicBezTo>
                  <a:pt x="19237" y="30443"/>
                  <a:pt x="16809" y="39221"/>
                  <a:pt x="16809" y="50801"/>
                </a:cubicBezTo>
                <a:lnTo>
                  <a:pt x="16809" y="104590"/>
                </a:lnTo>
                <a:lnTo>
                  <a:pt x="0" y="104590"/>
                </a:lnTo>
                <a:lnTo>
                  <a:pt x="0" y="2428"/>
                </a:lnTo>
                <a:lnTo>
                  <a:pt x="16809" y="2428"/>
                </a:lnTo>
                <a:lnTo>
                  <a:pt x="16809" y="18303"/>
                </a:lnTo>
                <a:cubicBezTo>
                  <a:pt x="20171" y="12140"/>
                  <a:pt x="24840" y="7471"/>
                  <a:pt x="30443" y="4482"/>
                </a:cubicBezTo>
                <a:cubicBezTo>
                  <a:pt x="36046" y="1494"/>
                  <a:pt x="42956" y="0"/>
                  <a:pt x="51174" y="0"/>
                </a:cubicBezTo>
                <a:cubicBezTo>
                  <a:pt x="52295" y="0"/>
                  <a:pt x="53602" y="187"/>
                  <a:pt x="55096" y="187"/>
                </a:cubicBezTo>
                <a:cubicBezTo>
                  <a:pt x="56404" y="374"/>
                  <a:pt x="57898" y="560"/>
                  <a:pt x="59766" y="934"/>
                </a:cubicBezTo>
                <a:lnTo>
                  <a:pt x="59766" y="181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0E71C1-F027-4B9C-9DF8-76B4134D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918" y="106060"/>
            <a:ext cx="64995" cy="141943"/>
          </a:xfrm>
          <a:custGeom xmlns:a="http://schemas.openxmlformats.org/drawingml/2006/main">
            <a:pathLst>
              <a:path w="64995" h="141943">
                <a:moveTo>
                  <a:pt x="64995" y="0"/>
                </a:moveTo>
                <a:lnTo>
                  <a:pt x="64995" y="14008"/>
                </a:lnTo>
                <a:lnTo>
                  <a:pt x="48933" y="14008"/>
                </a:lnTo>
                <a:cubicBezTo>
                  <a:pt x="42956" y="14008"/>
                  <a:pt x="38661" y="15315"/>
                  <a:pt x="36420" y="17743"/>
                </a:cubicBezTo>
                <a:cubicBezTo>
                  <a:pt x="33992" y="20171"/>
                  <a:pt x="32871" y="24467"/>
                  <a:pt x="32871" y="30817"/>
                </a:cubicBezTo>
                <a:lnTo>
                  <a:pt x="32871" y="39781"/>
                </a:lnTo>
                <a:lnTo>
                  <a:pt x="60513" y="39781"/>
                </a:lnTo>
                <a:lnTo>
                  <a:pt x="60513" y="52855"/>
                </a:lnTo>
                <a:lnTo>
                  <a:pt x="32871" y="52855"/>
                </a:lnTo>
                <a:lnTo>
                  <a:pt x="32871" y="141943"/>
                </a:lnTo>
                <a:lnTo>
                  <a:pt x="16062" y="141943"/>
                </a:lnTo>
                <a:lnTo>
                  <a:pt x="16062" y="52855"/>
                </a:lnTo>
                <a:lnTo>
                  <a:pt x="0" y="52855"/>
                </a:lnTo>
                <a:lnTo>
                  <a:pt x="0" y="39781"/>
                </a:lnTo>
                <a:lnTo>
                  <a:pt x="16062" y="39781"/>
                </a:lnTo>
                <a:lnTo>
                  <a:pt x="16062" y="32684"/>
                </a:lnTo>
                <a:cubicBezTo>
                  <a:pt x="16062" y="21478"/>
                  <a:pt x="18677" y="13074"/>
                  <a:pt x="23906" y="7844"/>
                </a:cubicBezTo>
                <a:cubicBezTo>
                  <a:pt x="29136" y="2615"/>
                  <a:pt x="37540" y="0"/>
                  <a:pt x="49120" y="0"/>
                </a:cubicBezTo>
                <a:lnTo>
                  <a:pt x="6499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1B7657-10F3-4819-841C-887653C2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637" y="143414"/>
            <a:ext cx="93757" cy="107018"/>
          </a:xfrm>
          <a:custGeom xmlns:a="http://schemas.openxmlformats.org/drawingml/2006/main">
            <a:pathLst>
              <a:path w="93757" h="107018">
                <a:moveTo>
                  <a:pt x="46879" y="14194"/>
                </a:moveTo>
                <a:cubicBezTo>
                  <a:pt x="37914" y="14194"/>
                  <a:pt x="30817" y="17743"/>
                  <a:pt x="25587" y="24840"/>
                </a:cubicBezTo>
                <a:cubicBezTo>
                  <a:pt x="20358" y="31937"/>
                  <a:pt x="17743" y="41462"/>
                  <a:pt x="17743" y="53602"/>
                </a:cubicBezTo>
                <a:cubicBezTo>
                  <a:pt x="17743" y="65929"/>
                  <a:pt x="20171" y="75454"/>
                  <a:pt x="25400" y="82551"/>
                </a:cubicBezTo>
                <a:cubicBezTo>
                  <a:pt x="30630" y="89648"/>
                  <a:pt x="37727" y="93010"/>
                  <a:pt x="46879" y="93010"/>
                </a:cubicBezTo>
                <a:cubicBezTo>
                  <a:pt x="55843" y="93010"/>
                  <a:pt x="62941" y="89648"/>
                  <a:pt x="68170" y="82551"/>
                </a:cubicBezTo>
                <a:cubicBezTo>
                  <a:pt x="73400" y="75454"/>
                  <a:pt x="76014" y="65929"/>
                  <a:pt x="76014" y="53602"/>
                </a:cubicBezTo>
                <a:cubicBezTo>
                  <a:pt x="76014" y="41649"/>
                  <a:pt x="73400" y="31937"/>
                  <a:pt x="68170" y="24840"/>
                </a:cubicBezTo>
                <a:cubicBezTo>
                  <a:pt x="62941" y="17743"/>
                  <a:pt x="55843" y="14194"/>
                  <a:pt x="46879" y="14194"/>
                </a:cubicBezTo>
                <a:close/>
                <a:moveTo>
                  <a:pt x="46879" y="0"/>
                </a:moveTo>
                <a:cubicBezTo>
                  <a:pt x="61446" y="0"/>
                  <a:pt x="72839" y="4856"/>
                  <a:pt x="81244" y="14194"/>
                </a:cubicBezTo>
                <a:cubicBezTo>
                  <a:pt x="89462" y="23719"/>
                  <a:pt x="93757" y="36793"/>
                  <a:pt x="93757" y="53602"/>
                </a:cubicBezTo>
                <a:cubicBezTo>
                  <a:pt x="93757" y="70411"/>
                  <a:pt x="89462" y="83485"/>
                  <a:pt x="81244" y="92823"/>
                </a:cubicBezTo>
                <a:cubicBezTo>
                  <a:pt x="72839" y="102349"/>
                  <a:pt x="61446" y="107018"/>
                  <a:pt x="46879" y="107018"/>
                </a:cubicBezTo>
                <a:cubicBezTo>
                  <a:pt x="32124" y="107018"/>
                  <a:pt x="20544" y="102349"/>
                  <a:pt x="12327" y="92823"/>
                </a:cubicBezTo>
                <a:cubicBezTo>
                  <a:pt x="4109" y="83485"/>
                  <a:pt x="0" y="70411"/>
                  <a:pt x="0" y="53602"/>
                </a:cubicBezTo>
                <a:cubicBezTo>
                  <a:pt x="0" y="36793"/>
                  <a:pt x="4109" y="23719"/>
                  <a:pt x="12327" y="14194"/>
                </a:cubicBezTo>
                <a:cubicBezTo>
                  <a:pt x="20544" y="4856"/>
                  <a:pt x="32124" y="0"/>
                  <a:pt x="4687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5BE323-55AD-4C28-B1F2-96682771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662" y="143414"/>
            <a:ext cx="59766" cy="104590"/>
          </a:xfrm>
          <a:custGeom xmlns:a="http://schemas.openxmlformats.org/drawingml/2006/main">
            <a:pathLst>
              <a:path w="59766" h="104590">
                <a:moveTo>
                  <a:pt x="59766" y="18116"/>
                </a:moveTo>
                <a:cubicBezTo>
                  <a:pt x="57898" y="16996"/>
                  <a:pt x="55843" y="16249"/>
                  <a:pt x="53602" y="15688"/>
                </a:cubicBezTo>
                <a:cubicBezTo>
                  <a:pt x="51361" y="15315"/>
                  <a:pt x="48933" y="14941"/>
                  <a:pt x="46318" y="14941"/>
                </a:cubicBezTo>
                <a:cubicBezTo>
                  <a:pt x="36793" y="14941"/>
                  <a:pt x="29509" y="18116"/>
                  <a:pt x="24467" y="24280"/>
                </a:cubicBezTo>
                <a:cubicBezTo>
                  <a:pt x="19237" y="30443"/>
                  <a:pt x="16809" y="39221"/>
                  <a:pt x="16809" y="50801"/>
                </a:cubicBezTo>
                <a:lnTo>
                  <a:pt x="16809" y="104590"/>
                </a:lnTo>
                <a:lnTo>
                  <a:pt x="0" y="104590"/>
                </a:lnTo>
                <a:lnTo>
                  <a:pt x="0" y="2428"/>
                </a:lnTo>
                <a:lnTo>
                  <a:pt x="16809" y="2428"/>
                </a:lnTo>
                <a:lnTo>
                  <a:pt x="16809" y="18303"/>
                </a:lnTo>
                <a:cubicBezTo>
                  <a:pt x="20171" y="12140"/>
                  <a:pt x="24840" y="7471"/>
                  <a:pt x="30443" y="4482"/>
                </a:cubicBezTo>
                <a:cubicBezTo>
                  <a:pt x="36046" y="1494"/>
                  <a:pt x="42956" y="0"/>
                  <a:pt x="51174" y="0"/>
                </a:cubicBezTo>
                <a:cubicBezTo>
                  <a:pt x="52295" y="0"/>
                  <a:pt x="53602" y="187"/>
                  <a:pt x="55096" y="187"/>
                </a:cubicBezTo>
                <a:cubicBezTo>
                  <a:pt x="56404" y="374"/>
                  <a:pt x="57898" y="560"/>
                  <a:pt x="59766" y="934"/>
                </a:cubicBezTo>
                <a:lnTo>
                  <a:pt x="59766" y="181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D6050F-3BE4-47A6-972A-E0855AE2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297" y="143414"/>
            <a:ext cx="149040" cy="104590"/>
          </a:xfrm>
          <a:custGeom xmlns:a="http://schemas.openxmlformats.org/drawingml/2006/main">
            <a:pathLst>
              <a:path w="149040" h="104590">
                <a:moveTo>
                  <a:pt x="80123" y="22039"/>
                </a:moveTo>
                <a:cubicBezTo>
                  <a:pt x="84232" y="14568"/>
                  <a:pt x="89275" y="9152"/>
                  <a:pt x="95065" y="5416"/>
                </a:cubicBezTo>
                <a:cubicBezTo>
                  <a:pt x="100854" y="1868"/>
                  <a:pt x="107765" y="0"/>
                  <a:pt x="115796" y="0"/>
                </a:cubicBezTo>
                <a:cubicBezTo>
                  <a:pt x="126255" y="0"/>
                  <a:pt x="134472" y="3735"/>
                  <a:pt x="140262" y="11206"/>
                </a:cubicBezTo>
                <a:cubicBezTo>
                  <a:pt x="146052" y="18677"/>
                  <a:pt x="149040" y="29322"/>
                  <a:pt x="149040" y="42956"/>
                </a:cubicBezTo>
                <a:lnTo>
                  <a:pt x="149040" y="104590"/>
                </a:lnTo>
                <a:lnTo>
                  <a:pt x="132231" y="104590"/>
                </a:lnTo>
                <a:lnTo>
                  <a:pt x="132231" y="43517"/>
                </a:lnTo>
                <a:cubicBezTo>
                  <a:pt x="132231" y="33805"/>
                  <a:pt x="130364" y="26521"/>
                  <a:pt x="127002" y="21665"/>
                </a:cubicBezTo>
                <a:cubicBezTo>
                  <a:pt x="123453" y="16996"/>
                  <a:pt x="118224" y="14568"/>
                  <a:pt x="111127" y="14568"/>
                </a:cubicBezTo>
                <a:cubicBezTo>
                  <a:pt x="102349" y="14568"/>
                  <a:pt x="95438" y="17556"/>
                  <a:pt x="90395" y="23346"/>
                </a:cubicBezTo>
                <a:cubicBezTo>
                  <a:pt x="85353" y="29136"/>
                  <a:pt x="82925" y="36980"/>
                  <a:pt x="82925" y="46879"/>
                </a:cubicBezTo>
                <a:lnTo>
                  <a:pt x="82925" y="104590"/>
                </a:lnTo>
                <a:lnTo>
                  <a:pt x="66116" y="104590"/>
                </a:lnTo>
                <a:lnTo>
                  <a:pt x="66116" y="43517"/>
                </a:lnTo>
                <a:cubicBezTo>
                  <a:pt x="66116" y="33805"/>
                  <a:pt x="64248" y="26521"/>
                  <a:pt x="60886" y="21665"/>
                </a:cubicBezTo>
                <a:cubicBezTo>
                  <a:pt x="57338" y="16996"/>
                  <a:pt x="51921" y="14568"/>
                  <a:pt x="44824" y="14568"/>
                </a:cubicBezTo>
                <a:cubicBezTo>
                  <a:pt x="36233" y="14568"/>
                  <a:pt x="29322" y="17556"/>
                  <a:pt x="24280" y="23346"/>
                </a:cubicBezTo>
                <a:cubicBezTo>
                  <a:pt x="19237" y="29136"/>
                  <a:pt x="16809" y="36980"/>
                  <a:pt x="16809" y="46879"/>
                </a:cubicBezTo>
                <a:lnTo>
                  <a:pt x="16809" y="104590"/>
                </a:lnTo>
                <a:lnTo>
                  <a:pt x="0" y="104590"/>
                </a:lnTo>
                <a:lnTo>
                  <a:pt x="0" y="2428"/>
                </a:lnTo>
                <a:lnTo>
                  <a:pt x="16809" y="2428"/>
                </a:lnTo>
                <a:lnTo>
                  <a:pt x="16809" y="18303"/>
                </a:lnTo>
                <a:cubicBezTo>
                  <a:pt x="20544" y="12140"/>
                  <a:pt x="25214" y="7471"/>
                  <a:pt x="30630" y="4482"/>
                </a:cubicBezTo>
                <a:cubicBezTo>
                  <a:pt x="35859" y="1494"/>
                  <a:pt x="42209" y="0"/>
                  <a:pt x="49680" y="0"/>
                </a:cubicBezTo>
                <a:cubicBezTo>
                  <a:pt x="57151" y="0"/>
                  <a:pt x="63314" y="1868"/>
                  <a:pt x="68544" y="5603"/>
                </a:cubicBezTo>
                <a:cubicBezTo>
                  <a:pt x="73773" y="9338"/>
                  <a:pt x="77508" y="14941"/>
                  <a:pt x="80123" y="220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5692B-A203-42AC-B64C-7B1EE646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419" y="143414"/>
            <a:ext cx="86287" cy="107018"/>
          </a:xfrm>
          <a:custGeom xmlns:a="http://schemas.openxmlformats.org/drawingml/2006/main">
            <a:pathLst>
              <a:path w="86287" h="107018">
                <a:moveTo>
                  <a:pt x="52855" y="53229"/>
                </a:moveTo>
                <a:cubicBezTo>
                  <a:pt x="39221" y="53229"/>
                  <a:pt x="29883" y="54910"/>
                  <a:pt x="24653" y="57898"/>
                </a:cubicBezTo>
                <a:cubicBezTo>
                  <a:pt x="19424" y="61073"/>
                  <a:pt x="16809" y="66302"/>
                  <a:pt x="16809" y="73773"/>
                </a:cubicBezTo>
                <a:cubicBezTo>
                  <a:pt x="16809" y="79750"/>
                  <a:pt x="18677" y="84606"/>
                  <a:pt x="22599" y="87967"/>
                </a:cubicBezTo>
                <a:cubicBezTo>
                  <a:pt x="26521" y="91516"/>
                  <a:pt x="31937" y="93197"/>
                  <a:pt x="38661" y="93197"/>
                </a:cubicBezTo>
                <a:cubicBezTo>
                  <a:pt x="47999" y="93197"/>
                  <a:pt x="55470" y="90022"/>
                  <a:pt x="61073" y="83298"/>
                </a:cubicBezTo>
                <a:cubicBezTo>
                  <a:pt x="66676" y="76761"/>
                  <a:pt x="69477" y="67983"/>
                  <a:pt x="69477" y="56964"/>
                </a:cubicBezTo>
                <a:lnTo>
                  <a:pt x="69477" y="53229"/>
                </a:lnTo>
                <a:lnTo>
                  <a:pt x="52855" y="53229"/>
                </a:lnTo>
                <a:close/>
                <a:moveTo>
                  <a:pt x="86287" y="46318"/>
                </a:moveTo>
                <a:lnTo>
                  <a:pt x="86287" y="104590"/>
                </a:lnTo>
                <a:lnTo>
                  <a:pt x="69477" y="104590"/>
                </a:lnTo>
                <a:lnTo>
                  <a:pt x="69477" y="89088"/>
                </a:lnTo>
                <a:cubicBezTo>
                  <a:pt x="65555" y="95438"/>
                  <a:pt x="60699" y="99921"/>
                  <a:pt x="55096" y="102722"/>
                </a:cubicBezTo>
                <a:cubicBezTo>
                  <a:pt x="49493" y="105524"/>
                  <a:pt x="42396" y="107018"/>
                  <a:pt x="34178" y="107018"/>
                </a:cubicBezTo>
                <a:cubicBezTo>
                  <a:pt x="23719" y="107018"/>
                  <a:pt x="15315" y="104216"/>
                  <a:pt x="9152" y="98426"/>
                </a:cubicBezTo>
                <a:cubicBezTo>
                  <a:pt x="2988" y="92637"/>
                  <a:pt x="0" y="84792"/>
                  <a:pt x="0" y="74894"/>
                </a:cubicBezTo>
                <a:cubicBezTo>
                  <a:pt x="0" y="63501"/>
                  <a:pt x="3735" y="54910"/>
                  <a:pt x="11580" y="48933"/>
                </a:cubicBezTo>
                <a:cubicBezTo>
                  <a:pt x="19237" y="43143"/>
                  <a:pt x="30630" y="40155"/>
                  <a:pt x="45945" y="40155"/>
                </a:cubicBezTo>
                <a:lnTo>
                  <a:pt x="69477" y="40155"/>
                </a:lnTo>
                <a:lnTo>
                  <a:pt x="69477" y="38474"/>
                </a:lnTo>
                <a:cubicBezTo>
                  <a:pt x="69477" y="30817"/>
                  <a:pt x="66863" y="24840"/>
                  <a:pt x="61820" y="20544"/>
                </a:cubicBezTo>
                <a:cubicBezTo>
                  <a:pt x="56777" y="16436"/>
                  <a:pt x="49680" y="14194"/>
                  <a:pt x="40529" y="14194"/>
                </a:cubicBezTo>
                <a:cubicBezTo>
                  <a:pt x="34552" y="14194"/>
                  <a:pt x="28949" y="14941"/>
                  <a:pt x="23346" y="16436"/>
                </a:cubicBezTo>
                <a:cubicBezTo>
                  <a:pt x="17743" y="17930"/>
                  <a:pt x="12513" y="19984"/>
                  <a:pt x="7471" y="22599"/>
                </a:cubicBezTo>
                <a:lnTo>
                  <a:pt x="7471" y="7097"/>
                </a:lnTo>
                <a:cubicBezTo>
                  <a:pt x="13447" y="4856"/>
                  <a:pt x="19424" y="2988"/>
                  <a:pt x="25214" y="1868"/>
                </a:cubicBezTo>
                <a:cubicBezTo>
                  <a:pt x="31003" y="747"/>
                  <a:pt x="36606" y="0"/>
                  <a:pt x="42209" y="0"/>
                </a:cubicBezTo>
                <a:cubicBezTo>
                  <a:pt x="56964" y="0"/>
                  <a:pt x="67983" y="3922"/>
                  <a:pt x="75267" y="11580"/>
                </a:cubicBezTo>
                <a:cubicBezTo>
                  <a:pt x="82551" y="19237"/>
                  <a:pt x="86287" y="30817"/>
                  <a:pt x="86287" y="463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621847-13D6-4F07-B6B5-B27D2E76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697" y="143414"/>
            <a:ext cx="85539" cy="104590"/>
          </a:xfrm>
          <a:custGeom xmlns:a="http://schemas.openxmlformats.org/drawingml/2006/main">
            <a:pathLst>
              <a:path w="85539" h="104590">
                <a:moveTo>
                  <a:pt x="85539" y="42956"/>
                </a:moveTo>
                <a:lnTo>
                  <a:pt x="85539" y="104590"/>
                </a:lnTo>
                <a:lnTo>
                  <a:pt x="68730" y="104590"/>
                </a:lnTo>
                <a:lnTo>
                  <a:pt x="68730" y="43517"/>
                </a:lnTo>
                <a:cubicBezTo>
                  <a:pt x="68730" y="33805"/>
                  <a:pt x="66676" y="26708"/>
                  <a:pt x="62941" y="21852"/>
                </a:cubicBezTo>
                <a:cubicBezTo>
                  <a:pt x="59205" y="16996"/>
                  <a:pt x="53602" y="14568"/>
                  <a:pt x="46132" y="14568"/>
                </a:cubicBezTo>
                <a:cubicBezTo>
                  <a:pt x="36980" y="14568"/>
                  <a:pt x="29883" y="17556"/>
                  <a:pt x="24653" y="23346"/>
                </a:cubicBezTo>
                <a:cubicBezTo>
                  <a:pt x="19424" y="29136"/>
                  <a:pt x="16809" y="36980"/>
                  <a:pt x="16809" y="46879"/>
                </a:cubicBezTo>
                <a:lnTo>
                  <a:pt x="16809" y="104590"/>
                </a:lnTo>
                <a:lnTo>
                  <a:pt x="0" y="104590"/>
                </a:lnTo>
                <a:lnTo>
                  <a:pt x="0" y="2428"/>
                </a:lnTo>
                <a:lnTo>
                  <a:pt x="16809" y="2428"/>
                </a:lnTo>
                <a:lnTo>
                  <a:pt x="16809" y="18303"/>
                </a:lnTo>
                <a:cubicBezTo>
                  <a:pt x="20731" y="12327"/>
                  <a:pt x="25400" y="7657"/>
                  <a:pt x="31003" y="4669"/>
                </a:cubicBezTo>
                <a:cubicBezTo>
                  <a:pt x="36420" y="1681"/>
                  <a:pt x="42770" y="0"/>
                  <a:pt x="49867" y="0"/>
                </a:cubicBezTo>
                <a:cubicBezTo>
                  <a:pt x="61446" y="0"/>
                  <a:pt x="70411" y="3735"/>
                  <a:pt x="76388" y="11019"/>
                </a:cubicBezTo>
                <a:cubicBezTo>
                  <a:pt x="82364" y="18303"/>
                  <a:pt x="85539" y="28949"/>
                  <a:pt x="85539" y="429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128BE4-3E40-4887-ABF2-C6A1D19D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384" y="143414"/>
            <a:ext cx="80870" cy="107018"/>
          </a:xfrm>
          <a:custGeom xmlns:a="http://schemas.openxmlformats.org/drawingml/2006/main">
            <a:pathLst>
              <a:path w="80870" h="107018">
                <a:moveTo>
                  <a:pt x="80870" y="6350"/>
                </a:moveTo>
                <a:lnTo>
                  <a:pt x="80870" y="22039"/>
                </a:lnTo>
                <a:cubicBezTo>
                  <a:pt x="76014" y="19424"/>
                  <a:pt x="71345" y="17556"/>
                  <a:pt x="66489" y="16249"/>
                </a:cubicBezTo>
                <a:cubicBezTo>
                  <a:pt x="61633" y="14941"/>
                  <a:pt x="56964" y="14194"/>
                  <a:pt x="52108" y="14194"/>
                </a:cubicBezTo>
                <a:cubicBezTo>
                  <a:pt x="41276" y="14194"/>
                  <a:pt x="32684" y="17743"/>
                  <a:pt x="26708" y="24653"/>
                </a:cubicBezTo>
                <a:cubicBezTo>
                  <a:pt x="20731" y="31564"/>
                  <a:pt x="17743" y="41276"/>
                  <a:pt x="17743" y="53602"/>
                </a:cubicBezTo>
                <a:cubicBezTo>
                  <a:pt x="17743" y="66116"/>
                  <a:pt x="20731" y="75828"/>
                  <a:pt x="26708" y="82738"/>
                </a:cubicBezTo>
                <a:cubicBezTo>
                  <a:pt x="32684" y="89648"/>
                  <a:pt x="41276" y="93010"/>
                  <a:pt x="52108" y="93010"/>
                </a:cubicBezTo>
                <a:cubicBezTo>
                  <a:pt x="56964" y="93010"/>
                  <a:pt x="61633" y="92450"/>
                  <a:pt x="66489" y="91142"/>
                </a:cubicBezTo>
                <a:cubicBezTo>
                  <a:pt x="71345" y="89835"/>
                  <a:pt x="76014" y="87781"/>
                  <a:pt x="80870" y="85166"/>
                </a:cubicBezTo>
                <a:lnTo>
                  <a:pt x="80870" y="100668"/>
                </a:lnTo>
                <a:cubicBezTo>
                  <a:pt x="76014" y="102909"/>
                  <a:pt x="71158" y="104590"/>
                  <a:pt x="66302" y="105524"/>
                </a:cubicBezTo>
                <a:cubicBezTo>
                  <a:pt x="61260" y="106457"/>
                  <a:pt x="55843" y="107018"/>
                  <a:pt x="50240" y="107018"/>
                </a:cubicBezTo>
                <a:cubicBezTo>
                  <a:pt x="34925" y="107018"/>
                  <a:pt x="22599" y="102349"/>
                  <a:pt x="13634" y="92637"/>
                </a:cubicBezTo>
                <a:cubicBezTo>
                  <a:pt x="4482" y="83111"/>
                  <a:pt x="0" y="70038"/>
                  <a:pt x="0" y="53602"/>
                </a:cubicBezTo>
                <a:cubicBezTo>
                  <a:pt x="0" y="36980"/>
                  <a:pt x="4482" y="23906"/>
                  <a:pt x="13634" y="14381"/>
                </a:cubicBezTo>
                <a:cubicBezTo>
                  <a:pt x="22786" y="4856"/>
                  <a:pt x="35299" y="0"/>
                  <a:pt x="51361" y="0"/>
                </a:cubicBezTo>
                <a:cubicBezTo>
                  <a:pt x="56591" y="0"/>
                  <a:pt x="61633" y="560"/>
                  <a:pt x="66489" y="1681"/>
                </a:cubicBezTo>
                <a:cubicBezTo>
                  <a:pt x="71345" y="2802"/>
                  <a:pt x="76201" y="4296"/>
                  <a:pt x="80870" y="63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FD9964-17A1-4EEB-95F8-5C535F2D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106" y="143414"/>
            <a:ext cx="94691" cy="107018"/>
          </a:xfrm>
          <a:custGeom xmlns:a="http://schemas.openxmlformats.org/drawingml/2006/main">
            <a:pathLst>
              <a:path w="94691" h="107018">
                <a:moveTo>
                  <a:pt x="94691" y="49307"/>
                </a:moveTo>
                <a:lnTo>
                  <a:pt x="94691" y="57524"/>
                </a:lnTo>
                <a:lnTo>
                  <a:pt x="17556" y="57524"/>
                </a:lnTo>
                <a:cubicBezTo>
                  <a:pt x="18303" y="69104"/>
                  <a:pt x="21665" y="78069"/>
                  <a:pt x="28015" y="84045"/>
                </a:cubicBezTo>
                <a:cubicBezTo>
                  <a:pt x="34178" y="90022"/>
                  <a:pt x="42770" y="93010"/>
                  <a:pt x="53976" y="93010"/>
                </a:cubicBezTo>
                <a:cubicBezTo>
                  <a:pt x="60326" y="93010"/>
                  <a:pt x="66676" y="92263"/>
                  <a:pt x="72652" y="90769"/>
                </a:cubicBezTo>
                <a:cubicBezTo>
                  <a:pt x="78629" y="89275"/>
                  <a:pt x="84792" y="86847"/>
                  <a:pt x="90769" y="83485"/>
                </a:cubicBezTo>
                <a:lnTo>
                  <a:pt x="90769" y="99360"/>
                </a:lnTo>
                <a:cubicBezTo>
                  <a:pt x="84792" y="101975"/>
                  <a:pt x="78629" y="104029"/>
                  <a:pt x="72279" y="105150"/>
                </a:cubicBezTo>
                <a:cubicBezTo>
                  <a:pt x="65929" y="106271"/>
                  <a:pt x="59392" y="107018"/>
                  <a:pt x="53042" y="107018"/>
                </a:cubicBezTo>
                <a:cubicBezTo>
                  <a:pt x="36606" y="107018"/>
                  <a:pt x="23719" y="102349"/>
                  <a:pt x="14194" y="93010"/>
                </a:cubicBezTo>
                <a:cubicBezTo>
                  <a:pt x="4669" y="83672"/>
                  <a:pt x="0" y="70785"/>
                  <a:pt x="0" y="54536"/>
                </a:cubicBezTo>
                <a:cubicBezTo>
                  <a:pt x="0" y="37914"/>
                  <a:pt x="4482" y="24653"/>
                  <a:pt x="13447" y="14755"/>
                </a:cubicBezTo>
                <a:cubicBezTo>
                  <a:pt x="22412" y="5043"/>
                  <a:pt x="34739" y="0"/>
                  <a:pt x="50054" y="0"/>
                </a:cubicBezTo>
                <a:cubicBezTo>
                  <a:pt x="63874" y="0"/>
                  <a:pt x="74707" y="4482"/>
                  <a:pt x="82738" y="13260"/>
                </a:cubicBezTo>
                <a:cubicBezTo>
                  <a:pt x="90582" y="22225"/>
                  <a:pt x="94691" y="34178"/>
                  <a:pt x="94691" y="49307"/>
                </a:cubicBezTo>
                <a:close/>
                <a:moveTo>
                  <a:pt x="77882" y="44451"/>
                </a:moveTo>
                <a:cubicBezTo>
                  <a:pt x="77695" y="35299"/>
                  <a:pt x="75080" y="28015"/>
                  <a:pt x="70225" y="22412"/>
                </a:cubicBezTo>
                <a:cubicBezTo>
                  <a:pt x="65182" y="16996"/>
                  <a:pt x="58458" y="14194"/>
                  <a:pt x="50240" y="14194"/>
                </a:cubicBezTo>
                <a:cubicBezTo>
                  <a:pt x="40902" y="14194"/>
                  <a:pt x="33431" y="16996"/>
                  <a:pt x="27828" y="22225"/>
                </a:cubicBezTo>
                <a:cubicBezTo>
                  <a:pt x="22225" y="27455"/>
                  <a:pt x="18864" y="34925"/>
                  <a:pt x="18116" y="44451"/>
                </a:cubicBezTo>
                <a:lnTo>
                  <a:pt x="77882" y="44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14A8D-A25C-485D-925E-91CA26D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8360" y="143414"/>
            <a:ext cx="93757" cy="107018"/>
          </a:xfrm>
          <a:custGeom xmlns:a="http://schemas.openxmlformats.org/drawingml/2006/main">
            <a:pathLst>
              <a:path w="93757" h="107018">
                <a:moveTo>
                  <a:pt x="46879" y="14194"/>
                </a:moveTo>
                <a:cubicBezTo>
                  <a:pt x="37914" y="14194"/>
                  <a:pt x="30817" y="17743"/>
                  <a:pt x="25587" y="24840"/>
                </a:cubicBezTo>
                <a:cubicBezTo>
                  <a:pt x="20358" y="31937"/>
                  <a:pt x="17743" y="41462"/>
                  <a:pt x="17743" y="53602"/>
                </a:cubicBezTo>
                <a:cubicBezTo>
                  <a:pt x="17743" y="65929"/>
                  <a:pt x="20171" y="75454"/>
                  <a:pt x="25400" y="82551"/>
                </a:cubicBezTo>
                <a:cubicBezTo>
                  <a:pt x="30630" y="89648"/>
                  <a:pt x="37727" y="93010"/>
                  <a:pt x="46879" y="93010"/>
                </a:cubicBezTo>
                <a:cubicBezTo>
                  <a:pt x="55843" y="93010"/>
                  <a:pt x="62941" y="89648"/>
                  <a:pt x="68170" y="82551"/>
                </a:cubicBezTo>
                <a:cubicBezTo>
                  <a:pt x="73400" y="75454"/>
                  <a:pt x="76014" y="65929"/>
                  <a:pt x="76014" y="53602"/>
                </a:cubicBezTo>
                <a:cubicBezTo>
                  <a:pt x="76014" y="41649"/>
                  <a:pt x="73400" y="31937"/>
                  <a:pt x="68170" y="24840"/>
                </a:cubicBezTo>
                <a:cubicBezTo>
                  <a:pt x="62941" y="17743"/>
                  <a:pt x="55843" y="14194"/>
                  <a:pt x="46879" y="14194"/>
                </a:cubicBezTo>
                <a:close/>
                <a:moveTo>
                  <a:pt x="46879" y="0"/>
                </a:moveTo>
                <a:cubicBezTo>
                  <a:pt x="61446" y="0"/>
                  <a:pt x="72839" y="4856"/>
                  <a:pt x="81244" y="14194"/>
                </a:cubicBezTo>
                <a:cubicBezTo>
                  <a:pt x="89462" y="23719"/>
                  <a:pt x="93757" y="36793"/>
                  <a:pt x="93757" y="53602"/>
                </a:cubicBezTo>
                <a:cubicBezTo>
                  <a:pt x="93757" y="70411"/>
                  <a:pt x="89462" y="83485"/>
                  <a:pt x="81244" y="92823"/>
                </a:cubicBezTo>
                <a:cubicBezTo>
                  <a:pt x="72839" y="102349"/>
                  <a:pt x="61446" y="107018"/>
                  <a:pt x="46879" y="107018"/>
                </a:cubicBezTo>
                <a:cubicBezTo>
                  <a:pt x="32124" y="107018"/>
                  <a:pt x="20544" y="102349"/>
                  <a:pt x="12327" y="92823"/>
                </a:cubicBezTo>
                <a:cubicBezTo>
                  <a:pt x="4109" y="83485"/>
                  <a:pt x="0" y="70411"/>
                  <a:pt x="0" y="53602"/>
                </a:cubicBezTo>
                <a:cubicBezTo>
                  <a:pt x="0" y="36793"/>
                  <a:pt x="4109" y="23719"/>
                  <a:pt x="12327" y="14194"/>
                </a:cubicBezTo>
                <a:cubicBezTo>
                  <a:pt x="20544" y="4856"/>
                  <a:pt x="32124" y="0"/>
                  <a:pt x="4687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2738A6-BBCB-4B16-AC9F-33C27FB1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685" y="106060"/>
            <a:ext cx="64995" cy="141943"/>
          </a:xfrm>
          <a:custGeom xmlns:a="http://schemas.openxmlformats.org/drawingml/2006/main">
            <a:pathLst>
              <a:path w="64995" h="141943">
                <a:moveTo>
                  <a:pt x="64995" y="0"/>
                </a:moveTo>
                <a:lnTo>
                  <a:pt x="64995" y="14008"/>
                </a:lnTo>
                <a:lnTo>
                  <a:pt x="48933" y="14008"/>
                </a:lnTo>
                <a:cubicBezTo>
                  <a:pt x="42956" y="14008"/>
                  <a:pt x="38661" y="15315"/>
                  <a:pt x="36420" y="17743"/>
                </a:cubicBezTo>
                <a:cubicBezTo>
                  <a:pt x="33992" y="20171"/>
                  <a:pt x="32871" y="24467"/>
                  <a:pt x="32871" y="30817"/>
                </a:cubicBezTo>
                <a:lnTo>
                  <a:pt x="32871" y="39781"/>
                </a:lnTo>
                <a:lnTo>
                  <a:pt x="60513" y="39781"/>
                </a:lnTo>
                <a:lnTo>
                  <a:pt x="60513" y="52855"/>
                </a:lnTo>
                <a:lnTo>
                  <a:pt x="32871" y="52855"/>
                </a:lnTo>
                <a:lnTo>
                  <a:pt x="32871" y="141943"/>
                </a:lnTo>
                <a:lnTo>
                  <a:pt x="16062" y="141943"/>
                </a:lnTo>
                <a:lnTo>
                  <a:pt x="16062" y="52855"/>
                </a:lnTo>
                <a:lnTo>
                  <a:pt x="0" y="52855"/>
                </a:lnTo>
                <a:lnTo>
                  <a:pt x="0" y="39781"/>
                </a:lnTo>
                <a:lnTo>
                  <a:pt x="16062" y="39781"/>
                </a:lnTo>
                <a:lnTo>
                  <a:pt x="16062" y="32684"/>
                </a:lnTo>
                <a:cubicBezTo>
                  <a:pt x="16062" y="21478"/>
                  <a:pt x="18677" y="13074"/>
                  <a:pt x="23906" y="7844"/>
                </a:cubicBezTo>
                <a:cubicBezTo>
                  <a:pt x="29136" y="2615"/>
                  <a:pt x="37540" y="0"/>
                  <a:pt x="49120" y="0"/>
                </a:cubicBezTo>
                <a:lnTo>
                  <a:pt x="6499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A22451-0A19-4B75-8883-32C5295F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982" y="109422"/>
            <a:ext cx="109819" cy="141009"/>
          </a:xfrm>
          <a:custGeom xmlns:a="http://schemas.openxmlformats.org/drawingml/2006/main">
            <a:pathLst>
              <a:path w="109819" h="141009">
                <a:moveTo>
                  <a:pt x="109819" y="12887"/>
                </a:moveTo>
                <a:lnTo>
                  <a:pt x="109819" y="32311"/>
                </a:lnTo>
                <a:cubicBezTo>
                  <a:pt x="103469" y="26708"/>
                  <a:pt x="96932" y="22412"/>
                  <a:pt x="89835" y="19424"/>
                </a:cubicBezTo>
                <a:cubicBezTo>
                  <a:pt x="82738" y="16622"/>
                  <a:pt x="75454" y="15128"/>
                  <a:pt x="67610" y="15128"/>
                </a:cubicBezTo>
                <a:cubicBezTo>
                  <a:pt x="51921" y="15128"/>
                  <a:pt x="39968" y="19984"/>
                  <a:pt x="31750" y="29509"/>
                </a:cubicBezTo>
                <a:cubicBezTo>
                  <a:pt x="23533" y="39034"/>
                  <a:pt x="19424" y="52668"/>
                  <a:pt x="19424" y="70598"/>
                </a:cubicBezTo>
                <a:cubicBezTo>
                  <a:pt x="19424" y="88528"/>
                  <a:pt x="23533" y="102349"/>
                  <a:pt x="31750" y="111874"/>
                </a:cubicBezTo>
                <a:cubicBezTo>
                  <a:pt x="39968" y="121399"/>
                  <a:pt x="51921" y="126068"/>
                  <a:pt x="67610" y="126068"/>
                </a:cubicBezTo>
                <a:cubicBezTo>
                  <a:pt x="75454" y="126068"/>
                  <a:pt x="82738" y="124761"/>
                  <a:pt x="89835" y="121772"/>
                </a:cubicBezTo>
                <a:cubicBezTo>
                  <a:pt x="96932" y="118971"/>
                  <a:pt x="103469" y="114675"/>
                  <a:pt x="109819" y="108885"/>
                </a:cubicBezTo>
                <a:lnTo>
                  <a:pt x="109819" y="128122"/>
                </a:lnTo>
                <a:cubicBezTo>
                  <a:pt x="103282" y="132605"/>
                  <a:pt x="96372" y="135780"/>
                  <a:pt x="89275" y="137834"/>
                </a:cubicBezTo>
                <a:cubicBezTo>
                  <a:pt x="82178" y="139889"/>
                  <a:pt x="74520" y="141009"/>
                  <a:pt x="66489" y="141009"/>
                </a:cubicBezTo>
                <a:cubicBezTo>
                  <a:pt x="45945" y="141009"/>
                  <a:pt x="29696" y="134846"/>
                  <a:pt x="17743" y="122333"/>
                </a:cubicBezTo>
                <a:cubicBezTo>
                  <a:pt x="5790" y="109819"/>
                  <a:pt x="0" y="92637"/>
                  <a:pt x="0" y="70598"/>
                </a:cubicBezTo>
                <a:cubicBezTo>
                  <a:pt x="0" y="48746"/>
                  <a:pt x="5790" y="31564"/>
                  <a:pt x="17743" y="18864"/>
                </a:cubicBezTo>
                <a:cubicBezTo>
                  <a:pt x="29696" y="6350"/>
                  <a:pt x="45945" y="0"/>
                  <a:pt x="66489" y="0"/>
                </a:cubicBezTo>
                <a:cubicBezTo>
                  <a:pt x="74707" y="0"/>
                  <a:pt x="82364" y="1121"/>
                  <a:pt x="89462" y="3175"/>
                </a:cubicBezTo>
                <a:cubicBezTo>
                  <a:pt x="96559" y="5416"/>
                  <a:pt x="103469" y="8591"/>
                  <a:pt x="109819" y="128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AB39B2-6056-4577-BDD6-79D43433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159" y="143414"/>
            <a:ext cx="93757" cy="107018"/>
          </a:xfrm>
          <a:custGeom xmlns:a="http://schemas.openxmlformats.org/drawingml/2006/main">
            <a:pathLst>
              <a:path w="93757" h="107018">
                <a:moveTo>
                  <a:pt x="46879" y="14194"/>
                </a:moveTo>
                <a:cubicBezTo>
                  <a:pt x="37914" y="14194"/>
                  <a:pt x="30817" y="17743"/>
                  <a:pt x="25587" y="24840"/>
                </a:cubicBezTo>
                <a:cubicBezTo>
                  <a:pt x="20358" y="31937"/>
                  <a:pt x="17743" y="41462"/>
                  <a:pt x="17743" y="53602"/>
                </a:cubicBezTo>
                <a:cubicBezTo>
                  <a:pt x="17743" y="65929"/>
                  <a:pt x="20171" y="75454"/>
                  <a:pt x="25400" y="82551"/>
                </a:cubicBezTo>
                <a:cubicBezTo>
                  <a:pt x="30630" y="89648"/>
                  <a:pt x="37727" y="93010"/>
                  <a:pt x="46879" y="93010"/>
                </a:cubicBezTo>
                <a:cubicBezTo>
                  <a:pt x="55843" y="93010"/>
                  <a:pt x="62941" y="89648"/>
                  <a:pt x="68170" y="82551"/>
                </a:cubicBezTo>
                <a:cubicBezTo>
                  <a:pt x="73400" y="75454"/>
                  <a:pt x="76014" y="65929"/>
                  <a:pt x="76014" y="53602"/>
                </a:cubicBezTo>
                <a:cubicBezTo>
                  <a:pt x="76014" y="41649"/>
                  <a:pt x="73400" y="31937"/>
                  <a:pt x="68170" y="24840"/>
                </a:cubicBezTo>
                <a:cubicBezTo>
                  <a:pt x="62941" y="17743"/>
                  <a:pt x="55843" y="14194"/>
                  <a:pt x="46879" y="14194"/>
                </a:cubicBezTo>
                <a:close/>
                <a:moveTo>
                  <a:pt x="46879" y="0"/>
                </a:moveTo>
                <a:cubicBezTo>
                  <a:pt x="61446" y="0"/>
                  <a:pt x="72839" y="4856"/>
                  <a:pt x="81244" y="14194"/>
                </a:cubicBezTo>
                <a:cubicBezTo>
                  <a:pt x="89462" y="23719"/>
                  <a:pt x="93757" y="36793"/>
                  <a:pt x="93757" y="53602"/>
                </a:cubicBezTo>
                <a:cubicBezTo>
                  <a:pt x="93757" y="70411"/>
                  <a:pt x="89462" y="83485"/>
                  <a:pt x="81244" y="92823"/>
                </a:cubicBezTo>
                <a:cubicBezTo>
                  <a:pt x="72839" y="102349"/>
                  <a:pt x="61446" y="107018"/>
                  <a:pt x="46879" y="107018"/>
                </a:cubicBezTo>
                <a:cubicBezTo>
                  <a:pt x="32124" y="107018"/>
                  <a:pt x="20544" y="102349"/>
                  <a:pt x="12327" y="92823"/>
                </a:cubicBezTo>
                <a:cubicBezTo>
                  <a:pt x="4109" y="83485"/>
                  <a:pt x="0" y="70411"/>
                  <a:pt x="0" y="53602"/>
                </a:cubicBezTo>
                <a:cubicBezTo>
                  <a:pt x="0" y="36793"/>
                  <a:pt x="4109" y="23719"/>
                  <a:pt x="12327" y="14194"/>
                </a:cubicBezTo>
                <a:cubicBezTo>
                  <a:pt x="20544" y="4856"/>
                  <a:pt x="32124" y="0"/>
                  <a:pt x="4687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CE9E79-0ABC-4DD0-99FB-0C43B8A3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461" y="106060"/>
            <a:ext cx="91329" cy="144371"/>
          </a:xfrm>
          <a:custGeom xmlns:a="http://schemas.openxmlformats.org/drawingml/2006/main">
            <a:pathLst>
              <a:path w="91329" h="144371">
                <a:moveTo>
                  <a:pt x="74520" y="55283"/>
                </a:moveTo>
                <a:lnTo>
                  <a:pt x="74520" y="0"/>
                </a:lnTo>
                <a:lnTo>
                  <a:pt x="91329" y="0"/>
                </a:lnTo>
                <a:lnTo>
                  <a:pt x="91329" y="141943"/>
                </a:lnTo>
                <a:lnTo>
                  <a:pt x="74520" y="141943"/>
                </a:lnTo>
                <a:lnTo>
                  <a:pt x="74520" y="126628"/>
                </a:lnTo>
                <a:cubicBezTo>
                  <a:pt x="70972" y="132792"/>
                  <a:pt x="66489" y="137274"/>
                  <a:pt x="61073" y="140076"/>
                </a:cubicBezTo>
                <a:cubicBezTo>
                  <a:pt x="55657" y="142877"/>
                  <a:pt x="49307" y="144371"/>
                  <a:pt x="41836" y="144371"/>
                </a:cubicBezTo>
                <a:cubicBezTo>
                  <a:pt x="29509" y="144371"/>
                  <a:pt x="19424" y="139515"/>
                  <a:pt x="11580" y="129803"/>
                </a:cubicBezTo>
                <a:cubicBezTo>
                  <a:pt x="3735" y="120091"/>
                  <a:pt x="0" y="107018"/>
                  <a:pt x="0" y="90956"/>
                </a:cubicBezTo>
                <a:cubicBezTo>
                  <a:pt x="0" y="74894"/>
                  <a:pt x="3735" y="62007"/>
                  <a:pt x="11580" y="52108"/>
                </a:cubicBezTo>
                <a:cubicBezTo>
                  <a:pt x="19424" y="42396"/>
                  <a:pt x="29509" y="37353"/>
                  <a:pt x="41836" y="37353"/>
                </a:cubicBezTo>
                <a:cubicBezTo>
                  <a:pt x="49307" y="37353"/>
                  <a:pt x="55657" y="38848"/>
                  <a:pt x="61073" y="41836"/>
                </a:cubicBezTo>
                <a:cubicBezTo>
                  <a:pt x="66489" y="44824"/>
                  <a:pt x="70972" y="49307"/>
                  <a:pt x="74520" y="55283"/>
                </a:cubicBezTo>
                <a:close/>
                <a:moveTo>
                  <a:pt x="17369" y="90956"/>
                </a:moveTo>
                <a:cubicBezTo>
                  <a:pt x="17369" y="103282"/>
                  <a:pt x="19797" y="112994"/>
                  <a:pt x="24840" y="120091"/>
                </a:cubicBezTo>
                <a:cubicBezTo>
                  <a:pt x="29883" y="127189"/>
                  <a:pt x="36793" y="130550"/>
                  <a:pt x="45758" y="130550"/>
                </a:cubicBezTo>
                <a:cubicBezTo>
                  <a:pt x="54723" y="130550"/>
                  <a:pt x="61633" y="127189"/>
                  <a:pt x="66863" y="120091"/>
                </a:cubicBezTo>
                <a:cubicBezTo>
                  <a:pt x="71905" y="112994"/>
                  <a:pt x="74520" y="103282"/>
                  <a:pt x="74520" y="90956"/>
                </a:cubicBezTo>
                <a:cubicBezTo>
                  <a:pt x="74520" y="78629"/>
                  <a:pt x="71905" y="69104"/>
                  <a:pt x="66863" y="62007"/>
                </a:cubicBezTo>
                <a:cubicBezTo>
                  <a:pt x="61633" y="54910"/>
                  <a:pt x="54723" y="51361"/>
                  <a:pt x="45758" y="51361"/>
                </a:cubicBezTo>
                <a:cubicBezTo>
                  <a:pt x="36793" y="51361"/>
                  <a:pt x="29883" y="54910"/>
                  <a:pt x="24840" y="62007"/>
                </a:cubicBezTo>
                <a:cubicBezTo>
                  <a:pt x="19797" y="69104"/>
                  <a:pt x="17369" y="78629"/>
                  <a:pt x="17369" y="909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757F7F-ED6F-4EBD-8E22-D3BC0BB0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058" y="143414"/>
            <a:ext cx="94691" cy="107018"/>
          </a:xfrm>
          <a:custGeom xmlns:a="http://schemas.openxmlformats.org/drawingml/2006/main">
            <a:pathLst>
              <a:path w="94691" h="107018">
                <a:moveTo>
                  <a:pt x="94691" y="49307"/>
                </a:moveTo>
                <a:lnTo>
                  <a:pt x="94691" y="57524"/>
                </a:lnTo>
                <a:lnTo>
                  <a:pt x="17556" y="57524"/>
                </a:lnTo>
                <a:cubicBezTo>
                  <a:pt x="18303" y="69104"/>
                  <a:pt x="21665" y="78069"/>
                  <a:pt x="28015" y="84045"/>
                </a:cubicBezTo>
                <a:cubicBezTo>
                  <a:pt x="34178" y="90022"/>
                  <a:pt x="42770" y="93010"/>
                  <a:pt x="53976" y="93010"/>
                </a:cubicBezTo>
                <a:cubicBezTo>
                  <a:pt x="60326" y="93010"/>
                  <a:pt x="66676" y="92263"/>
                  <a:pt x="72652" y="90769"/>
                </a:cubicBezTo>
                <a:cubicBezTo>
                  <a:pt x="78629" y="89275"/>
                  <a:pt x="84792" y="86847"/>
                  <a:pt x="90769" y="83485"/>
                </a:cubicBezTo>
                <a:lnTo>
                  <a:pt x="90769" y="99360"/>
                </a:lnTo>
                <a:cubicBezTo>
                  <a:pt x="84792" y="101975"/>
                  <a:pt x="78629" y="104029"/>
                  <a:pt x="72279" y="105150"/>
                </a:cubicBezTo>
                <a:cubicBezTo>
                  <a:pt x="65929" y="106271"/>
                  <a:pt x="59392" y="107018"/>
                  <a:pt x="53042" y="107018"/>
                </a:cubicBezTo>
                <a:cubicBezTo>
                  <a:pt x="36606" y="107018"/>
                  <a:pt x="23719" y="102349"/>
                  <a:pt x="14194" y="93010"/>
                </a:cubicBezTo>
                <a:cubicBezTo>
                  <a:pt x="4669" y="83672"/>
                  <a:pt x="0" y="70785"/>
                  <a:pt x="0" y="54536"/>
                </a:cubicBezTo>
                <a:cubicBezTo>
                  <a:pt x="0" y="37914"/>
                  <a:pt x="4482" y="24653"/>
                  <a:pt x="13447" y="14755"/>
                </a:cubicBezTo>
                <a:cubicBezTo>
                  <a:pt x="22412" y="5043"/>
                  <a:pt x="34739" y="0"/>
                  <a:pt x="50054" y="0"/>
                </a:cubicBezTo>
                <a:cubicBezTo>
                  <a:pt x="63874" y="0"/>
                  <a:pt x="74707" y="4482"/>
                  <a:pt x="82738" y="13260"/>
                </a:cubicBezTo>
                <a:cubicBezTo>
                  <a:pt x="90582" y="22225"/>
                  <a:pt x="94691" y="34178"/>
                  <a:pt x="94691" y="49307"/>
                </a:cubicBezTo>
                <a:close/>
                <a:moveTo>
                  <a:pt x="77882" y="44451"/>
                </a:moveTo>
                <a:cubicBezTo>
                  <a:pt x="77695" y="35299"/>
                  <a:pt x="75080" y="28015"/>
                  <a:pt x="70225" y="22412"/>
                </a:cubicBezTo>
                <a:cubicBezTo>
                  <a:pt x="65182" y="16996"/>
                  <a:pt x="58458" y="14194"/>
                  <a:pt x="50240" y="14194"/>
                </a:cubicBezTo>
                <a:cubicBezTo>
                  <a:pt x="40902" y="14194"/>
                  <a:pt x="33431" y="16996"/>
                  <a:pt x="27828" y="22225"/>
                </a:cubicBezTo>
                <a:cubicBezTo>
                  <a:pt x="22225" y="27455"/>
                  <a:pt x="18864" y="34925"/>
                  <a:pt x="18116" y="44451"/>
                </a:cubicBezTo>
                <a:lnTo>
                  <a:pt x="77882" y="44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3573CD-C7BC-43EC-9CC5-BEAF199E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274" y="111850"/>
            <a:ext cx="115049" cy="136153"/>
          </a:xfrm>
          <a:custGeom xmlns:a="http://schemas.openxmlformats.org/drawingml/2006/main">
            <a:pathLst>
              <a:path w="115049" h="136153">
                <a:moveTo>
                  <a:pt x="0" y="0"/>
                </a:moveTo>
                <a:lnTo>
                  <a:pt x="115049" y="0"/>
                </a:lnTo>
                <a:lnTo>
                  <a:pt x="115049" y="15502"/>
                </a:lnTo>
                <a:lnTo>
                  <a:pt x="66676" y="15502"/>
                </a:lnTo>
                <a:lnTo>
                  <a:pt x="66676" y="136153"/>
                </a:lnTo>
                <a:lnTo>
                  <a:pt x="48186" y="136153"/>
                </a:lnTo>
                <a:lnTo>
                  <a:pt x="48186" y="15502"/>
                </a:lnTo>
                <a:lnTo>
                  <a:pt x="0" y="155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892876-E5B2-4710-B33F-A140EDC1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758" y="106060"/>
            <a:ext cx="85539" cy="141943"/>
          </a:xfrm>
          <a:custGeom xmlns:a="http://schemas.openxmlformats.org/drawingml/2006/main">
            <a:pathLst>
              <a:path w="85539" h="141943">
                <a:moveTo>
                  <a:pt x="85539" y="80310"/>
                </a:moveTo>
                <a:lnTo>
                  <a:pt x="85539" y="141943"/>
                </a:lnTo>
                <a:lnTo>
                  <a:pt x="68730" y="141943"/>
                </a:lnTo>
                <a:lnTo>
                  <a:pt x="68730" y="80870"/>
                </a:lnTo>
                <a:cubicBezTo>
                  <a:pt x="68730" y="71158"/>
                  <a:pt x="66676" y="64061"/>
                  <a:pt x="62941" y="59205"/>
                </a:cubicBezTo>
                <a:cubicBezTo>
                  <a:pt x="59205" y="54349"/>
                  <a:pt x="53602" y="51921"/>
                  <a:pt x="46132" y="51921"/>
                </a:cubicBezTo>
                <a:cubicBezTo>
                  <a:pt x="36980" y="51921"/>
                  <a:pt x="29883" y="54910"/>
                  <a:pt x="24653" y="60699"/>
                </a:cubicBezTo>
                <a:cubicBezTo>
                  <a:pt x="19424" y="66489"/>
                  <a:pt x="16809" y="74333"/>
                  <a:pt x="16809" y="84232"/>
                </a:cubicBezTo>
                <a:lnTo>
                  <a:pt x="16809" y="141943"/>
                </a:lnTo>
                <a:lnTo>
                  <a:pt x="0" y="141943"/>
                </a:lnTo>
                <a:lnTo>
                  <a:pt x="0" y="0"/>
                </a:lnTo>
                <a:lnTo>
                  <a:pt x="16809" y="0"/>
                </a:lnTo>
                <a:lnTo>
                  <a:pt x="16809" y="55657"/>
                </a:lnTo>
                <a:cubicBezTo>
                  <a:pt x="20731" y="49680"/>
                  <a:pt x="25400" y="45011"/>
                  <a:pt x="31003" y="42023"/>
                </a:cubicBezTo>
                <a:cubicBezTo>
                  <a:pt x="36420" y="39034"/>
                  <a:pt x="42770" y="37353"/>
                  <a:pt x="49867" y="37353"/>
                </a:cubicBezTo>
                <a:cubicBezTo>
                  <a:pt x="61446" y="37353"/>
                  <a:pt x="70411" y="41089"/>
                  <a:pt x="76388" y="48373"/>
                </a:cubicBezTo>
                <a:cubicBezTo>
                  <a:pt x="82364" y="55657"/>
                  <a:pt x="85539" y="66302"/>
                  <a:pt x="85539" y="803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F6C98A-FC0D-4669-8338-DE68AC83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5729" y="106060"/>
            <a:ext cx="16809" cy="141943"/>
          </a:xfrm>
          <a:custGeom xmlns:a="http://schemas.openxmlformats.org/drawingml/2006/main">
            <a:pathLst>
              <a:path w="16809" h="141943">
                <a:moveTo>
                  <a:pt x="0" y="39781"/>
                </a:moveTo>
                <a:lnTo>
                  <a:pt x="16809" y="39781"/>
                </a:lnTo>
                <a:lnTo>
                  <a:pt x="16809" y="141943"/>
                </a:lnTo>
                <a:lnTo>
                  <a:pt x="0" y="141943"/>
                </a:lnTo>
                <a:lnTo>
                  <a:pt x="0" y="39781"/>
                </a:lnTo>
                <a:close/>
                <a:moveTo>
                  <a:pt x="0" y="0"/>
                </a:moveTo>
                <a:lnTo>
                  <a:pt x="16809" y="0"/>
                </a:lnTo>
                <a:lnTo>
                  <a:pt x="16809" y="21291"/>
                </a:lnTo>
                <a:lnTo>
                  <a:pt x="0" y="212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6D419F-3DBC-472A-860D-49D4AFAE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090" y="143414"/>
            <a:ext cx="85539" cy="104590"/>
          </a:xfrm>
          <a:custGeom xmlns:a="http://schemas.openxmlformats.org/drawingml/2006/main">
            <a:pathLst>
              <a:path w="85539" h="104590">
                <a:moveTo>
                  <a:pt x="85539" y="42956"/>
                </a:moveTo>
                <a:lnTo>
                  <a:pt x="85539" y="104590"/>
                </a:lnTo>
                <a:lnTo>
                  <a:pt x="68730" y="104590"/>
                </a:lnTo>
                <a:lnTo>
                  <a:pt x="68730" y="43517"/>
                </a:lnTo>
                <a:cubicBezTo>
                  <a:pt x="68730" y="33805"/>
                  <a:pt x="66676" y="26708"/>
                  <a:pt x="62941" y="21852"/>
                </a:cubicBezTo>
                <a:cubicBezTo>
                  <a:pt x="59205" y="16996"/>
                  <a:pt x="53602" y="14568"/>
                  <a:pt x="46132" y="14568"/>
                </a:cubicBezTo>
                <a:cubicBezTo>
                  <a:pt x="36980" y="14568"/>
                  <a:pt x="29883" y="17556"/>
                  <a:pt x="24653" y="23346"/>
                </a:cubicBezTo>
                <a:cubicBezTo>
                  <a:pt x="19424" y="29136"/>
                  <a:pt x="16809" y="36980"/>
                  <a:pt x="16809" y="46879"/>
                </a:cubicBezTo>
                <a:lnTo>
                  <a:pt x="16809" y="104590"/>
                </a:lnTo>
                <a:lnTo>
                  <a:pt x="0" y="104590"/>
                </a:lnTo>
                <a:lnTo>
                  <a:pt x="0" y="2428"/>
                </a:lnTo>
                <a:lnTo>
                  <a:pt x="16809" y="2428"/>
                </a:lnTo>
                <a:lnTo>
                  <a:pt x="16809" y="18303"/>
                </a:lnTo>
                <a:cubicBezTo>
                  <a:pt x="20731" y="12327"/>
                  <a:pt x="25400" y="7657"/>
                  <a:pt x="31003" y="4669"/>
                </a:cubicBezTo>
                <a:cubicBezTo>
                  <a:pt x="36420" y="1681"/>
                  <a:pt x="42770" y="0"/>
                  <a:pt x="49867" y="0"/>
                </a:cubicBezTo>
                <a:cubicBezTo>
                  <a:pt x="61446" y="0"/>
                  <a:pt x="70411" y="3735"/>
                  <a:pt x="76388" y="11019"/>
                </a:cubicBezTo>
                <a:cubicBezTo>
                  <a:pt x="82364" y="18303"/>
                  <a:pt x="85539" y="28949"/>
                  <a:pt x="85539" y="429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F706A2-CAA3-49C9-9D98-BF7CF339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501" y="106060"/>
            <a:ext cx="90582" cy="141943"/>
          </a:xfrm>
          <a:custGeom xmlns:a="http://schemas.openxmlformats.org/drawingml/2006/main">
            <a:pathLst>
              <a:path w="90582" h="141943">
                <a:moveTo>
                  <a:pt x="0" y="0"/>
                </a:moveTo>
                <a:lnTo>
                  <a:pt x="16809" y="0"/>
                </a:lnTo>
                <a:lnTo>
                  <a:pt x="16809" y="83859"/>
                </a:lnTo>
                <a:lnTo>
                  <a:pt x="66863" y="39781"/>
                </a:lnTo>
                <a:lnTo>
                  <a:pt x="88341" y="39781"/>
                </a:lnTo>
                <a:lnTo>
                  <a:pt x="34178" y="87594"/>
                </a:lnTo>
                <a:lnTo>
                  <a:pt x="90582" y="141943"/>
                </a:lnTo>
                <a:lnTo>
                  <a:pt x="68730" y="141943"/>
                </a:lnTo>
                <a:lnTo>
                  <a:pt x="16809" y="92076"/>
                </a:lnTo>
                <a:lnTo>
                  <a:pt x="16809" y="141943"/>
                </a:lnTo>
                <a:lnTo>
                  <a:pt x="0" y="1419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1138E6-C0BC-4DD1-95FA-A5B08F7C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245" y="143414"/>
            <a:ext cx="94691" cy="107018"/>
          </a:xfrm>
          <a:custGeom xmlns:a="http://schemas.openxmlformats.org/drawingml/2006/main">
            <a:pathLst>
              <a:path w="94691" h="107018">
                <a:moveTo>
                  <a:pt x="94691" y="49307"/>
                </a:moveTo>
                <a:lnTo>
                  <a:pt x="94691" y="57524"/>
                </a:lnTo>
                <a:lnTo>
                  <a:pt x="17556" y="57524"/>
                </a:lnTo>
                <a:cubicBezTo>
                  <a:pt x="18303" y="69104"/>
                  <a:pt x="21665" y="78069"/>
                  <a:pt x="28015" y="84045"/>
                </a:cubicBezTo>
                <a:cubicBezTo>
                  <a:pt x="34178" y="90022"/>
                  <a:pt x="42770" y="93010"/>
                  <a:pt x="53976" y="93010"/>
                </a:cubicBezTo>
                <a:cubicBezTo>
                  <a:pt x="60326" y="93010"/>
                  <a:pt x="66676" y="92263"/>
                  <a:pt x="72652" y="90769"/>
                </a:cubicBezTo>
                <a:cubicBezTo>
                  <a:pt x="78629" y="89275"/>
                  <a:pt x="84792" y="86847"/>
                  <a:pt x="90769" y="83485"/>
                </a:cubicBezTo>
                <a:lnTo>
                  <a:pt x="90769" y="99360"/>
                </a:lnTo>
                <a:cubicBezTo>
                  <a:pt x="84792" y="101975"/>
                  <a:pt x="78629" y="104029"/>
                  <a:pt x="72279" y="105150"/>
                </a:cubicBezTo>
                <a:cubicBezTo>
                  <a:pt x="65929" y="106271"/>
                  <a:pt x="59392" y="107018"/>
                  <a:pt x="53042" y="107018"/>
                </a:cubicBezTo>
                <a:cubicBezTo>
                  <a:pt x="36606" y="107018"/>
                  <a:pt x="23719" y="102349"/>
                  <a:pt x="14194" y="93010"/>
                </a:cubicBezTo>
                <a:cubicBezTo>
                  <a:pt x="4669" y="83672"/>
                  <a:pt x="0" y="70785"/>
                  <a:pt x="0" y="54536"/>
                </a:cubicBezTo>
                <a:cubicBezTo>
                  <a:pt x="0" y="37914"/>
                  <a:pt x="4482" y="24653"/>
                  <a:pt x="13447" y="14755"/>
                </a:cubicBezTo>
                <a:cubicBezTo>
                  <a:pt x="22412" y="5043"/>
                  <a:pt x="34739" y="0"/>
                  <a:pt x="50054" y="0"/>
                </a:cubicBezTo>
                <a:cubicBezTo>
                  <a:pt x="63874" y="0"/>
                  <a:pt x="74707" y="4482"/>
                  <a:pt x="82738" y="13260"/>
                </a:cubicBezTo>
                <a:cubicBezTo>
                  <a:pt x="90582" y="22225"/>
                  <a:pt x="94691" y="34178"/>
                  <a:pt x="94691" y="49307"/>
                </a:cubicBezTo>
                <a:close/>
                <a:moveTo>
                  <a:pt x="77882" y="44451"/>
                </a:moveTo>
                <a:cubicBezTo>
                  <a:pt x="77695" y="35299"/>
                  <a:pt x="75080" y="28015"/>
                  <a:pt x="70225" y="22412"/>
                </a:cubicBezTo>
                <a:cubicBezTo>
                  <a:pt x="65182" y="16996"/>
                  <a:pt x="58458" y="14194"/>
                  <a:pt x="50240" y="14194"/>
                </a:cubicBezTo>
                <a:cubicBezTo>
                  <a:pt x="40902" y="14194"/>
                  <a:pt x="33431" y="16996"/>
                  <a:pt x="27828" y="22225"/>
                </a:cubicBezTo>
                <a:cubicBezTo>
                  <a:pt x="22225" y="27455"/>
                  <a:pt x="18864" y="34925"/>
                  <a:pt x="18116" y="44451"/>
                </a:cubicBezTo>
                <a:lnTo>
                  <a:pt x="77882" y="44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25BA64-9F51-4134-92BD-1A3BA930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831" y="143414"/>
            <a:ext cx="59766" cy="104590"/>
          </a:xfrm>
          <a:custGeom xmlns:a="http://schemas.openxmlformats.org/drawingml/2006/main">
            <a:pathLst>
              <a:path w="59766" h="104590">
                <a:moveTo>
                  <a:pt x="59766" y="18116"/>
                </a:moveTo>
                <a:cubicBezTo>
                  <a:pt x="57898" y="16996"/>
                  <a:pt x="55843" y="16249"/>
                  <a:pt x="53602" y="15688"/>
                </a:cubicBezTo>
                <a:cubicBezTo>
                  <a:pt x="51361" y="15315"/>
                  <a:pt x="48933" y="14941"/>
                  <a:pt x="46318" y="14941"/>
                </a:cubicBezTo>
                <a:cubicBezTo>
                  <a:pt x="36793" y="14941"/>
                  <a:pt x="29509" y="18116"/>
                  <a:pt x="24467" y="24280"/>
                </a:cubicBezTo>
                <a:cubicBezTo>
                  <a:pt x="19237" y="30443"/>
                  <a:pt x="16809" y="39221"/>
                  <a:pt x="16809" y="50801"/>
                </a:cubicBezTo>
                <a:lnTo>
                  <a:pt x="16809" y="104590"/>
                </a:lnTo>
                <a:lnTo>
                  <a:pt x="0" y="104590"/>
                </a:lnTo>
                <a:lnTo>
                  <a:pt x="0" y="2428"/>
                </a:lnTo>
                <a:lnTo>
                  <a:pt x="16809" y="2428"/>
                </a:lnTo>
                <a:lnTo>
                  <a:pt x="16809" y="18303"/>
                </a:lnTo>
                <a:cubicBezTo>
                  <a:pt x="20171" y="12140"/>
                  <a:pt x="24840" y="7471"/>
                  <a:pt x="30443" y="4482"/>
                </a:cubicBezTo>
                <a:cubicBezTo>
                  <a:pt x="36046" y="1494"/>
                  <a:pt x="42956" y="0"/>
                  <a:pt x="51174" y="0"/>
                </a:cubicBezTo>
                <a:cubicBezTo>
                  <a:pt x="52295" y="0"/>
                  <a:pt x="53602" y="187"/>
                  <a:pt x="55096" y="187"/>
                </a:cubicBezTo>
                <a:cubicBezTo>
                  <a:pt x="56404" y="374"/>
                  <a:pt x="57898" y="560"/>
                  <a:pt x="59766" y="934"/>
                </a:cubicBezTo>
                <a:lnTo>
                  <a:pt x="59766" y="181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0B84B9-90CD-40D5-9A72-CF7D8705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261" y="143414"/>
            <a:ext cx="93757" cy="107018"/>
          </a:xfrm>
          <a:custGeom xmlns:a="http://schemas.openxmlformats.org/drawingml/2006/main">
            <a:pathLst>
              <a:path w="93757" h="107018">
                <a:moveTo>
                  <a:pt x="46879" y="14194"/>
                </a:moveTo>
                <a:cubicBezTo>
                  <a:pt x="37914" y="14194"/>
                  <a:pt x="30817" y="17743"/>
                  <a:pt x="25587" y="24840"/>
                </a:cubicBezTo>
                <a:cubicBezTo>
                  <a:pt x="20358" y="31937"/>
                  <a:pt x="17743" y="41462"/>
                  <a:pt x="17743" y="53602"/>
                </a:cubicBezTo>
                <a:cubicBezTo>
                  <a:pt x="17743" y="65929"/>
                  <a:pt x="20171" y="75454"/>
                  <a:pt x="25400" y="82551"/>
                </a:cubicBezTo>
                <a:cubicBezTo>
                  <a:pt x="30630" y="89648"/>
                  <a:pt x="37727" y="93010"/>
                  <a:pt x="46879" y="93010"/>
                </a:cubicBezTo>
                <a:cubicBezTo>
                  <a:pt x="55843" y="93010"/>
                  <a:pt x="62941" y="89648"/>
                  <a:pt x="68170" y="82551"/>
                </a:cubicBezTo>
                <a:cubicBezTo>
                  <a:pt x="73400" y="75454"/>
                  <a:pt x="76014" y="65929"/>
                  <a:pt x="76014" y="53602"/>
                </a:cubicBezTo>
                <a:cubicBezTo>
                  <a:pt x="76014" y="41649"/>
                  <a:pt x="73400" y="31937"/>
                  <a:pt x="68170" y="24840"/>
                </a:cubicBezTo>
                <a:cubicBezTo>
                  <a:pt x="62941" y="17743"/>
                  <a:pt x="55843" y="14194"/>
                  <a:pt x="46879" y="14194"/>
                </a:cubicBezTo>
                <a:close/>
                <a:moveTo>
                  <a:pt x="46879" y="0"/>
                </a:moveTo>
                <a:cubicBezTo>
                  <a:pt x="61446" y="0"/>
                  <a:pt x="72839" y="4856"/>
                  <a:pt x="81244" y="14194"/>
                </a:cubicBezTo>
                <a:cubicBezTo>
                  <a:pt x="89462" y="23719"/>
                  <a:pt x="93757" y="36793"/>
                  <a:pt x="93757" y="53602"/>
                </a:cubicBezTo>
                <a:cubicBezTo>
                  <a:pt x="93757" y="70411"/>
                  <a:pt x="89462" y="83485"/>
                  <a:pt x="81244" y="92823"/>
                </a:cubicBezTo>
                <a:cubicBezTo>
                  <a:pt x="72839" y="102349"/>
                  <a:pt x="61446" y="107018"/>
                  <a:pt x="46879" y="107018"/>
                </a:cubicBezTo>
                <a:cubicBezTo>
                  <a:pt x="32124" y="107018"/>
                  <a:pt x="20544" y="102349"/>
                  <a:pt x="12327" y="92823"/>
                </a:cubicBezTo>
                <a:cubicBezTo>
                  <a:pt x="4109" y="83485"/>
                  <a:pt x="0" y="70411"/>
                  <a:pt x="0" y="53602"/>
                </a:cubicBezTo>
                <a:cubicBezTo>
                  <a:pt x="0" y="36793"/>
                  <a:pt x="4109" y="23719"/>
                  <a:pt x="12327" y="14194"/>
                </a:cubicBezTo>
                <a:cubicBezTo>
                  <a:pt x="20544" y="4856"/>
                  <a:pt x="32124" y="0"/>
                  <a:pt x="4687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F43986-C06E-4EC1-B5DA-C8F6D1BF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286" y="143414"/>
            <a:ext cx="85539" cy="104590"/>
          </a:xfrm>
          <a:custGeom xmlns:a="http://schemas.openxmlformats.org/drawingml/2006/main">
            <a:pathLst>
              <a:path w="85539" h="104590">
                <a:moveTo>
                  <a:pt x="85539" y="42956"/>
                </a:moveTo>
                <a:lnTo>
                  <a:pt x="85539" y="104590"/>
                </a:lnTo>
                <a:lnTo>
                  <a:pt x="68730" y="104590"/>
                </a:lnTo>
                <a:lnTo>
                  <a:pt x="68730" y="43517"/>
                </a:lnTo>
                <a:cubicBezTo>
                  <a:pt x="68730" y="33805"/>
                  <a:pt x="66676" y="26708"/>
                  <a:pt x="62941" y="21852"/>
                </a:cubicBezTo>
                <a:cubicBezTo>
                  <a:pt x="59205" y="16996"/>
                  <a:pt x="53602" y="14568"/>
                  <a:pt x="46132" y="14568"/>
                </a:cubicBezTo>
                <a:cubicBezTo>
                  <a:pt x="36980" y="14568"/>
                  <a:pt x="29883" y="17556"/>
                  <a:pt x="24653" y="23346"/>
                </a:cubicBezTo>
                <a:cubicBezTo>
                  <a:pt x="19424" y="29136"/>
                  <a:pt x="16809" y="36980"/>
                  <a:pt x="16809" y="46879"/>
                </a:cubicBezTo>
                <a:lnTo>
                  <a:pt x="16809" y="104590"/>
                </a:lnTo>
                <a:lnTo>
                  <a:pt x="0" y="104590"/>
                </a:lnTo>
                <a:lnTo>
                  <a:pt x="0" y="2428"/>
                </a:lnTo>
                <a:lnTo>
                  <a:pt x="16809" y="2428"/>
                </a:lnTo>
                <a:lnTo>
                  <a:pt x="16809" y="18303"/>
                </a:lnTo>
                <a:cubicBezTo>
                  <a:pt x="20731" y="12327"/>
                  <a:pt x="25400" y="7657"/>
                  <a:pt x="31003" y="4669"/>
                </a:cubicBezTo>
                <a:cubicBezTo>
                  <a:pt x="36420" y="1681"/>
                  <a:pt x="42770" y="0"/>
                  <a:pt x="49867" y="0"/>
                </a:cubicBezTo>
                <a:cubicBezTo>
                  <a:pt x="61446" y="0"/>
                  <a:pt x="70411" y="3735"/>
                  <a:pt x="76388" y="11019"/>
                </a:cubicBezTo>
                <a:cubicBezTo>
                  <a:pt x="82364" y="18303"/>
                  <a:pt x="85539" y="28949"/>
                  <a:pt x="85539" y="429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1CFDFC-E827-437A-843B-847E9D00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395" y="111850"/>
            <a:ext cx="84792" cy="136153"/>
          </a:xfrm>
          <a:custGeom xmlns:a="http://schemas.openxmlformats.org/drawingml/2006/main">
            <a:pathLst>
              <a:path w="84792" h="136153">
                <a:moveTo>
                  <a:pt x="0" y="0"/>
                </a:moveTo>
                <a:lnTo>
                  <a:pt x="18490" y="0"/>
                </a:lnTo>
                <a:lnTo>
                  <a:pt x="18490" y="120652"/>
                </a:lnTo>
                <a:lnTo>
                  <a:pt x="84792" y="120652"/>
                </a:lnTo>
                <a:lnTo>
                  <a:pt x="84792" y="136153"/>
                </a:lnTo>
                <a:lnTo>
                  <a:pt x="0" y="1361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EC4C33-F6CC-478E-9E9B-860F1B6B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267" y="143414"/>
            <a:ext cx="94691" cy="107018"/>
          </a:xfrm>
          <a:custGeom xmlns:a="http://schemas.openxmlformats.org/drawingml/2006/main">
            <a:pathLst>
              <a:path w="94691" h="107018">
                <a:moveTo>
                  <a:pt x="94691" y="49307"/>
                </a:moveTo>
                <a:lnTo>
                  <a:pt x="94691" y="57524"/>
                </a:lnTo>
                <a:lnTo>
                  <a:pt x="17556" y="57524"/>
                </a:lnTo>
                <a:cubicBezTo>
                  <a:pt x="18303" y="69104"/>
                  <a:pt x="21665" y="78069"/>
                  <a:pt x="28015" y="84045"/>
                </a:cubicBezTo>
                <a:cubicBezTo>
                  <a:pt x="34178" y="90022"/>
                  <a:pt x="42770" y="93010"/>
                  <a:pt x="53976" y="93010"/>
                </a:cubicBezTo>
                <a:cubicBezTo>
                  <a:pt x="60326" y="93010"/>
                  <a:pt x="66676" y="92263"/>
                  <a:pt x="72652" y="90769"/>
                </a:cubicBezTo>
                <a:cubicBezTo>
                  <a:pt x="78629" y="89275"/>
                  <a:pt x="84792" y="86847"/>
                  <a:pt x="90769" y="83485"/>
                </a:cubicBezTo>
                <a:lnTo>
                  <a:pt x="90769" y="99360"/>
                </a:lnTo>
                <a:cubicBezTo>
                  <a:pt x="84792" y="101975"/>
                  <a:pt x="78629" y="104029"/>
                  <a:pt x="72279" y="105150"/>
                </a:cubicBezTo>
                <a:cubicBezTo>
                  <a:pt x="65929" y="106271"/>
                  <a:pt x="59392" y="107018"/>
                  <a:pt x="53042" y="107018"/>
                </a:cubicBezTo>
                <a:cubicBezTo>
                  <a:pt x="36606" y="107018"/>
                  <a:pt x="23719" y="102349"/>
                  <a:pt x="14194" y="93010"/>
                </a:cubicBezTo>
                <a:cubicBezTo>
                  <a:pt x="4669" y="83672"/>
                  <a:pt x="0" y="70785"/>
                  <a:pt x="0" y="54536"/>
                </a:cubicBezTo>
                <a:cubicBezTo>
                  <a:pt x="0" y="37914"/>
                  <a:pt x="4482" y="24653"/>
                  <a:pt x="13447" y="14755"/>
                </a:cubicBezTo>
                <a:cubicBezTo>
                  <a:pt x="22412" y="5043"/>
                  <a:pt x="34739" y="0"/>
                  <a:pt x="50054" y="0"/>
                </a:cubicBezTo>
                <a:cubicBezTo>
                  <a:pt x="63874" y="0"/>
                  <a:pt x="74707" y="4482"/>
                  <a:pt x="82738" y="13260"/>
                </a:cubicBezTo>
                <a:cubicBezTo>
                  <a:pt x="90582" y="22225"/>
                  <a:pt x="94691" y="34178"/>
                  <a:pt x="94691" y="49307"/>
                </a:cubicBezTo>
                <a:close/>
                <a:moveTo>
                  <a:pt x="77882" y="44451"/>
                </a:moveTo>
                <a:cubicBezTo>
                  <a:pt x="77695" y="35299"/>
                  <a:pt x="75080" y="28015"/>
                  <a:pt x="70225" y="22412"/>
                </a:cubicBezTo>
                <a:cubicBezTo>
                  <a:pt x="65182" y="16996"/>
                  <a:pt x="58458" y="14194"/>
                  <a:pt x="50240" y="14194"/>
                </a:cubicBezTo>
                <a:cubicBezTo>
                  <a:pt x="40902" y="14194"/>
                  <a:pt x="33431" y="16996"/>
                  <a:pt x="27828" y="22225"/>
                </a:cubicBezTo>
                <a:cubicBezTo>
                  <a:pt x="22225" y="27455"/>
                  <a:pt x="18864" y="34925"/>
                  <a:pt x="18116" y="44451"/>
                </a:cubicBezTo>
                <a:lnTo>
                  <a:pt x="77882" y="44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809F6B-36B2-42C2-B1B9-B6ECBFBA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9129" y="143414"/>
            <a:ext cx="94691" cy="107018"/>
          </a:xfrm>
          <a:custGeom xmlns:a="http://schemas.openxmlformats.org/drawingml/2006/main">
            <a:pathLst>
              <a:path w="94691" h="107018">
                <a:moveTo>
                  <a:pt x="94691" y="49307"/>
                </a:moveTo>
                <a:lnTo>
                  <a:pt x="94691" y="57524"/>
                </a:lnTo>
                <a:lnTo>
                  <a:pt x="17556" y="57524"/>
                </a:lnTo>
                <a:cubicBezTo>
                  <a:pt x="18303" y="69104"/>
                  <a:pt x="21665" y="78069"/>
                  <a:pt x="28015" y="84045"/>
                </a:cubicBezTo>
                <a:cubicBezTo>
                  <a:pt x="34178" y="90022"/>
                  <a:pt x="42770" y="93010"/>
                  <a:pt x="53976" y="93010"/>
                </a:cubicBezTo>
                <a:cubicBezTo>
                  <a:pt x="60326" y="93010"/>
                  <a:pt x="66676" y="92263"/>
                  <a:pt x="72652" y="90769"/>
                </a:cubicBezTo>
                <a:cubicBezTo>
                  <a:pt x="78629" y="89275"/>
                  <a:pt x="84792" y="86847"/>
                  <a:pt x="90769" y="83485"/>
                </a:cubicBezTo>
                <a:lnTo>
                  <a:pt x="90769" y="99360"/>
                </a:lnTo>
                <a:cubicBezTo>
                  <a:pt x="84792" y="101975"/>
                  <a:pt x="78629" y="104029"/>
                  <a:pt x="72279" y="105150"/>
                </a:cubicBezTo>
                <a:cubicBezTo>
                  <a:pt x="65929" y="106271"/>
                  <a:pt x="59392" y="107018"/>
                  <a:pt x="53042" y="107018"/>
                </a:cubicBezTo>
                <a:cubicBezTo>
                  <a:pt x="36606" y="107018"/>
                  <a:pt x="23719" y="102349"/>
                  <a:pt x="14194" y="93010"/>
                </a:cubicBezTo>
                <a:cubicBezTo>
                  <a:pt x="4669" y="83672"/>
                  <a:pt x="0" y="70785"/>
                  <a:pt x="0" y="54536"/>
                </a:cubicBezTo>
                <a:cubicBezTo>
                  <a:pt x="0" y="37914"/>
                  <a:pt x="4482" y="24653"/>
                  <a:pt x="13447" y="14755"/>
                </a:cubicBezTo>
                <a:cubicBezTo>
                  <a:pt x="22412" y="5043"/>
                  <a:pt x="34739" y="0"/>
                  <a:pt x="50054" y="0"/>
                </a:cubicBezTo>
                <a:cubicBezTo>
                  <a:pt x="63874" y="0"/>
                  <a:pt x="74707" y="4482"/>
                  <a:pt x="82738" y="13260"/>
                </a:cubicBezTo>
                <a:cubicBezTo>
                  <a:pt x="90582" y="22225"/>
                  <a:pt x="94691" y="34178"/>
                  <a:pt x="94691" y="49307"/>
                </a:cubicBezTo>
                <a:close/>
                <a:moveTo>
                  <a:pt x="77882" y="44451"/>
                </a:moveTo>
                <a:cubicBezTo>
                  <a:pt x="77695" y="35299"/>
                  <a:pt x="75080" y="28015"/>
                  <a:pt x="70225" y="22412"/>
                </a:cubicBezTo>
                <a:cubicBezTo>
                  <a:pt x="65182" y="16996"/>
                  <a:pt x="58458" y="14194"/>
                  <a:pt x="50240" y="14194"/>
                </a:cubicBezTo>
                <a:cubicBezTo>
                  <a:pt x="40902" y="14194"/>
                  <a:pt x="33431" y="16996"/>
                  <a:pt x="27828" y="22225"/>
                </a:cubicBezTo>
                <a:cubicBezTo>
                  <a:pt x="22225" y="27455"/>
                  <a:pt x="18864" y="34925"/>
                  <a:pt x="18116" y="44451"/>
                </a:cubicBezTo>
                <a:lnTo>
                  <a:pt x="77882" y="44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0ACFAF-3E44-4BCF-A3EE-DA4390E8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8762" y="116893"/>
            <a:ext cx="63688" cy="131111"/>
          </a:xfrm>
          <a:custGeom xmlns:a="http://schemas.openxmlformats.org/drawingml/2006/main">
            <a:pathLst>
              <a:path w="63688" h="131111">
                <a:moveTo>
                  <a:pt x="29136" y="0"/>
                </a:moveTo>
                <a:lnTo>
                  <a:pt x="29136" y="28949"/>
                </a:lnTo>
                <a:lnTo>
                  <a:pt x="63688" y="28949"/>
                </a:lnTo>
                <a:lnTo>
                  <a:pt x="63688" y="42023"/>
                </a:lnTo>
                <a:lnTo>
                  <a:pt x="29136" y="42023"/>
                </a:lnTo>
                <a:lnTo>
                  <a:pt x="29136" y="97493"/>
                </a:lnTo>
                <a:cubicBezTo>
                  <a:pt x="29136" y="105897"/>
                  <a:pt x="30256" y="111313"/>
                  <a:pt x="32498" y="113555"/>
                </a:cubicBezTo>
                <a:cubicBezTo>
                  <a:pt x="34739" y="115983"/>
                  <a:pt x="39408" y="117103"/>
                  <a:pt x="46505" y="117103"/>
                </a:cubicBezTo>
                <a:lnTo>
                  <a:pt x="63688" y="117103"/>
                </a:lnTo>
                <a:lnTo>
                  <a:pt x="63688" y="131111"/>
                </a:lnTo>
                <a:lnTo>
                  <a:pt x="46505" y="131111"/>
                </a:lnTo>
                <a:cubicBezTo>
                  <a:pt x="33431" y="131111"/>
                  <a:pt x="24467" y="128683"/>
                  <a:pt x="19611" y="123827"/>
                </a:cubicBezTo>
                <a:cubicBezTo>
                  <a:pt x="14755" y="118971"/>
                  <a:pt x="12327" y="110193"/>
                  <a:pt x="12327" y="97493"/>
                </a:cubicBezTo>
                <a:lnTo>
                  <a:pt x="12327" y="42023"/>
                </a:lnTo>
                <a:lnTo>
                  <a:pt x="0" y="42023"/>
                </a:lnTo>
                <a:lnTo>
                  <a:pt x="0" y="28949"/>
                </a:lnTo>
                <a:lnTo>
                  <a:pt x="12327" y="28949"/>
                </a:lnTo>
                <a:lnTo>
                  <a:pt x="12327" y="0"/>
                </a:lnTo>
                <a:lnTo>
                  <a:pt x="291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665D07-A240-4457-B36C-0EA776C6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391" y="109422"/>
            <a:ext cx="109819" cy="141009"/>
          </a:xfrm>
          <a:custGeom xmlns:a="http://schemas.openxmlformats.org/drawingml/2006/main">
            <a:pathLst>
              <a:path w="109819" h="141009">
                <a:moveTo>
                  <a:pt x="109819" y="12887"/>
                </a:moveTo>
                <a:lnTo>
                  <a:pt x="109819" y="32311"/>
                </a:lnTo>
                <a:cubicBezTo>
                  <a:pt x="103469" y="26708"/>
                  <a:pt x="96932" y="22412"/>
                  <a:pt x="89835" y="19424"/>
                </a:cubicBezTo>
                <a:cubicBezTo>
                  <a:pt x="82738" y="16622"/>
                  <a:pt x="75454" y="15128"/>
                  <a:pt x="67610" y="15128"/>
                </a:cubicBezTo>
                <a:cubicBezTo>
                  <a:pt x="51921" y="15128"/>
                  <a:pt x="39968" y="19984"/>
                  <a:pt x="31750" y="29509"/>
                </a:cubicBezTo>
                <a:cubicBezTo>
                  <a:pt x="23533" y="39034"/>
                  <a:pt x="19424" y="52668"/>
                  <a:pt x="19424" y="70598"/>
                </a:cubicBezTo>
                <a:cubicBezTo>
                  <a:pt x="19424" y="88528"/>
                  <a:pt x="23533" y="102349"/>
                  <a:pt x="31750" y="111874"/>
                </a:cubicBezTo>
                <a:cubicBezTo>
                  <a:pt x="39968" y="121399"/>
                  <a:pt x="51921" y="126068"/>
                  <a:pt x="67610" y="126068"/>
                </a:cubicBezTo>
                <a:cubicBezTo>
                  <a:pt x="75454" y="126068"/>
                  <a:pt x="82738" y="124761"/>
                  <a:pt x="89835" y="121772"/>
                </a:cubicBezTo>
                <a:cubicBezTo>
                  <a:pt x="96932" y="118971"/>
                  <a:pt x="103469" y="114675"/>
                  <a:pt x="109819" y="108885"/>
                </a:cubicBezTo>
                <a:lnTo>
                  <a:pt x="109819" y="128122"/>
                </a:lnTo>
                <a:cubicBezTo>
                  <a:pt x="103282" y="132605"/>
                  <a:pt x="96372" y="135780"/>
                  <a:pt x="89275" y="137834"/>
                </a:cubicBezTo>
                <a:cubicBezTo>
                  <a:pt x="82178" y="139889"/>
                  <a:pt x="74520" y="141009"/>
                  <a:pt x="66489" y="141009"/>
                </a:cubicBezTo>
                <a:cubicBezTo>
                  <a:pt x="45945" y="141009"/>
                  <a:pt x="29696" y="134846"/>
                  <a:pt x="17743" y="122333"/>
                </a:cubicBezTo>
                <a:cubicBezTo>
                  <a:pt x="5790" y="109819"/>
                  <a:pt x="0" y="92637"/>
                  <a:pt x="0" y="70598"/>
                </a:cubicBezTo>
                <a:cubicBezTo>
                  <a:pt x="0" y="48746"/>
                  <a:pt x="5790" y="31564"/>
                  <a:pt x="17743" y="18864"/>
                </a:cubicBezTo>
                <a:cubicBezTo>
                  <a:pt x="29696" y="6350"/>
                  <a:pt x="45945" y="0"/>
                  <a:pt x="66489" y="0"/>
                </a:cubicBezTo>
                <a:cubicBezTo>
                  <a:pt x="74707" y="0"/>
                  <a:pt x="82364" y="1121"/>
                  <a:pt x="89462" y="3175"/>
                </a:cubicBezTo>
                <a:cubicBezTo>
                  <a:pt x="96559" y="5416"/>
                  <a:pt x="103469" y="8591"/>
                  <a:pt x="109819" y="128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936B7A-29AA-4AAC-A8A1-DEDE7B71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568" y="143414"/>
            <a:ext cx="93757" cy="107018"/>
          </a:xfrm>
          <a:custGeom xmlns:a="http://schemas.openxmlformats.org/drawingml/2006/main">
            <a:pathLst>
              <a:path w="93757" h="107018">
                <a:moveTo>
                  <a:pt x="46879" y="14194"/>
                </a:moveTo>
                <a:cubicBezTo>
                  <a:pt x="37914" y="14194"/>
                  <a:pt x="30817" y="17743"/>
                  <a:pt x="25587" y="24840"/>
                </a:cubicBezTo>
                <a:cubicBezTo>
                  <a:pt x="20358" y="31937"/>
                  <a:pt x="17743" y="41462"/>
                  <a:pt x="17743" y="53602"/>
                </a:cubicBezTo>
                <a:cubicBezTo>
                  <a:pt x="17743" y="65929"/>
                  <a:pt x="20171" y="75454"/>
                  <a:pt x="25400" y="82551"/>
                </a:cubicBezTo>
                <a:cubicBezTo>
                  <a:pt x="30630" y="89648"/>
                  <a:pt x="37727" y="93010"/>
                  <a:pt x="46879" y="93010"/>
                </a:cubicBezTo>
                <a:cubicBezTo>
                  <a:pt x="55843" y="93010"/>
                  <a:pt x="62941" y="89648"/>
                  <a:pt x="68170" y="82551"/>
                </a:cubicBezTo>
                <a:cubicBezTo>
                  <a:pt x="73400" y="75454"/>
                  <a:pt x="76014" y="65929"/>
                  <a:pt x="76014" y="53602"/>
                </a:cubicBezTo>
                <a:cubicBezTo>
                  <a:pt x="76014" y="41649"/>
                  <a:pt x="73400" y="31937"/>
                  <a:pt x="68170" y="24840"/>
                </a:cubicBezTo>
                <a:cubicBezTo>
                  <a:pt x="62941" y="17743"/>
                  <a:pt x="55843" y="14194"/>
                  <a:pt x="46879" y="14194"/>
                </a:cubicBezTo>
                <a:close/>
                <a:moveTo>
                  <a:pt x="46879" y="0"/>
                </a:moveTo>
                <a:cubicBezTo>
                  <a:pt x="61446" y="0"/>
                  <a:pt x="72839" y="4856"/>
                  <a:pt x="81244" y="14194"/>
                </a:cubicBezTo>
                <a:cubicBezTo>
                  <a:pt x="89462" y="23719"/>
                  <a:pt x="93757" y="36793"/>
                  <a:pt x="93757" y="53602"/>
                </a:cubicBezTo>
                <a:cubicBezTo>
                  <a:pt x="93757" y="70411"/>
                  <a:pt x="89462" y="83485"/>
                  <a:pt x="81244" y="92823"/>
                </a:cubicBezTo>
                <a:cubicBezTo>
                  <a:pt x="72839" y="102349"/>
                  <a:pt x="61446" y="107018"/>
                  <a:pt x="46879" y="107018"/>
                </a:cubicBezTo>
                <a:cubicBezTo>
                  <a:pt x="32124" y="107018"/>
                  <a:pt x="20544" y="102349"/>
                  <a:pt x="12327" y="92823"/>
                </a:cubicBezTo>
                <a:cubicBezTo>
                  <a:pt x="4109" y="83485"/>
                  <a:pt x="0" y="70411"/>
                  <a:pt x="0" y="53602"/>
                </a:cubicBezTo>
                <a:cubicBezTo>
                  <a:pt x="0" y="36793"/>
                  <a:pt x="4109" y="23719"/>
                  <a:pt x="12327" y="14194"/>
                </a:cubicBezTo>
                <a:cubicBezTo>
                  <a:pt x="20544" y="4856"/>
                  <a:pt x="32124" y="0"/>
                  <a:pt x="4687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05413A-DA63-4DB0-B540-B72D382C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870" y="106060"/>
            <a:ext cx="91329" cy="144371"/>
          </a:xfrm>
          <a:custGeom xmlns:a="http://schemas.openxmlformats.org/drawingml/2006/main">
            <a:pathLst>
              <a:path w="91329" h="144371">
                <a:moveTo>
                  <a:pt x="74520" y="55283"/>
                </a:moveTo>
                <a:lnTo>
                  <a:pt x="74520" y="0"/>
                </a:lnTo>
                <a:lnTo>
                  <a:pt x="91329" y="0"/>
                </a:lnTo>
                <a:lnTo>
                  <a:pt x="91329" y="141943"/>
                </a:lnTo>
                <a:lnTo>
                  <a:pt x="74520" y="141943"/>
                </a:lnTo>
                <a:lnTo>
                  <a:pt x="74520" y="126628"/>
                </a:lnTo>
                <a:cubicBezTo>
                  <a:pt x="70972" y="132792"/>
                  <a:pt x="66489" y="137274"/>
                  <a:pt x="61073" y="140076"/>
                </a:cubicBezTo>
                <a:cubicBezTo>
                  <a:pt x="55657" y="142877"/>
                  <a:pt x="49307" y="144371"/>
                  <a:pt x="41836" y="144371"/>
                </a:cubicBezTo>
                <a:cubicBezTo>
                  <a:pt x="29509" y="144371"/>
                  <a:pt x="19424" y="139515"/>
                  <a:pt x="11580" y="129803"/>
                </a:cubicBezTo>
                <a:cubicBezTo>
                  <a:pt x="3735" y="120091"/>
                  <a:pt x="0" y="107018"/>
                  <a:pt x="0" y="90956"/>
                </a:cubicBezTo>
                <a:cubicBezTo>
                  <a:pt x="0" y="74894"/>
                  <a:pt x="3735" y="62007"/>
                  <a:pt x="11580" y="52108"/>
                </a:cubicBezTo>
                <a:cubicBezTo>
                  <a:pt x="19424" y="42396"/>
                  <a:pt x="29509" y="37353"/>
                  <a:pt x="41836" y="37353"/>
                </a:cubicBezTo>
                <a:cubicBezTo>
                  <a:pt x="49307" y="37353"/>
                  <a:pt x="55657" y="38848"/>
                  <a:pt x="61073" y="41836"/>
                </a:cubicBezTo>
                <a:cubicBezTo>
                  <a:pt x="66489" y="44824"/>
                  <a:pt x="70972" y="49307"/>
                  <a:pt x="74520" y="55283"/>
                </a:cubicBezTo>
                <a:close/>
                <a:moveTo>
                  <a:pt x="17369" y="90956"/>
                </a:moveTo>
                <a:cubicBezTo>
                  <a:pt x="17369" y="103282"/>
                  <a:pt x="19797" y="112994"/>
                  <a:pt x="24840" y="120091"/>
                </a:cubicBezTo>
                <a:cubicBezTo>
                  <a:pt x="29883" y="127189"/>
                  <a:pt x="36793" y="130550"/>
                  <a:pt x="45758" y="130550"/>
                </a:cubicBezTo>
                <a:cubicBezTo>
                  <a:pt x="54723" y="130550"/>
                  <a:pt x="61633" y="127189"/>
                  <a:pt x="66863" y="120091"/>
                </a:cubicBezTo>
                <a:cubicBezTo>
                  <a:pt x="71905" y="112994"/>
                  <a:pt x="74520" y="103282"/>
                  <a:pt x="74520" y="90956"/>
                </a:cubicBezTo>
                <a:cubicBezTo>
                  <a:pt x="74520" y="78629"/>
                  <a:pt x="71905" y="69104"/>
                  <a:pt x="66863" y="62007"/>
                </a:cubicBezTo>
                <a:cubicBezTo>
                  <a:pt x="61633" y="54910"/>
                  <a:pt x="54723" y="51361"/>
                  <a:pt x="45758" y="51361"/>
                </a:cubicBezTo>
                <a:cubicBezTo>
                  <a:pt x="36793" y="51361"/>
                  <a:pt x="29883" y="54910"/>
                  <a:pt x="24840" y="62007"/>
                </a:cubicBezTo>
                <a:cubicBezTo>
                  <a:pt x="19797" y="69104"/>
                  <a:pt x="17369" y="78629"/>
                  <a:pt x="17369" y="909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57D2FA-4C12-4824-A059-0A1582D0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467" y="143414"/>
            <a:ext cx="94691" cy="107018"/>
          </a:xfrm>
          <a:custGeom xmlns:a="http://schemas.openxmlformats.org/drawingml/2006/main">
            <a:pathLst>
              <a:path w="94691" h="107018">
                <a:moveTo>
                  <a:pt x="94691" y="49307"/>
                </a:moveTo>
                <a:lnTo>
                  <a:pt x="94691" y="57524"/>
                </a:lnTo>
                <a:lnTo>
                  <a:pt x="17556" y="57524"/>
                </a:lnTo>
                <a:cubicBezTo>
                  <a:pt x="18303" y="69104"/>
                  <a:pt x="21665" y="78069"/>
                  <a:pt x="28015" y="84045"/>
                </a:cubicBezTo>
                <a:cubicBezTo>
                  <a:pt x="34178" y="90022"/>
                  <a:pt x="42770" y="93010"/>
                  <a:pt x="53976" y="93010"/>
                </a:cubicBezTo>
                <a:cubicBezTo>
                  <a:pt x="60326" y="93010"/>
                  <a:pt x="66676" y="92263"/>
                  <a:pt x="72652" y="90769"/>
                </a:cubicBezTo>
                <a:cubicBezTo>
                  <a:pt x="78629" y="89275"/>
                  <a:pt x="84792" y="86847"/>
                  <a:pt x="90769" y="83485"/>
                </a:cubicBezTo>
                <a:lnTo>
                  <a:pt x="90769" y="99360"/>
                </a:lnTo>
                <a:cubicBezTo>
                  <a:pt x="84792" y="101975"/>
                  <a:pt x="78629" y="104029"/>
                  <a:pt x="72279" y="105150"/>
                </a:cubicBezTo>
                <a:cubicBezTo>
                  <a:pt x="65929" y="106271"/>
                  <a:pt x="59392" y="107018"/>
                  <a:pt x="53042" y="107018"/>
                </a:cubicBezTo>
                <a:cubicBezTo>
                  <a:pt x="36606" y="107018"/>
                  <a:pt x="23719" y="102349"/>
                  <a:pt x="14194" y="93010"/>
                </a:cubicBezTo>
                <a:cubicBezTo>
                  <a:pt x="4669" y="83672"/>
                  <a:pt x="0" y="70785"/>
                  <a:pt x="0" y="54536"/>
                </a:cubicBezTo>
                <a:cubicBezTo>
                  <a:pt x="0" y="37914"/>
                  <a:pt x="4482" y="24653"/>
                  <a:pt x="13447" y="14755"/>
                </a:cubicBezTo>
                <a:cubicBezTo>
                  <a:pt x="22412" y="5043"/>
                  <a:pt x="34739" y="0"/>
                  <a:pt x="50054" y="0"/>
                </a:cubicBezTo>
                <a:cubicBezTo>
                  <a:pt x="63874" y="0"/>
                  <a:pt x="74707" y="4482"/>
                  <a:pt x="82738" y="13260"/>
                </a:cubicBezTo>
                <a:cubicBezTo>
                  <a:pt x="90582" y="22225"/>
                  <a:pt x="94691" y="34178"/>
                  <a:pt x="94691" y="49307"/>
                </a:cubicBezTo>
                <a:close/>
                <a:moveTo>
                  <a:pt x="77882" y="44451"/>
                </a:moveTo>
                <a:cubicBezTo>
                  <a:pt x="77695" y="35299"/>
                  <a:pt x="75080" y="28015"/>
                  <a:pt x="70225" y="22412"/>
                </a:cubicBezTo>
                <a:cubicBezTo>
                  <a:pt x="65182" y="16996"/>
                  <a:pt x="58458" y="14194"/>
                  <a:pt x="50240" y="14194"/>
                </a:cubicBezTo>
                <a:cubicBezTo>
                  <a:pt x="40902" y="14194"/>
                  <a:pt x="33431" y="16996"/>
                  <a:pt x="27828" y="22225"/>
                </a:cubicBezTo>
                <a:cubicBezTo>
                  <a:pt x="22225" y="27455"/>
                  <a:pt x="18864" y="34925"/>
                  <a:pt x="18116" y="44451"/>
                </a:cubicBezTo>
                <a:lnTo>
                  <a:pt x="77882" y="44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568E24-578B-4C99-A847-CA47C988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4721" y="106060"/>
            <a:ext cx="91329" cy="144371"/>
          </a:xfrm>
          <a:custGeom xmlns:a="http://schemas.openxmlformats.org/drawingml/2006/main">
            <a:pathLst>
              <a:path w="91329" h="144371">
                <a:moveTo>
                  <a:pt x="74520" y="55283"/>
                </a:moveTo>
                <a:lnTo>
                  <a:pt x="74520" y="0"/>
                </a:lnTo>
                <a:lnTo>
                  <a:pt x="91329" y="0"/>
                </a:lnTo>
                <a:lnTo>
                  <a:pt x="91329" y="141943"/>
                </a:lnTo>
                <a:lnTo>
                  <a:pt x="74520" y="141943"/>
                </a:lnTo>
                <a:lnTo>
                  <a:pt x="74520" y="126628"/>
                </a:lnTo>
                <a:cubicBezTo>
                  <a:pt x="70972" y="132792"/>
                  <a:pt x="66489" y="137274"/>
                  <a:pt x="61073" y="140076"/>
                </a:cubicBezTo>
                <a:cubicBezTo>
                  <a:pt x="55657" y="142877"/>
                  <a:pt x="49307" y="144371"/>
                  <a:pt x="41836" y="144371"/>
                </a:cubicBezTo>
                <a:cubicBezTo>
                  <a:pt x="29509" y="144371"/>
                  <a:pt x="19424" y="139515"/>
                  <a:pt x="11580" y="129803"/>
                </a:cubicBezTo>
                <a:cubicBezTo>
                  <a:pt x="3735" y="120091"/>
                  <a:pt x="0" y="107018"/>
                  <a:pt x="0" y="90956"/>
                </a:cubicBezTo>
                <a:cubicBezTo>
                  <a:pt x="0" y="74894"/>
                  <a:pt x="3735" y="62007"/>
                  <a:pt x="11580" y="52108"/>
                </a:cubicBezTo>
                <a:cubicBezTo>
                  <a:pt x="19424" y="42396"/>
                  <a:pt x="29509" y="37353"/>
                  <a:pt x="41836" y="37353"/>
                </a:cubicBezTo>
                <a:cubicBezTo>
                  <a:pt x="49307" y="37353"/>
                  <a:pt x="55657" y="38848"/>
                  <a:pt x="61073" y="41836"/>
                </a:cubicBezTo>
                <a:cubicBezTo>
                  <a:pt x="66489" y="44824"/>
                  <a:pt x="70972" y="49307"/>
                  <a:pt x="74520" y="55283"/>
                </a:cubicBezTo>
                <a:close/>
                <a:moveTo>
                  <a:pt x="17369" y="90956"/>
                </a:moveTo>
                <a:cubicBezTo>
                  <a:pt x="17369" y="103282"/>
                  <a:pt x="19797" y="112994"/>
                  <a:pt x="24840" y="120091"/>
                </a:cubicBezTo>
                <a:cubicBezTo>
                  <a:pt x="29883" y="127189"/>
                  <a:pt x="36793" y="130550"/>
                  <a:pt x="45758" y="130550"/>
                </a:cubicBezTo>
                <a:cubicBezTo>
                  <a:pt x="54723" y="130550"/>
                  <a:pt x="61633" y="127189"/>
                  <a:pt x="66863" y="120091"/>
                </a:cubicBezTo>
                <a:cubicBezTo>
                  <a:pt x="71905" y="112994"/>
                  <a:pt x="74520" y="103282"/>
                  <a:pt x="74520" y="90956"/>
                </a:cubicBezTo>
                <a:cubicBezTo>
                  <a:pt x="74520" y="78629"/>
                  <a:pt x="71905" y="69104"/>
                  <a:pt x="66863" y="62007"/>
                </a:cubicBezTo>
                <a:cubicBezTo>
                  <a:pt x="61633" y="54910"/>
                  <a:pt x="54723" y="51361"/>
                  <a:pt x="45758" y="51361"/>
                </a:cubicBezTo>
                <a:cubicBezTo>
                  <a:pt x="36793" y="51361"/>
                  <a:pt x="29883" y="54910"/>
                  <a:pt x="24840" y="62007"/>
                </a:cubicBezTo>
                <a:cubicBezTo>
                  <a:pt x="19797" y="69104"/>
                  <a:pt x="17369" y="78629"/>
                  <a:pt x="17369" y="909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43E90F-6C72-4FFC-9363-AD71B877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4252" y="143414"/>
            <a:ext cx="86287" cy="107018"/>
          </a:xfrm>
          <a:custGeom xmlns:a="http://schemas.openxmlformats.org/drawingml/2006/main">
            <a:pathLst>
              <a:path w="86287" h="107018">
                <a:moveTo>
                  <a:pt x="52855" y="53229"/>
                </a:moveTo>
                <a:cubicBezTo>
                  <a:pt x="39221" y="53229"/>
                  <a:pt x="29883" y="54910"/>
                  <a:pt x="24653" y="57898"/>
                </a:cubicBezTo>
                <a:cubicBezTo>
                  <a:pt x="19424" y="61073"/>
                  <a:pt x="16809" y="66302"/>
                  <a:pt x="16809" y="73773"/>
                </a:cubicBezTo>
                <a:cubicBezTo>
                  <a:pt x="16809" y="79750"/>
                  <a:pt x="18677" y="84606"/>
                  <a:pt x="22599" y="87967"/>
                </a:cubicBezTo>
                <a:cubicBezTo>
                  <a:pt x="26521" y="91516"/>
                  <a:pt x="31937" y="93197"/>
                  <a:pt x="38661" y="93197"/>
                </a:cubicBezTo>
                <a:cubicBezTo>
                  <a:pt x="47999" y="93197"/>
                  <a:pt x="55470" y="90022"/>
                  <a:pt x="61073" y="83298"/>
                </a:cubicBezTo>
                <a:cubicBezTo>
                  <a:pt x="66676" y="76761"/>
                  <a:pt x="69477" y="67983"/>
                  <a:pt x="69477" y="56964"/>
                </a:cubicBezTo>
                <a:lnTo>
                  <a:pt x="69477" y="53229"/>
                </a:lnTo>
                <a:lnTo>
                  <a:pt x="52855" y="53229"/>
                </a:lnTo>
                <a:close/>
                <a:moveTo>
                  <a:pt x="86287" y="46318"/>
                </a:moveTo>
                <a:lnTo>
                  <a:pt x="86287" y="104590"/>
                </a:lnTo>
                <a:lnTo>
                  <a:pt x="69477" y="104590"/>
                </a:lnTo>
                <a:lnTo>
                  <a:pt x="69477" y="89088"/>
                </a:lnTo>
                <a:cubicBezTo>
                  <a:pt x="65555" y="95438"/>
                  <a:pt x="60699" y="99921"/>
                  <a:pt x="55096" y="102722"/>
                </a:cubicBezTo>
                <a:cubicBezTo>
                  <a:pt x="49493" y="105524"/>
                  <a:pt x="42396" y="107018"/>
                  <a:pt x="34178" y="107018"/>
                </a:cubicBezTo>
                <a:cubicBezTo>
                  <a:pt x="23719" y="107018"/>
                  <a:pt x="15315" y="104216"/>
                  <a:pt x="9152" y="98426"/>
                </a:cubicBezTo>
                <a:cubicBezTo>
                  <a:pt x="2988" y="92637"/>
                  <a:pt x="0" y="84792"/>
                  <a:pt x="0" y="74894"/>
                </a:cubicBezTo>
                <a:cubicBezTo>
                  <a:pt x="0" y="63501"/>
                  <a:pt x="3735" y="54910"/>
                  <a:pt x="11580" y="48933"/>
                </a:cubicBezTo>
                <a:cubicBezTo>
                  <a:pt x="19237" y="43143"/>
                  <a:pt x="30630" y="40155"/>
                  <a:pt x="45945" y="40155"/>
                </a:cubicBezTo>
                <a:lnTo>
                  <a:pt x="69477" y="40155"/>
                </a:lnTo>
                <a:lnTo>
                  <a:pt x="69477" y="38474"/>
                </a:lnTo>
                <a:cubicBezTo>
                  <a:pt x="69477" y="30817"/>
                  <a:pt x="66863" y="24840"/>
                  <a:pt x="61820" y="20544"/>
                </a:cubicBezTo>
                <a:cubicBezTo>
                  <a:pt x="56777" y="16436"/>
                  <a:pt x="49680" y="14194"/>
                  <a:pt x="40529" y="14194"/>
                </a:cubicBezTo>
                <a:cubicBezTo>
                  <a:pt x="34552" y="14194"/>
                  <a:pt x="28949" y="14941"/>
                  <a:pt x="23346" y="16436"/>
                </a:cubicBezTo>
                <a:cubicBezTo>
                  <a:pt x="17743" y="17930"/>
                  <a:pt x="12513" y="19984"/>
                  <a:pt x="7471" y="22599"/>
                </a:cubicBezTo>
                <a:lnTo>
                  <a:pt x="7471" y="7097"/>
                </a:lnTo>
                <a:cubicBezTo>
                  <a:pt x="13447" y="4856"/>
                  <a:pt x="19424" y="2988"/>
                  <a:pt x="25214" y="1868"/>
                </a:cubicBezTo>
                <a:cubicBezTo>
                  <a:pt x="31003" y="747"/>
                  <a:pt x="36606" y="0"/>
                  <a:pt x="42209" y="0"/>
                </a:cubicBezTo>
                <a:cubicBezTo>
                  <a:pt x="56964" y="0"/>
                  <a:pt x="67983" y="3922"/>
                  <a:pt x="75267" y="11580"/>
                </a:cubicBezTo>
                <a:cubicBezTo>
                  <a:pt x="82551" y="19237"/>
                  <a:pt x="86287" y="30817"/>
                  <a:pt x="86287" y="463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744FE8-07D4-474B-AEB8-CE7D262E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577" y="116893"/>
            <a:ext cx="63688" cy="131111"/>
          </a:xfrm>
          <a:custGeom xmlns:a="http://schemas.openxmlformats.org/drawingml/2006/main">
            <a:pathLst>
              <a:path w="63688" h="131111">
                <a:moveTo>
                  <a:pt x="29136" y="0"/>
                </a:moveTo>
                <a:lnTo>
                  <a:pt x="29136" y="28949"/>
                </a:lnTo>
                <a:lnTo>
                  <a:pt x="63688" y="28949"/>
                </a:lnTo>
                <a:lnTo>
                  <a:pt x="63688" y="42023"/>
                </a:lnTo>
                <a:lnTo>
                  <a:pt x="29136" y="42023"/>
                </a:lnTo>
                <a:lnTo>
                  <a:pt x="29136" y="97493"/>
                </a:lnTo>
                <a:cubicBezTo>
                  <a:pt x="29136" y="105897"/>
                  <a:pt x="30256" y="111313"/>
                  <a:pt x="32498" y="113555"/>
                </a:cubicBezTo>
                <a:cubicBezTo>
                  <a:pt x="34739" y="115983"/>
                  <a:pt x="39408" y="117103"/>
                  <a:pt x="46505" y="117103"/>
                </a:cubicBezTo>
                <a:lnTo>
                  <a:pt x="63688" y="117103"/>
                </a:lnTo>
                <a:lnTo>
                  <a:pt x="63688" y="131111"/>
                </a:lnTo>
                <a:lnTo>
                  <a:pt x="46505" y="131111"/>
                </a:lnTo>
                <a:cubicBezTo>
                  <a:pt x="33431" y="131111"/>
                  <a:pt x="24467" y="128683"/>
                  <a:pt x="19611" y="123827"/>
                </a:cubicBezTo>
                <a:cubicBezTo>
                  <a:pt x="14755" y="118971"/>
                  <a:pt x="12327" y="110193"/>
                  <a:pt x="12327" y="97493"/>
                </a:cubicBezTo>
                <a:lnTo>
                  <a:pt x="12327" y="42023"/>
                </a:lnTo>
                <a:lnTo>
                  <a:pt x="0" y="42023"/>
                </a:lnTo>
                <a:lnTo>
                  <a:pt x="0" y="28949"/>
                </a:lnTo>
                <a:lnTo>
                  <a:pt x="12327" y="28949"/>
                </a:lnTo>
                <a:lnTo>
                  <a:pt x="12327" y="0"/>
                </a:lnTo>
                <a:lnTo>
                  <a:pt x="291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E97B16-BFCA-463E-9E10-576B03C5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954" y="143414"/>
            <a:ext cx="86287" cy="107018"/>
          </a:xfrm>
          <a:custGeom xmlns:a="http://schemas.openxmlformats.org/drawingml/2006/main">
            <a:pathLst>
              <a:path w="86287" h="107018">
                <a:moveTo>
                  <a:pt x="52855" y="53229"/>
                </a:moveTo>
                <a:cubicBezTo>
                  <a:pt x="39221" y="53229"/>
                  <a:pt x="29883" y="54910"/>
                  <a:pt x="24653" y="57898"/>
                </a:cubicBezTo>
                <a:cubicBezTo>
                  <a:pt x="19424" y="61073"/>
                  <a:pt x="16809" y="66302"/>
                  <a:pt x="16809" y="73773"/>
                </a:cubicBezTo>
                <a:cubicBezTo>
                  <a:pt x="16809" y="79750"/>
                  <a:pt x="18677" y="84606"/>
                  <a:pt x="22599" y="87967"/>
                </a:cubicBezTo>
                <a:cubicBezTo>
                  <a:pt x="26521" y="91516"/>
                  <a:pt x="31937" y="93197"/>
                  <a:pt x="38661" y="93197"/>
                </a:cubicBezTo>
                <a:cubicBezTo>
                  <a:pt x="47999" y="93197"/>
                  <a:pt x="55470" y="90022"/>
                  <a:pt x="61073" y="83298"/>
                </a:cubicBezTo>
                <a:cubicBezTo>
                  <a:pt x="66676" y="76761"/>
                  <a:pt x="69477" y="67983"/>
                  <a:pt x="69477" y="56964"/>
                </a:cubicBezTo>
                <a:lnTo>
                  <a:pt x="69477" y="53229"/>
                </a:lnTo>
                <a:lnTo>
                  <a:pt x="52855" y="53229"/>
                </a:lnTo>
                <a:close/>
                <a:moveTo>
                  <a:pt x="86287" y="46318"/>
                </a:moveTo>
                <a:lnTo>
                  <a:pt x="86287" y="104590"/>
                </a:lnTo>
                <a:lnTo>
                  <a:pt x="69477" y="104590"/>
                </a:lnTo>
                <a:lnTo>
                  <a:pt x="69477" y="89088"/>
                </a:lnTo>
                <a:cubicBezTo>
                  <a:pt x="65555" y="95438"/>
                  <a:pt x="60699" y="99921"/>
                  <a:pt x="55096" y="102722"/>
                </a:cubicBezTo>
                <a:cubicBezTo>
                  <a:pt x="49493" y="105524"/>
                  <a:pt x="42396" y="107018"/>
                  <a:pt x="34178" y="107018"/>
                </a:cubicBezTo>
                <a:cubicBezTo>
                  <a:pt x="23719" y="107018"/>
                  <a:pt x="15315" y="104216"/>
                  <a:pt x="9152" y="98426"/>
                </a:cubicBezTo>
                <a:cubicBezTo>
                  <a:pt x="2988" y="92637"/>
                  <a:pt x="0" y="84792"/>
                  <a:pt x="0" y="74894"/>
                </a:cubicBezTo>
                <a:cubicBezTo>
                  <a:pt x="0" y="63501"/>
                  <a:pt x="3735" y="54910"/>
                  <a:pt x="11580" y="48933"/>
                </a:cubicBezTo>
                <a:cubicBezTo>
                  <a:pt x="19237" y="43143"/>
                  <a:pt x="30630" y="40155"/>
                  <a:pt x="45945" y="40155"/>
                </a:cubicBezTo>
                <a:lnTo>
                  <a:pt x="69477" y="40155"/>
                </a:lnTo>
                <a:lnTo>
                  <a:pt x="69477" y="38474"/>
                </a:lnTo>
                <a:cubicBezTo>
                  <a:pt x="69477" y="30817"/>
                  <a:pt x="66863" y="24840"/>
                  <a:pt x="61820" y="20544"/>
                </a:cubicBezTo>
                <a:cubicBezTo>
                  <a:pt x="56777" y="16436"/>
                  <a:pt x="49680" y="14194"/>
                  <a:pt x="40529" y="14194"/>
                </a:cubicBezTo>
                <a:cubicBezTo>
                  <a:pt x="34552" y="14194"/>
                  <a:pt x="28949" y="14941"/>
                  <a:pt x="23346" y="16436"/>
                </a:cubicBezTo>
                <a:cubicBezTo>
                  <a:pt x="17743" y="17930"/>
                  <a:pt x="12513" y="19984"/>
                  <a:pt x="7471" y="22599"/>
                </a:cubicBezTo>
                <a:lnTo>
                  <a:pt x="7471" y="7097"/>
                </a:lnTo>
                <a:cubicBezTo>
                  <a:pt x="13447" y="4856"/>
                  <a:pt x="19424" y="2988"/>
                  <a:pt x="25214" y="1868"/>
                </a:cubicBezTo>
                <a:cubicBezTo>
                  <a:pt x="31003" y="747"/>
                  <a:pt x="36606" y="0"/>
                  <a:pt x="42209" y="0"/>
                </a:cubicBezTo>
                <a:cubicBezTo>
                  <a:pt x="56964" y="0"/>
                  <a:pt x="67983" y="3922"/>
                  <a:pt x="75267" y="11580"/>
                </a:cubicBezTo>
                <a:cubicBezTo>
                  <a:pt x="82551" y="19237"/>
                  <a:pt x="86287" y="30817"/>
                  <a:pt x="86287" y="463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A5D7A-8F30-4E45-A35A-1E439982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321" y="143414"/>
            <a:ext cx="78069" cy="107018"/>
          </a:xfrm>
          <a:custGeom xmlns:a="http://schemas.openxmlformats.org/drawingml/2006/main">
            <a:pathLst>
              <a:path w="78069" h="107018">
                <a:moveTo>
                  <a:pt x="72652" y="5416"/>
                </a:moveTo>
                <a:lnTo>
                  <a:pt x="72652" y="21291"/>
                </a:lnTo>
                <a:cubicBezTo>
                  <a:pt x="67797" y="19050"/>
                  <a:pt x="62941" y="17183"/>
                  <a:pt x="57898" y="15875"/>
                </a:cubicBezTo>
                <a:cubicBezTo>
                  <a:pt x="52668" y="14755"/>
                  <a:pt x="47439" y="14008"/>
                  <a:pt x="42023" y="14008"/>
                </a:cubicBezTo>
                <a:cubicBezTo>
                  <a:pt x="33618" y="14008"/>
                  <a:pt x="27268" y="15315"/>
                  <a:pt x="23159" y="17930"/>
                </a:cubicBezTo>
                <a:cubicBezTo>
                  <a:pt x="19050" y="20544"/>
                  <a:pt x="16996" y="24280"/>
                  <a:pt x="16996" y="29322"/>
                </a:cubicBezTo>
                <a:cubicBezTo>
                  <a:pt x="16996" y="33245"/>
                  <a:pt x="18490" y="36233"/>
                  <a:pt x="21478" y="38474"/>
                </a:cubicBezTo>
                <a:cubicBezTo>
                  <a:pt x="24467" y="40715"/>
                  <a:pt x="30443" y="42956"/>
                  <a:pt x="39408" y="44824"/>
                </a:cubicBezTo>
                <a:lnTo>
                  <a:pt x="45198" y="46132"/>
                </a:lnTo>
                <a:cubicBezTo>
                  <a:pt x="57151" y="48746"/>
                  <a:pt x="65555" y="52482"/>
                  <a:pt x="70598" y="56964"/>
                </a:cubicBezTo>
                <a:cubicBezTo>
                  <a:pt x="75454" y="61633"/>
                  <a:pt x="78069" y="68170"/>
                  <a:pt x="78069" y="76388"/>
                </a:cubicBezTo>
                <a:cubicBezTo>
                  <a:pt x="78069" y="85913"/>
                  <a:pt x="74333" y="93384"/>
                  <a:pt x="66863" y="98800"/>
                </a:cubicBezTo>
                <a:cubicBezTo>
                  <a:pt x="59392" y="104403"/>
                  <a:pt x="48933" y="107018"/>
                  <a:pt x="35859" y="107018"/>
                </a:cubicBezTo>
                <a:cubicBezTo>
                  <a:pt x="30256" y="107018"/>
                  <a:pt x="24653" y="106457"/>
                  <a:pt x="18677" y="105524"/>
                </a:cubicBezTo>
                <a:cubicBezTo>
                  <a:pt x="12700" y="104590"/>
                  <a:pt x="6537" y="103096"/>
                  <a:pt x="0" y="100854"/>
                </a:cubicBezTo>
                <a:lnTo>
                  <a:pt x="0" y="83485"/>
                </a:lnTo>
                <a:cubicBezTo>
                  <a:pt x="6163" y="86847"/>
                  <a:pt x="12327" y="89275"/>
                  <a:pt x="18303" y="90769"/>
                </a:cubicBezTo>
                <a:cubicBezTo>
                  <a:pt x="24280" y="92450"/>
                  <a:pt x="30256" y="93197"/>
                  <a:pt x="36233" y="93197"/>
                </a:cubicBezTo>
                <a:cubicBezTo>
                  <a:pt x="44077" y="93197"/>
                  <a:pt x="50240" y="91890"/>
                  <a:pt x="54536" y="89275"/>
                </a:cubicBezTo>
                <a:cubicBezTo>
                  <a:pt x="58645" y="86660"/>
                  <a:pt x="60886" y="82738"/>
                  <a:pt x="60886" y="77695"/>
                </a:cubicBezTo>
                <a:cubicBezTo>
                  <a:pt x="60886" y="73213"/>
                  <a:pt x="59205" y="69664"/>
                  <a:pt x="56217" y="67236"/>
                </a:cubicBezTo>
                <a:cubicBezTo>
                  <a:pt x="53229" y="64808"/>
                  <a:pt x="46505" y="62380"/>
                  <a:pt x="36046" y="60139"/>
                </a:cubicBezTo>
                <a:lnTo>
                  <a:pt x="30256" y="58832"/>
                </a:lnTo>
                <a:cubicBezTo>
                  <a:pt x="19797" y="56591"/>
                  <a:pt x="12140" y="53229"/>
                  <a:pt x="7657" y="48746"/>
                </a:cubicBezTo>
                <a:cubicBezTo>
                  <a:pt x="2988" y="44264"/>
                  <a:pt x="747" y="38101"/>
                  <a:pt x="747" y="30070"/>
                </a:cubicBezTo>
                <a:cubicBezTo>
                  <a:pt x="747" y="20544"/>
                  <a:pt x="4109" y="13074"/>
                  <a:pt x="10833" y="7844"/>
                </a:cubicBezTo>
                <a:cubicBezTo>
                  <a:pt x="17556" y="2615"/>
                  <a:pt x="27268" y="0"/>
                  <a:pt x="39968" y="0"/>
                </a:cubicBezTo>
                <a:cubicBezTo>
                  <a:pt x="46132" y="0"/>
                  <a:pt x="51921" y="560"/>
                  <a:pt x="57524" y="1494"/>
                </a:cubicBezTo>
                <a:cubicBezTo>
                  <a:pt x="62941" y="2428"/>
                  <a:pt x="67983" y="3735"/>
                  <a:pt x="72652" y="54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72EF3A-2734-448C-B8FE-685A1F8B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14" y="143414"/>
            <a:ext cx="94691" cy="107018"/>
          </a:xfrm>
          <a:custGeom xmlns:a="http://schemas.openxmlformats.org/drawingml/2006/main">
            <a:pathLst>
              <a:path w="94691" h="107018">
                <a:moveTo>
                  <a:pt x="94691" y="49307"/>
                </a:moveTo>
                <a:lnTo>
                  <a:pt x="94691" y="57524"/>
                </a:lnTo>
                <a:lnTo>
                  <a:pt x="17556" y="57524"/>
                </a:lnTo>
                <a:cubicBezTo>
                  <a:pt x="18303" y="69104"/>
                  <a:pt x="21665" y="78069"/>
                  <a:pt x="28015" y="84045"/>
                </a:cubicBezTo>
                <a:cubicBezTo>
                  <a:pt x="34178" y="90022"/>
                  <a:pt x="42770" y="93010"/>
                  <a:pt x="53976" y="93010"/>
                </a:cubicBezTo>
                <a:cubicBezTo>
                  <a:pt x="60326" y="93010"/>
                  <a:pt x="66676" y="92263"/>
                  <a:pt x="72652" y="90769"/>
                </a:cubicBezTo>
                <a:cubicBezTo>
                  <a:pt x="78629" y="89275"/>
                  <a:pt x="84792" y="86847"/>
                  <a:pt x="90769" y="83485"/>
                </a:cubicBezTo>
                <a:lnTo>
                  <a:pt x="90769" y="99360"/>
                </a:lnTo>
                <a:cubicBezTo>
                  <a:pt x="84792" y="101975"/>
                  <a:pt x="78629" y="104029"/>
                  <a:pt x="72279" y="105150"/>
                </a:cubicBezTo>
                <a:cubicBezTo>
                  <a:pt x="65929" y="106271"/>
                  <a:pt x="59392" y="107018"/>
                  <a:pt x="53042" y="107018"/>
                </a:cubicBezTo>
                <a:cubicBezTo>
                  <a:pt x="36606" y="107018"/>
                  <a:pt x="23719" y="102349"/>
                  <a:pt x="14194" y="93010"/>
                </a:cubicBezTo>
                <a:cubicBezTo>
                  <a:pt x="4669" y="83672"/>
                  <a:pt x="0" y="70785"/>
                  <a:pt x="0" y="54536"/>
                </a:cubicBezTo>
                <a:cubicBezTo>
                  <a:pt x="0" y="37914"/>
                  <a:pt x="4482" y="24653"/>
                  <a:pt x="13447" y="14755"/>
                </a:cubicBezTo>
                <a:cubicBezTo>
                  <a:pt x="22412" y="5043"/>
                  <a:pt x="34739" y="0"/>
                  <a:pt x="50054" y="0"/>
                </a:cubicBezTo>
                <a:cubicBezTo>
                  <a:pt x="63874" y="0"/>
                  <a:pt x="74707" y="4482"/>
                  <a:pt x="82738" y="13260"/>
                </a:cubicBezTo>
                <a:cubicBezTo>
                  <a:pt x="90582" y="22225"/>
                  <a:pt x="94691" y="34178"/>
                  <a:pt x="94691" y="49307"/>
                </a:cubicBezTo>
                <a:close/>
                <a:moveTo>
                  <a:pt x="77882" y="44451"/>
                </a:moveTo>
                <a:cubicBezTo>
                  <a:pt x="77695" y="35299"/>
                  <a:pt x="75080" y="28015"/>
                  <a:pt x="70225" y="22412"/>
                </a:cubicBezTo>
                <a:cubicBezTo>
                  <a:pt x="65182" y="16996"/>
                  <a:pt x="58458" y="14194"/>
                  <a:pt x="50240" y="14194"/>
                </a:cubicBezTo>
                <a:cubicBezTo>
                  <a:pt x="40902" y="14194"/>
                  <a:pt x="33431" y="16996"/>
                  <a:pt x="27828" y="22225"/>
                </a:cubicBezTo>
                <a:cubicBezTo>
                  <a:pt x="22225" y="27455"/>
                  <a:pt x="18864" y="34925"/>
                  <a:pt x="18116" y="44451"/>
                </a:cubicBezTo>
                <a:lnTo>
                  <a:pt x="77882" y="44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0E1470-E7F7-4D17-9D46-2984A3AB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2446" y="116893"/>
            <a:ext cx="63688" cy="131111"/>
          </a:xfrm>
          <a:custGeom xmlns:a="http://schemas.openxmlformats.org/drawingml/2006/main">
            <a:pathLst>
              <a:path w="63688" h="131111">
                <a:moveTo>
                  <a:pt x="29136" y="0"/>
                </a:moveTo>
                <a:lnTo>
                  <a:pt x="29136" y="28949"/>
                </a:lnTo>
                <a:lnTo>
                  <a:pt x="63688" y="28949"/>
                </a:lnTo>
                <a:lnTo>
                  <a:pt x="63688" y="42023"/>
                </a:lnTo>
                <a:lnTo>
                  <a:pt x="29136" y="42023"/>
                </a:lnTo>
                <a:lnTo>
                  <a:pt x="29136" y="97493"/>
                </a:lnTo>
                <a:cubicBezTo>
                  <a:pt x="29136" y="105897"/>
                  <a:pt x="30256" y="111313"/>
                  <a:pt x="32498" y="113555"/>
                </a:cubicBezTo>
                <a:cubicBezTo>
                  <a:pt x="34739" y="115983"/>
                  <a:pt x="39408" y="117103"/>
                  <a:pt x="46505" y="117103"/>
                </a:cubicBezTo>
                <a:lnTo>
                  <a:pt x="63688" y="117103"/>
                </a:lnTo>
                <a:lnTo>
                  <a:pt x="63688" y="131111"/>
                </a:lnTo>
                <a:lnTo>
                  <a:pt x="46505" y="131111"/>
                </a:lnTo>
                <a:cubicBezTo>
                  <a:pt x="33431" y="131111"/>
                  <a:pt x="24467" y="128683"/>
                  <a:pt x="19611" y="123827"/>
                </a:cubicBezTo>
                <a:cubicBezTo>
                  <a:pt x="14755" y="118971"/>
                  <a:pt x="12327" y="110193"/>
                  <a:pt x="12327" y="97493"/>
                </a:cubicBezTo>
                <a:lnTo>
                  <a:pt x="12327" y="42023"/>
                </a:lnTo>
                <a:lnTo>
                  <a:pt x="0" y="42023"/>
                </a:lnTo>
                <a:lnTo>
                  <a:pt x="0" y="28949"/>
                </a:lnTo>
                <a:lnTo>
                  <a:pt x="12327" y="28949"/>
                </a:lnTo>
                <a:lnTo>
                  <a:pt x="12327" y="0"/>
                </a:lnTo>
                <a:lnTo>
                  <a:pt x="291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FBABE9-48F7-4543-B650-D6743427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100" y="456741"/>
            <a:ext cx="373535" cy="10"/>
          </a:xfrm>
          <a:custGeom xmlns:a="http://schemas.openxmlformats.org/drawingml/2006/main">
            <a:pathLst>
              <a:path w="373535" h="1" fill="none">
                <a:moveTo>
                  <a:pt x="0" y="0"/>
                </a:moveTo>
                <a:lnTo>
                  <a:pt x="186767" y="0"/>
                </a:lnTo>
                <a:lnTo>
                  <a:pt x="3735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81" cap="sq">
            <a:solidFill>
              <a:srgbClr val="FFA500">
                <a:alpha val="80000"/>
              </a:srgbClr>
            </a:solidFill>
            <a:round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254284-1BA7-4209-8ED4-31ED7F7C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46" y="416719"/>
            <a:ext cx="80043" cy="80043"/>
          </a:xfrm>
          <a:custGeom xmlns:a="http://schemas.openxmlformats.org/drawingml/2006/main">
            <a:pathLst>
              <a:path w="80043" h="80043">
                <a:moveTo>
                  <a:pt x="40022" y="80043"/>
                </a:moveTo>
                <a:cubicBezTo>
                  <a:pt x="50635" y="80043"/>
                  <a:pt x="60816" y="75826"/>
                  <a:pt x="68321" y="68322"/>
                </a:cubicBezTo>
                <a:cubicBezTo>
                  <a:pt x="75826" y="60816"/>
                  <a:pt x="80043" y="50636"/>
                  <a:pt x="80043" y="40022"/>
                </a:cubicBezTo>
                <a:cubicBezTo>
                  <a:pt x="80043" y="29408"/>
                  <a:pt x="75826" y="19227"/>
                  <a:pt x="68321" y="11722"/>
                </a:cubicBezTo>
                <a:cubicBezTo>
                  <a:pt x="60816" y="4217"/>
                  <a:pt x="50635" y="0"/>
                  <a:pt x="40022" y="0"/>
                </a:cubicBezTo>
                <a:cubicBezTo>
                  <a:pt x="29408" y="0"/>
                  <a:pt x="19227" y="4217"/>
                  <a:pt x="11722" y="11722"/>
                </a:cubicBezTo>
                <a:cubicBezTo>
                  <a:pt x="4217" y="19227"/>
                  <a:pt x="0" y="29408"/>
                  <a:pt x="0" y="40022"/>
                </a:cubicBezTo>
                <a:cubicBezTo>
                  <a:pt x="0" y="50636"/>
                  <a:pt x="4217" y="60816"/>
                  <a:pt x="11722" y="68322"/>
                </a:cubicBezTo>
                <a:cubicBezTo>
                  <a:pt x="19227" y="75826"/>
                  <a:pt x="29408" y="80043"/>
                  <a:pt x="40022" y="80043"/>
                </a:cubicBezTo>
                <a:close/>
              </a:path>
            </a:pathLst>
          </a:custGeom>
          <a:solidFill xmlns:a="http://schemas.openxmlformats.org/drawingml/2006/main">
            <a:srgbClr val="FFA50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703966-BAB2-4DCC-9E91-B276D395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46" y="416719"/>
            <a:ext cx="80043" cy="80043"/>
          </a:xfrm>
          <a:custGeom xmlns:a="http://schemas.openxmlformats.org/drawingml/2006/main">
            <a:pathLst>
              <a:path w="80043" h="80043" fill="none">
                <a:moveTo>
                  <a:pt x="40022" y="80043"/>
                </a:moveTo>
                <a:cubicBezTo>
                  <a:pt x="50635" y="80043"/>
                  <a:pt x="60816" y="75826"/>
                  <a:pt x="68321" y="68322"/>
                </a:cubicBezTo>
                <a:cubicBezTo>
                  <a:pt x="75826" y="60816"/>
                  <a:pt x="80043" y="50636"/>
                  <a:pt x="80043" y="40022"/>
                </a:cubicBezTo>
                <a:cubicBezTo>
                  <a:pt x="80043" y="29408"/>
                  <a:pt x="75826" y="19227"/>
                  <a:pt x="68321" y="11722"/>
                </a:cubicBezTo>
                <a:cubicBezTo>
                  <a:pt x="60816" y="4217"/>
                  <a:pt x="50635" y="0"/>
                  <a:pt x="40022" y="0"/>
                </a:cubicBezTo>
                <a:cubicBezTo>
                  <a:pt x="29408" y="0"/>
                  <a:pt x="19227" y="4217"/>
                  <a:pt x="11722" y="11722"/>
                </a:cubicBezTo>
                <a:cubicBezTo>
                  <a:pt x="4217" y="19227"/>
                  <a:pt x="0" y="29408"/>
                  <a:pt x="0" y="40022"/>
                </a:cubicBezTo>
                <a:cubicBezTo>
                  <a:pt x="0" y="50636"/>
                  <a:pt x="4217" y="60816"/>
                  <a:pt x="11722" y="68322"/>
                </a:cubicBezTo>
                <a:cubicBezTo>
                  <a:pt x="19227" y="75826"/>
                  <a:pt x="29408" y="80043"/>
                  <a:pt x="40022" y="800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41" cap="flat">
            <a:solidFill>
              <a:srgbClr val="FFA500">
                <a:alpha val="80000"/>
              </a:srgbClr>
            </a:solidFill>
            <a:round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364EB2-D523-471A-B2DA-94297578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352" y="385956"/>
            <a:ext cx="87967" cy="136153"/>
          </a:xfrm>
          <a:custGeom xmlns:a="http://schemas.openxmlformats.org/drawingml/2006/main">
            <a:pathLst>
              <a:path w="87967" h="136153">
                <a:moveTo>
                  <a:pt x="18490" y="15128"/>
                </a:moveTo>
                <a:lnTo>
                  <a:pt x="18490" y="66302"/>
                </a:lnTo>
                <a:lnTo>
                  <a:pt x="41649" y="66302"/>
                </a:lnTo>
                <a:cubicBezTo>
                  <a:pt x="50240" y="66302"/>
                  <a:pt x="56777" y="64248"/>
                  <a:pt x="61446" y="59766"/>
                </a:cubicBezTo>
                <a:cubicBezTo>
                  <a:pt x="66116" y="55283"/>
                  <a:pt x="68544" y="48933"/>
                  <a:pt x="68544" y="40715"/>
                </a:cubicBezTo>
                <a:cubicBezTo>
                  <a:pt x="68544" y="32498"/>
                  <a:pt x="66116" y="26334"/>
                  <a:pt x="61446" y="21852"/>
                </a:cubicBezTo>
                <a:cubicBezTo>
                  <a:pt x="56777" y="17369"/>
                  <a:pt x="50240" y="15128"/>
                  <a:pt x="41649" y="15128"/>
                </a:cubicBezTo>
                <a:lnTo>
                  <a:pt x="18490" y="15128"/>
                </a:lnTo>
                <a:close/>
                <a:moveTo>
                  <a:pt x="0" y="0"/>
                </a:moveTo>
                <a:lnTo>
                  <a:pt x="41649" y="0"/>
                </a:lnTo>
                <a:cubicBezTo>
                  <a:pt x="56777" y="0"/>
                  <a:pt x="68357" y="3549"/>
                  <a:pt x="76201" y="10459"/>
                </a:cubicBezTo>
                <a:cubicBezTo>
                  <a:pt x="84045" y="17369"/>
                  <a:pt x="87967" y="27455"/>
                  <a:pt x="87967" y="40715"/>
                </a:cubicBezTo>
                <a:cubicBezTo>
                  <a:pt x="87967" y="54163"/>
                  <a:pt x="84045" y="64435"/>
                  <a:pt x="76201" y="71158"/>
                </a:cubicBezTo>
                <a:cubicBezTo>
                  <a:pt x="68357" y="78069"/>
                  <a:pt x="56777" y="81431"/>
                  <a:pt x="41649" y="81431"/>
                </a:cubicBezTo>
                <a:lnTo>
                  <a:pt x="18490" y="81431"/>
                </a:lnTo>
                <a:lnTo>
                  <a:pt x="18490" y="136153"/>
                </a:lnTo>
                <a:lnTo>
                  <a:pt x="0" y="1361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C36AD0-EE7E-4214-846B-B217C8DA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271" y="417520"/>
            <a:ext cx="94691" cy="107018"/>
          </a:xfrm>
          <a:custGeom xmlns:a="http://schemas.openxmlformats.org/drawingml/2006/main">
            <a:pathLst>
              <a:path w="94691" h="107018">
                <a:moveTo>
                  <a:pt x="94691" y="49307"/>
                </a:moveTo>
                <a:lnTo>
                  <a:pt x="94691" y="57524"/>
                </a:lnTo>
                <a:lnTo>
                  <a:pt x="17556" y="57524"/>
                </a:lnTo>
                <a:cubicBezTo>
                  <a:pt x="18303" y="69104"/>
                  <a:pt x="21665" y="78069"/>
                  <a:pt x="28015" y="84045"/>
                </a:cubicBezTo>
                <a:cubicBezTo>
                  <a:pt x="34178" y="90022"/>
                  <a:pt x="42770" y="93010"/>
                  <a:pt x="53976" y="93010"/>
                </a:cubicBezTo>
                <a:cubicBezTo>
                  <a:pt x="60326" y="93010"/>
                  <a:pt x="66676" y="92263"/>
                  <a:pt x="72652" y="90769"/>
                </a:cubicBezTo>
                <a:cubicBezTo>
                  <a:pt x="78629" y="89275"/>
                  <a:pt x="84792" y="86847"/>
                  <a:pt x="90769" y="83485"/>
                </a:cubicBezTo>
                <a:lnTo>
                  <a:pt x="90769" y="99360"/>
                </a:lnTo>
                <a:cubicBezTo>
                  <a:pt x="84792" y="101975"/>
                  <a:pt x="78629" y="104029"/>
                  <a:pt x="72279" y="105150"/>
                </a:cubicBezTo>
                <a:cubicBezTo>
                  <a:pt x="65929" y="106271"/>
                  <a:pt x="59392" y="107018"/>
                  <a:pt x="53042" y="107018"/>
                </a:cubicBezTo>
                <a:cubicBezTo>
                  <a:pt x="36606" y="107018"/>
                  <a:pt x="23719" y="102349"/>
                  <a:pt x="14194" y="93010"/>
                </a:cubicBezTo>
                <a:cubicBezTo>
                  <a:pt x="4669" y="83672"/>
                  <a:pt x="0" y="70785"/>
                  <a:pt x="0" y="54536"/>
                </a:cubicBezTo>
                <a:cubicBezTo>
                  <a:pt x="0" y="37914"/>
                  <a:pt x="4482" y="24653"/>
                  <a:pt x="13447" y="14755"/>
                </a:cubicBezTo>
                <a:cubicBezTo>
                  <a:pt x="22412" y="5043"/>
                  <a:pt x="34739" y="0"/>
                  <a:pt x="50054" y="0"/>
                </a:cubicBezTo>
                <a:cubicBezTo>
                  <a:pt x="63874" y="0"/>
                  <a:pt x="74707" y="4482"/>
                  <a:pt x="82738" y="13260"/>
                </a:cubicBezTo>
                <a:cubicBezTo>
                  <a:pt x="90582" y="22225"/>
                  <a:pt x="94691" y="34178"/>
                  <a:pt x="94691" y="49307"/>
                </a:cubicBezTo>
                <a:close/>
                <a:moveTo>
                  <a:pt x="77882" y="44451"/>
                </a:moveTo>
                <a:cubicBezTo>
                  <a:pt x="77695" y="35299"/>
                  <a:pt x="75080" y="28015"/>
                  <a:pt x="70225" y="22412"/>
                </a:cubicBezTo>
                <a:cubicBezTo>
                  <a:pt x="65182" y="16996"/>
                  <a:pt x="58458" y="14194"/>
                  <a:pt x="50240" y="14194"/>
                </a:cubicBezTo>
                <a:cubicBezTo>
                  <a:pt x="40902" y="14194"/>
                  <a:pt x="33431" y="16996"/>
                  <a:pt x="27828" y="22225"/>
                </a:cubicBezTo>
                <a:cubicBezTo>
                  <a:pt x="22225" y="27455"/>
                  <a:pt x="18864" y="34925"/>
                  <a:pt x="18116" y="44451"/>
                </a:cubicBezTo>
                <a:lnTo>
                  <a:pt x="77882" y="44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38A920-4B87-400A-8BDB-DB269BF7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857" y="417520"/>
            <a:ext cx="59766" cy="104590"/>
          </a:xfrm>
          <a:custGeom xmlns:a="http://schemas.openxmlformats.org/drawingml/2006/main">
            <a:pathLst>
              <a:path w="59766" h="104590">
                <a:moveTo>
                  <a:pt x="59766" y="18116"/>
                </a:moveTo>
                <a:cubicBezTo>
                  <a:pt x="57898" y="16996"/>
                  <a:pt x="55843" y="16249"/>
                  <a:pt x="53602" y="15688"/>
                </a:cubicBezTo>
                <a:cubicBezTo>
                  <a:pt x="51361" y="15315"/>
                  <a:pt x="48933" y="14941"/>
                  <a:pt x="46318" y="14941"/>
                </a:cubicBezTo>
                <a:cubicBezTo>
                  <a:pt x="36793" y="14941"/>
                  <a:pt x="29509" y="18116"/>
                  <a:pt x="24467" y="24280"/>
                </a:cubicBezTo>
                <a:cubicBezTo>
                  <a:pt x="19237" y="30443"/>
                  <a:pt x="16809" y="39221"/>
                  <a:pt x="16809" y="50801"/>
                </a:cubicBezTo>
                <a:lnTo>
                  <a:pt x="16809" y="104590"/>
                </a:lnTo>
                <a:lnTo>
                  <a:pt x="0" y="104590"/>
                </a:lnTo>
                <a:lnTo>
                  <a:pt x="0" y="2428"/>
                </a:lnTo>
                <a:lnTo>
                  <a:pt x="16809" y="2428"/>
                </a:lnTo>
                <a:lnTo>
                  <a:pt x="16809" y="18303"/>
                </a:lnTo>
                <a:cubicBezTo>
                  <a:pt x="20171" y="12140"/>
                  <a:pt x="24840" y="7471"/>
                  <a:pt x="30443" y="4482"/>
                </a:cubicBezTo>
                <a:cubicBezTo>
                  <a:pt x="36046" y="1494"/>
                  <a:pt x="42956" y="0"/>
                  <a:pt x="51174" y="0"/>
                </a:cubicBezTo>
                <a:cubicBezTo>
                  <a:pt x="52295" y="0"/>
                  <a:pt x="53602" y="187"/>
                  <a:pt x="55096" y="187"/>
                </a:cubicBezTo>
                <a:cubicBezTo>
                  <a:pt x="56404" y="374"/>
                  <a:pt x="57898" y="560"/>
                  <a:pt x="59766" y="934"/>
                </a:cubicBezTo>
                <a:lnTo>
                  <a:pt x="59766" y="181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D4DC3A-5CBB-4AFE-8FD2-5E15FAEE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918" y="380166"/>
            <a:ext cx="64995" cy="141943"/>
          </a:xfrm>
          <a:custGeom xmlns:a="http://schemas.openxmlformats.org/drawingml/2006/main">
            <a:pathLst>
              <a:path w="64995" h="141943">
                <a:moveTo>
                  <a:pt x="64995" y="0"/>
                </a:moveTo>
                <a:lnTo>
                  <a:pt x="64995" y="14008"/>
                </a:lnTo>
                <a:lnTo>
                  <a:pt x="48933" y="14008"/>
                </a:lnTo>
                <a:cubicBezTo>
                  <a:pt x="42956" y="14008"/>
                  <a:pt x="38661" y="15315"/>
                  <a:pt x="36420" y="17743"/>
                </a:cubicBezTo>
                <a:cubicBezTo>
                  <a:pt x="33992" y="20171"/>
                  <a:pt x="32871" y="24467"/>
                  <a:pt x="32871" y="30817"/>
                </a:cubicBezTo>
                <a:lnTo>
                  <a:pt x="32871" y="39781"/>
                </a:lnTo>
                <a:lnTo>
                  <a:pt x="60513" y="39781"/>
                </a:lnTo>
                <a:lnTo>
                  <a:pt x="60513" y="52855"/>
                </a:lnTo>
                <a:lnTo>
                  <a:pt x="32871" y="52855"/>
                </a:lnTo>
                <a:lnTo>
                  <a:pt x="32871" y="141943"/>
                </a:lnTo>
                <a:lnTo>
                  <a:pt x="16062" y="141943"/>
                </a:lnTo>
                <a:lnTo>
                  <a:pt x="16062" y="52855"/>
                </a:lnTo>
                <a:lnTo>
                  <a:pt x="0" y="52855"/>
                </a:lnTo>
                <a:lnTo>
                  <a:pt x="0" y="39781"/>
                </a:lnTo>
                <a:lnTo>
                  <a:pt x="16062" y="39781"/>
                </a:lnTo>
                <a:lnTo>
                  <a:pt x="16062" y="32684"/>
                </a:lnTo>
                <a:cubicBezTo>
                  <a:pt x="16062" y="21478"/>
                  <a:pt x="18677" y="13074"/>
                  <a:pt x="23906" y="7844"/>
                </a:cubicBezTo>
                <a:cubicBezTo>
                  <a:pt x="29136" y="2615"/>
                  <a:pt x="37540" y="0"/>
                  <a:pt x="49120" y="0"/>
                </a:cubicBezTo>
                <a:lnTo>
                  <a:pt x="6499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6FEDF1-F102-4BC6-B211-911C373C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637" y="417520"/>
            <a:ext cx="93757" cy="107018"/>
          </a:xfrm>
          <a:custGeom xmlns:a="http://schemas.openxmlformats.org/drawingml/2006/main">
            <a:pathLst>
              <a:path w="93757" h="107018">
                <a:moveTo>
                  <a:pt x="46879" y="14194"/>
                </a:moveTo>
                <a:cubicBezTo>
                  <a:pt x="37914" y="14194"/>
                  <a:pt x="30817" y="17743"/>
                  <a:pt x="25587" y="24840"/>
                </a:cubicBezTo>
                <a:cubicBezTo>
                  <a:pt x="20358" y="31937"/>
                  <a:pt x="17743" y="41462"/>
                  <a:pt x="17743" y="53602"/>
                </a:cubicBezTo>
                <a:cubicBezTo>
                  <a:pt x="17743" y="65929"/>
                  <a:pt x="20171" y="75454"/>
                  <a:pt x="25400" y="82551"/>
                </a:cubicBezTo>
                <a:cubicBezTo>
                  <a:pt x="30630" y="89648"/>
                  <a:pt x="37727" y="93010"/>
                  <a:pt x="46879" y="93010"/>
                </a:cubicBezTo>
                <a:cubicBezTo>
                  <a:pt x="55843" y="93010"/>
                  <a:pt x="62941" y="89648"/>
                  <a:pt x="68170" y="82551"/>
                </a:cubicBezTo>
                <a:cubicBezTo>
                  <a:pt x="73400" y="75454"/>
                  <a:pt x="76014" y="65929"/>
                  <a:pt x="76014" y="53602"/>
                </a:cubicBezTo>
                <a:cubicBezTo>
                  <a:pt x="76014" y="41649"/>
                  <a:pt x="73400" y="31937"/>
                  <a:pt x="68170" y="24840"/>
                </a:cubicBezTo>
                <a:cubicBezTo>
                  <a:pt x="62941" y="17743"/>
                  <a:pt x="55843" y="14194"/>
                  <a:pt x="46879" y="14194"/>
                </a:cubicBezTo>
                <a:close/>
                <a:moveTo>
                  <a:pt x="46879" y="0"/>
                </a:moveTo>
                <a:cubicBezTo>
                  <a:pt x="61446" y="0"/>
                  <a:pt x="72839" y="4856"/>
                  <a:pt x="81244" y="14194"/>
                </a:cubicBezTo>
                <a:cubicBezTo>
                  <a:pt x="89462" y="23719"/>
                  <a:pt x="93757" y="36793"/>
                  <a:pt x="93757" y="53602"/>
                </a:cubicBezTo>
                <a:cubicBezTo>
                  <a:pt x="93757" y="70411"/>
                  <a:pt x="89462" y="83485"/>
                  <a:pt x="81244" y="92823"/>
                </a:cubicBezTo>
                <a:cubicBezTo>
                  <a:pt x="72839" y="102349"/>
                  <a:pt x="61446" y="107018"/>
                  <a:pt x="46879" y="107018"/>
                </a:cubicBezTo>
                <a:cubicBezTo>
                  <a:pt x="32124" y="107018"/>
                  <a:pt x="20544" y="102349"/>
                  <a:pt x="12327" y="92823"/>
                </a:cubicBezTo>
                <a:cubicBezTo>
                  <a:pt x="4109" y="83485"/>
                  <a:pt x="0" y="70411"/>
                  <a:pt x="0" y="53602"/>
                </a:cubicBezTo>
                <a:cubicBezTo>
                  <a:pt x="0" y="36793"/>
                  <a:pt x="4109" y="23719"/>
                  <a:pt x="12327" y="14194"/>
                </a:cubicBezTo>
                <a:cubicBezTo>
                  <a:pt x="20544" y="4856"/>
                  <a:pt x="32124" y="0"/>
                  <a:pt x="4687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5787F4-EE20-4BB7-8394-E10E5840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662" y="417520"/>
            <a:ext cx="59766" cy="104590"/>
          </a:xfrm>
          <a:custGeom xmlns:a="http://schemas.openxmlformats.org/drawingml/2006/main">
            <a:pathLst>
              <a:path w="59766" h="104590">
                <a:moveTo>
                  <a:pt x="59766" y="18116"/>
                </a:moveTo>
                <a:cubicBezTo>
                  <a:pt x="57898" y="16996"/>
                  <a:pt x="55843" y="16249"/>
                  <a:pt x="53602" y="15688"/>
                </a:cubicBezTo>
                <a:cubicBezTo>
                  <a:pt x="51361" y="15315"/>
                  <a:pt x="48933" y="14941"/>
                  <a:pt x="46318" y="14941"/>
                </a:cubicBezTo>
                <a:cubicBezTo>
                  <a:pt x="36793" y="14941"/>
                  <a:pt x="29509" y="18116"/>
                  <a:pt x="24467" y="24280"/>
                </a:cubicBezTo>
                <a:cubicBezTo>
                  <a:pt x="19237" y="30443"/>
                  <a:pt x="16809" y="39221"/>
                  <a:pt x="16809" y="50801"/>
                </a:cubicBezTo>
                <a:lnTo>
                  <a:pt x="16809" y="104590"/>
                </a:lnTo>
                <a:lnTo>
                  <a:pt x="0" y="104590"/>
                </a:lnTo>
                <a:lnTo>
                  <a:pt x="0" y="2428"/>
                </a:lnTo>
                <a:lnTo>
                  <a:pt x="16809" y="2428"/>
                </a:lnTo>
                <a:lnTo>
                  <a:pt x="16809" y="18303"/>
                </a:lnTo>
                <a:cubicBezTo>
                  <a:pt x="20171" y="12140"/>
                  <a:pt x="24840" y="7471"/>
                  <a:pt x="30443" y="4482"/>
                </a:cubicBezTo>
                <a:cubicBezTo>
                  <a:pt x="36046" y="1494"/>
                  <a:pt x="42956" y="0"/>
                  <a:pt x="51174" y="0"/>
                </a:cubicBezTo>
                <a:cubicBezTo>
                  <a:pt x="52295" y="0"/>
                  <a:pt x="53602" y="187"/>
                  <a:pt x="55096" y="187"/>
                </a:cubicBezTo>
                <a:cubicBezTo>
                  <a:pt x="56404" y="374"/>
                  <a:pt x="57898" y="560"/>
                  <a:pt x="59766" y="934"/>
                </a:cubicBezTo>
                <a:lnTo>
                  <a:pt x="59766" y="181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AB3FCB-916D-456F-A402-1FFBF9DF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297" y="417520"/>
            <a:ext cx="149040" cy="104590"/>
          </a:xfrm>
          <a:custGeom xmlns:a="http://schemas.openxmlformats.org/drawingml/2006/main">
            <a:pathLst>
              <a:path w="149040" h="104590">
                <a:moveTo>
                  <a:pt x="80123" y="22039"/>
                </a:moveTo>
                <a:cubicBezTo>
                  <a:pt x="84232" y="14568"/>
                  <a:pt x="89275" y="9152"/>
                  <a:pt x="95065" y="5416"/>
                </a:cubicBezTo>
                <a:cubicBezTo>
                  <a:pt x="100854" y="1868"/>
                  <a:pt x="107765" y="0"/>
                  <a:pt x="115796" y="0"/>
                </a:cubicBezTo>
                <a:cubicBezTo>
                  <a:pt x="126255" y="0"/>
                  <a:pt x="134472" y="3735"/>
                  <a:pt x="140262" y="11206"/>
                </a:cubicBezTo>
                <a:cubicBezTo>
                  <a:pt x="146052" y="18677"/>
                  <a:pt x="149040" y="29322"/>
                  <a:pt x="149040" y="42956"/>
                </a:cubicBezTo>
                <a:lnTo>
                  <a:pt x="149040" y="104590"/>
                </a:lnTo>
                <a:lnTo>
                  <a:pt x="132231" y="104590"/>
                </a:lnTo>
                <a:lnTo>
                  <a:pt x="132231" y="43517"/>
                </a:lnTo>
                <a:cubicBezTo>
                  <a:pt x="132231" y="33805"/>
                  <a:pt x="130364" y="26521"/>
                  <a:pt x="127002" y="21665"/>
                </a:cubicBezTo>
                <a:cubicBezTo>
                  <a:pt x="123453" y="16996"/>
                  <a:pt x="118224" y="14568"/>
                  <a:pt x="111127" y="14568"/>
                </a:cubicBezTo>
                <a:cubicBezTo>
                  <a:pt x="102349" y="14568"/>
                  <a:pt x="95438" y="17556"/>
                  <a:pt x="90395" y="23346"/>
                </a:cubicBezTo>
                <a:cubicBezTo>
                  <a:pt x="85353" y="29136"/>
                  <a:pt x="82925" y="36980"/>
                  <a:pt x="82925" y="46879"/>
                </a:cubicBezTo>
                <a:lnTo>
                  <a:pt x="82925" y="104590"/>
                </a:lnTo>
                <a:lnTo>
                  <a:pt x="66116" y="104590"/>
                </a:lnTo>
                <a:lnTo>
                  <a:pt x="66116" y="43517"/>
                </a:lnTo>
                <a:cubicBezTo>
                  <a:pt x="66116" y="33805"/>
                  <a:pt x="64248" y="26521"/>
                  <a:pt x="60886" y="21665"/>
                </a:cubicBezTo>
                <a:cubicBezTo>
                  <a:pt x="57338" y="16996"/>
                  <a:pt x="51921" y="14568"/>
                  <a:pt x="44824" y="14568"/>
                </a:cubicBezTo>
                <a:cubicBezTo>
                  <a:pt x="36233" y="14568"/>
                  <a:pt x="29322" y="17556"/>
                  <a:pt x="24280" y="23346"/>
                </a:cubicBezTo>
                <a:cubicBezTo>
                  <a:pt x="19237" y="29136"/>
                  <a:pt x="16809" y="36980"/>
                  <a:pt x="16809" y="46879"/>
                </a:cubicBezTo>
                <a:lnTo>
                  <a:pt x="16809" y="104590"/>
                </a:lnTo>
                <a:lnTo>
                  <a:pt x="0" y="104590"/>
                </a:lnTo>
                <a:lnTo>
                  <a:pt x="0" y="2428"/>
                </a:lnTo>
                <a:lnTo>
                  <a:pt x="16809" y="2428"/>
                </a:lnTo>
                <a:lnTo>
                  <a:pt x="16809" y="18303"/>
                </a:lnTo>
                <a:cubicBezTo>
                  <a:pt x="20544" y="12140"/>
                  <a:pt x="25214" y="7471"/>
                  <a:pt x="30630" y="4482"/>
                </a:cubicBezTo>
                <a:cubicBezTo>
                  <a:pt x="35859" y="1494"/>
                  <a:pt x="42209" y="0"/>
                  <a:pt x="49680" y="0"/>
                </a:cubicBezTo>
                <a:cubicBezTo>
                  <a:pt x="57151" y="0"/>
                  <a:pt x="63314" y="1868"/>
                  <a:pt x="68544" y="5603"/>
                </a:cubicBezTo>
                <a:cubicBezTo>
                  <a:pt x="73773" y="9338"/>
                  <a:pt x="77508" y="14941"/>
                  <a:pt x="80123" y="220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F21E9C-E43F-4789-A5AA-6460119D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419" y="417520"/>
            <a:ext cx="86287" cy="107018"/>
          </a:xfrm>
          <a:custGeom xmlns:a="http://schemas.openxmlformats.org/drawingml/2006/main">
            <a:pathLst>
              <a:path w="86287" h="107018">
                <a:moveTo>
                  <a:pt x="52855" y="53229"/>
                </a:moveTo>
                <a:cubicBezTo>
                  <a:pt x="39221" y="53229"/>
                  <a:pt x="29883" y="54910"/>
                  <a:pt x="24653" y="57898"/>
                </a:cubicBezTo>
                <a:cubicBezTo>
                  <a:pt x="19424" y="61073"/>
                  <a:pt x="16809" y="66302"/>
                  <a:pt x="16809" y="73773"/>
                </a:cubicBezTo>
                <a:cubicBezTo>
                  <a:pt x="16809" y="79750"/>
                  <a:pt x="18677" y="84606"/>
                  <a:pt x="22599" y="87967"/>
                </a:cubicBezTo>
                <a:cubicBezTo>
                  <a:pt x="26521" y="91516"/>
                  <a:pt x="31937" y="93197"/>
                  <a:pt x="38661" y="93197"/>
                </a:cubicBezTo>
                <a:cubicBezTo>
                  <a:pt x="47999" y="93197"/>
                  <a:pt x="55470" y="90022"/>
                  <a:pt x="61073" y="83298"/>
                </a:cubicBezTo>
                <a:cubicBezTo>
                  <a:pt x="66676" y="76761"/>
                  <a:pt x="69477" y="67983"/>
                  <a:pt x="69477" y="56964"/>
                </a:cubicBezTo>
                <a:lnTo>
                  <a:pt x="69477" y="53229"/>
                </a:lnTo>
                <a:lnTo>
                  <a:pt x="52855" y="53229"/>
                </a:lnTo>
                <a:close/>
                <a:moveTo>
                  <a:pt x="86287" y="46318"/>
                </a:moveTo>
                <a:lnTo>
                  <a:pt x="86287" y="104590"/>
                </a:lnTo>
                <a:lnTo>
                  <a:pt x="69477" y="104590"/>
                </a:lnTo>
                <a:lnTo>
                  <a:pt x="69477" y="89088"/>
                </a:lnTo>
                <a:cubicBezTo>
                  <a:pt x="65555" y="95438"/>
                  <a:pt x="60699" y="99921"/>
                  <a:pt x="55096" y="102722"/>
                </a:cubicBezTo>
                <a:cubicBezTo>
                  <a:pt x="49493" y="105524"/>
                  <a:pt x="42396" y="107018"/>
                  <a:pt x="34178" y="107018"/>
                </a:cubicBezTo>
                <a:cubicBezTo>
                  <a:pt x="23719" y="107018"/>
                  <a:pt x="15315" y="104216"/>
                  <a:pt x="9152" y="98426"/>
                </a:cubicBezTo>
                <a:cubicBezTo>
                  <a:pt x="2988" y="92637"/>
                  <a:pt x="0" y="84792"/>
                  <a:pt x="0" y="74894"/>
                </a:cubicBezTo>
                <a:cubicBezTo>
                  <a:pt x="0" y="63501"/>
                  <a:pt x="3735" y="54910"/>
                  <a:pt x="11580" y="48933"/>
                </a:cubicBezTo>
                <a:cubicBezTo>
                  <a:pt x="19237" y="43143"/>
                  <a:pt x="30630" y="40155"/>
                  <a:pt x="45945" y="40155"/>
                </a:cubicBezTo>
                <a:lnTo>
                  <a:pt x="69477" y="40155"/>
                </a:lnTo>
                <a:lnTo>
                  <a:pt x="69477" y="38474"/>
                </a:lnTo>
                <a:cubicBezTo>
                  <a:pt x="69477" y="30817"/>
                  <a:pt x="66863" y="24840"/>
                  <a:pt x="61820" y="20544"/>
                </a:cubicBezTo>
                <a:cubicBezTo>
                  <a:pt x="56777" y="16436"/>
                  <a:pt x="49680" y="14194"/>
                  <a:pt x="40529" y="14194"/>
                </a:cubicBezTo>
                <a:cubicBezTo>
                  <a:pt x="34552" y="14194"/>
                  <a:pt x="28949" y="14941"/>
                  <a:pt x="23346" y="16436"/>
                </a:cubicBezTo>
                <a:cubicBezTo>
                  <a:pt x="17743" y="17930"/>
                  <a:pt x="12513" y="19984"/>
                  <a:pt x="7471" y="22599"/>
                </a:cubicBezTo>
                <a:lnTo>
                  <a:pt x="7471" y="7097"/>
                </a:lnTo>
                <a:cubicBezTo>
                  <a:pt x="13447" y="4856"/>
                  <a:pt x="19424" y="2988"/>
                  <a:pt x="25214" y="1868"/>
                </a:cubicBezTo>
                <a:cubicBezTo>
                  <a:pt x="31003" y="747"/>
                  <a:pt x="36606" y="0"/>
                  <a:pt x="42209" y="0"/>
                </a:cubicBezTo>
                <a:cubicBezTo>
                  <a:pt x="56964" y="0"/>
                  <a:pt x="67983" y="3922"/>
                  <a:pt x="75267" y="11580"/>
                </a:cubicBezTo>
                <a:cubicBezTo>
                  <a:pt x="82551" y="19237"/>
                  <a:pt x="86287" y="30817"/>
                  <a:pt x="86287" y="463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01BE5E-36E7-4C19-A558-6F6EB90E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697" y="417520"/>
            <a:ext cx="85539" cy="104590"/>
          </a:xfrm>
          <a:custGeom xmlns:a="http://schemas.openxmlformats.org/drawingml/2006/main">
            <a:pathLst>
              <a:path w="85539" h="104590">
                <a:moveTo>
                  <a:pt x="85539" y="42956"/>
                </a:moveTo>
                <a:lnTo>
                  <a:pt x="85539" y="104590"/>
                </a:lnTo>
                <a:lnTo>
                  <a:pt x="68730" y="104590"/>
                </a:lnTo>
                <a:lnTo>
                  <a:pt x="68730" y="43517"/>
                </a:lnTo>
                <a:cubicBezTo>
                  <a:pt x="68730" y="33805"/>
                  <a:pt x="66676" y="26708"/>
                  <a:pt x="62941" y="21852"/>
                </a:cubicBezTo>
                <a:cubicBezTo>
                  <a:pt x="59205" y="16996"/>
                  <a:pt x="53602" y="14568"/>
                  <a:pt x="46132" y="14568"/>
                </a:cubicBezTo>
                <a:cubicBezTo>
                  <a:pt x="36980" y="14568"/>
                  <a:pt x="29883" y="17556"/>
                  <a:pt x="24653" y="23346"/>
                </a:cubicBezTo>
                <a:cubicBezTo>
                  <a:pt x="19424" y="29136"/>
                  <a:pt x="16809" y="36980"/>
                  <a:pt x="16809" y="46879"/>
                </a:cubicBezTo>
                <a:lnTo>
                  <a:pt x="16809" y="104590"/>
                </a:lnTo>
                <a:lnTo>
                  <a:pt x="0" y="104590"/>
                </a:lnTo>
                <a:lnTo>
                  <a:pt x="0" y="2428"/>
                </a:lnTo>
                <a:lnTo>
                  <a:pt x="16809" y="2428"/>
                </a:lnTo>
                <a:lnTo>
                  <a:pt x="16809" y="18303"/>
                </a:lnTo>
                <a:cubicBezTo>
                  <a:pt x="20731" y="12327"/>
                  <a:pt x="25400" y="7657"/>
                  <a:pt x="31003" y="4669"/>
                </a:cubicBezTo>
                <a:cubicBezTo>
                  <a:pt x="36420" y="1681"/>
                  <a:pt x="42770" y="0"/>
                  <a:pt x="49867" y="0"/>
                </a:cubicBezTo>
                <a:cubicBezTo>
                  <a:pt x="61446" y="0"/>
                  <a:pt x="70411" y="3735"/>
                  <a:pt x="76388" y="11019"/>
                </a:cubicBezTo>
                <a:cubicBezTo>
                  <a:pt x="82364" y="18303"/>
                  <a:pt x="85539" y="28949"/>
                  <a:pt x="85539" y="429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50C0CB-F0B3-49B5-85AE-BF38D59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384" y="417520"/>
            <a:ext cx="80870" cy="107018"/>
          </a:xfrm>
          <a:custGeom xmlns:a="http://schemas.openxmlformats.org/drawingml/2006/main">
            <a:pathLst>
              <a:path w="80870" h="107018">
                <a:moveTo>
                  <a:pt x="80870" y="6350"/>
                </a:moveTo>
                <a:lnTo>
                  <a:pt x="80870" y="22039"/>
                </a:lnTo>
                <a:cubicBezTo>
                  <a:pt x="76014" y="19424"/>
                  <a:pt x="71345" y="17556"/>
                  <a:pt x="66489" y="16249"/>
                </a:cubicBezTo>
                <a:cubicBezTo>
                  <a:pt x="61633" y="14941"/>
                  <a:pt x="56964" y="14194"/>
                  <a:pt x="52108" y="14194"/>
                </a:cubicBezTo>
                <a:cubicBezTo>
                  <a:pt x="41276" y="14194"/>
                  <a:pt x="32684" y="17743"/>
                  <a:pt x="26708" y="24653"/>
                </a:cubicBezTo>
                <a:cubicBezTo>
                  <a:pt x="20731" y="31564"/>
                  <a:pt x="17743" y="41276"/>
                  <a:pt x="17743" y="53602"/>
                </a:cubicBezTo>
                <a:cubicBezTo>
                  <a:pt x="17743" y="66116"/>
                  <a:pt x="20731" y="75828"/>
                  <a:pt x="26708" y="82738"/>
                </a:cubicBezTo>
                <a:cubicBezTo>
                  <a:pt x="32684" y="89648"/>
                  <a:pt x="41276" y="93010"/>
                  <a:pt x="52108" y="93010"/>
                </a:cubicBezTo>
                <a:cubicBezTo>
                  <a:pt x="56964" y="93010"/>
                  <a:pt x="61633" y="92450"/>
                  <a:pt x="66489" y="91142"/>
                </a:cubicBezTo>
                <a:cubicBezTo>
                  <a:pt x="71345" y="89835"/>
                  <a:pt x="76014" y="87781"/>
                  <a:pt x="80870" y="85166"/>
                </a:cubicBezTo>
                <a:lnTo>
                  <a:pt x="80870" y="100668"/>
                </a:lnTo>
                <a:cubicBezTo>
                  <a:pt x="76014" y="102909"/>
                  <a:pt x="71158" y="104590"/>
                  <a:pt x="66302" y="105524"/>
                </a:cubicBezTo>
                <a:cubicBezTo>
                  <a:pt x="61260" y="106457"/>
                  <a:pt x="55843" y="107018"/>
                  <a:pt x="50240" y="107018"/>
                </a:cubicBezTo>
                <a:cubicBezTo>
                  <a:pt x="34925" y="107018"/>
                  <a:pt x="22599" y="102349"/>
                  <a:pt x="13634" y="92637"/>
                </a:cubicBezTo>
                <a:cubicBezTo>
                  <a:pt x="4482" y="83111"/>
                  <a:pt x="0" y="70038"/>
                  <a:pt x="0" y="53602"/>
                </a:cubicBezTo>
                <a:cubicBezTo>
                  <a:pt x="0" y="36980"/>
                  <a:pt x="4482" y="23906"/>
                  <a:pt x="13634" y="14381"/>
                </a:cubicBezTo>
                <a:cubicBezTo>
                  <a:pt x="22786" y="4856"/>
                  <a:pt x="35299" y="0"/>
                  <a:pt x="51361" y="0"/>
                </a:cubicBezTo>
                <a:cubicBezTo>
                  <a:pt x="56591" y="0"/>
                  <a:pt x="61633" y="560"/>
                  <a:pt x="66489" y="1681"/>
                </a:cubicBezTo>
                <a:cubicBezTo>
                  <a:pt x="71345" y="2802"/>
                  <a:pt x="76201" y="4296"/>
                  <a:pt x="80870" y="63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4D7EE5-C8BE-49D3-9BA9-40964EE8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106" y="417520"/>
            <a:ext cx="94691" cy="107018"/>
          </a:xfrm>
          <a:custGeom xmlns:a="http://schemas.openxmlformats.org/drawingml/2006/main">
            <a:pathLst>
              <a:path w="94691" h="107018">
                <a:moveTo>
                  <a:pt x="94691" y="49307"/>
                </a:moveTo>
                <a:lnTo>
                  <a:pt x="94691" y="57524"/>
                </a:lnTo>
                <a:lnTo>
                  <a:pt x="17556" y="57524"/>
                </a:lnTo>
                <a:cubicBezTo>
                  <a:pt x="18303" y="69104"/>
                  <a:pt x="21665" y="78069"/>
                  <a:pt x="28015" y="84045"/>
                </a:cubicBezTo>
                <a:cubicBezTo>
                  <a:pt x="34178" y="90022"/>
                  <a:pt x="42770" y="93010"/>
                  <a:pt x="53976" y="93010"/>
                </a:cubicBezTo>
                <a:cubicBezTo>
                  <a:pt x="60326" y="93010"/>
                  <a:pt x="66676" y="92263"/>
                  <a:pt x="72652" y="90769"/>
                </a:cubicBezTo>
                <a:cubicBezTo>
                  <a:pt x="78629" y="89275"/>
                  <a:pt x="84792" y="86847"/>
                  <a:pt x="90769" y="83485"/>
                </a:cubicBezTo>
                <a:lnTo>
                  <a:pt x="90769" y="99360"/>
                </a:lnTo>
                <a:cubicBezTo>
                  <a:pt x="84792" y="101975"/>
                  <a:pt x="78629" y="104029"/>
                  <a:pt x="72279" y="105150"/>
                </a:cubicBezTo>
                <a:cubicBezTo>
                  <a:pt x="65929" y="106271"/>
                  <a:pt x="59392" y="107018"/>
                  <a:pt x="53042" y="107018"/>
                </a:cubicBezTo>
                <a:cubicBezTo>
                  <a:pt x="36606" y="107018"/>
                  <a:pt x="23719" y="102349"/>
                  <a:pt x="14194" y="93010"/>
                </a:cubicBezTo>
                <a:cubicBezTo>
                  <a:pt x="4669" y="83672"/>
                  <a:pt x="0" y="70785"/>
                  <a:pt x="0" y="54536"/>
                </a:cubicBezTo>
                <a:cubicBezTo>
                  <a:pt x="0" y="37914"/>
                  <a:pt x="4482" y="24653"/>
                  <a:pt x="13447" y="14755"/>
                </a:cubicBezTo>
                <a:cubicBezTo>
                  <a:pt x="22412" y="5043"/>
                  <a:pt x="34739" y="0"/>
                  <a:pt x="50054" y="0"/>
                </a:cubicBezTo>
                <a:cubicBezTo>
                  <a:pt x="63874" y="0"/>
                  <a:pt x="74707" y="4482"/>
                  <a:pt x="82738" y="13260"/>
                </a:cubicBezTo>
                <a:cubicBezTo>
                  <a:pt x="90582" y="22225"/>
                  <a:pt x="94691" y="34178"/>
                  <a:pt x="94691" y="49307"/>
                </a:cubicBezTo>
                <a:close/>
                <a:moveTo>
                  <a:pt x="77882" y="44451"/>
                </a:moveTo>
                <a:cubicBezTo>
                  <a:pt x="77695" y="35299"/>
                  <a:pt x="75080" y="28015"/>
                  <a:pt x="70225" y="22412"/>
                </a:cubicBezTo>
                <a:cubicBezTo>
                  <a:pt x="65182" y="16996"/>
                  <a:pt x="58458" y="14194"/>
                  <a:pt x="50240" y="14194"/>
                </a:cubicBezTo>
                <a:cubicBezTo>
                  <a:pt x="40902" y="14194"/>
                  <a:pt x="33431" y="16996"/>
                  <a:pt x="27828" y="22225"/>
                </a:cubicBezTo>
                <a:cubicBezTo>
                  <a:pt x="22225" y="27455"/>
                  <a:pt x="18864" y="34925"/>
                  <a:pt x="18116" y="44451"/>
                </a:cubicBezTo>
                <a:lnTo>
                  <a:pt x="77882" y="44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9359B0-729A-44DA-9F5D-EED413FE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8360" y="417520"/>
            <a:ext cx="93757" cy="107018"/>
          </a:xfrm>
          <a:custGeom xmlns:a="http://schemas.openxmlformats.org/drawingml/2006/main">
            <a:pathLst>
              <a:path w="93757" h="107018">
                <a:moveTo>
                  <a:pt x="46879" y="14194"/>
                </a:moveTo>
                <a:cubicBezTo>
                  <a:pt x="37914" y="14194"/>
                  <a:pt x="30817" y="17743"/>
                  <a:pt x="25587" y="24840"/>
                </a:cubicBezTo>
                <a:cubicBezTo>
                  <a:pt x="20358" y="31937"/>
                  <a:pt x="17743" y="41462"/>
                  <a:pt x="17743" y="53602"/>
                </a:cubicBezTo>
                <a:cubicBezTo>
                  <a:pt x="17743" y="65929"/>
                  <a:pt x="20171" y="75454"/>
                  <a:pt x="25400" y="82551"/>
                </a:cubicBezTo>
                <a:cubicBezTo>
                  <a:pt x="30630" y="89648"/>
                  <a:pt x="37727" y="93010"/>
                  <a:pt x="46879" y="93010"/>
                </a:cubicBezTo>
                <a:cubicBezTo>
                  <a:pt x="55843" y="93010"/>
                  <a:pt x="62941" y="89648"/>
                  <a:pt x="68170" y="82551"/>
                </a:cubicBezTo>
                <a:cubicBezTo>
                  <a:pt x="73400" y="75454"/>
                  <a:pt x="76014" y="65929"/>
                  <a:pt x="76014" y="53602"/>
                </a:cubicBezTo>
                <a:cubicBezTo>
                  <a:pt x="76014" y="41649"/>
                  <a:pt x="73400" y="31937"/>
                  <a:pt x="68170" y="24840"/>
                </a:cubicBezTo>
                <a:cubicBezTo>
                  <a:pt x="62941" y="17743"/>
                  <a:pt x="55843" y="14194"/>
                  <a:pt x="46879" y="14194"/>
                </a:cubicBezTo>
                <a:close/>
                <a:moveTo>
                  <a:pt x="46879" y="0"/>
                </a:moveTo>
                <a:cubicBezTo>
                  <a:pt x="61446" y="0"/>
                  <a:pt x="72839" y="4856"/>
                  <a:pt x="81244" y="14194"/>
                </a:cubicBezTo>
                <a:cubicBezTo>
                  <a:pt x="89462" y="23719"/>
                  <a:pt x="93757" y="36793"/>
                  <a:pt x="93757" y="53602"/>
                </a:cubicBezTo>
                <a:cubicBezTo>
                  <a:pt x="93757" y="70411"/>
                  <a:pt x="89462" y="83485"/>
                  <a:pt x="81244" y="92823"/>
                </a:cubicBezTo>
                <a:cubicBezTo>
                  <a:pt x="72839" y="102349"/>
                  <a:pt x="61446" y="107018"/>
                  <a:pt x="46879" y="107018"/>
                </a:cubicBezTo>
                <a:cubicBezTo>
                  <a:pt x="32124" y="107018"/>
                  <a:pt x="20544" y="102349"/>
                  <a:pt x="12327" y="92823"/>
                </a:cubicBezTo>
                <a:cubicBezTo>
                  <a:pt x="4109" y="83485"/>
                  <a:pt x="0" y="70411"/>
                  <a:pt x="0" y="53602"/>
                </a:cubicBezTo>
                <a:cubicBezTo>
                  <a:pt x="0" y="36793"/>
                  <a:pt x="4109" y="23719"/>
                  <a:pt x="12327" y="14194"/>
                </a:cubicBezTo>
                <a:cubicBezTo>
                  <a:pt x="20544" y="4856"/>
                  <a:pt x="32124" y="0"/>
                  <a:pt x="4687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7D6481-F753-435E-B18E-6FF3007C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685" y="380166"/>
            <a:ext cx="64995" cy="141943"/>
          </a:xfrm>
          <a:custGeom xmlns:a="http://schemas.openxmlformats.org/drawingml/2006/main">
            <a:pathLst>
              <a:path w="64995" h="141943">
                <a:moveTo>
                  <a:pt x="64995" y="0"/>
                </a:moveTo>
                <a:lnTo>
                  <a:pt x="64995" y="14008"/>
                </a:lnTo>
                <a:lnTo>
                  <a:pt x="48933" y="14008"/>
                </a:lnTo>
                <a:cubicBezTo>
                  <a:pt x="42956" y="14008"/>
                  <a:pt x="38661" y="15315"/>
                  <a:pt x="36420" y="17743"/>
                </a:cubicBezTo>
                <a:cubicBezTo>
                  <a:pt x="33992" y="20171"/>
                  <a:pt x="32871" y="24467"/>
                  <a:pt x="32871" y="30817"/>
                </a:cubicBezTo>
                <a:lnTo>
                  <a:pt x="32871" y="39781"/>
                </a:lnTo>
                <a:lnTo>
                  <a:pt x="60513" y="39781"/>
                </a:lnTo>
                <a:lnTo>
                  <a:pt x="60513" y="52855"/>
                </a:lnTo>
                <a:lnTo>
                  <a:pt x="32871" y="52855"/>
                </a:lnTo>
                <a:lnTo>
                  <a:pt x="32871" y="141943"/>
                </a:lnTo>
                <a:lnTo>
                  <a:pt x="16062" y="141943"/>
                </a:lnTo>
                <a:lnTo>
                  <a:pt x="16062" y="52855"/>
                </a:lnTo>
                <a:lnTo>
                  <a:pt x="0" y="52855"/>
                </a:lnTo>
                <a:lnTo>
                  <a:pt x="0" y="39781"/>
                </a:lnTo>
                <a:lnTo>
                  <a:pt x="16062" y="39781"/>
                </a:lnTo>
                <a:lnTo>
                  <a:pt x="16062" y="32684"/>
                </a:lnTo>
                <a:cubicBezTo>
                  <a:pt x="16062" y="21478"/>
                  <a:pt x="18677" y="13074"/>
                  <a:pt x="23906" y="7844"/>
                </a:cubicBezTo>
                <a:cubicBezTo>
                  <a:pt x="29136" y="2615"/>
                  <a:pt x="37540" y="0"/>
                  <a:pt x="49120" y="0"/>
                </a:cubicBezTo>
                <a:lnTo>
                  <a:pt x="6499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FE5944-59DE-40DA-A4AE-7A6D4485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982" y="383528"/>
            <a:ext cx="109819" cy="141009"/>
          </a:xfrm>
          <a:custGeom xmlns:a="http://schemas.openxmlformats.org/drawingml/2006/main">
            <a:pathLst>
              <a:path w="109819" h="141009">
                <a:moveTo>
                  <a:pt x="109819" y="12887"/>
                </a:moveTo>
                <a:lnTo>
                  <a:pt x="109819" y="32311"/>
                </a:lnTo>
                <a:cubicBezTo>
                  <a:pt x="103469" y="26708"/>
                  <a:pt x="96932" y="22412"/>
                  <a:pt x="89835" y="19424"/>
                </a:cubicBezTo>
                <a:cubicBezTo>
                  <a:pt x="82738" y="16622"/>
                  <a:pt x="75454" y="15128"/>
                  <a:pt x="67610" y="15128"/>
                </a:cubicBezTo>
                <a:cubicBezTo>
                  <a:pt x="51921" y="15128"/>
                  <a:pt x="39968" y="19984"/>
                  <a:pt x="31750" y="29509"/>
                </a:cubicBezTo>
                <a:cubicBezTo>
                  <a:pt x="23533" y="39034"/>
                  <a:pt x="19424" y="52668"/>
                  <a:pt x="19424" y="70598"/>
                </a:cubicBezTo>
                <a:cubicBezTo>
                  <a:pt x="19424" y="88528"/>
                  <a:pt x="23533" y="102349"/>
                  <a:pt x="31750" y="111874"/>
                </a:cubicBezTo>
                <a:cubicBezTo>
                  <a:pt x="39968" y="121399"/>
                  <a:pt x="51921" y="126068"/>
                  <a:pt x="67610" y="126068"/>
                </a:cubicBezTo>
                <a:cubicBezTo>
                  <a:pt x="75454" y="126068"/>
                  <a:pt x="82738" y="124761"/>
                  <a:pt x="89835" y="121772"/>
                </a:cubicBezTo>
                <a:cubicBezTo>
                  <a:pt x="96932" y="118971"/>
                  <a:pt x="103469" y="114675"/>
                  <a:pt x="109819" y="108885"/>
                </a:cubicBezTo>
                <a:lnTo>
                  <a:pt x="109819" y="128122"/>
                </a:lnTo>
                <a:cubicBezTo>
                  <a:pt x="103282" y="132605"/>
                  <a:pt x="96372" y="135780"/>
                  <a:pt x="89275" y="137834"/>
                </a:cubicBezTo>
                <a:cubicBezTo>
                  <a:pt x="82178" y="139889"/>
                  <a:pt x="74520" y="141009"/>
                  <a:pt x="66489" y="141009"/>
                </a:cubicBezTo>
                <a:cubicBezTo>
                  <a:pt x="45945" y="141009"/>
                  <a:pt x="29696" y="134846"/>
                  <a:pt x="17743" y="122333"/>
                </a:cubicBezTo>
                <a:cubicBezTo>
                  <a:pt x="5790" y="109819"/>
                  <a:pt x="0" y="92637"/>
                  <a:pt x="0" y="70598"/>
                </a:cubicBezTo>
                <a:cubicBezTo>
                  <a:pt x="0" y="48746"/>
                  <a:pt x="5790" y="31564"/>
                  <a:pt x="17743" y="18864"/>
                </a:cubicBezTo>
                <a:cubicBezTo>
                  <a:pt x="29696" y="6350"/>
                  <a:pt x="45945" y="0"/>
                  <a:pt x="66489" y="0"/>
                </a:cubicBezTo>
                <a:cubicBezTo>
                  <a:pt x="74707" y="0"/>
                  <a:pt x="82364" y="1121"/>
                  <a:pt x="89462" y="3175"/>
                </a:cubicBezTo>
                <a:cubicBezTo>
                  <a:pt x="96559" y="5416"/>
                  <a:pt x="103469" y="8591"/>
                  <a:pt x="109819" y="128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CD9B2F-EEB7-4126-83B9-912973F0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159" y="417520"/>
            <a:ext cx="93757" cy="107018"/>
          </a:xfrm>
          <a:custGeom xmlns:a="http://schemas.openxmlformats.org/drawingml/2006/main">
            <a:pathLst>
              <a:path w="93757" h="107018">
                <a:moveTo>
                  <a:pt x="46879" y="14194"/>
                </a:moveTo>
                <a:cubicBezTo>
                  <a:pt x="37914" y="14194"/>
                  <a:pt x="30817" y="17743"/>
                  <a:pt x="25587" y="24840"/>
                </a:cubicBezTo>
                <a:cubicBezTo>
                  <a:pt x="20358" y="31937"/>
                  <a:pt x="17743" y="41462"/>
                  <a:pt x="17743" y="53602"/>
                </a:cubicBezTo>
                <a:cubicBezTo>
                  <a:pt x="17743" y="65929"/>
                  <a:pt x="20171" y="75454"/>
                  <a:pt x="25400" y="82551"/>
                </a:cubicBezTo>
                <a:cubicBezTo>
                  <a:pt x="30630" y="89648"/>
                  <a:pt x="37727" y="93010"/>
                  <a:pt x="46879" y="93010"/>
                </a:cubicBezTo>
                <a:cubicBezTo>
                  <a:pt x="55843" y="93010"/>
                  <a:pt x="62941" y="89648"/>
                  <a:pt x="68170" y="82551"/>
                </a:cubicBezTo>
                <a:cubicBezTo>
                  <a:pt x="73400" y="75454"/>
                  <a:pt x="76014" y="65929"/>
                  <a:pt x="76014" y="53602"/>
                </a:cubicBezTo>
                <a:cubicBezTo>
                  <a:pt x="76014" y="41649"/>
                  <a:pt x="73400" y="31937"/>
                  <a:pt x="68170" y="24840"/>
                </a:cubicBezTo>
                <a:cubicBezTo>
                  <a:pt x="62941" y="17743"/>
                  <a:pt x="55843" y="14194"/>
                  <a:pt x="46879" y="14194"/>
                </a:cubicBezTo>
                <a:close/>
                <a:moveTo>
                  <a:pt x="46879" y="0"/>
                </a:moveTo>
                <a:cubicBezTo>
                  <a:pt x="61446" y="0"/>
                  <a:pt x="72839" y="4856"/>
                  <a:pt x="81244" y="14194"/>
                </a:cubicBezTo>
                <a:cubicBezTo>
                  <a:pt x="89462" y="23719"/>
                  <a:pt x="93757" y="36793"/>
                  <a:pt x="93757" y="53602"/>
                </a:cubicBezTo>
                <a:cubicBezTo>
                  <a:pt x="93757" y="70411"/>
                  <a:pt x="89462" y="83485"/>
                  <a:pt x="81244" y="92823"/>
                </a:cubicBezTo>
                <a:cubicBezTo>
                  <a:pt x="72839" y="102349"/>
                  <a:pt x="61446" y="107018"/>
                  <a:pt x="46879" y="107018"/>
                </a:cubicBezTo>
                <a:cubicBezTo>
                  <a:pt x="32124" y="107018"/>
                  <a:pt x="20544" y="102349"/>
                  <a:pt x="12327" y="92823"/>
                </a:cubicBezTo>
                <a:cubicBezTo>
                  <a:pt x="4109" y="83485"/>
                  <a:pt x="0" y="70411"/>
                  <a:pt x="0" y="53602"/>
                </a:cubicBezTo>
                <a:cubicBezTo>
                  <a:pt x="0" y="36793"/>
                  <a:pt x="4109" y="23719"/>
                  <a:pt x="12327" y="14194"/>
                </a:cubicBezTo>
                <a:cubicBezTo>
                  <a:pt x="20544" y="4856"/>
                  <a:pt x="32124" y="0"/>
                  <a:pt x="4687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27644F-3919-4AD9-A475-D6C94DC8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461" y="380166"/>
            <a:ext cx="91329" cy="144371"/>
          </a:xfrm>
          <a:custGeom xmlns:a="http://schemas.openxmlformats.org/drawingml/2006/main">
            <a:pathLst>
              <a:path w="91329" h="144371">
                <a:moveTo>
                  <a:pt x="74520" y="55283"/>
                </a:moveTo>
                <a:lnTo>
                  <a:pt x="74520" y="0"/>
                </a:lnTo>
                <a:lnTo>
                  <a:pt x="91329" y="0"/>
                </a:lnTo>
                <a:lnTo>
                  <a:pt x="91329" y="141943"/>
                </a:lnTo>
                <a:lnTo>
                  <a:pt x="74520" y="141943"/>
                </a:lnTo>
                <a:lnTo>
                  <a:pt x="74520" y="126628"/>
                </a:lnTo>
                <a:cubicBezTo>
                  <a:pt x="70972" y="132792"/>
                  <a:pt x="66489" y="137274"/>
                  <a:pt x="61073" y="140076"/>
                </a:cubicBezTo>
                <a:cubicBezTo>
                  <a:pt x="55657" y="142877"/>
                  <a:pt x="49307" y="144371"/>
                  <a:pt x="41836" y="144371"/>
                </a:cubicBezTo>
                <a:cubicBezTo>
                  <a:pt x="29509" y="144371"/>
                  <a:pt x="19424" y="139515"/>
                  <a:pt x="11580" y="129803"/>
                </a:cubicBezTo>
                <a:cubicBezTo>
                  <a:pt x="3735" y="120091"/>
                  <a:pt x="0" y="107018"/>
                  <a:pt x="0" y="90956"/>
                </a:cubicBezTo>
                <a:cubicBezTo>
                  <a:pt x="0" y="74894"/>
                  <a:pt x="3735" y="62007"/>
                  <a:pt x="11580" y="52108"/>
                </a:cubicBezTo>
                <a:cubicBezTo>
                  <a:pt x="19424" y="42396"/>
                  <a:pt x="29509" y="37353"/>
                  <a:pt x="41836" y="37353"/>
                </a:cubicBezTo>
                <a:cubicBezTo>
                  <a:pt x="49307" y="37353"/>
                  <a:pt x="55657" y="38848"/>
                  <a:pt x="61073" y="41836"/>
                </a:cubicBezTo>
                <a:cubicBezTo>
                  <a:pt x="66489" y="44824"/>
                  <a:pt x="70972" y="49307"/>
                  <a:pt x="74520" y="55283"/>
                </a:cubicBezTo>
                <a:close/>
                <a:moveTo>
                  <a:pt x="17369" y="90956"/>
                </a:moveTo>
                <a:cubicBezTo>
                  <a:pt x="17369" y="103282"/>
                  <a:pt x="19797" y="112994"/>
                  <a:pt x="24840" y="120091"/>
                </a:cubicBezTo>
                <a:cubicBezTo>
                  <a:pt x="29883" y="127189"/>
                  <a:pt x="36793" y="130550"/>
                  <a:pt x="45758" y="130550"/>
                </a:cubicBezTo>
                <a:cubicBezTo>
                  <a:pt x="54723" y="130550"/>
                  <a:pt x="61633" y="127189"/>
                  <a:pt x="66863" y="120091"/>
                </a:cubicBezTo>
                <a:cubicBezTo>
                  <a:pt x="71905" y="112994"/>
                  <a:pt x="74520" y="103282"/>
                  <a:pt x="74520" y="90956"/>
                </a:cubicBezTo>
                <a:cubicBezTo>
                  <a:pt x="74520" y="78629"/>
                  <a:pt x="71905" y="69104"/>
                  <a:pt x="66863" y="62007"/>
                </a:cubicBezTo>
                <a:cubicBezTo>
                  <a:pt x="61633" y="54910"/>
                  <a:pt x="54723" y="51361"/>
                  <a:pt x="45758" y="51361"/>
                </a:cubicBezTo>
                <a:cubicBezTo>
                  <a:pt x="36793" y="51361"/>
                  <a:pt x="29883" y="54910"/>
                  <a:pt x="24840" y="62007"/>
                </a:cubicBezTo>
                <a:cubicBezTo>
                  <a:pt x="19797" y="69104"/>
                  <a:pt x="17369" y="78629"/>
                  <a:pt x="17369" y="909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43FFC8-11AD-493F-B429-E2F63067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058" y="417520"/>
            <a:ext cx="94691" cy="107018"/>
          </a:xfrm>
          <a:custGeom xmlns:a="http://schemas.openxmlformats.org/drawingml/2006/main">
            <a:pathLst>
              <a:path w="94691" h="107018">
                <a:moveTo>
                  <a:pt x="94691" y="49307"/>
                </a:moveTo>
                <a:lnTo>
                  <a:pt x="94691" y="57524"/>
                </a:lnTo>
                <a:lnTo>
                  <a:pt x="17556" y="57524"/>
                </a:lnTo>
                <a:cubicBezTo>
                  <a:pt x="18303" y="69104"/>
                  <a:pt x="21665" y="78069"/>
                  <a:pt x="28015" y="84045"/>
                </a:cubicBezTo>
                <a:cubicBezTo>
                  <a:pt x="34178" y="90022"/>
                  <a:pt x="42770" y="93010"/>
                  <a:pt x="53976" y="93010"/>
                </a:cubicBezTo>
                <a:cubicBezTo>
                  <a:pt x="60326" y="93010"/>
                  <a:pt x="66676" y="92263"/>
                  <a:pt x="72652" y="90769"/>
                </a:cubicBezTo>
                <a:cubicBezTo>
                  <a:pt x="78629" y="89275"/>
                  <a:pt x="84792" y="86847"/>
                  <a:pt x="90769" y="83485"/>
                </a:cubicBezTo>
                <a:lnTo>
                  <a:pt x="90769" y="99360"/>
                </a:lnTo>
                <a:cubicBezTo>
                  <a:pt x="84792" y="101975"/>
                  <a:pt x="78629" y="104029"/>
                  <a:pt x="72279" y="105150"/>
                </a:cubicBezTo>
                <a:cubicBezTo>
                  <a:pt x="65929" y="106271"/>
                  <a:pt x="59392" y="107018"/>
                  <a:pt x="53042" y="107018"/>
                </a:cubicBezTo>
                <a:cubicBezTo>
                  <a:pt x="36606" y="107018"/>
                  <a:pt x="23719" y="102349"/>
                  <a:pt x="14194" y="93010"/>
                </a:cubicBezTo>
                <a:cubicBezTo>
                  <a:pt x="4669" y="83672"/>
                  <a:pt x="0" y="70785"/>
                  <a:pt x="0" y="54536"/>
                </a:cubicBezTo>
                <a:cubicBezTo>
                  <a:pt x="0" y="37914"/>
                  <a:pt x="4482" y="24653"/>
                  <a:pt x="13447" y="14755"/>
                </a:cubicBezTo>
                <a:cubicBezTo>
                  <a:pt x="22412" y="5043"/>
                  <a:pt x="34739" y="0"/>
                  <a:pt x="50054" y="0"/>
                </a:cubicBezTo>
                <a:cubicBezTo>
                  <a:pt x="63874" y="0"/>
                  <a:pt x="74707" y="4482"/>
                  <a:pt x="82738" y="13260"/>
                </a:cubicBezTo>
                <a:cubicBezTo>
                  <a:pt x="90582" y="22225"/>
                  <a:pt x="94691" y="34178"/>
                  <a:pt x="94691" y="49307"/>
                </a:cubicBezTo>
                <a:close/>
                <a:moveTo>
                  <a:pt x="77882" y="44451"/>
                </a:moveTo>
                <a:cubicBezTo>
                  <a:pt x="77695" y="35299"/>
                  <a:pt x="75080" y="28015"/>
                  <a:pt x="70225" y="22412"/>
                </a:cubicBezTo>
                <a:cubicBezTo>
                  <a:pt x="65182" y="16996"/>
                  <a:pt x="58458" y="14194"/>
                  <a:pt x="50240" y="14194"/>
                </a:cubicBezTo>
                <a:cubicBezTo>
                  <a:pt x="40902" y="14194"/>
                  <a:pt x="33431" y="16996"/>
                  <a:pt x="27828" y="22225"/>
                </a:cubicBezTo>
                <a:cubicBezTo>
                  <a:pt x="22225" y="27455"/>
                  <a:pt x="18864" y="34925"/>
                  <a:pt x="18116" y="44451"/>
                </a:cubicBezTo>
                <a:lnTo>
                  <a:pt x="77882" y="44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E8409E-5A3D-4B18-9043-285C0AAA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274" y="385956"/>
            <a:ext cx="115049" cy="136153"/>
          </a:xfrm>
          <a:custGeom xmlns:a="http://schemas.openxmlformats.org/drawingml/2006/main">
            <a:pathLst>
              <a:path w="115049" h="136153">
                <a:moveTo>
                  <a:pt x="0" y="0"/>
                </a:moveTo>
                <a:lnTo>
                  <a:pt x="115049" y="0"/>
                </a:lnTo>
                <a:lnTo>
                  <a:pt x="115049" y="15502"/>
                </a:lnTo>
                <a:lnTo>
                  <a:pt x="66676" y="15502"/>
                </a:lnTo>
                <a:lnTo>
                  <a:pt x="66676" y="136153"/>
                </a:lnTo>
                <a:lnTo>
                  <a:pt x="48186" y="136153"/>
                </a:lnTo>
                <a:lnTo>
                  <a:pt x="48186" y="15502"/>
                </a:lnTo>
                <a:lnTo>
                  <a:pt x="0" y="155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D29AF1-9599-4CC2-A1C3-D658D316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758" y="380166"/>
            <a:ext cx="85539" cy="141943"/>
          </a:xfrm>
          <a:custGeom xmlns:a="http://schemas.openxmlformats.org/drawingml/2006/main">
            <a:pathLst>
              <a:path w="85539" h="141943">
                <a:moveTo>
                  <a:pt x="85539" y="80310"/>
                </a:moveTo>
                <a:lnTo>
                  <a:pt x="85539" y="141943"/>
                </a:lnTo>
                <a:lnTo>
                  <a:pt x="68730" y="141943"/>
                </a:lnTo>
                <a:lnTo>
                  <a:pt x="68730" y="80870"/>
                </a:lnTo>
                <a:cubicBezTo>
                  <a:pt x="68730" y="71158"/>
                  <a:pt x="66676" y="64061"/>
                  <a:pt x="62941" y="59205"/>
                </a:cubicBezTo>
                <a:cubicBezTo>
                  <a:pt x="59205" y="54349"/>
                  <a:pt x="53602" y="51921"/>
                  <a:pt x="46132" y="51921"/>
                </a:cubicBezTo>
                <a:cubicBezTo>
                  <a:pt x="36980" y="51921"/>
                  <a:pt x="29883" y="54910"/>
                  <a:pt x="24653" y="60699"/>
                </a:cubicBezTo>
                <a:cubicBezTo>
                  <a:pt x="19424" y="66489"/>
                  <a:pt x="16809" y="74333"/>
                  <a:pt x="16809" y="84232"/>
                </a:cubicBezTo>
                <a:lnTo>
                  <a:pt x="16809" y="141943"/>
                </a:lnTo>
                <a:lnTo>
                  <a:pt x="0" y="141943"/>
                </a:lnTo>
                <a:lnTo>
                  <a:pt x="0" y="0"/>
                </a:lnTo>
                <a:lnTo>
                  <a:pt x="16809" y="0"/>
                </a:lnTo>
                <a:lnTo>
                  <a:pt x="16809" y="55657"/>
                </a:lnTo>
                <a:cubicBezTo>
                  <a:pt x="20731" y="49680"/>
                  <a:pt x="25400" y="45011"/>
                  <a:pt x="31003" y="42023"/>
                </a:cubicBezTo>
                <a:cubicBezTo>
                  <a:pt x="36420" y="39034"/>
                  <a:pt x="42770" y="37353"/>
                  <a:pt x="49867" y="37353"/>
                </a:cubicBezTo>
                <a:cubicBezTo>
                  <a:pt x="61446" y="37353"/>
                  <a:pt x="70411" y="41089"/>
                  <a:pt x="76388" y="48373"/>
                </a:cubicBezTo>
                <a:cubicBezTo>
                  <a:pt x="82364" y="55657"/>
                  <a:pt x="85539" y="66302"/>
                  <a:pt x="85539" y="803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080A69-01D6-4D30-A3B2-8714B890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5729" y="380166"/>
            <a:ext cx="16809" cy="141943"/>
          </a:xfrm>
          <a:custGeom xmlns:a="http://schemas.openxmlformats.org/drawingml/2006/main">
            <a:pathLst>
              <a:path w="16809" h="141943">
                <a:moveTo>
                  <a:pt x="0" y="39781"/>
                </a:moveTo>
                <a:lnTo>
                  <a:pt x="16809" y="39781"/>
                </a:lnTo>
                <a:lnTo>
                  <a:pt x="16809" y="141943"/>
                </a:lnTo>
                <a:lnTo>
                  <a:pt x="0" y="141943"/>
                </a:lnTo>
                <a:lnTo>
                  <a:pt x="0" y="39781"/>
                </a:lnTo>
                <a:close/>
                <a:moveTo>
                  <a:pt x="0" y="0"/>
                </a:moveTo>
                <a:lnTo>
                  <a:pt x="16809" y="0"/>
                </a:lnTo>
                <a:lnTo>
                  <a:pt x="16809" y="21291"/>
                </a:lnTo>
                <a:lnTo>
                  <a:pt x="0" y="212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6B8241-57F7-4381-A170-189AF1DB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090" y="417520"/>
            <a:ext cx="85539" cy="104590"/>
          </a:xfrm>
          <a:custGeom xmlns:a="http://schemas.openxmlformats.org/drawingml/2006/main">
            <a:pathLst>
              <a:path w="85539" h="104590">
                <a:moveTo>
                  <a:pt x="85539" y="42956"/>
                </a:moveTo>
                <a:lnTo>
                  <a:pt x="85539" y="104590"/>
                </a:lnTo>
                <a:lnTo>
                  <a:pt x="68730" y="104590"/>
                </a:lnTo>
                <a:lnTo>
                  <a:pt x="68730" y="43517"/>
                </a:lnTo>
                <a:cubicBezTo>
                  <a:pt x="68730" y="33805"/>
                  <a:pt x="66676" y="26708"/>
                  <a:pt x="62941" y="21852"/>
                </a:cubicBezTo>
                <a:cubicBezTo>
                  <a:pt x="59205" y="16996"/>
                  <a:pt x="53602" y="14568"/>
                  <a:pt x="46132" y="14568"/>
                </a:cubicBezTo>
                <a:cubicBezTo>
                  <a:pt x="36980" y="14568"/>
                  <a:pt x="29883" y="17556"/>
                  <a:pt x="24653" y="23346"/>
                </a:cubicBezTo>
                <a:cubicBezTo>
                  <a:pt x="19424" y="29136"/>
                  <a:pt x="16809" y="36980"/>
                  <a:pt x="16809" y="46879"/>
                </a:cubicBezTo>
                <a:lnTo>
                  <a:pt x="16809" y="104590"/>
                </a:lnTo>
                <a:lnTo>
                  <a:pt x="0" y="104590"/>
                </a:lnTo>
                <a:lnTo>
                  <a:pt x="0" y="2428"/>
                </a:lnTo>
                <a:lnTo>
                  <a:pt x="16809" y="2428"/>
                </a:lnTo>
                <a:lnTo>
                  <a:pt x="16809" y="18303"/>
                </a:lnTo>
                <a:cubicBezTo>
                  <a:pt x="20731" y="12327"/>
                  <a:pt x="25400" y="7657"/>
                  <a:pt x="31003" y="4669"/>
                </a:cubicBezTo>
                <a:cubicBezTo>
                  <a:pt x="36420" y="1681"/>
                  <a:pt x="42770" y="0"/>
                  <a:pt x="49867" y="0"/>
                </a:cubicBezTo>
                <a:cubicBezTo>
                  <a:pt x="61446" y="0"/>
                  <a:pt x="70411" y="3735"/>
                  <a:pt x="76388" y="11019"/>
                </a:cubicBezTo>
                <a:cubicBezTo>
                  <a:pt x="82364" y="18303"/>
                  <a:pt x="85539" y="28949"/>
                  <a:pt x="85539" y="429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A9D768-1DE7-4D00-854C-4D4394F3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501" y="380166"/>
            <a:ext cx="90582" cy="141943"/>
          </a:xfrm>
          <a:custGeom xmlns:a="http://schemas.openxmlformats.org/drawingml/2006/main">
            <a:pathLst>
              <a:path w="90582" h="141943">
                <a:moveTo>
                  <a:pt x="0" y="0"/>
                </a:moveTo>
                <a:lnTo>
                  <a:pt x="16809" y="0"/>
                </a:lnTo>
                <a:lnTo>
                  <a:pt x="16809" y="83859"/>
                </a:lnTo>
                <a:lnTo>
                  <a:pt x="66863" y="39781"/>
                </a:lnTo>
                <a:lnTo>
                  <a:pt x="88341" y="39781"/>
                </a:lnTo>
                <a:lnTo>
                  <a:pt x="34178" y="87594"/>
                </a:lnTo>
                <a:lnTo>
                  <a:pt x="90582" y="141943"/>
                </a:lnTo>
                <a:lnTo>
                  <a:pt x="68730" y="141943"/>
                </a:lnTo>
                <a:lnTo>
                  <a:pt x="16809" y="92076"/>
                </a:lnTo>
                <a:lnTo>
                  <a:pt x="16809" y="141943"/>
                </a:lnTo>
                <a:lnTo>
                  <a:pt x="0" y="1419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D47AF3-7B7E-4D52-9D17-A5E5AC69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245" y="417520"/>
            <a:ext cx="94691" cy="107018"/>
          </a:xfrm>
          <a:custGeom xmlns:a="http://schemas.openxmlformats.org/drawingml/2006/main">
            <a:pathLst>
              <a:path w="94691" h="107018">
                <a:moveTo>
                  <a:pt x="94691" y="49307"/>
                </a:moveTo>
                <a:lnTo>
                  <a:pt x="94691" y="57524"/>
                </a:lnTo>
                <a:lnTo>
                  <a:pt x="17556" y="57524"/>
                </a:lnTo>
                <a:cubicBezTo>
                  <a:pt x="18303" y="69104"/>
                  <a:pt x="21665" y="78069"/>
                  <a:pt x="28015" y="84045"/>
                </a:cubicBezTo>
                <a:cubicBezTo>
                  <a:pt x="34178" y="90022"/>
                  <a:pt x="42770" y="93010"/>
                  <a:pt x="53976" y="93010"/>
                </a:cubicBezTo>
                <a:cubicBezTo>
                  <a:pt x="60326" y="93010"/>
                  <a:pt x="66676" y="92263"/>
                  <a:pt x="72652" y="90769"/>
                </a:cubicBezTo>
                <a:cubicBezTo>
                  <a:pt x="78629" y="89275"/>
                  <a:pt x="84792" y="86847"/>
                  <a:pt x="90769" y="83485"/>
                </a:cubicBezTo>
                <a:lnTo>
                  <a:pt x="90769" y="99360"/>
                </a:lnTo>
                <a:cubicBezTo>
                  <a:pt x="84792" y="101975"/>
                  <a:pt x="78629" y="104029"/>
                  <a:pt x="72279" y="105150"/>
                </a:cubicBezTo>
                <a:cubicBezTo>
                  <a:pt x="65929" y="106271"/>
                  <a:pt x="59392" y="107018"/>
                  <a:pt x="53042" y="107018"/>
                </a:cubicBezTo>
                <a:cubicBezTo>
                  <a:pt x="36606" y="107018"/>
                  <a:pt x="23719" y="102349"/>
                  <a:pt x="14194" y="93010"/>
                </a:cubicBezTo>
                <a:cubicBezTo>
                  <a:pt x="4669" y="83672"/>
                  <a:pt x="0" y="70785"/>
                  <a:pt x="0" y="54536"/>
                </a:cubicBezTo>
                <a:cubicBezTo>
                  <a:pt x="0" y="37914"/>
                  <a:pt x="4482" y="24653"/>
                  <a:pt x="13447" y="14755"/>
                </a:cubicBezTo>
                <a:cubicBezTo>
                  <a:pt x="22412" y="5043"/>
                  <a:pt x="34739" y="0"/>
                  <a:pt x="50054" y="0"/>
                </a:cubicBezTo>
                <a:cubicBezTo>
                  <a:pt x="63874" y="0"/>
                  <a:pt x="74707" y="4482"/>
                  <a:pt x="82738" y="13260"/>
                </a:cubicBezTo>
                <a:cubicBezTo>
                  <a:pt x="90582" y="22225"/>
                  <a:pt x="94691" y="34178"/>
                  <a:pt x="94691" y="49307"/>
                </a:cubicBezTo>
                <a:close/>
                <a:moveTo>
                  <a:pt x="77882" y="44451"/>
                </a:moveTo>
                <a:cubicBezTo>
                  <a:pt x="77695" y="35299"/>
                  <a:pt x="75080" y="28015"/>
                  <a:pt x="70225" y="22412"/>
                </a:cubicBezTo>
                <a:cubicBezTo>
                  <a:pt x="65182" y="16996"/>
                  <a:pt x="58458" y="14194"/>
                  <a:pt x="50240" y="14194"/>
                </a:cubicBezTo>
                <a:cubicBezTo>
                  <a:pt x="40902" y="14194"/>
                  <a:pt x="33431" y="16996"/>
                  <a:pt x="27828" y="22225"/>
                </a:cubicBezTo>
                <a:cubicBezTo>
                  <a:pt x="22225" y="27455"/>
                  <a:pt x="18864" y="34925"/>
                  <a:pt x="18116" y="44451"/>
                </a:cubicBezTo>
                <a:lnTo>
                  <a:pt x="77882" y="44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22F88A-21AD-4910-848E-BBBC58BF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831" y="417520"/>
            <a:ext cx="59766" cy="104590"/>
          </a:xfrm>
          <a:custGeom xmlns:a="http://schemas.openxmlformats.org/drawingml/2006/main">
            <a:pathLst>
              <a:path w="59766" h="104590">
                <a:moveTo>
                  <a:pt x="59766" y="18116"/>
                </a:moveTo>
                <a:cubicBezTo>
                  <a:pt x="57898" y="16996"/>
                  <a:pt x="55843" y="16249"/>
                  <a:pt x="53602" y="15688"/>
                </a:cubicBezTo>
                <a:cubicBezTo>
                  <a:pt x="51361" y="15315"/>
                  <a:pt x="48933" y="14941"/>
                  <a:pt x="46318" y="14941"/>
                </a:cubicBezTo>
                <a:cubicBezTo>
                  <a:pt x="36793" y="14941"/>
                  <a:pt x="29509" y="18116"/>
                  <a:pt x="24467" y="24280"/>
                </a:cubicBezTo>
                <a:cubicBezTo>
                  <a:pt x="19237" y="30443"/>
                  <a:pt x="16809" y="39221"/>
                  <a:pt x="16809" y="50801"/>
                </a:cubicBezTo>
                <a:lnTo>
                  <a:pt x="16809" y="104590"/>
                </a:lnTo>
                <a:lnTo>
                  <a:pt x="0" y="104590"/>
                </a:lnTo>
                <a:lnTo>
                  <a:pt x="0" y="2428"/>
                </a:lnTo>
                <a:lnTo>
                  <a:pt x="16809" y="2428"/>
                </a:lnTo>
                <a:lnTo>
                  <a:pt x="16809" y="18303"/>
                </a:lnTo>
                <a:cubicBezTo>
                  <a:pt x="20171" y="12140"/>
                  <a:pt x="24840" y="7471"/>
                  <a:pt x="30443" y="4482"/>
                </a:cubicBezTo>
                <a:cubicBezTo>
                  <a:pt x="36046" y="1494"/>
                  <a:pt x="42956" y="0"/>
                  <a:pt x="51174" y="0"/>
                </a:cubicBezTo>
                <a:cubicBezTo>
                  <a:pt x="52295" y="0"/>
                  <a:pt x="53602" y="187"/>
                  <a:pt x="55096" y="187"/>
                </a:cubicBezTo>
                <a:cubicBezTo>
                  <a:pt x="56404" y="374"/>
                  <a:pt x="57898" y="560"/>
                  <a:pt x="59766" y="934"/>
                </a:cubicBezTo>
                <a:lnTo>
                  <a:pt x="59766" y="181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247DAF-C9B4-490D-B658-3D970326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261" y="417520"/>
            <a:ext cx="93757" cy="107018"/>
          </a:xfrm>
          <a:custGeom xmlns:a="http://schemas.openxmlformats.org/drawingml/2006/main">
            <a:pathLst>
              <a:path w="93757" h="107018">
                <a:moveTo>
                  <a:pt x="46879" y="14194"/>
                </a:moveTo>
                <a:cubicBezTo>
                  <a:pt x="37914" y="14194"/>
                  <a:pt x="30817" y="17743"/>
                  <a:pt x="25587" y="24840"/>
                </a:cubicBezTo>
                <a:cubicBezTo>
                  <a:pt x="20358" y="31937"/>
                  <a:pt x="17743" y="41462"/>
                  <a:pt x="17743" y="53602"/>
                </a:cubicBezTo>
                <a:cubicBezTo>
                  <a:pt x="17743" y="65929"/>
                  <a:pt x="20171" y="75454"/>
                  <a:pt x="25400" y="82551"/>
                </a:cubicBezTo>
                <a:cubicBezTo>
                  <a:pt x="30630" y="89648"/>
                  <a:pt x="37727" y="93010"/>
                  <a:pt x="46879" y="93010"/>
                </a:cubicBezTo>
                <a:cubicBezTo>
                  <a:pt x="55843" y="93010"/>
                  <a:pt x="62941" y="89648"/>
                  <a:pt x="68170" y="82551"/>
                </a:cubicBezTo>
                <a:cubicBezTo>
                  <a:pt x="73400" y="75454"/>
                  <a:pt x="76014" y="65929"/>
                  <a:pt x="76014" y="53602"/>
                </a:cubicBezTo>
                <a:cubicBezTo>
                  <a:pt x="76014" y="41649"/>
                  <a:pt x="73400" y="31937"/>
                  <a:pt x="68170" y="24840"/>
                </a:cubicBezTo>
                <a:cubicBezTo>
                  <a:pt x="62941" y="17743"/>
                  <a:pt x="55843" y="14194"/>
                  <a:pt x="46879" y="14194"/>
                </a:cubicBezTo>
                <a:close/>
                <a:moveTo>
                  <a:pt x="46879" y="0"/>
                </a:moveTo>
                <a:cubicBezTo>
                  <a:pt x="61446" y="0"/>
                  <a:pt x="72839" y="4856"/>
                  <a:pt x="81244" y="14194"/>
                </a:cubicBezTo>
                <a:cubicBezTo>
                  <a:pt x="89462" y="23719"/>
                  <a:pt x="93757" y="36793"/>
                  <a:pt x="93757" y="53602"/>
                </a:cubicBezTo>
                <a:cubicBezTo>
                  <a:pt x="93757" y="70411"/>
                  <a:pt x="89462" y="83485"/>
                  <a:pt x="81244" y="92823"/>
                </a:cubicBezTo>
                <a:cubicBezTo>
                  <a:pt x="72839" y="102349"/>
                  <a:pt x="61446" y="107018"/>
                  <a:pt x="46879" y="107018"/>
                </a:cubicBezTo>
                <a:cubicBezTo>
                  <a:pt x="32124" y="107018"/>
                  <a:pt x="20544" y="102349"/>
                  <a:pt x="12327" y="92823"/>
                </a:cubicBezTo>
                <a:cubicBezTo>
                  <a:pt x="4109" y="83485"/>
                  <a:pt x="0" y="70411"/>
                  <a:pt x="0" y="53602"/>
                </a:cubicBezTo>
                <a:cubicBezTo>
                  <a:pt x="0" y="36793"/>
                  <a:pt x="4109" y="23719"/>
                  <a:pt x="12327" y="14194"/>
                </a:cubicBezTo>
                <a:cubicBezTo>
                  <a:pt x="20544" y="4856"/>
                  <a:pt x="32124" y="0"/>
                  <a:pt x="4687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5082D8-E97E-4FED-8248-F95938CB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286" y="417520"/>
            <a:ext cx="85539" cy="104590"/>
          </a:xfrm>
          <a:custGeom xmlns:a="http://schemas.openxmlformats.org/drawingml/2006/main">
            <a:pathLst>
              <a:path w="85539" h="104590">
                <a:moveTo>
                  <a:pt x="85539" y="42956"/>
                </a:moveTo>
                <a:lnTo>
                  <a:pt x="85539" y="104590"/>
                </a:lnTo>
                <a:lnTo>
                  <a:pt x="68730" y="104590"/>
                </a:lnTo>
                <a:lnTo>
                  <a:pt x="68730" y="43517"/>
                </a:lnTo>
                <a:cubicBezTo>
                  <a:pt x="68730" y="33805"/>
                  <a:pt x="66676" y="26708"/>
                  <a:pt x="62941" y="21852"/>
                </a:cubicBezTo>
                <a:cubicBezTo>
                  <a:pt x="59205" y="16996"/>
                  <a:pt x="53602" y="14568"/>
                  <a:pt x="46132" y="14568"/>
                </a:cubicBezTo>
                <a:cubicBezTo>
                  <a:pt x="36980" y="14568"/>
                  <a:pt x="29883" y="17556"/>
                  <a:pt x="24653" y="23346"/>
                </a:cubicBezTo>
                <a:cubicBezTo>
                  <a:pt x="19424" y="29136"/>
                  <a:pt x="16809" y="36980"/>
                  <a:pt x="16809" y="46879"/>
                </a:cubicBezTo>
                <a:lnTo>
                  <a:pt x="16809" y="104590"/>
                </a:lnTo>
                <a:lnTo>
                  <a:pt x="0" y="104590"/>
                </a:lnTo>
                <a:lnTo>
                  <a:pt x="0" y="2428"/>
                </a:lnTo>
                <a:lnTo>
                  <a:pt x="16809" y="2428"/>
                </a:lnTo>
                <a:lnTo>
                  <a:pt x="16809" y="18303"/>
                </a:lnTo>
                <a:cubicBezTo>
                  <a:pt x="20731" y="12327"/>
                  <a:pt x="25400" y="7657"/>
                  <a:pt x="31003" y="4669"/>
                </a:cubicBezTo>
                <a:cubicBezTo>
                  <a:pt x="36420" y="1681"/>
                  <a:pt x="42770" y="0"/>
                  <a:pt x="49867" y="0"/>
                </a:cubicBezTo>
                <a:cubicBezTo>
                  <a:pt x="61446" y="0"/>
                  <a:pt x="70411" y="3735"/>
                  <a:pt x="76388" y="11019"/>
                </a:cubicBezTo>
                <a:cubicBezTo>
                  <a:pt x="82364" y="18303"/>
                  <a:pt x="85539" y="28949"/>
                  <a:pt x="85539" y="429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9D434-4B9A-49AB-88D5-2C892291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0088" y="417520"/>
            <a:ext cx="85539" cy="104590"/>
          </a:xfrm>
          <a:custGeom xmlns:a="http://schemas.openxmlformats.org/drawingml/2006/main">
            <a:pathLst>
              <a:path w="85539" h="104590">
                <a:moveTo>
                  <a:pt x="85539" y="42956"/>
                </a:moveTo>
                <a:lnTo>
                  <a:pt x="85539" y="104590"/>
                </a:lnTo>
                <a:lnTo>
                  <a:pt x="68730" y="104590"/>
                </a:lnTo>
                <a:lnTo>
                  <a:pt x="68730" y="43517"/>
                </a:lnTo>
                <a:cubicBezTo>
                  <a:pt x="68730" y="33805"/>
                  <a:pt x="66676" y="26708"/>
                  <a:pt x="62941" y="21852"/>
                </a:cubicBezTo>
                <a:cubicBezTo>
                  <a:pt x="59205" y="16996"/>
                  <a:pt x="53602" y="14568"/>
                  <a:pt x="46132" y="14568"/>
                </a:cubicBezTo>
                <a:cubicBezTo>
                  <a:pt x="36980" y="14568"/>
                  <a:pt x="29883" y="17556"/>
                  <a:pt x="24653" y="23346"/>
                </a:cubicBezTo>
                <a:cubicBezTo>
                  <a:pt x="19424" y="29136"/>
                  <a:pt x="16809" y="36980"/>
                  <a:pt x="16809" y="46879"/>
                </a:cubicBezTo>
                <a:lnTo>
                  <a:pt x="16809" y="104590"/>
                </a:lnTo>
                <a:lnTo>
                  <a:pt x="0" y="104590"/>
                </a:lnTo>
                <a:lnTo>
                  <a:pt x="0" y="2428"/>
                </a:lnTo>
                <a:lnTo>
                  <a:pt x="16809" y="2428"/>
                </a:lnTo>
                <a:lnTo>
                  <a:pt x="16809" y="18303"/>
                </a:lnTo>
                <a:cubicBezTo>
                  <a:pt x="20731" y="12327"/>
                  <a:pt x="25400" y="7657"/>
                  <a:pt x="31003" y="4669"/>
                </a:cubicBezTo>
                <a:cubicBezTo>
                  <a:pt x="36420" y="1681"/>
                  <a:pt x="42770" y="0"/>
                  <a:pt x="49867" y="0"/>
                </a:cubicBezTo>
                <a:cubicBezTo>
                  <a:pt x="61446" y="0"/>
                  <a:pt x="70411" y="3735"/>
                  <a:pt x="76388" y="11019"/>
                </a:cubicBezTo>
                <a:cubicBezTo>
                  <a:pt x="82364" y="18303"/>
                  <a:pt x="85539" y="28949"/>
                  <a:pt x="85539" y="429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577148-8D5D-4123-A6F3-1FAB8DD1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775" y="417520"/>
            <a:ext cx="93757" cy="107018"/>
          </a:xfrm>
          <a:custGeom xmlns:a="http://schemas.openxmlformats.org/drawingml/2006/main">
            <a:pathLst>
              <a:path w="93757" h="107018">
                <a:moveTo>
                  <a:pt x="46879" y="14194"/>
                </a:moveTo>
                <a:cubicBezTo>
                  <a:pt x="37914" y="14194"/>
                  <a:pt x="30817" y="17743"/>
                  <a:pt x="25587" y="24840"/>
                </a:cubicBezTo>
                <a:cubicBezTo>
                  <a:pt x="20358" y="31937"/>
                  <a:pt x="17743" y="41462"/>
                  <a:pt x="17743" y="53602"/>
                </a:cubicBezTo>
                <a:cubicBezTo>
                  <a:pt x="17743" y="65929"/>
                  <a:pt x="20171" y="75454"/>
                  <a:pt x="25400" y="82551"/>
                </a:cubicBezTo>
                <a:cubicBezTo>
                  <a:pt x="30630" y="89648"/>
                  <a:pt x="37727" y="93010"/>
                  <a:pt x="46879" y="93010"/>
                </a:cubicBezTo>
                <a:cubicBezTo>
                  <a:pt x="55843" y="93010"/>
                  <a:pt x="62941" y="89648"/>
                  <a:pt x="68170" y="82551"/>
                </a:cubicBezTo>
                <a:cubicBezTo>
                  <a:pt x="73400" y="75454"/>
                  <a:pt x="76014" y="65929"/>
                  <a:pt x="76014" y="53602"/>
                </a:cubicBezTo>
                <a:cubicBezTo>
                  <a:pt x="76014" y="41649"/>
                  <a:pt x="73400" y="31937"/>
                  <a:pt x="68170" y="24840"/>
                </a:cubicBezTo>
                <a:cubicBezTo>
                  <a:pt x="62941" y="17743"/>
                  <a:pt x="55843" y="14194"/>
                  <a:pt x="46879" y="14194"/>
                </a:cubicBezTo>
                <a:close/>
                <a:moveTo>
                  <a:pt x="46879" y="0"/>
                </a:moveTo>
                <a:cubicBezTo>
                  <a:pt x="61446" y="0"/>
                  <a:pt x="72839" y="4856"/>
                  <a:pt x="81244" y="14194"/>
                </a:cubicBezTo>
                <a:cubicBezTo>
                  <a:pt x="89462" y="23719"/>
                  <a:pt x="93757" y="36793"/>
                  <a:pt x="93757" y="53602"/>
                </a:cubicBezTo>
                <a:cubicBezTo>
                  <a:pt x="93757" y="70411"/>
                  <a:pt x="89462" y="83485"/>
                  <a:pt x="81244" y="92823"/>
                </a:cubicBezTo>
                <a:cubicBezTo>
                  <a:pt x="72839" y="102349"/>
                  <a:pt x="61446" y="107018"/>
                  <a:pt x="46879" y="107018"/>
                </a:cubicBezTo>
                <a:cubicBezTo>
                  <a:pt x="32124" y="107018"/>
                  <a:pt x="20544" y="102349"/>
                  <a:pt x="12327" y="92823"/>
                </a:cubicBezTo>
                <a:cubicBezTo>
                  <a:pt x="4109" y="83485"/>
                  <a:pt x="0" y="70411"/>
                  <a:pt x="0" y="53602"/>
                </a:cubicBezTo>
                <a:cubicBezTo>
                  <a:pt x="0" y="36793"/>
                  <a:pt x="4109" y="23719"/>
                  <a:pt x="12327" y="14194"/>
                </a:cubicBezTo>
                <a:cubicBezTo>
                  <a:pt x="20544" y="4856"/>
                  <a:pt x="32124" y="0"/>
                  <a:pt x="4687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86F13A-3CE4-432F-B964-A4BFC905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800" y="417520"/>
            <a:ext cx="85539" cy="104590"/>
          </a:xfrm>
          <a:custGeom xmlns:a="http://schemas.openxmlformats.org/drawingml/2006/main">
            <a:pathLst>
              <a:path w="85539" h="104590">
                <a:moveTo>
                  <a:pt x="85539" y="42956"/>
                </a:moveTo>
                <a:lnTo>
                  <a:pt x="85539" y="104590"/>
                </a:lnTo>
                <a:lnTo>
                  <a:pt x="68730" y="104590"/>
                </a:lnTo>
                <a:lnTo>
                  <a:pt x="68730" y="43517"/>
                </a:lnTo>
                <a:cubicBezTo>
                  <a:pt x="68730" y="33805"/>
                  <a:pt x="66676" y="26708"/>
                  <a:pt x="62941" y="21852"/>
                </a:cubicBezTo>
                <a:cubicBezTo>
                  <a:pt x="59205" y="16996"/>
                  <a:pt x="53602" y="14568"/>
                  <a:pt x="46132" y="14568"/>
                </a:cubicBezTo>
                <a:cubicBezTo>
                  <a:pt x="36980" y="14568"/>
                  <a:pt x="29883" y="17556"/>
                  <a:pt x="24653" y="23346"/>
                </a:cubicBezTo>
                <a:cubicBezTo>
                  <a:pt x="19424" y="29136"/>
                  <a:pt x="16809" y="36980"/>
                  <a:pt x="16809" y="46879"/>
                </a:cubicBezTo>
                <a:lnTo>
                  <a:pt x="16809" y="104590"/>
                </a:lnTo>
                <a:lnTo>
                  <a:pt x="0" y="104590"/>
                </a:lnTo>
                <a:lnTo>
                  <a:pt x="0" y="2428"/>
                </a:lnTo>
                <a:lnTo>
                  <a:pt x="16809" y="2428"/>
                </a:lnTo>
                <a:lnTo>
                  <a:pt x="16809" y="18303"/>
                </a:lnTo>
                <a:cubicBezTo>
                  <a:pt x="20731" y="12327"/>
                  <a:pt x="25400" y="7657"/>
                  <a:pt x="31003" y="4669"/>
                </a:cubicBezTo>
                <a:cubicBezTo>
                  <a:pt x="36420" y="1681"/>
                  <a:pt x="42770" y="0"/>
                  <a:pt x="49867" y="0"/>
                </a:cubicBezTo>
                <a:cubicBezTo>
                  <a:pt x="61446" y="0"/>
                  <a:pt x="70411" y="3735"/>
                  <a:pt x="76388" y="11019"/>
                </a:cubicBezTo>
                <a:cubicBezTo>
                  <a:pt x="82364" y="18303"/>
                  <a:pt x="85539" y="28949"/>
                  <a:pt x="85539" y="429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6DF272-17D8-4BA1-B80B-AE1CCA6D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367" y="463464"/>
            <a:ext cx="49120" cy="14941"/>
          </a:xfrm>
          <a:custGeom xmlns:a="http://schemas.openxmlformats.org/drawingml/2006/main">
            <a:pathLst>
              <a:path w="49120" h="14941">
                <a:moveTo>
                  <a:pt x="0" y="0"/>
                </a:moveTo>
                <a:lnTo>
                  <a:pt x="49120" y="0"/>
                </a:lnTo>
                <a:lnTo>
                  <a:pt x="49120" y="14941"/>
                </a:lnTo>
                <a:lnTo>
                  <a:pt x="0" y="149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3ABD39-6630-4588-8013-FD63BB02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941" y="385956"/>
            <a:ext cx="84792" cy="136153"/>
          </a:xfrm>
          <a:custGeom xmlns:a="http://schemas.openxmlformats.org/drawingml/2006/main">
            <a:pathLst>
              <a:path w="84792" h="136153">
                <a:moveTo>
                  <a:pt x="0" y="0"/>
                </a:moveTo>
                <a:lnTo>
                  <a:pt x="18490" y="0"/>
                </a:lnTo>
                <a:lnTo>
                  <a:pt x="18490" y="120652"/>
                </a:lnTo>
                <a:lnTo>
                  <a:pt x="84792" y="120652"/>
                </a:lnTo>
                <a:lnTo>
                  <a:pt x="84792" y="136153"/>
                </a:lnTo>
                <a:lnTo>
                  <a:pt x="0" y="1361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CC300B-4BEC-4774-878B-E1724865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813" y="417520"/>
            <a:ext cx="94691" cy="107018"/>
          </a:xfrm>
          <a:custGeom xmlns:a="http://schemas.openxmlformats.org/drawingml/2006/main">
            <a:pathLst>
              <a:path w="94691" h="107018">
                <a:moveTo>
                  <a:pt x="94691" y="49307"/>
                </a:moveTo>
                <a:lnTo>
                  <a:pt x="94691" y="57524"/>
                </a:lnTo>
                <a:lnTo>
                  <a:pt x="17556" y="57524"/>
                </a:lnTo>
                <a:cubicBezTo>
                  <a:pt x="18303" y="69104"/>
                  <a:pt x="21665" y="78069"/>
                  <a:pt x="28015" y="84045"/>
                </a:cubicBezTo>
                <a:cubicBezTo>
                  <a:pt x="34178" y="90022"/>
                  <a:pt x="42770" y="93010"/>
                  <a:pt x="53976" y="93010"/>
                </a:cubicBezTo>
                <a:cubicBezTo>
                  <a:pt x="60326" y="93010"/>
                  <a:pt x="66676" y="92263"/>
                  <a:pt x="72652" y="90769"/>
                </a:cubicBezTo>
                <a:cubicBezTo>
                  <a:pt x="78629" y="89275"/>
                  <a:pt x="84792" y="86847"/>
                  <a:pt x="90769" y="83485"/>
                </a:cubicBezTo>
                <a:lnTo>
                  <a:pt x="90769" y="99360"/>
                </a:lnTo>
                <a:cubicBezTo>
                  <a:pt x="84792" y="101975"/>
                  <a:pt x="78629" y="104029"/>
                  <a:pt x="72279" y="105150"/>
                </a:cubicBezTo>
                <a:cubicBezTo>
                  <a:pt x="65929" y="106271"/>
                  <a:pt x="59392" y="107018"/>
                  <a:pt x="53042" y="107018"/>
                </a:cubicBezTo>
                <a:cubicBezTo>
                  <a:pt x="36606" y="107018"/>
                  <a:pt x="23719" y="102349"/>
                  <a:pt x="14194" y="93010"/>
                </a:cubicBezTo>
                <a:cubicBezTo>
                  <a:pt x="4669" y="83672"/>
                  <a:pt x="0" y="70785"/>
                  <a:pt x="0" y="54536"/>
                </a:cubicBezTo>
                <a:cubicBezTo>
                  <a:pt x="0" y="37914"/>
                  <a:pt x="4482" y="24653"/>
                  <a:pt x="13447" y="14755"/>
                </a:cubicBezTo>
                <a:cubicBezTo>
                  <a:pt x="22412" y="5043"/>
                  <a:pt x="34739" y="0"/>
                  <a:pt x="50054" y="0"/>
                </a:cubicBezTo>
                <a:cubicBezTo>
                  <a:pt x="63874" y="0"/>
                  <a:pt x="74707" y="4482"/>
                  <a:pt x="82738" y="13260"/>
                </a:cubicBezTo>
                <a:cubicBezTo>
                  <a:pt x="90582" y="22225"/>
                  <a:pt x="94691" y="34178"/>
                  <a:pt x="94691" y="49307"/>
                </a:cubicBezTo>
                <a:close/>
                <a:moveTo>
                  <a:pt x="77882" y="44451"/>
                </a:moveTo>
                <a:cubicBezTo>
                  <a:pt x="77695" y="35299"/>
                  <a:pt x="75080" y="28015"/>
                  <a:pt x="70225" y="22412"/>
                </a:cubicBezTo>
                <a:cubicBezTo>
                  <a:pt x="65182" y="16996"/>
                  <a:pt x="58458" y="14194"/>
                  <a:pt x="50240" y="14194"/>
                </a:cubicBezTo>
                <a:cubicBezTo>
                  <a:pt x="40902" y="14194"/>
                  <a:pt x="33431" y="16996"/>
                  <a:pt x="27828" y="22225"/>
                </a:cubicBezTo>
                <a:cubicBezTo>
                  <a:pt x="22225" y="27455"/>
                  <a:pt x="18864" y="34925"/>
                  <a:pt x="18116" y="44451"/>
                </a:cubicBezTo>
                <a:lnTo>
                  <a:pt x="77882" y="44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6B881D-25F7-47D0-9928-9A40FE45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675" y="417520"/>
            <a:ext cx="94691" cy="107018"/>
          </a:xfrm>
          <a:custGeom xmlns:a="http://schemas.openxmlformats.org/drawingml/2006/main">
            <a:pathLst>
              <a:path w="94691" h="107018">
                <a:moveTo>
                  <a:pt x="94691" y="49307"/>
                </a:moveTo>
                <a:lnTo>
                  <a:pt x="94691" y="57524"/>
                </a:lnTo>
                <a:lnTo>
                  <a:pt x="17556" y="57524"/>
                </a:lnTo>
                <a:cubicBezTo>
                  <a:pt x="18303" y="69104"/>
                  <a:pt x="21665" y="78069"/>
                  <a:pt x="28015" y="84045"/>
                </a:cubicBezTo>
                <a:cubicBezTo>
                  <a:pt x="34178" y="90022"/>
                  <a:pt x="42770" y="93010"/>
                  <a:pt x="53976" y="93010"/>
                </a:cubicBezTo>
                <a:cubicBezTo>
                  <a:pt x="60326" y="93010"/>
                  <a:pt x="66676" y="92263"/>
                  <a:pt x="72652" y="90769"/>
                </a:cubicBezTo>
                <a:cubicBezTo>
                  <a:pt x="78629" y="89275"/>
                  <a:pt x="84792" y="86847"/>
                  <a:pt x="90769" y="83485"/>
                </a:cubicBezTo>
                <a:lnTo>
                  <a:pt x="90769" y="99360"/>
                </a:lnTo>
                <a:cubicBezTo>
                  <a:pt x="84792" y="101975"/>
                  <a:pt x="78629" y="104029"/>
                  <a:pt x="72279" y="105150"/>
                </a:cubicBezTo>
                <a:cubicBezTo>
                  <a:pt x="65929" y="106271"/>
                  <a:pt x="59392" y="107018"/>
                  <a:pt x="53042" y="107018"/>
                </a:cubicBezTo>
                <a:cubicBezTo>
                  <a:pt x="36606" y="107018"/>
                  <a:pt x="23719" y="102349"/>
                  <a:pt x="14194" y="93010"/>
                </a:cubicBezTo>
                <a:cubicBezTo>
                  <a:pt x="4669" y="83672"/>
                  <a:pt x="0" y="70785"/>
                  <a:pt x="0" y="54536"/>
                </a:cubicBezTo>
                <a:cubicBezTo>
                  <a:pt x="0" y="37914"/>
                  <a:pt x="4482" y="24653"/>
                  <a:pt x="13447" y="14755"/>
                </a:cubicBezTo>
                <a:cubicBezTo>
                  <a:pt x="22412" y="5043"/>
                  <a:pt x="34739" y="0"/>
                  <a:pt x="50054" y="0"/>
                </a:cubicBezTo>
                <a:cubicBezTo>
                  <a:pt x="63874" y="0"/>
                  <a:pt x="74707" y="4482"/>
                  <a:pt x="82738" y="13260"/>
                </a:cubicBezTo>
                <a:cubicBezTo>
                  <a:pt x="90582" y="22225"/>
                  <a:pt x="94691" y="34178"/>
                  <a:pt x="94691" y="49307"/>
                </a:cubicBezTo>
                <a:close/>
                <a:moveTo>
                  <a:pt x="77882" y="44451"/>
                </a:moveTo>
                <a:cubicBezTo>
                  <a:pt x="77695" y="35299"/>
                  <a:pt x="75080" y="28015"/>
                  <a:pt x="70225" y="22412"/>
                </a:cubicBezTo>
                <a:cubicBezTo>
                  <a:pt x="65182" y="16996"/>
                  <a:pt x="58458" y="14194"/>
                  <a:pt x="50240" y="14194"/>
                </a:cubicBezTo>
                <a:cubicBezTo>
                  <a:pt x="40902" y="14194"/>
                  <a:pt x="33431" y="16996"/>
                  <a:pt x="27828" y="22225"/>
                </a:cubicBezTo>
                <a:cubicBezTo>
                  <a:pt x="22225" y="27455"/>
                  <a:pt x="18864" y="34925"/>
                  <a:pt x="18116" y="44451"/>
                </a:cubicBezTo>
                <a:lnTo>
                  <a:pt x="77882" y="44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60B1F6-4C74-44C0-9AA4-3F5ECE13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307" y="390999"/>
            <a:ext cx="63688" cy="131111"/>
          </a:xfrm>
          <a:custGeom xmlns:a="http://schemas.openxmlformats.org/drawingml/2006/main">
            <a:pathLst>
              <a:path w="63688" h="131111">
                <a:moveTo>
                  <a:pt x="29136" y="0"/>
                </a:moveTo>
                <a:lnTo>
                  <a:pt x="29136" y="28949"/>
                </a:lnTo>
                <a:lnTo>
                  <a:pt x="63688" y="28949"/>
                </a:lnTo>
                <a:lnTo>
                  <a:pt x="63688" y="42023"/>
                </a:lnTo>
                <a:lnTo>
                  <a:pt x="29136" y="42023"/>
                </a:lnTo>
                <a:lnTo>
                  <a:pt x="29136" y="97493"/>
                </a:lnTo>
                <a:cubicBezTo>
                  <a:pt x="29136" y="105897"/>
                  <a:pt x="30256" y="111313"/>
                  <a:pt x="32498" y="113555"/>
                </a:cubicBezTo>
                <a:cubicBezTo>
                  <a:pt x="34739" y="115983"/>
                  <a:pt x="39408" y="117103"/>
                  <a:pt x="46505" y="117103"/>
                </a:cubicBezTo>
                <a:lnTo>
                  <a:pt x="63688" y="117103"/>
                </a:lnTo>
                <a:lnTo>
                  <a:pt x="63688" y="131111"/>
                </a:lnTo>
                <a:lnTo>
                  <a:pt x="46505" y="131111"/>
                </a:lnTo>
                <a:cubicBezTo>
                  <a:pt x="33431" y="131111"/>
                  <a:pt x="24467" y="128683"/>
                  <a:pt x="19611" y="123827"/>
                </a:cubicBezTo>
                <a:cubicBezTo>
                  <a:pt x="14755" y="118971"/>
                  <a:pt x="12327" y="110193"/>
                  <a:pt x="12327" y="97493"/>
                </a:cubicBezTo>
                <a:lnTo>
                  <a:pt x="12327" y="42023"/>
                </a:lnTo>
                <a:lnTo>
                  <a:pt x="0" y="42023"/>
                </a:lnTo>
                <a:lnTo>
                  <a:pt x="0" y="28949"/>
                </a:lnTo>
                <a:lnTo>
                  <a:pt x="12327" y="28949"/>
                </a:lnTo>
                <a:lnTo>
                  <a:pt x="12327" y="0"/>
                </a:lnTo>
                <a:lnTo>
                  <a:pt x="291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31E033-1580-4B53-9F4A-9B7CE8BB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37" y="383528"/>
            <a:ext cx="109819" cy="141009"/>
          </a:xfrm>
          <a:custGeom xmlns:a="http://schemas.openxmlformats.org/drawingml/2006/main">
            <a:pathLst>
              <a:path w="109819" h="141009">
                <a:moveTo>
                  <a:pt x="109819" y="12887"/>
                </a:moveTo>
                <a:lnTo>
                  <a:pt x="109819" y="32311"/>
                </a:lnTo>
                <a:cubicBezTo>
                  <a:pt x="103469" y="26708"/>
                  <a:pt x="96932" y="22412"/>
                  <a:pt x="89835" y="19424"/>
                </a:cubicBezTo>
                <a:cubicBezTo>
                  <a:pt x="82738" y="16622"/>
                  <a:pt x="75454" y="15128"/>
                  <a:pt x="67610" y="15128"/>
                </a:cubicBezTo>
                <a:cubicBezTo>
                  <a:pt x="51921" y="15128"/>
                  <a:pt x="39968" y="19984"/>
                  <a:pt x="31750" y="29509"/>
                </a:cubicBezTo>
                <a:cubicBezTo>
                  <a:pt x="23533" y="39034"/>
                  <a:pt x="19424" y="52668"/>
                  <a:pt x="19424" y="70598"/>
                </a:cubicBezTo>
                <a:cubicBezTo>
                  <a:pt x="19424" y="88528"/>
                  <a:pt x="23533" y="102349"/>
                  <a:pt x="31750" y="111874"/>
                </a:cubicBezTo>
                <a:cubicBezTo>
                  <a:pt x="39968" y="121399"/>
                  <a:pt x="51921" y="126068"/>
                  <a:pt x="67610" y="126068"/>
                </a:cubicBezTo>
                <a:cubicBezTo>
                  <a:pt x="75454" y="126068"/>
                  <a:pt x="82738" y="124761"/>
                  <a:pt x="89835" y="121772"/>
                </a:cubicBezTo>
                <a:cubicBezTo>
                  <a:pt x="96932" y="118971"/>
                  <a:pt x="103469" y="114675"/>
                  <a:pt x="109819" y="108885"/>
                </a:cubicBezTo>
                <a:lnTo>
                  <a:pt x="109819" y="128122"/>
                </a:lnTo>
                <a:cubicBezTo>
                  <a:pt x="103282" y="132605"/>
                  <a:pt x="96372" y="135780"/>
                  <a:pt x="89275" y="137834"/>
                </a:cubicBezTo>
                <a:cubicBezTo>
                  <a:pt x="82178" y="139889"/>
                  <a:pt x="74520" y="141009"/>
                  <a:pt x="66489" y="141009"/>
                </a:cubicBezTo>
                <a:cubicBezTo>
                  <a:pt x="45945" y="141009"/>
                  <a:pt x="29696" y="134846"/>
                  <a:pt x="17743" y="122333"/>
                </a:cubicBezTo>
                <a:cubicBezTo>
                  <a:pt x="5790" y="109819"/>
                  <a:pt x="0" y="92637"/>
                  <a:pt x="0" y="70598"/>
                </a:cubicBezTo>
                <a:cubicBezTo>
                  <a:pt x="0" y="48746"/>
                  <a:pt x="5790" y="31564"/>
                  <a:pt x="17743" y="18864"/>
                </a:cubicBezTo>
                <a:cubicBezTo>
                  <a:pt x="29696" y="6350"/>
                  <a:pt x="45945" y="0"/>
                  <a:pt x="66489" y="0"/>
                </a:cubicBezTo>
                <a:cubicBezTo>
                  <a:pt x="74707" y="0"/>
                  <a:pt x="82364" y="1121"/>
                  <a:pt x="89462" y="3175"/>
                </a:cubicBezTo>
                <a:cubicBezTo>
                  <a:pt x="96559" y="5416"/>
                  <a:pt x="103469" y="8591"/>
                  <a:pt x="109819" y="128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F6DFD9-54A8-46CB-8E60-E84613FD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113" y="417520"/>
            <a:ext cx="93757" cy="107018"/>
          </a:xfrm>
          <a:custGeom xmlns:a="http://schemas.openxmlformats.org/drawingml/2006/main">
            <a:pathLst>
              <a:path w="93757" h="107018">
                <a:moveTo>
                  <a:pt x="46879" y="14194"/>
                </a:moveTo>
                <a:cubicBezTo>
                  <a:pt x="37914" y="14194"/>
                  <a:pt x="30817" y="17743"/>
                  <a:pt x="25587" y="24840"/>
                </a:cubicBezTo>
                <a:cubicBezTo>
                  <a:pt x="20358" y="31937"/>
                  <a:pt x="17743" y="41462"/>
                  <a:pt x="17743" y="53602"/>
                </a:cubicBezTo>
                <a:cubicBezTo>
                  <a:pt x="17743" y="65929"/>
                  <a:pt x="20171" y="75454"/>
                  <a:pt x="25400" y="82551"/>
                </a:cubicBezTo>
                <a:cubicBezTo>
                  <a:pt x="30630" y="89648"/>
                  <a:pt x="37727" y="93010"/>
                  <a:pt x="46879" y="93010"/>
                </a:cubicBezTo>
                <a:cubicBezTo>
                  <a:pt x="55843" y="93010"/>
                  <a:pt x="62941" y="89648"/>
                  <a:pt x="68170" y="82551"/>
                </a:cubicBezTo>
                <a:cubicBezTo>
                  <a:pt x="73400" y="75454"/>
                  <a:pt x="76014" y="65929"/>
                  <a:pt x="76014" y="53602"/>
                </a:cubicBezTo>
                <a:cubicBezTo>
                  <a:pt x="76014" y="41649"/>
                  <a:pt x="73400" y="31937"/>
                  <a:pt x="68170" y="24840"/>
                </a:cubicBezTo>
                <a:cubicBezTo>
                  <a:pt x="62941" y="17743"/>
                  <a:pt x="55843" y="14194"/>
                  <a:pt x="46879" y="14194"/>
                </a:cubicBezTo>
                <a:close/>
                <a:moveTo>
                  <a:pt x="46879" y="0"/>
                </a:moveTo>
                <a:cubicBezTo>
                  <a:pt x="61446" y="0"/>
                  <a:pt x="72839" y="4856"/>
                  <a:pt x="81244" y="14194"/>
                </a:cubicBezTo>
                <a:cubicBezTo>
                  <a:pt x="89462" y="23719"/>
                  <a:pt x="93757" y="36793"/>
                  <a:pt x="93757" y="53602"/>
                </a:cubicBezTo>
                <a:cubicBezTo>
                  <a:pt x="93757" y="70411"/>
                  <a:pt x="89462" y="83485"/>
                  <a:pt x="81244" y="92823"/>
                </a:cubicBezTo>
                <a:cubicBezTo>
                  <a:pt x="72839" y="102349"/>
                  <a:pt x="61446" y="107018"/>
                  <a:pt x="46879" y="107018"/>
                </a:cubicBezTo>
                <a:cubicBezTo>
                  <a:pt x="32124" y="107018"/>
                  <a:pt x="20544" y="102349"/>
                  <a:pt x="12327" y="92823"/>
                </a:cubicBezTo>
                <a:cubicBezTo>
                  <a:pt x="4109" y="83485"/>
                  <a:pt x="0" y="70411"/>
                  <a:pt x="0" y="53602"/>
                </a:cubicBezTo>
                <a:cubicBezTo>
                  <a:pt x="0" y="36793"/>
                  <a:pt x="4109" y="23719"/>
                  <a:pt x="12327" y="14194"/>
                </a:cubicBezTo>
                <a:cubicBezTo>
                  <a:pt x="20544" y="4856"/>
                  <a:pt x="32124" y="0"/>
                  <a:pt x="4687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60136C-D4C9-4D9A-8881-CB35FE63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415" y="380166"/>
            <a:ext cx="91329" cy="144371"/>
          </a:xfrm>
          <a:custGeom xmlns:a="http://schemas.openxmlformats.org/drawingml/2006/main">
            <a:pathLst>
              <a:path w="91329" h="144371">
                <a:moveTo>
                  <a:pt x="74520" y="55283"/>
                </a:moveTo>
                <a:lnTo>
                  <a:pt x="74520" y="0"/>
                </a:lnTo>
                <a:lnTo>
                  <a:pt x="91329" y="0"/>
                </a:lnTo>
                <a:lnTo>
                  <a:pt x="91329" y="141943"/>
                </a:lnTo>
                <a:lnTo>
                  <a:pt x="74520" y="141943"/>
                </a:lnTo>
                <a:lnTo>
                  <a:pt x="74520" y="126628"/>
                </a:lnTo>
                <a:cubicBezTo>
                  <a:pt x="70972" y="132792"/>
                  <a:pt x="66489" y="137274"/>
                  <a:pt x="61073" y="140076"/>
                </a:cubicBezTo>
                <a:cubicBezTo>
                  <a:pt x="55657" y="142877"/>
                  <a:pt x="49307" y="144371"/>
                  <a:pt x="41836" y="144371"/>
                </a:cubicBezTo>
                <a:cubicBezTo>
                  <a:pt x="29509" y="144371"/>
                  <a:pt x="19424" y="139515"/>
                  <a:pt x="11580" y="129803"/>
                </a:cubicBezTo>
                <a:cubicBezTo>
                  <a:pt x="3735" y="120091"/>
                  <a:pt x="0" y="107018"/>
                  <a:pt x="0" y="90956"/>
                </a:cubicBezTo>
                <a:cubicBezTo>
                  <a:pt x="0" y="74894"/>
                  <a:pt x="3735" y="62007"/>
                  <a:pt x="11580" y="52108"/>
                </a:cubicBezTo>
                <a:cubicBezTo>
                  <a:pt x="19424" y="42396"/>
                  <a:pt x="29509" y="37353"/>
                  <a:pt x="41836" y="37353"/>
                </a:cubicBezTo>
                <a:cubicBezTo>
                  <a:pt x="49307" y="37353"/>
                  <a:pt x="55657" y="38848"/>
                  <a:pt x="61073" y="41836"/>
                </a:cubicBezTo>
                <a:cubicBezTo>
                  <a:pt x="66489" y="44824"/>
                  <a:pt x="70972" y="49307"/>
                  <a:pt x="74520" y="55283"/>
                </a:cubicBezTo>
                <a:close/>
                <a:moveTo>
                  <a:pt x="17369" y="90956"/>
                </a:moveTo>
                <a:cubicBezTo>
                  <a:pt x="17369" y="103282"/>
                  <a:pt x="19797" y="112994"/>
                  <a:pt x="24840" y="120091"/>
                </a:cubicBezTo>
                <a:cubicBezTo>
                  <a:pt x="29883" y="127189"/>
                  <a:pt x="36793" y="130550"/>
                  <a:pt x="45758" y="130550"/>
                </a:cubicBezTo>
                <a:cubicBezTo>
                  <a:pt x="54723" y="130550"/>
                  <a:pt x="61633" y="127189"/>
                  <a:pt x="66863" y="120091"/>
                </a:cubicBezTo>
                <a:cubicBezTo>
                  <a:pt x="71905" y="112994"/>
                  <a:pt x="74520" y="103282"/>
                  <a:pt x="74520" y="90956"/>
                </a:cubicBezTo>
                <a:cubicBezTo>
                  <a:pt x="74520" y="78629"/>
                  <a:pt x="71905" y="69104"/>
                  <a:pt x="66863" y="62007"/>
                </a:cubicBezTo>
                <a:cubicBezTo>
                  <a:pt x="61633" y="54910"/>
                  <a:pt x="54723" y="51361"/>
                  <a:pt x="45758" y="51361"/>
                </a:cubicBezTo>
                <a:cubicBezTo>
                  <a:pt x="36793" y="51361"/>
                  <a:pt x="29883" y="54910"/>
                  <a:pt x="24840" y="62007"/>
                </a:cubicBezTo>
                <a:cubicBezTo>
                  <a:pt x="19797" y="69104"/>
                  <a:pt x="17369" y="78629"/>
                  <a:pt x="17369" y="909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280852-6B8E-4620-9325-E1FFD7CB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012" y="417520"/>
            <a:ext cx="94691" cy="107018"/>
          </a:xfrm>
          <a:custGeom xmlns:a="http://schemas.openxmlformats.org/drawingml/2006/main">
            <a:pathLst>
              <a:path w="94691" h="107018">
                <a:moveTo>
                  <a:pt x="94691" y="49307"/>
                </a:moveTo>
                <a:lnTo>
                  <a:pt x="94691" y="57524"/>
                </a:lnTo>
                <a:lnTo>
                  <a:pt x="17556" y="57524"/>
                </a:lnTo>
                <a:cubicBezTo>
                  <a:pt x="18303" y="69104"/>
                  <a:pt x="21665" y="78069"/>
                  <a:pt x="28015" y="84045"/>
                </a:cubicBezTo>
                <a:cubicBezTo>
                  <a:pt x="34178" y="90022"/>
                  <a:pt x="42770" y="93010"/>
                  <a:pt x="53976" y="93010"/>
                </a:cubicBezTo>
                <a:cubicBezTo>
                  <a:pt x="60326" y="93010"/>
                  <a:pt x="66676" y="92263"/>
                  <a:pt x="72652" y="90769"/>
                </a:cubicBezTo>
                <a:cubicBezTo>
                  <a:pt x="78629" y="89275"/>
                  <a:pt x="84792" y="86847"/>
                  <a:pt x="90769" y="83485"/>
                </a:cubicBezTo>
                <a:lnTo>
                  <a:pt x="90769" y="99360"/>
                </a:lnTo>
                <a:cubicBezTo>
                  <a:pt x="84792" y="101975"/>
                  <a:pt x="78629" y="104029"/>
                  <a:pt x="72279" y="105150"/>
                </a:cubicBezTo>
                <a:cubicBezTo>
                  <a:pt x="65929" y="106271"/>
                  <a:pt x="59392" y="107018"/>
                  <a:pt x="53042" y="107018"/>
                </a:cubicBezTo>
                <a:cubicBezTo>
                  <a:pt x="36606" y="107018"/>
                  <a:pt x="23719" y="102349"/>
                  <a:pt x="14194" y="93010"/>
                </a:cubicBezTo>
                <a:cubicBezTo>
                  <a:pt x="4669" y="83672"/>
                  <a:pt x="0" y="70785"/>
                  <a:pt x="0" y="54536"/>
                </a:cubicBezTo>
                <a:cubicBezTo>
                  <a:pt x="0" y="37914"/>
                  <a:pt x="4482" y="24653"/>
                  <a:pt x="13447" y="14755"/>
                </a:cubicBezTo>
                <a:cubicBezTo>
                  <a:pt x="22412" y="5043"/>
                  <a:pt x="34739" y="0"/>
                  <a:pt x="50054" y="0"/>
                </a:cubicBezTo>
                <a:cubicBezTo>
                  <a:pt x="63874" y="0"/>
                  <a:pt x="74707" y="4482"/>
                  <a:pt x="82738" y="13260"/>
                </a:cubicBezTo>
                <a:cubicBezTo>
                  <a:pt x="90582" y="22225"/>
                  <a:pt x="94691" y="34178"/>
                  <a:pt x="94691" y="49307"/>
                </a:cubicBezTo>
                <a:close/>
                <a:moveTo>
                  <a:pt x="77882" y="44451"/>
                </a:moveTo>
                <a:cubicBezTo>
                  <a:pt x="77695" y="35299"/>
                  <a:pt x="75080" y="28015"/>
                  <a:pt x="70225" y="22412"/>
                </a:cubicBezTo>
                <a:cubicBezTo>
                  <a:pt x="65182" y="16996"/>
                  <a:pt x="58458" y="14194"/>
                  <a:pt x="50240" y="14194"/>
                </a:cubicBezTo>
                <a:cubicBezTo>
                  <a:pt x="40902" y="14194"/>
                  <a:pt x="33431" y="16996"/>
                  <a:pt x="27828" y="22225"/>
                </a:cubicBezTo>
                <a:cubicBezTo>
                  <a:pt x="22225" y="27455"/>
                  <a:pt x="18864" y="34925"/>
                  <a:pt x="18116" y="44451"/>
                </a:cubicBezTo>
                <a:lnTo>
                  <a:pt x="77882" y="44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5ACFEE-D858-482A-89CF-C190F5DB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3266" y="380166"/>
            <a:ext cx="91329" cy="144371"/>
          </a:xfrm>
          <a:custGeom xmlns:a="http://schemas.openxmlformats.org/drawingml/2006/main">
            <a:pathLst>
              <a:path w="91329" h="144371">
                <a:moveTo>
                  <a:pt x="74520" y="55283"/>
                </a:moveTo>
                <a:lnTo>
                  <a:pt x="74520" y="0"/>
                </a:lnTo>
                <a:lnTo>
                  <a:pt x="91329" y="0"/>
                </a:lnTo>
                <a:lnTo>
                  <a:pt x="91329" y="141943"/>
                </a:lnTo>
                <a:lnTo>
                  <a:pt x="74520" y="141943"/>
                </a:lnTo>
                <a:lnTo>
                  <a:pt x="74520" y="126628"/>
                </a:lnTo>
                <a:cubicBezTo>
                  <a:pt x="70972" y="132792"/>
                  <a:pt x="66489" y="137274"/>
                  <a:pt x="61073" y="140076"/>
                </a:cubicBezTo>
                <a:cubicBezTo>
                  <a:pt x="55657" y="142877"/>
                  <a:pt x="49307" y="144371"/>
                  <a:pt x="41836" y="144371"/>
                </a:cubicBezTo>
                <a:cubicBezTo>
                  <a:pt x="29509" y="144371"/>
                  <a:pt x="19424" y="139515"/>
                  <a:pt x="11580" y="129803"/>
                </a:cubicBezTo>
                <a:cubicBezTo>
                  <a:pt x="3735" y="120091"/>
                  <a:pt x="0" y="107018"/>
                  <a:pt x="0" y="90956"/>
                </a:cubicBezTo>
                <a:cubicBezTo>
                  <a:pt x="0" y="74894"/>
                  <a:pt x="3735" y="62007"/>
                  <a:pt x="11580" y="52108"/>
                </a:cubicBezTo>
                <a:cubicBezTo>
                  <a:pt x="19424" y="42396"/>
                  <a:pt x="29509" y="37353"/>
                  <a:pt x="41836" y="37353"/>
                </a:cubicBezTo>
                <a:cubicBezTo>
                  <a:pt x="49307" y="37353"/>
                  <a:pt x="55657" y="38848"/>
                  <a:pt x="61073" y="41836"/>
                </a:cubicBezTo>
                <a:cubicBezTo>
                  <a:pt x="66489" y="44824"/>
                  <a:pt x="70972" y="49307"/>
                  <a:pt x="74520" y="55283"/>
                </a:cubicBezTo>
                <a:close/>
                <a:moveTo>
                  <a:pt x="17369" y="90956"/>
                </a:moveTo>
                <a:cubicBezTo>
                  <a:pt x="17369" y="103282"/>
                  <a:pt x="19797" y="112994"/>
                  <a:pt x="24840" y="120091"/>
                </a:cubicBezTo>
                <a:cubicBezTo>
                  <a:pt x="29883" y="127189"/>
                  <a:pt x="36793" y="130550"/>
                  <a:pt x="45758" y="130550"/>
                </a:cubicBezTo>
                <a:cubicBezTo>
                  <a:pt x="54723" y="130550"/>
                  <a:pt x="61633" y="127189"/>
                  <a:pt x="66863" y="120091"/>
                </a:cubicBezTo>
                <a:cubicBezTo>
                  <a:pt x="71905" y="112994"/>
                  <a:pt x="74520" y="103282"/>
                  <a:pt x="74520" y="90956"/>
                </a:cubicBezTo>
                <a:cubicBezTo>
                  <a:pt x="74520" y="78629"/>
                  <a:pt x="71905" y="69104"/>
                  <a:pt x="66863" y="62007"/>
                </a:cubicBezTo>
                <a:cubicBezTo>
                  <a:pt x="61633" y="54910"/>
                  <a:pt x="54723" y="51361"/>
                  <a:pt x="45758" y="51361"/>
                </a:cubicBezTo>
                <a:cubicBezTo>
                  <a:pt x="36793" y="51361"/>
                  <a:pt x="29883" y="54910"/>
                  <a:pt x="24840" y="62007"/>
                </a:cubicBezTo>
                <a:cubicBezTo>
                  <a:pt x="19797" y="69104"/>
                  <a:pt x="17369" y="78629"/>
                  <a:pt x="17369" y="909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E49EDC-1217-4D8C-919D-313F28F5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2797" y="417520"/>
            <a:ext cx="86287" cy="107018"/>
          </a:xfrm>
          <a:custGeom xmlns:a="http://schemas.openxmlformats.org/drawingml/2006/main">
            <a:pathLst>
              <a:path w="86287" h="107018">
                <a:moveTo>
                  <a:pt x="52855" y="53229"/>
                </a:moveTo>
                <a:cubicBezTo>
                  <a:pt x="39221" y="53229"/>
                  <a:pt x="29883" y="54910"/>
                  <a:pt x="24653" y="57898"/>
                </a:cubicBezTo>
                <a:cubicBezTo>
                  <a:pt x="19424" y="61073"/>
                  <a:pt x="16809" y="66302"/>
                  <a:pt x="16809" y="73773"/>
                </a:cubicBezTo>
                <a:cubicBezTo>
                  <a:pt x="16809" y="79750"/>
                  <a:pt x="18677" y="84606"/>
                  <a:pt x="22599" y="87967"/>
                </a:cubicBezTo>
                <a:cubicBezTo>
                  <a:pt x="26521" y="91516"/>
                  <a:pt x="31937" y="93197"/>
                  <a:pt x="38661" y="93197"/>
                </a:cubicBezTo>
                <a:cubicBezTo>
                  <a:pt x="47999" y="93197"/>
                  <a:pt x="55470" y="90022"/>
                  <a:pt x="61073" y="83298"/>
                </a:cubicBezTo>
                <a:cubicBezTo>
                  <a:pt x="66676" y="76761"/>
                  <a:pt x="69477" y="67983"/>
                  <a:pt x="69477" y="56964"/>
                </a:cubicBezTo>
                <a:lnTo>
                  <a:pt x="69477" y="53229"/>
                </a:lnTo>
                <a:lnTo>
                  <a:pt x="52855" y="53229"/>
                </a:lnTo>
                <a:close/>
                <a:moveTo>
                  <a:pt x="86287" y="46318"/>
                </a:moveTo>
                <a:lnTo>
                  <a:pt x="86287" y="104590"/>
                </a:lnTo>
                <a:lnTo>
                  <a:pt x="69477" y="104590"/>
                </a:lnTo>
                <a:lnTo>
                  <a:pt x="69477" y="89088"/>
                </a:lnTo>
                <a:cubicBezTo>
                  <a:pt x="65555" y="95438"/>
                  <a:pt x="60699" y="99921"/>
                  <a:pt x="55096" y="102722"/>
                </a:cubicBezTo>
                <a:cubicBezTo>
                  <a:pt x="49493" y="105524"/>
                  <a:pt x="42396" y="107018"/>
                  <a:pt x="34178" y="107018"/>
                </a:cubicBezTo>
                <a:cubicBezTo>
                  <a:pt x="23719" y="107018"/>
                  <a:pt x="15315" y="104216"/>
                  <a:pt x="9152" y="98426"/>
                </a:cubicBezTo>
                <a:cubicBezTo>
                  <a:pt x="2988" y="92637"/>
                  <a:pt x="0" y="84792"/>
                  <a:pt x="0" y="74894"/>
                </a:cubicBezTo>
                <a:cubicBezTo>
                  <a:pt x="0" y="63501"/>
                  <a:pt x="3735" y="54910"/>
                  <a:pt x="11580" y="48933"/>
                </a:cubicBezTo>
                <a:cubicBezTo>
                  <a:pt x="19237" y="43143"/>
                  <a:pt x="30630" y="40155"/>
                  <a:pt x="45945" y="40155"/>
                </a:cubicBezTo>
                <a:lnTo>
                  <a:pt x="69477" y="40155"/>
                </a:lnTo>
                <a:lnTo>
                  <a:pt x="69477" y="38474"/>
                </a:lnTo>
                <a:cubicBezTo>
                  <a:pt x="69477" y="30817"/>
                  <a:pt x="66863" y="24840"/>
                  <a:pt x="61820" y="20544"/>
                </a:cubicBezTo>
                <a:cubicBezTo>
                  <a:pt x="56777" y="16436"/>
                  <a:pt x="49680" y="14194"/>
                  <a:pt x="40529" y="14194"/>
                </a:cubicBezTo>
                <a:cubicBezTo>
                  <a:pt x="34552" y="14194"/>
                  <a:pt x="28949" y="14941"/>
                  <a:pt x="23346" y="16436"/>
                </a:cubicBezTo>
                <a:cubicBezTo>
                  <a:pt x="17743" y="17930"/>
                  <a:pt x="12513" y="19984"/>
                  <a:pt x="7471" y="22599"/>
                </a:cubicBezTo>
                <a:lnTo>
                  <a:pt x="7471" y="7097"/>
                </a:lnTo>
                <a:cubicBezTo>
                  <a:pt x="13447" y="4856"/>
                  <a:pt x="19424" y="2988"/>
                  <a:pt x="25214" y="1868"/>
                </a:cubicBezTo>
                <a:cubicBezTo>
                  <a:pt x="31003" y="747"/>
                  <a:pt x="36606" y="0"/>
                  <a:pt x="42209" y="0"/>
                </a:cubicBezTo>
                <a:cubicBezTo>
                  <a:pt x="56964" y="0"/>
                  <a:pt x="67983" y="3922"/>
                  <a:pt x="75267" y="11580"/>
                </a:cubicBezTo>
                <a:cubicBezTo>
                  <a:pt x="82551" y="19237"/>
                  <a:pt x="86287" y="30817"/>
                  <a:pt x="86287" y="463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C3F8C7-607D-484C-B7BD-54C8B717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1122" y="390999"/>
            <a:ext cx="63688" cy="131111"/>
          </a:xfrm>
          <a:custGeom xmlns:a="http://schemas.openxmlformats.org/drawingml/2006/main">
            <a:pathLst>
              <a:path w="63688" h="131111">
                <a:moveTo>
                  <a:pt x="29136" y="0"/>
                </a:moveTo>
                <a:lnTo>
                  <a:pt x="29136" y="28949"/>
                </a:lnTo>
                <a:lnTo>
                  <a:pt x="63688" y="28949"/>
                </a:lnTo>
                <a:lnTo>
                  <a:pt x="63688" y="42023"/>
                </a:lnTo>
                <a:lnTo>
                  <a:pt x="29136" y="42023"/>
                </a:lnTo>
                <a:lnTo>
                  <a:pt x="29136" y="97493"/>
                </a:lnTo>
                <a:cubicBezTo>
                  <a:pt x="29136" y="105897"/>
                  <a:pt x="30256" y="111313"/>
                  <a:pt x="32498" y="113555"/>
                </a:cubicBezTo>
                <a:cubicBezTo>
                  <a:pt x="34739" y="115983"/>
                  <a:pt x="39408" y="117103"/>
                  <a:pt x="46505" y="117103"/>
                </a:cubicBezTo>
                <a:lnTo>
                  <a:pt x="63688" y="117103"/>
                </a:lnTo>
                <a:lnTo>
                  <a:pt x="63688" y="131111"/>
                </a:lnTo>
                <a:lnTo>
                  <a:pt x="46505" y="131111"/>
                </a:lnTo>
                <a:cubicBezTo>
                  <a:pt x="33431" y="131111"/>
                  <a:pt x="24467" y="128683"/>
                  <a:pt x="19611" y="123827"/>
                </a:cubicBezTo>
                <a:cubicBezTo>
                  <a:pt x="14755" y="118971"/>
                  <a:pt x="12327" y="110193"/>
                  <a:pt x="12327" y="97493"/>
                </a:cubicBezTo>
                <a:lnTo>
                  <a:pt x="12327" y="42023"/>
                </a:lnTo>
                <a:lnTo>
                  <a:pt x="0" y="42023"/>
                </a:lnTo>
                <a:lnTo>
                  <a:pt x="0" y="28949"/>
                </a:lnTo>
                <a:lnTo>
                  <a:pt x="12327" y="28949"/>
                </a:lnTo>
                <a:lnTo>
                  <a:pt x="12327" y="0"/>
                </a:lnTo>
                <a:lnTo>
                  <a:pt x="291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673EA3-9A56-4D91-AF99-62667B13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499" y="417520"/>
            <a:ext cx="86287" cy="107018"/>
          </a:xfrm>
          <a:custGeom xmlns:a="http://schemas.openxmlformats.org/drawingml/2006/main">
            <a:pathLst>
              <a:path w="86287" h="107018">
                <a:moveTo>
                  <a:pt x="52855" y="53229"/>
                </a:moveTo>
                <a:cubicBezTo>
                  <a:pt x="39221" y="53229"/>
                  <a:pt x="29883" y="54910"/>
                  <a:pt x="24653" y="57898"/>
                </a:cubicBezTo>
                <a:cubicBezTo>
                  <a:pt x="19424" y="61073"/>
                  <a:pt x="16809" y="66302"/>
                  <a:pt x="16809" y="73773"/>
                </a:cubicBezTo>
                <a:cubicBezTo>
                  <a:pt x="16809" y="79750"/>
                  <a:pt x="18677" y="84606"/>
                  <a:pt x="22599" y="87967"/>
                </a:cubicBezTo>
                <a:cubicBezTo>
                  <a:pt x="26521" y="91516"/>
                  <a:pt x="31937" y="93197"/>
                  <a:pt x="38661" y="93197"/>
                </a:cubicBezTo>
                <a:cubicBezTo>
                  <a:pt x="47999" y="93197"/>
                  <a:pt x="55470" y="90022"/>
                  <a:pt x="61073" y="83298"/>
                </a:cubicBezTo>
                <a:cubicBezTo>
                  <a:pt x="66676" y="76761"/>
                  <a:pt x="69477" y="67983"/>
                  <a:pt x="69477" y="56964"/>
                </a:cubicBezTo>
                <a:lnTo>
                  <a:pt x="69477" y="53229"/>
                </a:lnTo>
                <a:lnTo>
                  <a:pt x="52855" y="53229"/>
                </a:lnTo>
                <a:close/>
                <a:moveTo>
                  <a:pt x="86287" y="46318"/>
                </a:moveTo>
                <a:lnTo>
                  <a:pt x="86287" y="104590"/>
                </a:lnTo>
                <a:lnTo>
                  <a:pt x="69477" y="104590"/>
                </a:lnTo>
                <a:lnTo>
                  <a:pt x="69477" y="89088"/>
                </a:lnTo>
                <a:cubicBezTo>
                  <a:pt x="65555" y="95438"/>
                  <a:pt x="60699" y="99921"/>
                  <a:pt x="55096" y="102722"/>
                </a:cubicBezTo>
                <a:cubicBezTo>
                  <a:pt x="49493" y="105524"/>
                  <a:pt x="42396" y="107018"/>
                  <a:pt x="34178" y="107018"/>
                </a:cubicBezTo>
                <a:cubicBezTo>
                  <a:pt x="23719" y="107018"/>
                  <a:pt x="15315" y="104216"/>
                  <a:pt x="9152" y="98426"/>
                </a:cubicBezTo>
                <a:cubicBezTo>
                  <a:pt x="2988" y="92637"/>
                  <a:pt x="0" y="84792"/>
                  <a:pt x="0" y="74894"/>
                </a:cubicBezTo>
                <a:cubicBezTo>
                  <a:pt x="0" y="63501"/>
                  <a:pt x="3735" y="54910"/>
                  <a:pt x="11580" y="48933"/>
                </a:cubicBezTo>
                <a:cubicBezTo>
                  <a:pt x="19237" y="43143"/>
                  <a:pt x="30630" y="40155"/>
                  <a:pt x="45945" y="40155"/>
                </a:cubicBezTo>
                <a:lnTo>
                  <a:pt x="69477" y="40155"/>
                </a:lnTo>
                <a:lnTo>
                  <a:pt x="69477" y="38474"/>
                </a:lnTo>
                <a:cubicBezTo>
                  <a:pt x="69477" y="30817"/>
                  <a:pt x="66863" y="24840"/>
                  <a:pt x="61820" y="20544"/>
                </a:cubicBezTo>
                <a:cubicBezTo>
                  <a:pt x="56777" y="16436"/>
                  <a:pt x="49680" y="14194"/>
                  <a:pt x="40529" y="14194"/>
                </a:cubicBezTo>
                <a:cubicBezTo>
                  <a:pt x="34552" y="14194"/>
                  <a:pt x="28949" y="14941"/>
                  <a:pt x="23346" y="16436"/>
                </a:cubicBezTo>
                <a:cubicBezTo>
                  <a:pt x="17743" y="17930"/>
                  <a:pt x="12513" y="19984"/>
                  <a:pt x="7471" y="22599"/>
                </a:cubicBezTo>
                <a:lnTo>
                  <a:pt x="7471" y="7097"/>
                </a:lnTo>
                <a:cubicBezTo>
                  <a:pt x="13447" y="4856"/>
                  <a:pt x="19424" y="2988"/>
                  <a:pt x="25214" y="1868"/>
                </a:cubicBezTo>
                <a:cubicBezTo>
                  <a:pt x="31003" y="747"/>
                  <a:pt x="36606" y="0"/>
                  <a:pt x="42209" y="0"/>
                </a:cubicBezTo>
                <a:cubicBezTo>
                  <a:pt x="56964" y="0"/>
                  <a:pt x="67983" y="3922"/>
                  <a:pt x="75267" y="11580"/>
                </a:cubicBezTo>
                <a:cubicBezTo>
                  <a:pt x="82551" y="19237"/>
                  <a:pt x="86287" y="30817"/>
                  <a:pt x="86287" y="463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86E0EA-A7E9-4E63-AA37-0D0A2D49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867" y="417520"/>
            <a:ext cx="78069" cy="107018"/>
          </a:xfrm>
          <a:custGeom xmlns:a="http://schemas.openxmlformats.org/drawingml/2006/main">
            <a:pathLst>
              <a:path w="78069" h="107018">
                <a:moveTo>
                  <a:pt x="72652" y="5416"/>
                </a:moveTo>
                <a:lnTo>
                  <a:pt x="72652" y="21291"/>
                </a:lnTo>
                <a:cubicBezTo>
                  <a:pt x="67797" y="19050"/>
                  <a:pt x="62941" y="17183"/>
                  <a:pt x="57898" y="15875"/>
                </a:cubicBezTo>
                <a:cubicBezTo>
                  <a:pt x="52668" y="14755"/>
                  <a:pt x="47439" y="14008"/>
                  <a:pt x="42023" y="14008"/>
                </a:cubicBezTo>
                <a:cubicBezTo>
                  <a:pt x="33618" y="14008"/>
                  <a:pt x="27268" y="15315"/>
                  <a:pt x="23159" y="17930"/>
                </a:cubicBezTo>
                <a:cubicBezTo>
                  <a:pt x="19050" y="20544"/>
                  <a:pt x="16996" y="24280"/>
                  <a:pt x="16996" y="29322"/>
                </a:cubicBezTo>
                <a:cubicBezTo>
                  <a:pt x="16996" y="33245"/>
                  <a:pt x="18490" y="36233"/>
                  <a:pt x="21478" y="38474"/>
                </a:cubicBezTo>
                <a:cubicBezTo>
                  <a:pt x="24467" y="40715"/>
                  <a:pt x="30443" y="42956"/>
                  <a:pt x="39408" y="44824"/>
                </a:cubicBezTo>
                <a:lnTo>
                  <a:pt x="45198" y="46132"/>
                </a:lnTo>
                <a:cubicBezTo>
                  <a:pt x="57151" y="48746"/>
                  <a:pt x="65555" y="52482"/>
                  <a:pt x="70598" y="56964"/>
                </a:cubicBezTo>
                <a:cubicBezTo>
                  <a:pt x="75454" y="61633"/>
                  <a:pt x="78069" y="68170"/>
                  <a:pt x="78069" y="76388"/>
                </a:cubicBezTo>
                <a:cubicBezTo>
                  <a:pt x="78069" y="85913"/>
                  <a:pt x="74333" y="93384"/>
                  <a:pt x="66863" y="98800"/>
                </a:cubicBezTo>
                <a:cubicBezTo>
                  <a:pt x="59392" y="104403"/>
                  <a:pt x="48933" y="107018"/>
                  <a:pt x="35859" y="107018"/>
                </a:cubicBezTo>
                <a:cubicBezTo>
                  <a:pt x="30256" y="107018"/>
                  <a:pt x="24653" y="106457"/>
                  <a:pt x="18677" y="105524"/>
                </a:cubicBezTo>
                <a:cubicBezTo>
                  <a:pt x="12700" y="104590"/>
                  <a:pt x="6537" y="103096"/>
                  <a:pt x="0" y="100854"/>
                </a:cubicBezTo>
                <a:lnTo>
                  <a:pt x="0" y="83485"/>
                </a:lnTo>
                <a:cubicBezTo>
                  <a:pt x="6163" y="86847"/>
                  <a:pt x="12327" y="89275"/>
                  <a:pt x="18303" y="90769"/>
                </a:cubicBezTo>
                <a:cubicBezTo>
                  <a:pt x="24280" y="92450"/>
                  <a:pt x="30256" y="93197"/>
                  <a:pt x="36233" y="93197"/>
                </a:cubicBezTo>
                <a:cubicBezTo>
                  <a:pt x="44077" y="93197"/>
                  <a:pt x="50240" y="91890"/>
                  <a:pt x="54536" y="89275"/>
                </a:cubicBezTo>
                <a:cubicBezTo>
                  <a:pt x="58645" y="86660"/>
                  <a:pt x="60886" y="82738"/>
                  <a:pt x="60886" y="77695"/>
                </a:cubicBezTo>
                <a:cubicBezTo>
                  <a:pt x="60886" y="73213"/>
                  <a:pt x="59205" y="69664"/>
                  <a:pt x="56217" y="67236"/>
                </a:cubicBezTo>
                <a:cubicBezTo>
                  <a:pt x="53229" y="64808"/>
                  <a:pt x="46505" y="62380"/>
                  <a:pt x="36046" y="60139"/>
                </a:cubicBezTo>
                <a:lnTo>
                  <a:pt x="30256" y="58832"/>
                </a:lnTo>
                <a:cubicBezTo>
                  <a:pt x="19797" y="56591"/>
                  <a:pt x="12140" y="53229"/>
                  <a:pt x="7657" y="48746"/>
                </a:cubicBezTo>
                <a:cubicBezTo>
                  <a:pt x="2988" y="44264"/>
                  <a:pt x="747" y="38101"/>
                  <a:pt x="747" y="30070"/>
                </a:cubicBezTo>
                <a:cubicBezTo>
                  <a:pt x="747" y="20544"/>
                  <a:pt x="4109" y="13074"/>
                  <a:pt x="10833" y="7844"/>
                </a:cubicBezTo>
                <a:cubicBezTo>
                  <a:pt x="17556" y="2615"/>
                  <a:pt x="27268" y="0"/>
                  <a:pt x="39968" y="0"/>
                </a:cubicBezTo>
                <a:cubicBezTo>
                  <a:pt x="46132" y="0"/>
                  <a:pt x="51921" y="560"/>
                  <a:pt x="57524" y="1494"/>
                </a:cubicBezTo>
                <a:cubicBezTo>
                  <a:pt x="62941" y="2428"/>
                  <a:pt x="67983" y="3735"/>
                  <a:pt x="72652" y="54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21A4BB-4596-4DB4-BC4A-76E4E664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359" y="417520"/>
            <a:ext cx="94691" cy="107018"/>
          </a:xfrm>
          <a:custGeom xmlns:a="http://schemas.openxmlformats.org/drawingml/2006/main">
            <a:pathLst>
              <a:path w="94691" h="107018">
                <a:moveTo>
                  <a:pt x="94691" y="49307"/>
                </a:moveTo>
                <a:lnTo>
                  <a:pt x="94691" y="57524"/>
                </a:lnTo>
                <a:lnTo>
                  <a:pt x="17556" y="57524"/>
                </a:lnTo>
                <a:cubicBezTo>
                  <a:pt x="18303" y="69104"/>
                  <a:pt x="21665" y="78069"/>
                  <a:pt x="28015" y="84045"/>
                </a:cubicBezTo>
                <a:cubicBezTo>
                  <a:pt x="34178" y="90022"/>
                  <a:pt x="42770" y="93010"/>
                  <a:pt x="53976" y="93010"/>
                </a:cubicBezTo>
                <a:cubicBezTo>
                  <a:pt x="60326" y="93010"/>
                  <a:pt x="66676" y="92263"/>
                  <a:pt x="72652" y="90769"/>
                </a:cubicBezTo>
                <a:cubicBezTo>
                  <a:pt x="78629" y="89275"/>
                  <a:pt x="84792" y="86847"/>
                  <a:pt x="90769" y="83485"/>
                </a:cubicBezTo>
                <a:lnTo>
                  <a:pt x="90769" y="99360"/>
                </a:lnTo>
                <a:cubicBezTo>
                  <a:pt x="84792" y="101975"/>
                  <a:pt x="78629" y="104029"/>
                  <a:pt x="72279" y="105150"/>
                </a:cubicBezTo>
                <a:cubicBezTo>
                  <a:pt x="65929" y="106271"/>
                  <a:pt x="59392" y="107018"/>
                  <a:pt x="53042" y="107018"/>
                </a:cubicBezTo>
                <a:cubicBezTo>
                  <a:pt x="36606" y="107018"/>
                  <a:pt x="23719" y="102349"/>
                  <a:pt x="14194" y="93010"/>
                </a:cubicBezTo>
                <a:cubicBezTo>
                  <a:pt x="4669" y="83672"/>
                  <a:pt x="0" y="70785"/>
                  <a:pt x="0" y="54536"/>
                </a:cubicBezTo>
                <a:cubicBezTo>
                  <a:pt x="0" y="37914"/>
                  <a:pt x="4482" y="24653"/>
                  <a:pt x="13447" y="14755"/>
                </a:cubicBezTo>
                <a:cubicBezTo>
                  <a:pt x="22412" y="5043"/>
                  <a:pt x="34739" y="0"/>
                  <a:pt x="50054" y="0"/>
                </a:cubicBezTo>
                <a:cubicBezTo>
                  <a:pt x="63874" y="0"/>
                  <a:pt x="74707" y="4482"/>
                  <a:pt x="82738" y="13260"/>
                </a:cubicBezTo>
                <a:cubicBezTo>
                  <a:pt x="90582" y="22225"/>
                  <a:pt x="94691" y="34178"/>
                  <a:pt x="94691" y="49307"/>
                </a:cubicBezTo>
                <a:close/>
                <a:moveTo>
                  <a:pt x="77882" y="44451"/>
                </a:moveTo>
                <a:cubicBezTo>
                  <a:pt x="77695" y="35299"/>
                  <a:pt x="75080" y="28015"/>
                  <a:pt x="70225" y="22412"/>
                </a:cubicBezTo>
                <a:cubicBezTo>
                  <a:pt x="65182" y="16996"/>
                  <a:pt x="58458" y="14194"/>
                  <a:pt x="50240" y="14194"/>
                </a:cubicBezTo>
                <a:cubicBezTo>
                  <a:pt x="40902" y="14194"/>
                  <a:pt x="33431" y="16996"/>
                  <a:pt x="27828" y="22225"/>
                </a:cubicBezTo>
                <a:cubicBezTo>
                  <a:pt x="22225" y="27455"/>
                  <a:pt x="18864" y="34925"/>
                  <a:pt x="18116" y="44451"/>
                </a:cubicBezTo>
                <a:lnTo>
                  <a:pt x="77882" y="44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BA4200-E77D-4C68-97AF-7FB4A37A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991" y="390999"/>
            <a:ext cx="63688" cy="131111"/>
          </a:xfrm>
          <a:custGeom xmlns:a="http://schemas.openxmlformats.org/drawingml/2006/main">
            <a:pathLst>
              <a:path w="63688" h="131111">
                <a:moveTo>
                  <a:pt x="29136" y="0"/>
                </a:moveTo>
                <a:lnTo>
                  <a:pt x="29136" y="28949"/>
                </a:lnTo>
                <a:lnTo>
                  <a:pt x="63688" y="28949"/>
                </a:lnTo>
                <a:lnTo>
                  <a:pt x="63688" y="42023"/>
                </a:lnTo>
                <a:lnTo>
                  <a:pt x="29136" y="42023"/>
                </a:lnTo>
                <a:lnTo>
                  <a:pt x="29136" y="97493"/>
                </a:lnTo>
                <a:cubicBezTo>
                  <a:pt x="29136" y="105897"/>
                  <a:pt x="30256" y="111313"/>
                  <a:pt x="32498" y="113555"/>
                </a:cubicBezTo>
                <a:cubicBezTo>
                  <a:pt x="34739" y="115983"/>
                  <a:pt x="39408" y="117103"/>
                  <a:pt x="46505" y="117103"/>
                </a:cubicBezTo>
                <a:lnTo>
                  <a:pt x="63688" y="117103"/>
                </a:lnTo>
                <a:lnTo>
                  <a:pt x="63688" y="131111"/>
                </a:lnTo>
                <a:lnTo>
                  <a:pt x="46505" y="131111"/>
                </a:lnTo>
                <a:cubicBezTo>
                  <a:pt x="33431" y="131111"/>
                  <a:pt x="24467" y="128683"/>
                  <a:pt x="19611" y="123827"/>
                </a:cubicBezTo>
                <a:cubicBezTo>
                  <a:pt x="14755" y="118971"/>
                  <a:pt x="12327" y="110193"/>
                  <a:pt x="12327" y="97493"/>
                </a:cubicBezTo>
                <a:lnTo>
                  <a:pt x="12327" y="42023"/>
                </a:lnTo>
                <a:lnTo>
                  <a:pt x="0" y="42023"/>
                </a:lnTo>
                <a:lnTo>
                  <a:pt x="0" y="28949"/>
                </a:lnTo>
                <a:lnTo>
                  <a:pt x="12327" y="28949"/>
                </a:lnTo>
                <a:lnTo>
                  <a:pt x="12327" y="0"/>
                </a:lnTo>
                <a:lnTo>
                  <a:pt x="291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902640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2026-09-05T08:54:58.2000000Z</dcterms:created>
  <dcterms:modified xsi:type="dcterms:W3CDTF">2026-09-05T08:54:58.2000000Z</dcterms:modified>
</coreProperties>
</file>