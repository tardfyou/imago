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8ee8d17254134" /><Relationship Type="http://schemas.openxmlformats.org/officeDocument/2006/relationships/extended-properties" Target="/docProps/app.xml" Id="Rcce58624c4384b0a" /><Relationship Type="http://schemas.openxmlformats.org/officeDocument/2006/relationships/officeDocument" Target="/ppt/presentation.xml" Id="R5de1abada14b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6844ee33b404b"/>
  </p:sldMasterIdLst>
  <p:notesMasterIdLst>
    <p:notesMasterId xmlns:r="http://schemas.openxmlformats.org/officeDocument/2006/relationships" r:id="R78f508e8bf47443d"/>
  </p:notesMasterIdLst>
  <p:sldIdLst>
    <p:sldId xmlns:r="http://schemas.openxmlformats.org/officeDocument/2006/relationships" id="256" r:id="Rb8094052161f4bab"/>
  </p:sldIdLst>
  <p:sldSz cx="7229475" cy="4257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31a30d36a44e66" /><Relationship Type="http://schemas.openxmlformats.org/officeDocument/2006/relationships/slideMaster" Target="/ppt/slideMasters/slideMaster1.xml" Id="R7506844ee33b404b" /><Relationship Type="http://schemas.openxmlformats.org/officeDocument/2006/relationships/notesMaster" Target="/ppt/notesMasters/notesMaster1.xml" Id="R78f508e8bf47443d" /><Relationship Type="http://schemas.openxmlformats.org/officeDocument/2006/relationships/presProps" Target="/ppt/presProps.xml" Id="R02ca7bbdf51b44f4" /><Relationship Type="http://schemas.openxmlformats.org/officeDocument/2006/relationships/tableStyles" Target="/ppt/tableStyles.xml" Id="R70935e16d5fb4b6c" /><Relationship Type="http://schemas.openxmlformats.org/officeDocument/2006/relationships/slide" Target="/ppt/slides/slide1.xml" Id="Rb8094052161f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4f62852f445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2ec99ad17480e" /><Relationship Type="http://schemas.openxmlformats.org/officeDocument/2006/relationships/notesMaster" Target="/ppt/notesMasters/notesMaster1.xml" Id="Re7b954f4c2094ac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素材ID：SE-037</ns1:t>
            </ns1:r>
          </ns1:p>
          <ns1:p>
            <ns1:r>
              <ns1:t>论文：TEPHRA: Principled Discovery of Fuzzer Limitations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类型：方法细节</ns1:t>
            </ns1:r>
          </ns1:p>
          <ns1:p>
            <ns1:r>
              <ns1:t>借鉴点：彩色字节区段、语法规则和合成代码用细线和弧线联系，适合讲解输入结构与语义约束如何绑定。</ns1:t>
            </ns1:r>
          </ns1:p>
          <ns1:p>
            <ns1:r>
              <ns1:t>论文URL：https://ucsrl.de/publications/ase25-tephra.pdf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58092156e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7ab97f24340b1" /><Relationship Type="http://schemas.openxmlformats.org/officeDocument/2006/relationships/slideLayout" Target="/ppt/slideLayouts/slideLayout1.xml" Id="Rb2129e846a5a44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29e846a5a44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cd6344de4192" /><Relationship Type="http://schemas.openxmlformats.org/officeDocument/2006/relationships/notesSlide" Target="/ppt/notesSlides/notesSlide1.xml" Id="Rbd1b1738f2db4a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C78E3-F3C8-4C76-8406-B7390472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72631"/>
            <a:ext cx="7173903" cy="4149868"/>
          </a:xfrm>
          <a:custGeom xmlns:a="http://schemas.openxmlformats.org/drawingml/2006/main">
            <a:pathLst>
              <a:path w="7173903" h="4149868">
                <a:moveTo>
                  <a:pt x="7173903" y="0"/>
                </a:moveTo>
                <a:lnTo>
                  <a:pt x="0" y="0"/>
                </a:lnTo>
                <a:lnTo>
                  <a:pt x="0" y="4149868"/>
                </a:lnTo>
                <a:lnTo>
                  <a:pt x="7173903" y="4149868"/>
                </a:lnTo>
                <a:lnTo>
                  <a:pt x="717390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8B9FA-0A12-454C-90ED-3226290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106" y="2248949"/>
            <a:ext cx="176354" cy="264532"/>
          </a:xfrm>
          <a:custGeom xmlns:a="http://schemas.openxmlformats.org/drawingml/2006/main">
            <a:pathLst>
              <a:path w="176354" h="264532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66523-6376-4C49-A772-233AE4B8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106" y="2248949"/>
            <a:ext cx="176354" cy="264532"/>
          </a:xfrm>
          <a:custGeom xmlns:a="http://schemas.openxmlformats.org/drawingml/2006/main">
            <a:pathLst>
              <a:path w="176354" h="264532" fill="none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C8EBF">
                <a:alpha val="50000"/>
              </a:srgbClr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347EA-4668-42CA-9F75-B84FA0A6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93" y="1966782"/>
            <a:ext cx="176354" cy="264532"/>
          </a:xfrm>
          <a:custGeom xmlns:a="http://schemas.openxmlformats.org/drawingml/2006/main">
            <a:pathLst>
              <a:path w="176354" h="264532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DC8EF-9AD4-4753-82DF-1F68A75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293" y="1966782"/>
            <a:ext cx="176354" cy="264532"/>
          </a:xfrm>
          <a:custGeom xmlns:a="http://schemas.openxmlformats.org/drawingml/2006/main">
            <a:pathLst>
              <a:path w="176354" h="264532" fill="none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9673A6">
                <a:alpha val="50000"/>
              </a:srgbClr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F700C-05FC-4FBE-9733-D631B61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549" y="1966782"/>
            <a:ext cx="176354" cy="264532"/>
          </a:xfrm>
          <a:custGeom xmlns:a="http://schemas.openxmlformats.org/drawingml/2006/main">
            <a:pathLst>
              <a:path w="176354" h="264532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29159-6370-4CB9-812A-F58E13C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549" y="1966782"/>
            <a:ext cx="176354" cy="264532"/>
          </a:xfrm>
          <a:custGeom xmlns:a="http://schemas.openxmlformats.org/drawingml/2006/main">
            <a:pathLst>
              <a:path w="176354" h="264532" fill="none">
                <a:moveTo>
                  <a:pt x="0" y="0"/>
                </a:moveTo>
                <a:lnTo>
                  <a:pt x="176354" y="0"/>
                </a:lnTo>
                <a:lnTo>
                  <a:pt x="176354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82B366">
                <a:alpha val="50000"/>
              </a:srgbClr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D9E0B-501D-4187-82A7-245B8F0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713" y="1852152"/>
            <a:ext cx="3262557" cy="2028076"/>
          </a:xfrm>
          <a:custGeom xmlns:a="http://schemas.openxmlformats.org/drawingml/2006/main">
            <a:pathLst>
              <a:path w="3262557" h="2028076" fill="none">
                <a:moveTo>
                  <a:pt x="0" y="0"/>
                </a:moveTo>
                <a:lnTo>
                  <a:pt x="3262557" y="0"/>
                </a:lnTo>
                <a:lnTo>
                  <a:pt x="3262557" y="2028076"/>
                </a:lnTo>
                <a:lnTo>
                  <a:pt x="0" y="20280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7DEA1-740E-453C-9289-6BF0B9E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6" y="2116683"/>
            <a:ext cx="3438912" cy="1587190"/>
          </a:xfrm>
          <a:custGeom xmlns:a="http://schemas.openxmlformats.org/drawingml/2006/main">
            <a:pathLst>
              <a:path w="3438912" h="1587190" fill="none">
                <a:moveTo>
                  <a:pt x="238078" y="0"/>
                </a:moveTo>
                <a:lnTo>
                  <a:pt x="3200833" y="0"/>
                </a:lnTo>
                <a:cubicBezTo>
                  <a:pt x="3208631" y="0"/>
                  <a:pt x="3216410" y="383"/>
                  <a:pt x="3224169" y="1147"/>
                </a:cubicBezTo>
                <a:cubicBezTo>
                  <a:pt x="3231929" y="1911"/>
                  <a:pt x="3239633" y="3053"/>
                  <a:pt x="3247280" y="4574"/>
                </a:cubicBezTo>
                <a:cubicBezTo>
                  <a:pt x="3254928" y="6096"/>
                  <a:pt x="3262482" y="7988"/>
                  <a:pt x="3269944" y="10251"/>
                </a:cubicBezTo>
                <a:cubicBezTo>
                  <a:pt x="3277405" y="12515"/>
                  <a:pt x="3284738" y="15139"/>
                  <a:pt x="3291942" y="18122"/>
                </a:cubicBezTo>
                <a:cubicBezTo>
                  <a:pt x="3299146" y="21106"/>
                  <a:pt x="3306186" y="24436"/>
                  <a:pt x="3313063" y="28112"/>
                </a:cubicBezTo>
                <a:cubicBezTo>
                  <a:pt x="3319939" y="31788"/>
                  <a:pt x="3326620" y="35791"/>
                  <a:pt x="3333102" y="40123"/>
                </a:cubicBezTo>
                <a:cubicBezTo>
                  <a:pt x="3339586" y="44455"/>
                  <a:pt x="3345841" y="49095"/>
                  <a:pt x="3351869" y="54041"/>
                </a:cubicBezTo>
                <a:cubicBezTo>
                  <a:pt x="3357896" y="58988"/>
                  <a:pt x="3363666" y="64218"/>
                  <a:pt x="3369180" y="69731"/>
                </a:cubicBezTo>
                <a:cubicBezTo>
                  <a:pt x="3374694" y="75245"/>
                  <a:pt x="3379924" y="81015"/>
                  <a:pt x="3384870" y="87043"/>
                </a:cubicBezTo>
                <a:cubicBezTo>
                  <a:pt x="3389817" y="93071"/>
                  <a:pt x="3394456" y="99325"/>
                  <a:pt x="3398788" y="105809"/>
                </a:cubicBezTo>
                <a:cubicBezTo>
                  <a:pt x="3403120" y="112292"/>
                  <a:pt x="3407124" y="118972"/>
                  <a:pt x="3410800" y="125849"/>
                </a:cubicBezTo>
                <a:cubicBezTo>
                  <a:pt x="3414475" y="132725"/>
                  <a:pt x="3417805" y="139766"/>
                  <a:pt x="3420789" y="146969"/>
                </a:cubicBezTo>
                <a:cubicBezTo>
                  <a:pt x="3423772" y="154173"/>
                  <a:pt x="3426397" y="161506"/>
                  <a:pt x="3428660" y="168968"/>
                </a:cubicBezTo>
                <a:cubicBezTo>
                  <a:pt x="3430924" y="176429"/>
                  <a:pt x="3432816" y="183984"/>
                  <a:pt x="3434337" y="191631"/>
                </a:cubicBezTo>
                <a:cubicBezTo>
                  <a:pt x="3435858" y="199279"/>
                  <a:pt x="3437001" y="206983"/>
                  <a:pt x="3437765" y="214743"/>
                </a:cubicBezTo>
                <a:cubicBezTo>
                  <a:pt x="3438530" y="222503"/>
                  <a:pt x="3438912" y="230281"/>
                  <a:pt x="3438912" y="238078"/>
                </a:cubicBezTo>
                <a:lnTo>
                  <a:pt x="3438912" y="1349111"/>
                </a:lnTo>
                <a:cubicBezTo>
                  <a:pt x="3438912" y="1356909"/>
                  <a:pt x="3438530" y="1364687"/>
                  <a:pt x="3437765" y="1372448"/>
                </a:cubicBezTo>
                <a:cubicBezTo>
                  <a:pt x="3437001" y="1380207"/>
                  <a:pt x="3435858" y="1387911"/>
                  <a:pt x="3434337" y="1395558"/>
                </a:cubicBezTo>
                <a:cubicBezTo>
                  <a:pt x="3432816" y="1403206"/>
                  <a:pt x="3430924" y="1410761"/>
                  <a:pt x="3428660" y="1418222"/>
                </a:cubicBezTo>
                <a:cubicBezTo>
                  <a:pt x="3426397" y="1425684"/>
                  <a:pt x="3423773" y="1433016"/>
                  <a:pt x="3420789" y="1440220"/>
                </a:cubicBezTo>
                <a:cubicBezTo>
                  <a:pt x="3417805" y="1447424"/>
                  <a:pt x="3414475" y="1454464"/>
                  <a:pt x="3410800" y="1461341"/>
                </a:cubicBezTo>
                <a:cubicBezTo>
                  <a:pt x="3407124" y="1468218"/>
                  <a:pt x="3403120" y="1474897"/>
                  <a:pt x="3398788" y="1481380"/>
                </a:cubicBezTo>
                <a:cubicBezTo>
                  <a:pt x="3394456" y="1487864"/>
                  <a:pt x="3389817" y="1494119"/>
                  <a:pt x="3384870" y="1500146"/>
                </a:cubicBezTo>
                <a:cubicBezTo>
                  <a:pt x="3379924" y="1506174"/>
                  <a:pt x="3374694" y="1511945"/>
                  <a:pt x="3369180" y="1517458"/>
                </a:cubicBezTo>
                <a:cubicBezTo>
                  <a:pt x="3363666" y="1522972"/>
                  <a:pt x="3357896" y="1528202"/>
                  <a:pt x="3351869" y="1533149"/>
                </a:cubicBezTo>
                <a:cubicBezTo>
                  <a:pt x="3345841" y="1538095"/>
                  <a:pt x="3339586" y="1542734"/>
                  <a:pt x="3333103" y="1547066"/>
                </a:cubicBezTo>
                <a:cubicBezTo>
                  <a:pt x="3326620" y="1551398"/>
                  <a:pt x="3319940" y="1555402"/>
                  <a:pt x="3313063" y="1559077"/>
                </a:cubicBezTo>
                <a:cubicBezTo>
                  <a:pt x="3306186" y="1562753"/>
                  <a:pt x="3299146" y="1566083"/>
                  <a:pt x="3291942" y="1569067"/>
                </a:cubicBezTo>
                <a:cubicBezTo>
                  <a:pt x="3284738" y="1572051"/>
                  <a:pt x="3277405" y="1574675"/>
                  <a:pt x="3269944" y="1576938"/>
                </a:cubicBezTo>
                <a:cubicBezTo>
                  <a:pt x="3262482" y="1579202"/>
                  <a:pt x="3254928" y="1581094"/>
                  <a:pt x="3247280" y="1582615"/>
                </a:cubicBezTo>
                <a:cubicBezTo>
                  <a:pt x="3239633" y="1584136"/>
                  <a:pt x="3231929" y="1585279"/>
                  <a:pt x="3224169" y="1586043"/>
                </a:cubicBezTo>
                <a:cubicBezTo>
                  <a:pt x="3216410" y="1586808"/>
                  <a:pt x="3208631" y="1587190"/>
                  <a:pt x="3200833" y="1587190"/>
                </a:cubicBezTo>
                <a:lnTo>
                  <a:pt x="238078" y="1587190"/>
                </a:lnTo>
                <a:cubicBezTo>
                  <a:pt x="230281" y="1587190"/>
                  <a:pt x="222503" y="1586808"/>
                  <a:pt x="214743" y="1586043"/>
                </a:cubicBezTo>
                <a:cubicBezTo>
                  <a:pt x="206983" y="1585279"/>
                  <a:pt x="199279" y="1584136"/>
                  <a:pt x="191632" y="1582615"/>
                </a:cubicBezTo>
                <a:cubicBezTo>
                  <a:pt x="183984" y="1581094"/>
                  <a:pt x="176430" y="1579202"/>
                  <a:pt x="168968" y="1576938"/>
                </a:cubicBezTo>
                <a:cubicBezTo>
                  <a:pt x="161506" y="1574675"/>
                  <a:pt x="154174" y="1572051"/>
                  <a:pt x="146970" y="1569067"/>
                </a:cubicBezTo>
                <a:cubicBezTo>
                  <a:pt x="139766" y="1566083"/>
                  <a:pt x="132726" y="1562753"/>
                  <a:pt x="125849" y="1559077"/>
                </a:cubicBezTo>
                <a:cubicBezTo>
                  <a:pt x="118972" y="1555402"/>
                  <a:pt x="112292" y="1551398"/>
                  <a:pt x="105809" y="1547066"/>
                </a:cubicBezTo>
                <a:cubicBezTo>
                  <a:pt x="99326" y="1542734"/>
                  <a:pt x="93071" y="1538095"/>
                  <a:pt x="87043" y="1533149"/>
                </a:cubicBezTo>
                <a:cubicBezTo>
                  <a:pt x="81016" y="1528202"/>
                  <a:pt x="75245" y="1522972"/>
                  <a:pt x="69732" y="1517458"/>
                </a:cubicBezTo>
                <a:cubicBezTo>
                  <a:pt x="64218" y="1511945"/>
                  <a:pt x="58988" y="1506174"/>
                  <a:pt x="54041" y="1500146"/>
                </a:cubicBezTo>
                <a:cubicBezTo>
                  <a:pt x="49095" y="1494119"/>
                  <a:pt x="44455" y="1487864"/>
                  <a:pt x="40123" y="1481380"/>
                </a:cubicBezTo>
                <a:cubicBezTo>
                  <a:pt x="35791" y="1474897"/>
                  <a:pt x="31788" y="1468217"/>
                  <a:pt x="28112" y="1461341"/>
                </a:cubicBezTo>
                <a:cubicBezTo>
                  <a:pt x="24436" y="1454464"/>
                  <a:pt x="21107" y="1447424"/>
                  <a:pt x="18123" y="1440220"/>
                </a:cubicBezTo>
                <a:cubicBezTo>
                  <a:pt x="15139" y="1433016"/>
                  <a:pt x="12515" y="1425684"/>
                  <a:pt x="10252" y="1418222"/>
                </a:cubicBezTo>
                <a:cubicBezTo>
                  <a:pt x="7988" y="1410761"/>
                  <a:pt x="6096" y="1403206"/>
                  <a:pt x="4575" y="1395558"/>
                </a:cubicBezTo>
                <a:cubicBezTo>
                  <a:pt x="3053" y="1387911"/>
                  <a:pt x="1911" y="1380207"/>
                  <a:pt x="1146" y="1372448"/>
                </a:cubicBezTo>
                <a:cubicBezTo>
                  <a:pt x="382" y="1364687"/>
                  <a:pt x="0" y="1356909"/>
                  <a:pt x="0" y="1349111"/>
                </a:cubicBezTo>
                <a:lnTo>
                  <a:pt x="0" y="238078"/>
                </a:lnTo>
                <a:cubicBezTo>
                  <a:pt x="0" y="230281"/>
                  <a:pt x="382" y="222503"/>
                  <a:pt x="1146" y="214743"/>
                </a:cubicBezTo>
                <a:cubicBezTo>
                  <a:pt x="1911" y="206983"/>
                  <a:pt x="3053" y="199279"/>
                  <a:pt x="4575" y="191631"/>
                </a:cubicBezTo>
                <a:cubicBezTo>
                  <a:pt x="6096" y="183984"/>
                  <a:pt x="7988" y="176429"/>
                  <a:pt x="10252" y="168968"/>
                </a:cubicBezTo>
                <a:cubicBezTo>
                  <a:pt x="12515" y="161506"/>
                  <a:pt x="15139" y="154173"/>
                  <a:pt x="18123" y="146969"/>
                </a:cubicBezTo>
                <a:cubicBezTo>
                  <a:pt x="21107" y="139766"/>
                  <a:pt x="24436" y="132725"/>
                  <a:pt x="28112" y="125849"/>
                </a:cubicBezTo>
                <a:cubicBezTo>
                  <a:pt x="31788" y="118972"/>
                  <a:pt x="35791" y="112292"/>
                  <a:pt x="40123" y="105809"/>
                </a:cubicBezTo>
                <a:cubicBezTo>
                  <a:pt x="44455" y="99325"/>
                  <a:pt x="49095" y="93071"/>
                  <a:pt x="54041" y="87043"/>
                </a:cubicBezTo>
                <a:cubicBezTo>
                  <a:pt x="58988" y="81015"/>
                  <a:pt x="64218" y="75245"/>
                  <a:pt x="69732" y="69731"/>
                </a:cubicBezTo>
                <a:cubicBezTo>
                  <a:pt x="75245" y="64218"/>
                  <a:pt x="81016" y="58988"/>
                  <a:pt x="87043" y="54041"/>
                </a:cubicBezTo>
                <a:cubicBezTo>
                  <a:pt x="93071" y="49095"/>
                  <a:pt x="99326" y="44455"/>
                  <a:pt x="105809" y="40123"/>
                </a:cubicBezTo>
                <a:cubicBezTo>
                  <a:pt x="112292" y="35791"/>
                  <a:pt x="118972" y="31788"/>
                  <a:pt x="125849" y="28112"/>
                </a:cubicBezTo>
                <a:cubicBezTo>
                  <a:pt x="132726" y="24436"/>
                  <a:pt x="139766" y="21106"/>
                  <a:pt x="146970" y="18122"/>
                </a:cubicBezTo>
                <a:cubicBezTo>
                  <a:pt x="154174" y="15138"/>
                  <a:pt x="161506" y="12515"/>
                  <a:pt x="168968" y="10251"/>
                </a:cubicBezTo>
                <a:cubicBezTo>
                  <a:pt x="176430" y="7988"/>
                  <a:pt x="183984" y="6096"/>
                  <a:pt x="191632" y="4574"/>
                </a:cubicBezTo>
                <a:cubicBezTo>
                  <a:pt x="199279" y="3053"/>
                  <a:pt x="206983" y="1911"/>
                  <a:pt x="214743" y="1147"/>
                </a:cubicBezTo>
                <a:cubicBezTo>
                  <a:pt x="222503" y="383"/>
                  <a:pt x="230281" y="0"/>
                  <a:pt x="2380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B2C5F-FD87-4DB8-BF05-D2DF789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8" y="175122"/>
            <a:ext cx="328398" cy="119469"/>
          </a:xfrm>
          <a:custGeom xmlns:a="http://schemas.openxmlformats.org/drawingml/2006/main">
            <a:pathLst>
              <a:path w="328398" h="119469">
                <a:moveTo>
                  <a:pt x="56748" y="34880"/>
                </a:moveTo>
                <a:lnTo>
                  <a:pt x="21715" y="34880"/>
                </a:lnTo>
                <a:cubicBezTo>
                  <a:pt x="16503" y="34880"/>
                  <a:pt x="15055" y="35154"/>
                  <a:pt x="13318" y="36253"/>
                </a:cubicBezTo>
                <a:cubicBezTo>
                  <a:pt x="10423" y="37901"/>
                  <a:pt x="8396" y="40922"/>
                  <a:pt x="8396" y="44217"/>
                </a:cubicBezTo>
                <a:cubicBezTo>
                  <a:pt x="8396" y="47238"/>
                  <a:pt x="10134" y="49985"/>
                  <a:pt x="12739" y="51633"/>
                </a:cubicBezTo>
                <a:cubicBezTo>
                  <a:pt x="14476" y="53006"/>
                  <a:pt x="16793" y="53555"/>
                  <a:pt x="21715" y="53555"/>
                </a:cubicBezTo>
                <a:lnTo>
                  <a:pt x="37060" y="53555"/>
                </a:lnTo>
                <a:lnTo>
                  <a:pt x="37060" y="97772"/>
                </a:lnTo>
                <a:lnTo>
                  <a:pt x="13029" y="97772"/>
                </a:lnTo>
                <a:cubicBezTo>
                  <a:pt x="7817" y="97772"/>
                  <a:pt x="6659" y="98047"/>
                  <a:pt x="4632" y="99146"/>
                </a:cubicBezTo>
                <a:cubicBezTo>
                  <a:pt x="1737" y="100794"/>
                  <a:pt x="0" y="103815"/>
                  <a:pt x="0" y="107110"/>
                </a:cubicBezTo>
                <a:cubicBezTo>
                  <a:pt x="0" y="110131"/>
                  <a:pt x="1737" y="112878"/>
                  <a:pt x="4053" y="114526"/>
                </a:cubicBezTo>
                <a:cubicBezTo>
                  <a:pt x="5791" y="115899"/>
                  <a:pt x="8396" y="116448"/>
                  <a:pt x="13029" y="116448"/>
                </a:cubicBezTo>
                <a:lnTo>
                  <a:pt x="80779" y="116448"/>
                </a:lnTo>
                <a:cubicBezTo>
                  <a:pt x="84832" y="116448"/>
                  <a:pt x="87727" y="115899"/>
                  <a:pt x="89175" y="115075"/>
                </a:cubicBezTo>
                <a:cubicBezTo>
                  <a:pt x="92070" y="113152"/>
                  <a:pt x="93807" y="110406"/>
                  <a:pt x="93807" y="107110"/>
                </a:cubicBezTo>
                <a:cubicBezTo>
                  <a:pt x="93807" y="104089"/>
                  <a:pt x="92070" y="101343"/>
                  <a:pt x="89754" y="99420"/>
                </a:cubicBezTo>
                <a:cubicBezTo>
                  <a:pt x="87727" y="98047"/>
                  <a:pt x="85990" y="97772"/>
                  <a:pt x="80779" y="97772"/>
                </a:cubicBezTo>
                <a:lnTo>
                  <a:pt x="56748" y="97772"/>
                </a:lnTo>
                <a:lnTo>
                  <a:pt x="56748" y="34880"/>
                </a:lnTo>
                <a:close/>
                <a:moveTo>
                  <a:pt x="53852" y="0"/>
                </a:moveTo>
                <a:lnTo>
                  <a:pt x="30690" y="0"/>
                </a:lnTo>
                <a:lnTo>
                  <a:pt x="30690" y="19774"/>
                </a:lnTo>
                <a:lnTo>
                  <a:pt x="53852" y="19774"/>
                </a:lnTo>
                <a:lnTo>
                  <a:pt x="53852" y="0"/>
                </a:lnTo>
                <a:close/>
                <a:moveTo>
                  <a:pt x="144547" y="34880"/>
                </a:moveTo>
                <a:lnTo>
                  <a:pt x="126017" y="34880"/>
                </a:lnTo>
                <a:cubicBezTo>
                  <a:pt x="124280" y="34880"/>
                  <a:pt x="123991" y="34880"/>
                  <a:pt x="121674" y="35154"/>
                </a:cubicBezTo>
                <a:cubicBezTo>
                  <a:pt x="116173" y="35703"/>
                  <a:pt x="112699" y="38999"/>
                  <a:pt x="112699" y="44217"/>
                </a:cubicBezTo>
                <a:cubicBezTo>
                  <a:pt x="112699" y="50259"/>
                  <a:pt x="117042" y="53281"/>
                  <a:pt x="124859" y="53555"/>
                </a:cubicBezTo>
                <a:lnTo>
                  <a:pt x="124859" y="97772"/>
                </a:lnTo>
                <a:lnTo>
                  <a:pt x="123701" y="97772"/>
                </a:lnTo>
                <a:cubicBezTo>
                  <a:pt x="118779" y="97772"/>
                  <a:pt x="117042" y="98047"/>
                  <a:pt x="115305" y="99146"/>
                </a:cubicBezTo>
                <a:cubicBezTo>
                  <a:pt x="112410" y="100794"/>
                  <a:pt x="110672" y="103815"/>
                  <a:pt x="110672" y="107110"/>
                </a:cubicBezTo>
                <a:cubicBezTo>
                  <a:pt x="110672" y="109857"/>
                  <a:pt x="112120" y="112878"/>
                  <a:pt x="114436" y="114526"/>
                </a:cubicBezTo>
                <a:cubicBezTo>
                  <a:pt x="116463" y="115899"/>
                  <a:pt x="118779" y="116448"/>
                  <a:pt x="123701" y="116448"/>
                </a:cubicBezTo>
                <a:lnTo>
                  <a:pt x="145705" y="116448"/>
                </a:lnTo>
                <a:cubicBezTo>
                  <a:pt x="149759" y="116448"/>
                  <a:pt x="152364" y="116173"/>
                  <a:pt x="153812" y="115075"/>
                </a:cubicBezTo>
                <a:cubicBezTo>
                  <a:pt x="156707" y="113152"/>
                  <a:pt x="158734" y="110406"/>
                  <a:pt x="158734" y="107110"/>
                </a:cubicBezTo>
                <a:cubicBezTo>
                  <a:pt x="158734" y="104089"/>
                  <a:pt x="156997" y="101343"/>
                  <a:pt x="154391" y="99420"/>
                </a:cubicBezTo>
                <a:cubicBezTo>
                  <a:pt x="152365" y="98047"/>
                  <a:pt x="150917" y="97772"/>
                  <a:pt x="145705" y="97772"/>
                </a:cubicBezTo>
                <a:lnTo>
                  <a:pt x="144547" y="97772"/>
                </a:lnTo>
                <a:lnTo>
                  <a:pt x="144547" y="63717"/>
                </a:lnTo>
                <a:cubicBezTo>
                  <a:pt x="153812" y="54379"/>
                  <a:pt x="159892" y="51083"/>
                  <a:pt x="169157" y="51083"/>
                </a:cubicBezTo>
                <a:cubicBezTo>
                  <a:pt x="181317" y="51083"/>
                  <a:pt x="186818" y="55478"/>
                  <a:pt x="186818" y="64541"/>
                </a:cubicBezTo>
                <a:lnTo>
                  <a:pt x="186818" y="97772"/>
                </a:lnTo>
                <a:cubicBezTo>
                  <a:pt x="179001" y="97772"/>
                  <a:pt x="174658" y="101068"/>
                  <a:pt x="174658" y="107110"/>
                </a:cubicBezTo>
                <a:cubicBezTo>
                  <a:pt x="174658" y="113152"/>
                  <a:pt x="179001" y="116448"/>
                  <a:pt x="187977" y="116448"/>
                </a:cubicBezTo>
                <a:lnTo>
                  <a:pt x="205348" y="116448"/>
                </a:lnTo>
                <a:cubicBezTo>
                  <a:pt x="209691" y="116448"/>
                  <a:pt x="212297" y="116173"/>
                  <a:pt x="213745" y="115075"/>
                </a:cubicBezTo>
                <a:cubicBezTo>
                  <a:pt x="216640" y="113427"/>
                  <a:pt x="218377" y="110406"/>
                  <a:pt x="218377" y="107110"/>
                </a:cubicBezTo>
                <a:cubicBezTo>
                  <a:pt x="218377" y="101068"/>
                  <a:pt x="214034" y="97772"/>
                  <a:pt x="206506" y="97772"/>
                </a:cubicBezTo>
                <a:lnTo>
                  <a:pt x="206506" y="63717"/>
                </a:lnTo>
                <a:cubicBezTo>
                  <a:pt x="206506" y="52731"/>
                  <a:pt x="202742" y="45041"/>
                  <a:pt x="194925" y="39274"/>
                </a:cubicBezTo>
                <a:cubicBezTo>
                  <a:pt x="188266" y="34880"/>
                  <a:pt x="180159" y="32408"/>
                  <a:pt x="171473" y="32408"/>
                </a:cubicBezTo>
                <a:cubicBezTo>
                  <a:pt x="160471" y="32408"/>
                  <a:pt x="153812" y="35154"/>
                  <a:pt x="144547" y="43668"/>
                </a:cubicBezTo>
                <a:lnTo>
                  <a:pt x="144547" y="34880"/>
                </a:lnTo>
                <a:close/>
                <a:moveTo>
                  <a:pt x="266439" y="53555"/>
                </a:moveTo>
                <a:lnTo>
                  <a:pt x="302051" y="53555"/>
                </a:lnTo>
                <a:cubicBezTo>
                  <a:pt x="306394" y="53555"/>
                  <a:pt x="308710" y="53006"/>
                  <a:pt x="310158" y="52182"/>
                </a:cubicBezTo>
                <a:cubicBezTo>
                  <a:pt x="313053" y="50534"/>
                  <a:pt x="314790" y="47238"/>
                  <a:pt x="314790" y="44217"/>
                </a:cubicBezTo>
                <a:cubicBezTo>
                  <a:pt x="314790" y="41196"/>
                  <a:pt x="313343" y="38450"/>
                  <a:pt x="311026" y="36527"/>
                </a:cubicBezTo>
                <a:cubicBezTo>
                  <a:pt x="308710" y="35154"/>
                  <a:pt x="307262" y="34880"/>
                  <a:pt x="302051" y="34880"/>
                </a:cubicBezTo>
                <a:lnTo>
                  <a:pt x="266439" y="34880"/>
                </a:lnTo>
                <a:lnTo>
                  <a:pt x="266439" y="18401"/>
                </a:lnTo>
                <a:cubicBezTo>
                  <a:pt x="266439" y="13457"/>
                  <a:pt x="266149" y="12359"/>
                  <a:pt x="264991" y="10436"/>
                </a:cubicBezTo>
                <a:cubicBezTo>
                  <a:pt x="263254" y="7690"/>
                  <a:pt x="259780" y="6042"/>
                  <a:pt x="256595" y="6042"/>
                </a:cubicBezTo>
                <a:cubicBezTo>
                  <a:pt x="253410" y="6042"/>
                  <a:pt x="250225" y="7690"/>
                  <a:pt x="248488" y="9887"/>
                </a:cubicBezTo>
                <a:cubicBezTo>
                  <a:pt x="247041" y="11810"/>
                  <a:pt x="246751" y="13457"/>
                  <a:pt x="246751" y="18401"/>
                </a:cubicBezTo>
                <a:lnTo>
                  <a:pt x="246751" y="34880"/>
                </a:lnTo>
                <a:lnTo>
                  <a:pt x="239802" y="34880"/>
                </a:lnTo>
                <a:cubicBezTo>
                  <a:pt x="234591" y="34880"/>
                  <a:pt x="233143" y="35154"/>
                  <a:pt x="231406" y="36253"/>
                </a:cubicBezTo>
                <a:cubicBezTo>
                  <a:pt x="228511" y="37901"/>
                  <a:pt x="226774" y="40922"/>
                  <a:pt x="226774" y="44217"/>
                </a:cubicBezTo>
                <a:cubicBezTo>
                  <a:pt x="226774" y="46964"/>
                  <a:pt x="228221" y="49985"/>
                  <a:pt x="230537" y="51633"/>
                </a:cubicBezTo>
                <a:cubicBezTo>
                  <a:pt x="232564" y="53006"/>
                  <a:pt x="234880" y="53555"/>
                  <a:pt x="239802" y="53555"/>
                </a:cubicBezTo>
                <a:lnTo>
                  <a:pt x="246751" y="53555"/>
                </a:lnTo>
                <a:lnTo>
                  <a:pt x="246751" y="93653"/>
                </a:lnTo>
                <a:cubicBezTo>
                  <a:pt x="246751" y="109582"/>
                  <a:pt x="260648" y="119469"/>
                  <a:pt x="282942" y="119469"/>
                </a:cubicBezTo>
                <a:cubicBezTo>
                  <a:pt x="293365" y="119469"/>
                  <a:pt x="308710" y="116173"/>
                  <a:pt x="318554" y="112054"/>
                </a:cubicBezTo>
                <a:cubicBezTo>
                  <a:pt x="326082" y="108758"/>
                  <a:pt x="328398" y="106286"/>
                  <a:pt x="328398" y="101892"/>
                </a:cubicBezTo>
                <a:cubicBezTo>
                  <a:pt x="328398" y="96674"/>
                  <a:pt x="324055" y="92280"/>
                  <a:pt x="318844" y="92280"/>
                </a:cubicBezTo>
                <a:cubicBezTo>
                  <a:pt x="316817" y="92280"/>
                  <a:pt x="315369" y="92829"/>
                  <a:pt x="311895" y="94477"/>
                </a:cubicBezTo>
                <a:cubicBezTo>
                  <a:pt x="303209" y="98596"/>
                  <a:pt x="293655" y="100794"/>
                  <a:pt x="283232" y="100794"/>
                </a:cubicBezTo>
                <a:cubicBezTo>
                  <a:pt x="275704" y="100794"/>
                  <a:pt x="270203" y="99420"/>
                  <a:pt x="267887" y="96949"/>
                </a:cubicBezTo>
                <a:cubicBezTo>
                  <a:pt x="266729" y="95850"/>
                  <a:pt x="266439" y="93928"/>
                  <a:pt x="266439" y="90083"/>
                </a:cubicBezTo>
                <a:lnTo>
                  <a:pt x="266439" y="53555"/>
                </a:lnTo>
                <a:close/>
              </a:path>
            </a:pathLst>
          </a:custGeom>
          <a:solidFill xmlns:a="http://schemas.openxmlformats.org/drawingml/2006/main">
            <a:srgbClr val="B00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E30EE-CB82-41D3-A24F-77F8CAF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071" y="183910"/>
            <a:ext cx="2566817" cy="142264"/>
          </a:xfrm>
          <a:custGeom xmlns:a="http://schemas.openxmlformats.org/drawingml/2006/main">
            <a:pathLst>
              <a:path w="2566817" h="142264">
                <a:moveTo>
                  <a:pt x="32138" y="10162"/>
                </a:moveTo>
                <a:lnTo>
                  <a:pt x="51247" y="10162"/>
                </a:lnTo>
                <a:cubicBezTo>
                  <a:pt x="54721" y="10162"/>
                  <a:pt x="56458" y="8789"/>
                  <a:pt x="56458" y="6317"/>
                </a:cubicBezTo>
                <a:cubicBezTo>
                  <a:pt x="56458" y="3845"/>
                  <a:pt x="54721" y="2472"/>
                  <a:pt x="51247" y="2472"/>
                </a:cubicBezTo>
                <a:lnTo>
                  <a:pt x="5212" y="2472"/>
                </a:lnTo>
                <a:cubicBezTo>
                  <a:pt x="1737" y="2472"/>
                  <a:pt x="0" y="3845"/>
                  <a:pt x="0" y="6317"/>
                </a:cubicBezTo>
                <a:cubicBezTo>
                  <a:pt x="0" y="8789"/>
                  <a:pt x="1737" y="10162"/>
                  <a:pt x="5212" y="10162"/>
                </a:cubicBezTo>
                <a:lnTo>
                  <a:pt x="24031" y="10162"/>
                </a:lnTo>
                <a:lnTo>
                  <a:pt x="24031" y="99970"/>
                </a:lnTo>
                <a:lnTo>
                  <a:pt x="5212" y="99970"/>
                </a:lnTo>
                <a:cubicBezTo>
                  <a:pt x="1737" y="99970"/>
                  <a:pt x="0" y="101343"/>
                  <a:pt x="0" y="103815"/>
                </a:cubicBezTo>
                <a:cubicBezTo>
                  <a:pt x="0" y="106286"/>
                  <a:pt x="1737" y="107660"/>
                  <a:pt x="5212" y="107660"/>
                </a:cubicBezTo>
                <a:lnTo>
                  <a:pt x="94097" y="107660"/>
                </a:lnTo>
                <a:lnTo>
                  <a:pt x="94097" y="70034"/>
                </a:lnTo>
                <a:cubicBezTo>
                  <a:pt x="94097" y="66738"/>
                  <a:pt x="92649" y="65090"/>
                  <a:pt x="90043" y="65090"/>
                </a:cubicBezTo>
                <a:cubicBezTo>
                  <a:pt x="87438" y="65090"/>
                  <a:pt x="85990" y="66738"/>
                  <a:pt x="85990" y="70034"/>
                </a:cubicBezTo>
                <a:lnTo>
                  <a:pt x="85990" y="99970"/>
                </a:lnTo>
                <a:lnTo>
                  <a:pt x="32138" y="99970"/>
                </a:lnTo>
                <a:lnTo>
                  <a:pt x="32138" y="10162"/>
                </a:lnTo>
                <a:close/>
                <a:moveTo>
                  <a:pt x="150338" y="10162"/>
                </a:moveTo>
                <a:lnTo>
                  <a:pt x="169447" y="10162"/>
                </a:lnTo>
                <a:cubicBezTo>
                  <a:pt x="172921" y="10162"/>
                  <a:pt x="174658" y="8789"/>
                  <a:pt x="174658" y="6317"/>
                </a:cubicBezTo>
                <a:cubicBezTo>
                  <a:pt x="174658" y="3845"/>
                  <a:pt x="172921" y="2472"/>
                  <a:pt x="169447" y="2472"/>
                </a:cubicBezTo>
                <a:lnTo>
                  <a:pt x="123412" y="2472"/>
                </a:lnTo>
                <a:cubicBezTo>
                  <a:pt x="119937" y="2472"/>
                  <a:pt x="118200" y="3845"/>
                  <a:pt x="118200" y="6317"/>
                </a:cubicBezTo>
                <a:cubicBezTo>
                  <a:pt x="118200" y="8789"/>
                  <a:pt x="119937" y="10162"/>
                  <a:pt x="123412" y="10162"/>
                </a:cubicBezTo>
                <a:lnTo>
                  <a:pt x="142231" y="10162"/>
                </a:lnTo>
                <a:lnTo>
                  <a:pt x="142231" y="99970"/>
                </a:lnTo>
                <a:lnTo>
                  <a:pt x="123412" y="99970"/>
                </a:lnTo>
                <a:cubicBezTo>
                  <a:pt x="119937" y="99970"/>
                  <a:pt x="118200" y="101343"/>
                  <a:pt x="118200" y="103815"/>
                </a:cubicBezTo>
                <a:cubicBezTo>
                  <a:pt x="118200" y="106286"/>
                  <a:pt x="119937" y="107660"/>
                  <a:pt x="123412" y="107660"/>
                </a:cubicBezTo>
                <a:lnTo>
                  <a:pt x="212297" y="107660"/>
                </a:lnTo>
                <a:lnTo>
                  <a:pt x="212297" y="70034"/>
                </a:lnTo>
                <a:cubicBezTo>
                  <a:pt x="212297" y="66738"/>
                  <a:pt x="210849" y="65090"/>
                  <a:pt x="208244" y="65090"/>
                </a:cubicBezTo>
                <a:cubicBezTo>
                  <a:pt x="205638" y="65090"/>
                  <a:pt x="204190" y="66738"/>
                  <a:pt x="204190" y="70034"/>
                </a:cubicBezTo>
                <a:lnTo>
                  <a:pt x="204190" y="99970"/>
                </a:lnTo>
                <a:lnTo>
                  <a:pt x="150338" y="99970"/>
                </a:lnTo>
                <a:lnTo>
                  <a:pt x="150338" y="10162"/>
                </a:lnTo>
                <a:close/>
                <a:moveTo>
                  <a:pt x="276572" y="107660"/>
                </a:moveTo>
                <a:lnTo>
                  <a:pt x="287574" y="107660"/>
                </a:lnTo>
                <a:lnTo>
                  <a:pt x="328687" y="10162"/>
                </a:lnTo>
                <a:lnTo>
                  <a:pt x="335057" y="10162"/>
                </a:lnTo>
                <a:cubicBezTo>
                  <a:pt x="338531" y="10162"/>
                  <a:pt x="340269" y="8789"/>
                  <a:pt x="340269" y="6317"/>
                </a:cubicBezTo>
                <a:cubicBezTo>
                  <a:pt x="340269" y="3570"/>
                  <a:pt x="338532" y="2472"/>
                  <a:pt x="335057" y="2472"/>
                </a:cubicBezTo>
                <a:lnTo>
                  <a:pt x="305525" y="2472"/>
                </a:lnTo>
                <a:cubicBezTo>
                  <a:pt x="301761" y="2472"/>
                  <a:pt x="300024" y="3845"/>
                  <a:pt x="300024" y="6317"/>
                </a:cubicBezTo>
                <a:cubicBezTo>
                  <a:pt x="300024" y="8789"/>
                  <a:pt x="301761" y="10162"/>
                  <a:pt x="305525" y="10162"/>
                </a:cubicBezTo>
                <a:lnTo>
                  <a:pt x="320870" y="10162"/>
                </a:lnTo>
                <a:lnTo>
                  <a:pt x="282652" y="99970"/>
                </a:lnTo>
                <a:lnTo>
                  <a:pt x="282073" y="99970"/>
                </a:lnTo>
                <a:lnTo>
                  <a:pt x="245593" y="10162"/>
                </a:lnTo>
                <a:lnTo>
                  <a:pt x="260648" y="10162"/>
                </a:lnTo>
                <a:cubicBezTo>
                  <a:pt x="264123" y="10162"/>
                  <a:pt x="266149" y="8789"/>
                  <a:pt x="266149" y="6317"/>
                </a:cubicBezTo>
                <a:cubicBezTo>
                  <a:pt x="266149" y="3570"/>
                  <a:pt x="264123" y="2472"/>
                  <a:pt x="260648" y="2472"/>
                </a:cubicBezTo>
                <a:lnTo>
                  <a:pt x="230827" y="2472"/>
                </a:lnTo>
                <a:cubicBezTo>
                  <a:pt x="227352" y="2472"/>
                  <a:pt x="225615" y="3570"/>
                  <a:pt x="225615" y="6317"/>
                </a:cubicBezTo>
                <a:cubicBezTo>
                  <a:pt x="225615" y="8789"/>
                  <a:pt x="227352" y="10162"/>
                  <a:pt x="230827" y="10162"/>
                </a:cubicBezTo>
                <a:lnTo>
                  <a:pt x="237196" y="10162"/>
                </a:lnTo>
                <a:lnTo>
                  <a:pt x="276572" y="107660"/>
                </a:lnTo>
                <a:close/>
                <a:moveTo>
                  <a:pt x="406281" y="76076"/>
                </a:moveTo>
                <a:lnTo>
                  <a:pt x="436971" y="10162"/>
                </a:lnTo>
                <a:lnTo>
                  <a:pt x="438708" y="10162"/>
                </a:lnTo>
                <a:lnTo>
                  <a:pt x="438708" y="99970"/>
                </a:lnTo>
                <a:lnTo>
                  <a:pt x="424232" y="99970"/>
                </a:lnTo>
                <a:cubicBezTo>
                  <a:pt x="420468" y="99970"/>
                  <a:pt x="418731" y="101343"/>
                  <a:pt x="418731" y="103815"/>
                </a:cubicBezTo>
                <a:cubicBezTo>
                  <a:pt x="418731" y="106286"/>
                  <a:pt x="420468" y="107660"/>
                  <a:pt x="424232" y="107660"/>
                </a:cubicBezTo>
                <a:lnTo>
                  <a:pt x="453474" y="107660"/>
                </a:lnTo>
                <a:cubicBezTo>
                  <a:pt x="456949" y="107660"/>
                  <a:pt x="458686" y="106286"/>
                  <a:pt x="458686" y="103815"/>
                </a:cubicBezTo>
                <a:cubicBezTo>
                  <a:pt x="458686" y="101343"/>
                  <a:pt x="456949" y="99970"/>
                  <a:pt x="453474" y="99970"/>
                </a:cubicBezTo>
                <a:lnTo>
                  <a:pt x="446815" y="99970"/>
                </a:lnTo>
                <a:lnTo>
                  <a:pt x="446815" y="10162"/>
                </a:lnTo>
                <a:lnTo>
                  <a:pt x="451737" y="10162"/>
                </a:lnTo>
                <a:cubicBezTo>
                  <a:pt x="455212" y="10162"/>
                  <a:pt x="456949" y="8789"/>
                  <a:pt x="456949" y="6317"/>
                </a:cubicBezTo>
                <a:cubicBezTo>
                  <a:pt x="456949" y="3845"/>
                  <a:pt x="455212" y="2472"/>
                  <a:pt x="451737" y="2472"/>
                </a:cubicBezTo>
                <a:lnTo>
                  <a:pt x="432049" y="2472"/>
                </a:lnTo>
                <a:lnTo>
                  <a:pt x="401649" y="67562"/>
                </a:lnTo>
                <a:lnTo>
                  <a:pt x="370669" y="2472"/>
                </a:lnTo>
                <a:lnTo>
                  <a:pt x="351271" y="2472"/>
                </a:lnTo>
                <a:cubicBezTo>
                  <a:pt x="347796" y="2472"/>
                  <a:pt x="346059" y="3845"/>
                  <a:pt x="346059" y="6317"/>
                </a:cubicBezTo>
                <a:cubicBezTo>
                  <a:pt x="346059" y="8789"/>
                  <a:pt x="347796" y="10162"/>
                  <a:pt x="351271" y="10162"/>
                </a:cubicBezTo>
                <a:lnTo>
                  <a:pt x="356193" y="10162"/>
                </a:lnTo>
                <a:lnTo>
                  <a:pt x="356193" y="99970"/>
                </a:lnTo>
                <a:lnTo>
                  <a:pt x="349534" y="99970"/>
                </a:lnTo>
                <a:cubicBezTo>
                  <a:pt x="346059" y="99970"/>
                  <a:pt x="344032" y="101343"/>
                  <a:pt x="344032" y="103815"/>
                </a:cubicBezTo>
                <a:cubicBezTo>
                  <a:pt x="344032" y="106286"/>
                  <a:pt x="346059" y="107660"/>
                  <a:pt x="349534" y="107660"/>
                </a:cubicBezTo>
                <a:lnTo>
                  <a:pt x="378776" y="107660"/>
                </a:lnTo>
                <a:cubicBezTo>
                  <a:pt x="382250" y="107660"/>
                  <a:pt x="384277" y="106286"/>
                  <a:pt x="384277" y="103815"/>
                </a:cubicBezTo>
                <a:cubicBezTo>
                  <a:pt x="384277" y="101343"/>
                  <a:pt x="382540" y="99970"/>
                  <a:pt x="378776" y="99970"/>
                </a:cubicBezTo>
                <a:lnTo>
                  <a:pt x="364300" y="99970"/>
                </a:lnTo>
                <a:lnTo>
                  <a:pt x="364300" y="10162"/>
                </a:lnTo>
                <a:lnTo>
                  <a:pt x="365747" y="10162"/>
                </a:lnTo>
                <a:lnTo>
                  <a:pt x="397016" y="76076"/>
                </a:lnTo>
                <a:lnTo>
                  <a:pt x="406281" y="76076"/>
                </a:lnTo>
                <a:close/>
                <a:moveTo>
                  <a:pt x="492633" y="56851"/>
                </a:moveTo>
                <a:lnTo>
                  <a:pt x="521296" y="56851"/>
                </a:lnTo>
                <a:lnTo>
                  <a:pt x="521296" y="65365"/>
                </a:lnTo>
                <a:cubicBezTo>
                  <a:pt x="521296" y="68660"/>
                  <a:pt x="522744" y="70308"/>
                  <a:pt x="525060" y="70308"/>
                </a:cubicBezTo>
                <a:cubicBezTo>
                  <a:pt x="527956" y="70308"/>
                  <a:pt x="529403" y="68660"/>
                  <a:pt x="529403" y="65365"/>
                </a:cubicBezTo>
                <a:lnTo>
                  <a:pt x="529403" y="40922"/>
                </a:lnTo>
                <a:cubicBezTo>
                  <a:pt x="529403" y="37351"/>
                  <a:pt x="527956" y="35703"/>
                  <a:pt x="525060" y="35703"/>
                </a:cubicBezTo>
                <a:cubicBezTo>
                  <a:pt x="522744" y="35703"/>
                  <a:pt x="521296" y="37351"/>
                  <a:pt x="521296" y="40922"/>
                </a:cubicBezTo>
                <a:lnTo>
                  <a:pt x="521296" y="49161"/>
                </a:lnTo>
                <a:lnTo>
                  <a:pt x="492633" y="49161"/>
                </a:lnTo>
                <a:lnTo>
                  <a:pt x="492633" y="10162"/>
                </a:lnTo>
                <a:lnTo>
                  <a:pt x="554592" y="10162"/>
                </a:lnTo>
                <a:lnTo>
                  <a:pt x="554592" y="28563"/>
                </a:lnTo>
                <a:cubicBezTo>
                  <a:pt x="554592" y="31858"/>
                  <a:pt x="555750" y="33506"/>
                  <a:pt x="558356" y="33506"/>
                </a:cubicBezTo>
                <a:cubicBezTo>
                  <a:pt x="561251" y="33506"/>
                  <a:pt x="562699" y="31858"/>
                  <a:pt x="562699" y="28563"/>
                </a:cubicBezTo>
                <a:lnTo>
                  <a:pt x="562699" y="2472"/>
                </a:lnTo>
                <a:lnTo>
                  <a:pt x="474103" y="2472"/>
                </a:lnTo>
                <a:cubicBezTo>
                  <a:pt x="470339" y="2472"/>
                  <a:pt x="468602" y="3845"/>
                  <a:pt x="468602" y="6317"/>
                </a:cubicBezTo>
                <a:cubicBezTo>
                  <a:pt x="468602" y="8789"/>
                  <a:pt x="470339" y="10162"/>
                  <a:pt x="474103" y="10162"/>
                </a:cubicBezTo>
                <a:lnTo>
                  <a:pt x="484526" y="10162"/>
                </a:lnTo>
                <a:lnTo>
                  <a:pt x="484526" y="99970"/>
                </a:lnTo>
                <a:lnTo>
                  <a:pt x="474103" y="99970"/>
                </a:lnTo>
                <a:cubicBezTo>
                  <a:pt x="470339" y="99970"/>
                  <a:pt x="468602" y="101343"/>
                  <a:pt x="468602" y="103815"/>
                </a:cubicBezTo>
                <a:cubicBezTo>
                  <a:pt x="468602" y="106286"/>
                  <a:pt x="470339" y="107660"/>
                  <a:pt x="474103" y="107660"/>
                </a:cubicBezTo>
                <a:lnTo>
                  <a:pt x="519849" y="107660"/>
                </a:lnTo>
                <a:cubicBezTo>
                  <a:pt x="523323" y="107660"/>
                  <a:pt x="525350" y="106286"/>
                  <a:pt x="525350" y="103815"/>
                </a:cubicBezTo>
                <a:cubicBezTo>
                  <a:pt x="525350" y="101343"/>
                  <a:pt x="523613" y="99970"/>
                  <a:pt x="519849" y="99970"/>
                </a:cubicBezTo>
                <a:lnTo>
                  <a:pt x="492633" y="99970"/>
                </a:lnTo>
                <a:lnTo>
                  <a:pt x="492633" y="56851"/>
                </a:lnTo>
                <a:close/>
                <a:moveTo>
                  <a:pt x="664903" y="107660"/>
                </a:moveTo>
                <a:lnTo>
                  <a:pt x="679669" y="107660"/>
                </a:lnTo>
                <a:cubicBezTo>
                  <a:pt x="683143" y="107660"/>
                  <a:pt x="684880" y="106286"/>
                  <a:pt x="684880" y="103815"/>
                </a:cubicBezTo>
                <a:cubicBezTo>
                  <a:pt x="684880" y="101343"/>
                  <a:pt x="683143" y="99970"/>
                  <a:pt x="679669" y="99970"/>
                </a:cubicBezTo>
                <a:lnTo>
                  <a:pt x="672720" y="99970"/>
                </a:lnTo>
                <a:lnTo>
                  <a:pt x="672720" y="29661"/>
                </a:lnTo>
                <a:lnTo>
                  <a:pt x="650137" y="29661"/>
                </a:lnTo>
                <a:cubicBezTo>
                  <a:pt x="646373" y="29661"/>
                  <a:pt x="644636" y="31035"/>
                  <a:pt x="644636" y="33506"/>
                </a:cubicBezTo>
                <a:cubicBezTo>
                  <a:pt x="644636" y="36253"/>
                  <a:pt x="646373" y="37351"/>
                  <a:pt x="650137" y="37351"/>
                </a:cubicBezTo>
                <a:lnTo>
                  <a:pt x="664903" y="37351"/>
                </a:lnTo>
                <a:lnTo>
                  <a:pt x="664903" y="86238"/>
                </a:lnTo>
                <a:cubicBezTo>
                  <a:pt x="653901" y="97498"/>
                  <a:pt x="642030" y="102991"/>
                  <a:pt x="628712" y="102991"/>
                </a:cubicBezTo>
                <a:cubicBezTo>
                  <a:pt x="618578" y="102991"/>
                  <a:pt x="610761" y="95575"/>
                  <a:pt x="610761" y="86238"/>
                </a:cubicBezTo>
                <a:lnTo>
                  <a:pt x="610761" y="29661"/>
                </a:lnTo>
                <a:lnTo>
                  <a:pt x="592231" y="29661"/>
                </a:lnTo>
                <a:cubicBezTo>
                  <a:pt x="588467" y="29661"/>
                  <a:pt x="586730" y="31035"/>
                  <a:pt x="586730" y="33506"/>
                </a:cubicBezTo>
                <a:cubicBezTo>
                  <a:pt x="586730" y="36253"/>
                  <a:pt x="588467" y="37351"/>
                  <a:pt x="592231" y="37351"/>
                </a:cubicBezTo>
                <a:lnTo>
                  <a:pt x="602654" y="37351"/>
                </a:lnTo>
                <a:lnTo>
                  <a:pt x="602654" y="86238"/>
                </a:lnTo>
                <a:cubicBezTo>
                  <a:pt x="602654" y="101068"/>
                  <a:pt x="613077" y="110681"/>
                  <a:pt x="629001" y="110681"/>
                </a:cubicBezTo>
                <a:cubicBezTo>
                  <a:pt x="642030" y="110681"/>
                  <a:pt x="653901" y="105462"/>
                  <a:pt x="664903" y="95301"/>
                </a:cubicBezTo>
                <a:lnTo>
                  <a:pt x="664903" y="107660"/>
                </a:lnTo>
                <a:close/>
                <a:moveTo>
                  <a:pt x="789690" y="29661"/>
                </a:moveTo>
                <a:lnTo>
                  <a:pt x="720782" y="29661"/>
                </a:lnTo>
                <a:lnTo>
                  <a:pt x="720782" y="47788"/>
                </a:lnTo>
                <a:cubicBezTo>
                  <a:pt x="720782" y="51083"/>
                  <a:pt x="722229" y="52731"/>
                  <a:pt x="725125" y="52731"/>
                </a:cubicBezTo>
                <a:cubicBezTo>
                  <a:pt x="727441" y="52731"/>
                  <a:pt x="728889" y="51083"/>
                  <a:pt x="728889" y="47788"/>
                </a:cubicBezTo>
                <a:lnTo>
                  <a:pt x="728889" y="37351"/>
                </a:lnTo>
                <a:lnTo>
                  <a:pt x="778398" y="37351"/>
                </a:lnTo>
                <a:lnTo>
                  <a:pt x="719045" y="101068"/>
                </a:lnTo>
                <a:lnTo>
                  <a:pt x="719045" y="107660"/>
                </a:lnTo>
                <a:lnTo>
                  <a:pt x="792874" y="107660"/>
                </a:lnTo>
                <a:lnTo>
                  <a:pt x="792874" y="89533"/>
                </a:lnTo>
                <a:cubicBezTo>
                  <a:pt x="792874" y="86238"/>
                  <a:pt x="791427" y="84590"/>
                  <a:pt x="788821" y="84590"/>
                </a:cubicBezTo>
                <a:cubicBezTo>
                  <a:pt x="785926" y="84590"/>
                  <a:pt x="784768" y="86238"/>
                  <a:pt x="784768" y="89533"/>
                </a:cubicBezTo>
                <a:lnTo>
                  <a:pt x="784768" y="99970"/>
                </a:lnTo>
                <a:lnTo>
                  <a:pt x="730047" y="99970"/>
                </a:lnTo>
                <a:lnTo>
                  <a:pt x="789690" y="36527"/>
                </a:lnTo>
                <a:lnTo>
                  <a:pt x="789690" y="29661"/>
                </a:lnTo>
                <a:close/>
                <a:moveTo>
                  <a:pt x="907817" y="29661"/>
                </a:moveTo>
                <a:lnTo>
                  <a:pt x="838910" y="29661"/>
                </a:lnTo>
                <a:lnTo>
                  <a:pt x="838910" y="47788"/>
                </a:lnTo>
                <a:cubicBezTo>
                  <a:pt x="838910" y="51083"/>
                  <a:pt x="840357" y="52731"/>
                  <a:pt x="843252" y="52731"/>
                </a:cubicBezTo>
                <a:cubicBezTo>
                  <a:pt x="845569" y="52731"/>
                  <a:pt x="847016" y="51083"/>
                  <a:pt x="847016" y="47788"/>
                </a:cubicBezTo>
                <a:lnTo>
                  <a:pt x="847016" y="37351"/>
                </a:lnTo>
                <a:lnTo>
                  <a:pt x="896526" y="37351"/>
                </a:lnTo>
                <a:lnTo>
                  <a:pt x="837172" y="101068"/>
                </a:lnTo>
                <a:lnTo>
                  <a:pt x="837172" y="107660"/>
                </a:lnTo>
                <a:lnTo>
                  <a:pt x="911002" y="107660"/>
                </a:lnTo>
                <a:lnTo>
                  <a:pt x="911002" y="89533"/>
                </a:lnTo>
                <a:cubicBezTo>
                  <a:pt x="911002" y="86238"/>
                  <a:pt x="909555" y="84590"/>
                  <a:pt x="906949" y="84590"/>
                </a:cubicBezTo>
                <a:cubicBezTo>
                  <a:pt x="904053" y="84590"/>
                  <a:pt x="902895" y="86238"/>
                  <a:pt x="902895" y="89533"/>
                </a:cubicBezTo>
                <a:lnTo>
                  <a:pt x="902895" y="99970"/>
                </a:lnTo>
                <a:lnTo>
                  <a:pt x="848174" y="99970"/>
                </a:lnTo>
                <a:lnTo>
                  <a:pt x="907817" y="36527"/>
                </a:lnTo>
                <a:lnTo>
                  <a:pt x="907817" y="29661"/>
                </a:lnTo>
                <a:close/>
                <a:moveTo>
                  <a:pt x="1035282" y="70583"/>
                </a:moveTo>
                <a:cubicBezTo>
                  <a:pt x="1035282" y="61794"/>
                  <a:pt x="1034703" y="58224"/>
                  <a:pt x="1031808" y="52182"/>
                </a:cubicBezTo>
                <a:cubicBezTo>
                  <a:pt x="1024859" y="36802"/>
                  <a:pt x="1008935" y="27190"/>
                  <a:pt x="990116" y="27190"/>
                </a:cubicBezTo>
                <a:cubicBezTo>
                  <a:pt x="964927" y="27190"/>
                  <a:pt x="945239" y="44492"/>
                  <a:pt x="945239" y="67013"/>
                </a:cubicBezTo>
                <a:cubicBezTo>
                  <a:pt x="945239" y="91456"/>
                  <a:pt x="966374" y="110681"/>
                  <a:pt x="992722" y="110681"/>
                </a:cubicBezTo>
                <a:cubicBezTo>
                  <a:pt x="1010672" y="110681"/>
                  <a:pt x="1034414" y="101892"/>
                  <a:pt x="1034414" y="95301"/>
                </a:cubicBezTo>
                <a:cubicBezTo>
                  <a:pt x="1034414" y="93378"/>
                  <a:pt x="1032677" y="91730"/>
                  <a:pt x="1030650" y="91730"/>
                </a:cubicBezTo>
                <a:cubicBezTo>
                  <a:pt x="1029781" y="91730"/>
                  <a:pt x="1028913" y="92005"/>
                  <a:pt x="1027465" y="92829"/>
                </a:cubicBezTo>
                <a:cubicBezTo>
                  <a:pt x="1019648" y="98871"/>
                  <a:pt x="1005171" y="102991"/>
                  <a:pt x="993011" y="102991"/>
                </a:cubicBezTo>
                <a:cubicBezTo>
                  <a:pt x="971876" y="102991"/>
                  <a:pt x="955951" y="90083"/>
                  <a:pt x="953346" y="70583"/>
                </a:cubicBezTo>
                <a:lnTo>
                  <a:pt x="1035282" y="70583"/>
                </a:lnTo>
                <a:close/>
                <a:moveTo>
                  <a:pt x="953346" y="62893"/>
                </a:moveTo>
                <a:cubicBezTo>
                  <a:pt x="956820" y="45591"/>
                  <a:pt x="971007" y="34880"/>
                  <a:pt x="990116" y="34880"/>
                </a:cubicBezTo>
                <a:cubicBezTo>
                  <a:pt x="1009225" y="34880"/>
                  <a:pt x="1023701" y="45865"/>
                  <a:pt x="1026886" y="62893"/>
                </a:cubicBezTo>
                <a:lnTo>
                  <a:pt x="953346" y="62893"/>
                </a:lnTo>
                <a:close/>
                <a:moveTo>
                  <a:pt x="1099847" y="29661"/>
                </a:moveTo>
                <a:lnTo>
                  <a:pt x="1076974" y="29661"/>
                </a:lnTo>
                <a:cubicBezTo>
                  <a:pt x="1073500" y="29661"/>
                  <a:pt x="1071473" y="31309"/>
                  <a:pt x="1071473" y="33506"/>
                </a:cubicBezTo>
                <a:cubicBezTo>
                  <a:pt x="1071473" y="35978"/>
                  <a:pt x="1073500" y="37351"/>
                  <a:pt x="1076974" y="37351"/>
                </a:cubicBezTo>
                <a:lnTo>
                  <a:pt x="1091740" y="37351"/>
                </a:lnTo>
                <a:lnTo>
                  <a:pt x="1091740" y="99970"/>
                </a:lnTo>
                <a:lnTo>
                  <a:pt x="1072632" y="99970"/>
                </a:lnTo>
                <a:cubicBezTo>
                  <a:pt x="1069447" y="99970"/>
                  <a:pt x="1067420" y="101617"/>
                  <a:pt x="1067420" y="103815"/>
                </a:cubicBezTo>
                <a:cubicBezTo>
                  <a:pt x="1067420" y="106286"/>
                  <a:pt x="1069447" y="107660"/>
                  <a:pt x="1072632" y="107660"/>
                </a:cubicBezTo>
                <a:lnTo>
                  <a:pt x="1134880" y="107660"/>
                </a:lnTo>
                <a:cubicBezTo>
                  <a:pt x="1138355" y="107660"/>
                  <a:pt x="1140381" y="106286"/>
                  <a:pt x="1140381" y="103815"/>
                </a:cubicBezTo>
                <a:cubicBezTo>
                  <a:pt x="1140381" y="101617"/>
                  <a:pt x="1138355" y="99970"/>
                  <a:pt x="1134880" y="99970"/>
                </a:cubicBezTo>
                <a:lnTo>
                  <a:pt x="1099847" y="99970"/>
                </a:lnTo>
                <a:lnTo>
                  <a:pt x="1099847" y="58773"/>
                </a:lnTo>
                <a:cubicBezTo>
                  <a:pt x="1121272" y="39823"/>
                  <a:pt x="1128221" y="35703"/>
                  <a:pt x="1137196" y="35703"/>
                </a:cubicBezTo>
                <a:cubicBezTo>
                  <a:pt x="1141539" y="35703"/>
                  <a:pt x="1145303" y="37626"/>
                  <a:pt x="1150225" y="42020"/>
                </a:cubicBezTo>
                <a:cubicBezTo>
                  <a:pt x="1151383" y="43119"/>
                  <a:pt x="1151962" y="43393"/>
                  <a:pt x="1153410" y="43393"/>
                </a:cubicBezTo>
                <a:cubicBezTo>
                  <a:pt x="1155726" y="43393"/>
                  <a:pt x="1157463" y="41746"/>
                  <a:pt x="1157463" y="39548"/>
                </a:cubicBezTo>
                <a:cubicBezTo>
                  <a:pt x="1157463" y="37901"/>
                  <a:pt x="1156305" y="36253"/>
                  <a:pt x="1152831" y="33781"/>
                </a:cubicBezTo>
                <a:cubicBezTo>
                  <a:pt x="1147909" y="29661"/>
                  <a:pt x="1143566" y="28013"/>
                  <a:pt x="1137775" y="28013"/>
                </a:cubicBezTo>
                <a:cubicBezTo>
                  <a:pt x="1127642" y="28013"/>
                  <a:pt x="1118088" y="33232"/>
                  <a:pt x="1099847" y="48886"/>
                </a:cubicBezTo>
                <a:lnTo>
                  <a:pt x="1099847" y="29661"/>
                </a:lnTo>
                <a:close/>
                <a:moveTo>
                  <a:pt x="1232162" y="99970"/>
                </a:moveTo>
                <a:lnTo>
                  <a:pt x="1232162" y="10162"/>
                </a:lnTo>
                <a:lnTo>
                  <a:pt x="1264879" y="10162"/>
                </a:lnTo>
                <a:lnTo>
                  <a:pt x="1264879" y="23894"/>
                </a:lnTo>
                <a:cubicBezTo>
                  <a:pt x="1264879" y="26915"/>
                  <a:pt x="1266616" y="28837"/>
                  <a:pt x="1268932" y="28837"/>
                </a:cubicBezTo>
                <a:cubicBezTo>
                  <a:pt x="1271827" y="28837"/>
                  <a:pt x="1272985" y="27464"/>
                  <a:pt x="1272985" y="23894"/>
                </a:cubicBezTo>
                <a:lnTo>
                  <a:pt x="1272985" y="2472"/>
                </a:lnTo>
                <a:lnTo>
                  <a:pt x="1183232" y="2472"/>
                </a:lnTo>
                <a:lnTo>
                  <a:pt x="1183232" y="23894"/>
                </a:lnTo>
                <a:cubicBezTo>
                  <a:pt x="1183232" y="27190"/>
                  <a:pt x="1184679" y="28837"/>
                  <a:pt x="1187285" y="28837"/>
                </a:cubicBezTo>
                <a:cubicBezTo>
                  <a:pt x="1189891" y="28837"/>
                  <a:pt x="1191338" y="27190"/>
                  <a:pt x="1191338" y="23894"/>
                </a:cubicBezTo>
                <a:lnTo>
                  <a:pt x="1191338" y="10162"/>
                </a:lnTo>
                <a:lnTo>
                  <a:pt x="1224055" y="10162"/>
                </a:lnTo>
                <a:lnTo>
                  <a:pt x="1224055" y="99970"/>
                </a:lnTo>
                <a:lnTo>
                  <a:pt x="1203499" y="99970"/>
                </a:lnTo>
                <a:cubicBezTo>
                  <a:pt x="1200024" y="99970"/>
                  <a:pt x="1198287" y="101343"/>
                  <a:pt x="1198287" y="103815"/>
                </a:cubicBezTo>
                <a:cubicBezTo>
                  <a:pt x="1198287" y="106286"/>
                  <a:pt x="1200024" y="107660"/>
                  <a:pt x="1203499" y="107660"/>
                </a:cubicBezTo>
                <a:lnTo>
                  <a:pt x="1253008" y="107660"/>
                </a:lnTo>
                <a:cubicBezTo>
                  <a:pt x="1256482" y="107660"/>
                  <a:pt x="1258219" y="106286"/>
                  <a:pt x="1258219" y="103815"/>
                </a:cubicBezTo>
                <a:cubicBezTo>
                  <a:pt x="1258219" y="101343"/>
                  <a:pt x="1256482" y="99970"/>
                  <a:pt x="1253008" y="99970"/>
                </a:cubicBezTo>
                <a:lnTo>
                  <a:pt x="1232162" y="99970"/>
                </a:lnTo>
                <a:close/>
                <a:moveTo>
                  <a:pt x="1389665" y="70583"/>
                </a:moveTo>
                <a:cubicBezTo>
                  <a:pt x="1389665" y="61794"/>
                  <a:pt x="1389086" y="58224"/>
                  <a:pt x="1386191" y="52182"/>
                </a:cubicBezTo>
                <a:cubicBezTo>
                  <a:pt x="1379242" y="36802"/>
                  <a:pt x="1363318" y="27190"/>
                  <a:pt x="1344499" y="27190"/>
                </a:cubicBezTo>
                <a:cubicBezTo>
                  <a:pt x="1319310" y="27190"/>
                  <a:pt x="1299622" y="44492"/>
                  <a:pt x="1299622" y="67013"/>
                </a:cubicBezTo>
                <a:cubicBezTo>
                  <a:pt x="1299622" y="91456"/>
                  <a:pt x="1320758" y="110681"/>
                  <a:pt x="1347105" y="110681"/>
                </a:cubicBezTo>
                <a:cubicBezTo>
                  <a:pt x="1365055" y="110681"/>
                  <a:pt x="1388797" y="101892"/>
                  <a:pt x="1388797" y="95301"/>
                </a:cubicBezTo>
                <a:cubicBezTo>
                  <a:pt x="1388797" y="93378"/>
                  <a:pt x="1387060" y="91730"/>
                  <a:pt x="1385033" y="91730"/>
                </a:cubicBezTo>
                <a:cubicBezTo>
                  <a:pt x="1384164" y="91730"/>
                  <a:pt x="1383296" y="92005"/>
                  <a:pt x="1381848" y="92829"/>
                </a:cubicBezTo>
                <a:cubicBezTo>
                  <a:pt x="1374031" y="98871"/>
                  <a:pt x="1359554" y="102991"/>
                  <a:pt x="1347394" y="102991"/>
                </a:cubicBezTo>
                <a:cubicBezTo>
                  <a:pt x="1326259" y="102991"/>
                  <a:pt x="1310335" y="90083"/>
                  <a:pt x="1307729" y="70583"/>
                </a:cubicBezTo>
                <a:lnTo>
                  <a:pt x="1389665" y="70583"/>
                </a:lnTo>
                <a:close/>
                <a:moveTo>
                  <a:pt x="1307729" y="62893"/>
                </a:moveTo>
                <a:cubicBezTo>
                  <a:pt x="1311203" y="45591"/>
                  <a:pt x="1325390" y="34880"/>
                  <a:pt x="1344499" y="34880"/>
                </a:cubicBezTo>
                <a:cubicBezTo>
                  <a:pt x="1363608" y="34880"/>
                  <a:pt x="1378084" y="45865"/>
                  <a:pt x="1381269" y="62893"/>
                </a:cubicBezTo>
                <a:lnTo>
                  <a:pt x="1307729" y="62893"/>
                </a:lnTo>
                <a:close/>
                <a:moveTo>
                  <a:pt x="1490494" y="35703"/>
                </a:moveTo>
                <a:cubicBezTo>
                  <a:pt x="1483545" y="29936"/>
                  <a:pt x="1474570" y="27190"/>
                  <a:pt x="1463568" y="27190"/>
                </a:cubicBezTo>
                <a:cubicBezTo>
                  <a:pt x="1444169" y="27190"/>
                  <a:pt x="1429693" y="36253"/>
                  <a:pt x="1429693" y="48337"/>
                </a:cubicBezTo>
                <a:cubicBezTo>
                  <a:pt x="1429693" y="54104"/>
                  <a:pt x="1433457" y="59597"/>
                  <a:pt x="1438958" y="62893"/>
                </a:cubicBezTo>
                <a:cubicBezTo>
                  <a:pt x="1444459" y="66189"/>
                  <a:pt x="1449960" y="67562"/>
                  <a:pt x="1464436" y="68935"/>
                </a:cubicBezTo>
                <a:cubicBezTo>
                  <a:pt x="1475149" y="70034"/>
                  <a:pt x="1480650" y="71407"/>
                  <a:pt x="1485572" y="74153"/>
                </a:cubicBezTo>
                <a:cubicBezTo>
                  <a:pt x="1491073" y="76900"/>
                  <a:pt x="1494258" y="81569"/>
                  <a:pt x="1494258" y="85688"/>
                </a:cubicBezTo>
                <a:cubicBezTo>
                  <a:pt x="1494258" y="95575"/>
                  <a:pt x="1481229" y="102991"/>
                  <a:pt x="1464147" y="102991"/>
                </a:cubicBezTo>
                <a:cubicBezTo>
                  <a:pt x="1447354" y="102991"/>
                  <a:pt x="1433746" y="96125"/>
                  <a:pt x="1433746" y="87611"/>
                </a:cubicBezTo>
                <a:lnTo>
                  <a:pt x="1433746" y="86238"/>
                </a:lnTo>
                <a:cubicBezTo>
                  <a:pt x="1433746" y="83766"/>
                  <a:pt x="1432009" y="82118"/>
                  <a:pt x="1429693" y="82118"/>
                </a:cubicBezTo>
                <a:cubicBezTo>
                  <a:pt x="1427087" y="82118"/>
                  <a:pt x="1425639" y="83766"/>
                  <a:pt x="1425639" y="87061"/>
                </a:cubicBezTo>
                <a:lnTo>
                  <a:pt x="1425639" y="102716"/>
                </a:lnTo>
                <a:cubicBezTo>
                  <a:pt x="1425639" y="106012"/>
                  <a:pt x="1427087" y="107660"/>
                  <a:pt x="1429693" y="107660"/>
                </a:cubicBezTo>
                <a:cubicBezTo>
                  <a:pt x="1432299" y="107660"/>
                  <a:pt x="1433746" y="106012"/>
                  <a:pt x="1433746" y="102716"/>
                </a:cubicBezTo>
                <a:lnTo>
                  <a:pt x="1433746" y="100519"/>
                </a:lnTo>
                <a:cubicBezTo>
                  <a:pt x="1441853" y="107385"/>
                  <a:pt x="1451697" y="110681"/>
                  <a:pt x="1464726" y="110681"/>
                </a:cubicBezTo>
                <a:cubicBezTo>
                  <a:pt x="1487020" y="110681"/>
                  <a:pt x="1503233" y="100244"/>
                  <a:pt x="1503233" y="85963"/>
                </a:cubicBezTo>
                <a:cubicBezTo>
                  <a:pt x="1503233" y="79371"/>
                  <a:pt x="1499469" y="73055"/>
                  <a:pt x="1493389" y="69210"/>
                </a:cubicBezTo>
                <a:cubicBezTo>
                  <a:pt x="1487020" y="65365"/>
                  <a:pt x="1479781" y="63168"/>
                  <a:pt x="1467911" y="61794"/>
                </a:cubicBezTo>
                <a:cubicBezTo>
                  <a:pt x="1450539" y="60147"/>
                  <a:pt x="1449381" y="59872"/>
                  <a:pt x="1445038" y="57126"/>
                </a:cubicBezTo>
                <a:cubicBezTo>
                  <a:pt x="1440695" y="54928"/>
                  <a:pt x="1438668" y="51907"/>
                  <a:pt x="1438668" y="48886"/>
                </a:cubicBezTo>
                <a:cubicBezTo>
                  <a:pt x="1438668" y="40922"/>
                  <a:pt x="1449670" y="34880"/>
                  <a:pt x="1464147" y="34880"/>
                </a:cubicBezTo>
                <a:cubicBezTo>
                  <a:pt x="1479202" y="34880"/>
                  <a:pt x="1489336" y="40372"/>
                  <a:pt x="1490494" y="48612"/>
                </a:cubicBezTo>
                <a:cubicBezTo>
                  <a:pt x="1490783" y="51633"/>
                  <a:pt x="1492231" y="53006"/>
                  <a:pt x="1494547" y="53006"/>
                </a:cubicBezTo>
                <a:cubicBezTo>
                  <a:pt x="1497153" y="53006"/>
                  <a:pt x="1498601" y="51358"/>
                  <a:pt x="1498601" y="47788"/>
                </a:cubicBezTo>
                <a:lnTo>
                  <a:pt x="1498601" y="34880"/>
                </a:lnTo>
                <a:cubicBezTo>
                  <a:pt x="1498601" y="31584"/>
                  <a:pt x="1497153" y="29661"/>
                  <a:pt x="1494547" y="29661"/>
                </a:cubicBezTo>
                <a:cubicBezTo>
                  <a:pt x="1491941" y="29661"/>
                  <a:pt x="1490494" y="31858"/>
                  <a:pt x="1490494" y="34880"/>
                </a:cubicBezTo>
                <a:lnTo>
                  <a:pt x="1490494" y="35703"/>
                </a:lnTo>
                <a:close/>
                <a:moveTo>
                  <a:pt x="1559981" y="29661"/>
                </a:moveTo>
                <a:lnTo>
                  <a:pt x="1559981" y="7690"/>
                </a:lnTo>
                <a:cubicBezTo>
                  <a:pt x="1559981" y="4120"/>
                  <a:pt x="1558823" y="2472"/>
                  <a:pt x="1556217" y="2472"/>
                </a:cubicBezTo>
                <a:cubicBezTo>
                  <a:pt x="1553322" y="2472"/>
                  <a:pt x="1552163" y="4120"/>
                  <a:pt x="1552163" y="7690"/>
                </a:cubicBezTo>
                <a:lnTo>
                  <a:pt x="1552163" y="29661"/>
                </a:lnTo>
                <a:lnTo>
                  <a:pt x="1537398" y="29661"/>
                </a:lnTo>
                <a:cubicBezTo>
                  <a:pt x="1533634" y="29661"/>
                  <a:pt x="1531896" y="31035"/>
                  <a:pt x="1531896" y="33506"/>
                </a:cubicBezTo>
                <a:cubicBezTo>
                  <a:pt x="1531896" y="36253"/>
                  <a:pt x="1533634" y="37351"/>
                  <a:pt x="1537398" y="37351"/>
                </a:cubicBezTo>
                <a:lnTo>
                  <a:pt x="1552163" y="37351"/>
                </a:lnTo>
                <a:lnTo>
                  <a:pt x="1552163" y="87611"/>
                </a:lnTo>
                <a:cubicBezTo>
                  <a:pt x="1552163" y="101617"/>
                  <a:pt x="1564034" y="110681"/>
                  <a:pt x="1582564" y="110681"/>
                </a:cubicBezTo>
                <a:cubicBezTo>
                  <a:pt x="1599357" y="110681"/>
                  <a:pt x="1621650" y="103540"/>
                  <a:pt x="1621650" y="98047"/>
                </a:cubicBezTo>
                <a:cubicBezTo>
                  <a:pt x="1621650" y="96399"/>
                  <a:pt x="1619913" y="94477"/>
                  <a:pt x="1617887" y="94477"/>
                </a:cubicBezTo>
                <a:cubicBezTo>
                  <a:pt x="1617018" y="94477"/>
                  <a:pt x="1616439" y="94477"/>
                  <a:pt x="1614991" y="95575"/>
                </a:cubicBezTo>
                <a:cubicBezTo>
                  <a:pt x="1607174" y="99695"/>
                  <a:pt x="1593277" y="102991"/>
                  <a:pt x="1582275" y="102991"/>
                </a:cubicBezTo>
                <a:cubicBezTo>
                  <a:pt x="1568667" y="102991"/>
                  <a:pt x="1559981" y="96949"/>
                  <a:pt x="1559981" y="87336"/>
                </a:cubicBezTo>
                <a:lnTo>
                  <a:pt x="1559981" y="37351"/>
                </a:lnTo>
                <a:lnTo>
                  <a:pt x="1603410" y="37351"/>
                </a:lnTo>
                <a:cubicBezTo>
                  <a:pt x="1606884" y="37351"/>
                  <a:pt x="1608622" y="36253"/>
                  <a:pt x="1608622" y="33506"/>
                </a:cubicBezTo>
                <a:cubicBezTo>
                  <a:pt x="1608622" y="31035"/>
                  <a:pt x="1606884" y="29661"/>
                  <a:pt x="1603410" y="29661"/>
                </a:cubicBezTo>
                <a:lnTo>
                  <a:pt x="1559981" y="29661"/>
                </a:lnTo>
                <a:close/>
                <a:moveTo>
                  <a:pt x="1700692" y="0"/>
                </a:moveTo>
                <a:cubicBezTo>
                  <a:pt x="1673187" y="0"/>
                  <a:pt x="1651761" y="24443"/>
                  <a:pt x="1651761" y="55478"/>
                </a:cubicBezTo>
                <a:cubicBezTo>
                  <a:pt x="1651761" y="86238"/>
                  <a:pt x="1673187" y="110681"/>
                  <a:pt x="1700692" y="110681"/>
                </a:cubicBezTo>
                <a:cubicBezTo>
                  <a:pt x="1727618" y="110681"/>
                  <a:pt x="1749622" y="86238"/>
                  <a:pt x="1749622" y="56027"/>
                </a:cubicBezTo>
                <a:cubicBezTo>
                  <a:pt x="1749622" y="24443"/>
                  <a:pt x="1728487" y="0"/>
                  <a:pt x="1700692" y="0"/>
                </a:cubicBezTo>
                <a:close/>
                <a:moveTo>
                  <a:pt x="1700692" y="7690"/>
                </a:moveTo>
                <a:cubicBezTo>
                  <a:pt x="1723565" y="7690"/>
                  <a:pt x="1741515" y="29112"/>
                  <a:pt x="1741515" y="56027"/>
                </a:cubicBezTo>
                <a:cubicBezTo>
                  <a:pt x="1741515" y="81569"/>
                  <a:pt x="1722985" y="102991"/>
                  <a:pt x="1700692" y="102991"/>
                </a:cubicBezTo>
                <a:cubicBezTo>
                  <a:pt x="1678109" y="102991"/>
                  <a:pt x="1659868" y="81569"/>
                  <a:pt x="1659868" y="55478"/>
                </a:cubicBezTo>
                <a:cubicBezTo>
                  <a:pt x="1659868" y="29112"/>
                  <a:pt x="1678109" y="7690"/>
                  <a:pt x="1700692" y="7690"/>
                </a:cubicBezTo>
                <a:close/>
                <a:moveTo>
                  <a:pt x="1792834" y="29661"/>
                </a:moveTo>
                <a:lnTo>
                  <a:pt x="1778068" y="29661"/>
                </a:lnTo>
                <a:cubicBezTo>
                  <a:pt x="1774304" y="29661"/>
                  <a:pt x="1772567" y="31035"/>
                  <a:pt x="1772567" y="33506"/>
                </a:cubicBezTo>
                <a:cubicBezTo>
                  <a:pt x="1772567" y="36253"/>
                  <a:pt x="1774304" y="37351"/>
                  <a:pt x="1778068" y="37351"/>
                </a:cubicBezTo>
                <a:lnTo>
                  <a:pt x="1784727" y="37351"/>
                </a:lnTo>
                <a:lnTo>
                  <a:pt x="1784727" y="99970"/>
                </a:lnTo>
                <a:lnTo>
                  <a:pt x="1775752" y="99970"/>
                </a:lnTo>
                <a:cubicBezTo>
                  <a:pt x="1771988" y="99970"/>
                  <a:pt x="1770251" y="101343"/>
                  <a:pt x="1770251" y="103815"/>
                </a:cubicBezTo>
                <a:cubicBezTo>
                  <a:pt x="1770251" y="106286"/>
                  <a:pt x="1771988" y="107660"/>
                  <a:pt x="1775752" y="107660"/>
                </a:cubicBezTo>
                <a:lnTo>
                  <a:pt x="1801520" y="107660"/>
                </a:lnTo>
                <a:cubicBezTo>
                  <a:pt x="1804995" y="107660"/>
                  <a:pt x="1807021" y="106286"/>
                  <a:pt x="1807021" y="103815"/>
                </a:cubicBezTo>
                <a:cubicBezTo>
                  <a:pt x="1807021" y="101343"/>
                  <a:pt x="1804995" y="99970"/>
                  <a:pt x="1801520" y="99970"/>
                </a:cubicBezTo>
                <a:lnTo>
                  <a:pt x="1792834" y="99970"/>
                </a:lnTo>
                <a:lnTo>
                  <a:pt x="1792834" y="52731"/>
                </a:lnTo>
                <a:cubicBezTo>
                  <a:pt x="1798914" y="45041"/>
                  <a:pt x="1800941" y="43119"/>
                  <a:pt x="1803836" y="40922"/>
                </a:cubicBezTo>
                <a:cubicBezTo>
                  <a:pt x="1809337" y="36802"/>
                  <a:pt x="1815128" y="34880"/>
                  <a:pt x="1822655" y="34880"/>
                </a:cubicBezTo>
                <a:cubicBezTo>
                  <a:pt x="1830183" y="34880"/>
                  <a:pt x="1833947" y="35978"/>
                  <a:pt x="1838869" y="39548"/>
                </a:cubicBezTo>
                <a:cubicBezTo>
                  <a:pt x="1843791" y="43668"/>
                  <a:pt x="1846397" y="48337"/>
                  <a:pt x="1846397" y="53830"/>
                </a:cubicBezTo>
                <a:lnTo>
                  <a:pt x="1846397" y="99970"/>
                </a:lnTo>
                <a:lnTo>
                  <a:pt x="1839448" y="99970"/>
                </a:lnTo>
                <a:cubicBezTo>
                  <a:pt x="1835974" y="99970"/>
                  <a:pt x="1834237" y="101343"/>
                  <a:pt x="1834237" y="103815"/>
                </a:cubicBezTo>
                <a:cubicBezTo>
                  <a:pt x="1834237" y="106286"/>
                  <a:pt x="1835974" y="107660"/>
                  <a:pt x="1839448" y="107660"/>
                </a:cubicBezTo>
                <a:lnTo>
                  <a:pt x="1861163" y="107660"/>
                </a:lnTo>
                <a:cubicBezTo>
                  <a:pt x="1864637" y="107660"/>
                  <a:pt x="1866374" y="106286"/>
                  <a:pt x="1866374" y="103815"/>
                </a:cubicBezTo>
                <a:cubicBezTo>
                  <a:pt x="1866374" y="101343"/>
                  <a:pt x="1864637" y="99970"/>
                  <a:pt x="1861163" y="99970"/>
                </a:cubicBezTo>
                <a:lnTo>
                  <a:pt x="1854214" y="99970"/>
                </a:lnTo>
                <a:lnTo>
                  <a:pt x="1854214" y="52457"/>
                </a:lnTo>
                <a:cubicBezTo>
                  <a:pt x="1854214" y="38175"/>
                  <a:pt x="1840896" y="27190"/>
                  <a:pt x="1823524" y="27190"/>
                </a:cubicBezTo>
                <a:cubicBezTo>
                  <a:pt x="1811074" y="27190"/>
                  <a:pt x="1804126" y="30760"/>
                  <a:pt x="1792834" y="42569"/>
                </a:cubicBezTo>
                <a:lnTo>
                  <a:pt x="1792834" y="29661"/>
                </a:lnTo>
                <a:close/>
                <a:moveTo>
                  <a:pt x="1980449" y="70583"/>
                </a:moveTo>
                <a:cubicBezTo>
                  <a:pt x="1980449" y="61794"/>
                  <a:pt x="1979870" y="58224"/>
                  <a:pt x="1976974" y="52182"/>
                </a:cubicBezTo>
                <a:cubicBezTo>
                  <a:pt x="1970026" y="36802"/>
                  <a:pt x="1954102" y="27190"/>
                  <a:pt x="1935282" y="27190"/>
                </a:cubicBezTo>
                <a:cubicBezTo>
                  <a:pt x="1910093" y="27190"/>
                  <a:pt x="1890406" y="44492"/>
                  <a:pt x="1890406" y="67013"/>
                </a:cubicBezTo>
                <a:cubicBezTo>
                  <a:pt x="1890406" y="91456"/>
                  <a:pt x="1911541" y="110681"/>
                  <a:pt x="1937888" y="110681"/>
                </a:cubicBezTo>
                <a:cubicBezTo>
                  <a:pt x="1955839" y="110681"/>
                  <a:pt x="1979580" y="101892"/>
                  <a:pt x="1979580" y="95301"/>
                </a:cubicBezTo>
                <a:cubicBezTo>
                  <a:pt x="1979580" y="93378"/>
                  <a:pt x="1977843" y="91730"/>
                  <a:pt x="1975816" y="91730"/>
                </a:cubicBezTo>
                <a:cubicBezTo>
                  <a:pt x="1974948" y="91730"/>
                  <a:pt x="1974079" y="92005"/>
                  <a:pt x="1972632" y="92829"/>
                </a:cubicBezTo>
                <a:cubicBezTo>
                  <a:pt x="1964814" y="98871"/>
                  <a:pt x="1950338" y="102991"/>
                  <a:pt x="1938178" y="102991"/>
                </a:cubicBezTo>
                <a:cubicBezTo>
                  <a:pt x="1917042" y="102991"/>
                  <a:pt x="1901118" y="90083"/>
                  <a:pt x="1898512" y="70583"/>
                </a:cubicBezTo>
                <a:lnTo>
                  <a:pt x="1980449" y="70583"/>
                </a:lnTo>
                <a:close/>
                <a:moveTo>
                  <a:pt x="1898512" y="62893"/>
                </a:moveTo>
                <a:cubicBezTo>
                  <a:pt x="1901987" y="45591"/>
                  <a:pt x="1916174" y="34880"/>
                  <a:pt x="1935282" y="34880"/>
                </a:cubicBezTo>
                <a:cubicBezTo>
                  <a:pt x="1954391" y="34880"/>
                  <a:pt x="1968868" y="45865"/>
                  <a:pt x="1972053" y="62893"/>
                </a:cubicBezTo>
                <a:lnTo>
                  <a:pt x="1898512" y="62893"/>
                </a:lnTo>
                <a:close/>
                <a:moveTo>
                  <a:pt x="2059201" y="10162"/>
                </a:moveTo>
                <a:lnTo>
                  <a:pt x="2086416" y="10162"/>
                </a:lnTo>
                <a:cubicBezTo>
                  <a:pt x="2090180" y="10162"/>
                  <a:pt x="2091917" y="8789"/>
                  <a:pt x="2091917" y="6317"/>
                </a:cubicBezTo>
                <a:cubicBezTo>
                  <a:pt x="2091917" y="3845"/>
                  <a:pt x="2090180" y="2472"/>
                  <a:pt x="2086416" y="2472"/>
                </a:cubicBezTo>
                <a:lnTo>
                  <a:pt x="2023589" y="2472"/>
                </a:lnTo>
                <a:cubicBezTo>
                  <a:pt x="2020114" y="2472"/>
                  <a:pt x="2018377" y="3845"/>
                  <a:pt x="2018377" y="6317"/>
                </a:cubicBezTo>
                <a:cubicBezTo>
                  <a:pt x="2018377" y="8789"/>
                  <a:pt x="2020114" y="10162"/>
                  <a:pt x="2023589" y="10162"/>
                </a:cubicBezTo>
                <a:lnTo>
                  <a:pt x="2051094" y="10162"/>
                </a:lnTo>
                <a:lnTo>
                  <a:pt x="2051094" y="99970"/>
                </a:lnTo>
                <a:lnTo>
                  <a:pt x="2023589" y="99970"/>
                </a:lnTo>
                <a:cubicBezTo>
                  <a:pt x="2020114" y="99970"/>
                  <a:pt x="2018377" y="101343"/>
                  <a:pt x="2018377" y="103815"/>
                </a:cubicBezTo>
                <a:cubicBezTo>
                  <a:pt x="2018377" y="106286"/>
                  <a:pt x="2020114" y="107660"/>
                  <a:pt x="2023589" y="107660"/>
                </a:cubicBezTo>
                <a:lnTo>
                  <a:pt x="2086416" y="107660"/>
                </a:lnTo>
                <a:cubicBezTo>
                  <a:pt x="2089891" y="107660"/>
                  <a:pt x="2091917" y="106286"/>
                  <a:pt x="2091917" y="103815"/>
                </a:cubicBezTo>
                <a:cubicBezTo>
                  <a:pt x="2091917" y="101343"/>
                  <a:pt x="2090180" y="99970"/>
                  <a:pt x="2086416" y="99970"/>
                </a:cubicBezTo>
                <a:lnTo>
                  <a:pt x="2059201" y="99970"/>
                </a:lnTo>
                <a:lnTo>
                  <a:pt x="2059201" y="10162"/>
                </a:lnTo>
                <a:close/>
                <a:moveTo>
                  <a:pt x="2147217" y="29661"/>
                </a:moveTo>
                <a:lnTo>
                  <a:pt x="2132451" y="29661"/>
                </a:lnTo>
                <a:cubicBezTo>
                  <a:pt x="2128688" y="29661"/>
                  <a:pt x="2126950" y="31035"/>
                  <a:pt x="2126950" y="33506"/>
                </a:cubicBezTo>
                <a:cubicBezTo>
                  <a:pt x="2126950" y="36253"/>
                  <a:pt x="2128688" y="37351"/>
                  <a:pt x="2132451" y="37351"/>
                </a:cubicBezTo>
                <a:lnTo>
                  <a:pt x="2139111" y="37351"/>
                </a:lnTo>
                <a:lnTo>
                  <a:pt x="2139111" y="99970"/>
                </a:lnTo>
                <a:lnTo>
                  <a:pt x="2130135" y="99970"/>
                </a:lnTo>
                <a:cubicBezTo>
                  <a:pt x="2126371" y="99970"/>
                  <a:pt x="2124634" y="101343"/>
                  <a:pt x="2124634" y="103815"/>
                </a:cubicBezTo>
                <a:cubicBezTo>
                  <a:pt x="2124634" y="106286"/>
                  <a:pt x="2126371" y="107660"/>
                  <a:pt x="2130135" y="107660"/>
                </a:cubicBezTo>
                <a:lnTo>
                  <a:pt x="2155903" y="107660"/>
                </a:lnTo>
                <a:cubicBezTo>
                  <a:pt x="2159378" y="107660"/>
                  <a:pt x="2161404" y="106286"/>
                  <a:pt x="2161404" y="103815"/>
                </a:cubicBezTo>
                <a:cubicBezTo>
                  <a:pt x="2161404" y="101343"/>
                  <a:pt x="2159378" y="99970"/>
                  <a:pt x="2155903" y="99970"/>
                </a:cubicBezTo>
                <a:lnTo>
                  <a:pt x="2147217" y="99970"/>
                </a:lnTo>
                <a:lnTo>
                  <a:pt x="2147217" y="52731"/>
                </a:lnTo>
                <a:cubicBezTo>
                  <a:pt x="2153297" y="45041"/>
                  <a:pt x="2155324" y="43119"/>
                  <a:pt x="2158219" y="40922"/>
                </a:cubicBezTo>
                <a:cubicBezTo>
                  <a:pt x="2163720" y="36802"/>
                  <a:pt x="2169511" y="34880"/>
                  <a:pt x="2177039" y="34880"/>
                </a:cubicBezTo>
                <a:cubicBezTo>
                  <a:pt x="2184566" y="34880"/>
                  <a:pt x="2188330" y="35978"/>
                  <a:pt x="2193252" y="39548"/>
                </a:cubicBezTo>
                <a:cubicBezTo>
                  <a:pt x="2198174" y="43668"/>
                  <a:pt x="2200780" y="48337"/>
                  <a:pt x="2200780" y="53830"/>
                </a:cubicBezTo>
                <a:lnTo>
                  <a:pt x="2200780" y="99970"/>
                </a:lnTo>
                <a:lnTo>
                  <a:pt x="2193831" y="99970"/>
                </a:lnTo>
                <a:cubicBezTo>
                  <a:pt x="2190357" y="99970"/>
                  <a:pt x="2188620" y="101343"/>
                  <a:pt x="2188620" y="103815"/>
                </a:cubicBezTo>
                <a:cubicBezTo>
                  <a:pt x="2188620" y="106286"/>
                  <a:pt x="2190357" y="107660"/>
                  <a:pt x="2193831" y="107660"/>
                </a:cubicBezTo>
                <a:lnTo>
                  <a:pt x="2215546" y="107660"/>
                </a:lnTo>
                <a:cubicBezTo>
                  <a:pt x="2219020" y="107660"/>
                  <a:pt x="2220757" y="106286"/>
                  <a:pt x="2220757" y="103815"/>
                </a:cubicBezTo>
                <a:cubicBezTo>
                  <a:pt x="2220757" y="101343"/>
                  <a:pt x="2219020" y="99970"/>
                  <a:pt x="2215546" y="99970"/>
                </a:cubicBezTo>
                <a:lnTo>
                  <a:pt x="2208597" y="99970"/>
                </a:lnTo>
                <a:lnTo>
                  <a:pt x="2208597" y="52457"/>
                </a:lnTo>
                <a:cubicBezTo>
                  <a:pt x="2208597" y="38175"/>
                  <a:pt x="2195279" y="27190"/>
                  <a:pt x="2177907" y="27190"/>
                </a:cubicBezTo>
                <a:cubicBezTo>
                  <a:pt x="2165457" y="27190"/>
                  <a:pt x="2158509" y="30760"/>
                  <a:pt x="2147217" y="42569"/>
                </a:cubicBezTo>
                <a:lnTo>
                  <a:pt x="2147217" y="29661"/>
                </a:lnTo>
                <a:close/>
                <a:moveTo>
                  <a:pt x="2260785" y="29661"/>
                </a:moveTo>
                <a:lnTo>
                  <a:pt x="2241966" y="29661"/>
                </a:lnTo>
                <a:cubicBezTo>
                  <a:pt x="2238491" y="29661"/>
                  <a:pt x="2236754" y="31035"/>
                  <a:pt x="2236754" y="33506"/>
                </a:cubicBezTo>
                <a:cubicBezTo>
                  <a:pt x="2236754" y="36253"/>
                  <a:pt x="2238491" y="37351"/>
                  <a:pt x="2241966" y="37351"/>
                </a:cubicBezTo>
                <a:lnTo>
                  <a:pt x="2252678" y="37351"/>
                </a:lnTo>
                <a:lnTo>
                  <a:pt x="2252678" y="134849"/>
                </a:lnTo>
                <a:lnTo>
                  <a:pt x="2241966" y="134849"/>
                </a:lnTo>
                <a:cubicBezTo>
                  <a:pt x="2238491" y="134849"/>
                  <a:pt x="2236754" y="135948"/>
                  <a:pt x="2236754" y="138419"/>
                </a:cubicBezTo>
                <a:cubicBezTo>
                  <a:pt x="2236754" y="141166"/>
                  <a:pt x="2238491" y="142264"/>
                  <a:pt x="2241966" y="142264"/>
                </a:cubicBezTo>
                <a:lnTo>
                  <a:pt x="2280184" y="142264"/>
                </a:lnTo>
                <a:cubicBezTo>
                  <a:pt x="2283658" y="142264"/>
                  <a:pt x="2285395" y="141166"/>
                  <a:pt x="2285395" y="138419"/>
                </a:cubicBezTo>
                <a:cubicBezTo>
                  <a:pt x="2285395" y="135948"/>
                  <a:pt x="2283658" y="134849"/>
                  <a:pt x="2280184" y="134849"/>
                </a:cubicBezTo>
                <a:lnTo>
                  <a:pt x="2260785" y="134849"/>
                </a:lnTo>
                <a:lnTo>
                  <a:pt x="2260785" y="87885"/>
                </a:lnTo>
                <a:cubicBezTo>
                  <a:pt x="2269760" y="100244"/>
                  <a:pt x="2280762" y="105737"/>
                  <a:pt x="2296108" y="105737"/>
                </a:cubicBezTo>
                <a:cubicBezTo>
                  <a:pt x="2320138" y="105737"/>
                  <a:pt x="2338958" y="88709"/>
                  <a:pt x="2338958" y="66463"/>
                </a:cubicBezTo>
                <a:cubicBezTo>
                  <a:pt x="2338958" y="44217"/>
                  <a:pt x="2320428" y="27190"/>
                  <a:pt x="2296108" y="27190"/>
                </a:cubicBezTo>
                <a:cubicBezTo>
                  <a:pt x="2281052" y="27190"/>
                  <a:pt x="2271208" y="32133"/>
                  <a:pt x="2260785" y="45041"/>
                </a:cubicBezTo>
                <a:lnTo>
                  <a:pt x="2260785" y="29661"/>
                </a:lnTo>
                <a:close/>
                <a:moveTo>
                  <a:pt x="2295818" y="34880"/>
                </a:moveTo>
                <a:cubicBezTo>
                  <a:pt x="2315795" y="34880"/>
                  <a:pt x="2330851" y="48612"/>
                  <a:pt x="2330851" y="66738"/>
                </a:cubicBezTo>
                <a:cubicBezTo>
                  <a:pt x="2330851" y="84040"/>
                  <a:pt x="2315216" y="98047"/>
                  <a:pt x="2295818" y="98047"/>
                </a:cubicBezTo>
                <a:cubicBezTo>
                  <a:pt x="2276420" y="98047"/>
                  <a:pt x="2260785" y="84040"/>
                  <a:pt x="2260785" y="66463"/>
                </a:cubicBezTo>
                <a:cubicBezTo>
                  <a:pt x="2260785" y="48886"/>
                  <a:pt x="2276420" y="34880"/>
                  <a:pt x="2295818" y="34880"/>
                </a:cubicBezTo>
                <a:close/>
                <a:moveTo>
                  <a:pt x="2437108" y="107660"/>
                </a:moveTo>
                <a:lnTo>
                  <a:pt x="2451874" y="107660"/>
                </a:lnTo>
                <a:cubicBezTo>
                  <a:pt x="2455348" y="107660"/>
                  <a:pt x="2457085" y="106286"/>
                  <a:pt x="2457085" y="103815"/>
                </a:cubicBezTo>
                <a:cubicBezTo>
                  <a:pt x="2457085" y="101343"/>
                  <a:pt x="2455348" y="99970"/>
                  <a:pt x="2451874" y="99970"/>
                </a:cubicBezTo>
                <a:lnTo>
                  <a:pt x="2444925" y="99970"/>
                </a:lnTo>
                <a:lnTo>
                  <a:pt x="2444925" y="29661"/>
                </a:lnTo>
                <a:lnTo>
                  <a:pt x="2422342" y="29661"/>
                </a:lnTo>
                <a:cubicBezTo>
                  <a:pt x="2418578" y="29661"/>
                  <a:pt x="2416841" y="31035"/>
                  <a:pt x="2416841" y="33506"/>
                </a:cubicBezTo>
                <a:cubicBezTo>
                  <a:pt x="2416841" y="36253"/>
                  <a:pt x="2418578" y="37351"/>
                  <a:pt x="2422342" y="37351"/>
                </a:cubicBezTo>
                <a:lnTo>
                  <a:pt x="2437108" y="37351"/>
                </a:lnTo>
                <a:lnTo>
                  <a:pt x="2437108" y="86238"/>
                </a:lnTo>
                <a:cubicBezTo>
                  <a:pt x="2426106" y="97498"/>
                  <a:pt x="2414235" y="102991"/>
                  <a:pt x="2400917" y="102991"/>
                </a:cubicBezTo>
                <a:cubicBezTo>
                  <a:pt x="2390784" y="102991"/>
                  <a:pt x="2382966" y="95575"/>
                  <a:pt x="2382966" y="86238"/>
                </a:cubicBezTo>
                <a:lnTo>
                  <a:pt x="2382966" y="29661"/>
                </a:lnTo>
                <a:lnTo>
                  <a:pt x="2364436" y="29661"/>
                </a:lnTo>
                <a:cubicBezTo>
                  <a:pt x="2360673" y="29661"/>
                  <a:pt x="2358935" y="31035"/>
                  <a:pt x="2358935" y="33506"/>
                </a:cubicBezTo>
                <a:cubicBezTo>
                  <a:pt x="2358935" y="36253"/>
                  <a:pt x="2360673" y="37351"/>
                  <a:pt x="2364436" y="37351"/>
                </a:cubicBezTo>
                <a:lnTo>
                  <a:pt x="2374859" y="37351"/>
                </a:lnTo>
                <a:lnTo>
                  <a:pt x="2374859" y="86238"/>
                </a:lnTo>
                <a:cubicBezTo>
                  <a:pt x="2374859" y="101068"/>
                  <a:pt x="2385282" y="110681"/>
                  <a:pt x="2401206" y="110681"/>
                </a:cubicBezTo>
                <a:cubicBezTo>
                  <a:pt x="2414235" y="110681"/>
                  <a:pt x="2426106" y="105462"/>
                  <a:pt x="2437108" y="95301"/>
                </a:cubicBezTo>
                <a:lnTo>
                  <a:pt x="2437108" y="107660"/>
                </a:lnTo>
                <a:close/>
                <a:moveTo>
                  <a:pt x="2505147" y="29661"/>
                </a:moveTo>
                <a:lnTo>
                  <a:pt x="2505147" y="7690"/>
                </a:lnTo>
                <a:cubicBezTo>
                  <a:pt x="2505147" y="4120"/>
                  <a:pt x="2503989" y="2472"/>
                  <a:pt x="2501383" y="2472"/>
                </a:cubicBezTo>
                <a:cubicBezTo>
                  <a:pt x="2498488" y="2472"/>
                  <a:pt x="2497330" y="4120"/>
                  <a:pt x="2497330" y="7690"/>
                </a:cubicBezTo>
                <a:lnTo>
                  <a:pt x="2497330" y="29661"/>
                </a:lnTo>
                <a:lnTo>
                  <a:pt x="2482564" y="29661"/>
                </a:lnTo>
                <a:cubicBezTo>
                  <a:pt x="2478800" y="29661"/>
                  <a:pt x="2477063" y="31035"/>
                  <a:pt x="2477063" y="33506"/>
                </a:cubicBezTo>
                <a:cubicBezTo>
                  <a:pt x="2477063" y="36253"/>
                  <a:pt x="2478800" y="37351"/>
                  <a:pt x="2482564" y="37351"/>
                </a:cubicBezTo>
                <a:lnTo>
                  <a:pt x="2497330" y="37351"/>
                </a:lnTo>
                <a:lnTo>
                  <a:pt x="2497330" y="87611"/>
                </a:lnTo>
                <a:cubicBezTo>
                  <a:pt x="2497330" y="101617"/>
                  <a:pt x="2509201" y="110681"/>
                  <a:pt x="2527730" y="110681"/>
                </a:cubicBezTo>
                <a:cubicBezTo>
                  <a:pt x="2544523" y="110681"/>
                  <a:pt x="2566817" y="103540"/>
                  <a:pt x="2566817" y="98047"/>
                </a:cubicBezTo>
                <a:cubicBezTo>
                  <a:pt x="2566817" y="96399"/>
                  <a:pt x="2565080" y="94477"/>
                  <a:pt x="2563053" y="94477"/>
                </a:cubicBezTo>
                <a:cubicBezTo>
                  <a:pt x="2562183" y="94477"/>
                  <a:pt x="2561605" y="94477"/>
                  <a:pt x="2560158" y="95575"/>
                </a:cubicBezTo>
                <a:cubicBezTo>
                  <a:pt x="2552340" y="99695"/>
                  <a:pt x="2538443" y="102991"/>
                  <a:pt x="2527441" y="102991"/>
                </a:cubicBezTo>
                <a:cubicBezTo>
                  <a:pt x="2513833" y="102991"/>
                  <a:pt x="2505147" y="96949"/>
                  <a:pt x="2505147" y="87336"/>
                </a:cubicBezTo>
                <a:lnTo>
                  <a:pt x="2505147" y="37351"/>
                </a:lnTo>
                <a:lnTo>
                  <a:pt x="2548576" y="37351"/>
                </a:lnTo>
                <a:cubicBezTo>
                  <a:pt x="2552051" y="37351"/>
                  <a:pt x="2553788" y="36253"/>
                  <a:pt x="2553788" y="33506"/>
                </a:cubicBezTo>
                <a:cubicBezTo>
                  <a:pt x="2553788" y="31035"/>
                  <a:pt x="2552051" y="29661"/>
                  <a:pt x="2548576" y="29661"/>
                </a:cubicBezTo>
                <a:lnTo>
                  <a:pt x="2505147" y="29661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36FFC-CA8C-4E77-A2C9-F1740021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771" y="178692"/>
            <a:ext cx="32138" cy="135948"/>
          </a:xfrm>
          <a:custGeom xmlns:a="http://schemas.openxmlformats.org/drawingml/2006/main">
            <a:pathLst>
              <a:path w="32138" h="135948">
                <a:moveTo>
                  <a:pt x="28374" y="0"/>
                </a:moveTo>
                <a:cubicBezTo>
                  <a:pt x="26347" y="0"/>
                  <a:pt x="24899" y="1373"/>
                  <a:pt x="21715" y="6317"/>
                </a:cubicBezTo>
                <a:cubicBezTo>
                  <a:pt x="7528" y="26915"/>
                  <a:pt x="0" y="48886"/>
                  <a:pt x="0" y="67562"/>
                </a:cubicBezTo>
                <a:cubicBezTo>
                  <a:pt x="0" y="86787"/>
                  <a:pt x="6370" y="106286"/>
                  <a:pt x="19977" y="127159"/>
                </a:cubicBezTo>
                <a:cubicBezTo>
                  <a:pt x="24320" y="134300"/>
                  <a:pt x="26058" y="135948"/>
                  <a:pt x="28084" y="135948"/>
                </a:cubicBezTo>
                <a:cubicBezTo>
                  <a:pt x="30401" y="135948"/>
                  <a:pt x="32138" y="134300"/>
                  <a:pt x="32138" y="132377"/>
                </a:cubicBezTo>
                <a:cubicBezTo>
                  <a:pt x="32138" y="131553"/>
                  <a:pt x="32138" y="131279"/>
                  <a:pt x="31559" y="130180"/>
                </a:cubicBezTo>
                <a:cubicBezTo>
                  <a:pt x="17951" y="107110"/>
                  <a:pt x="11871" y="88160"/>
                  <a:pt x="11871" y="68111"/>
                </a:cubicBezTo>
                <a:cubicBezTo>
                  <a:pt x="11871" y="48062"/>
                  <a:pt x="17951" y="28563"/>
                  <a:pt x="31559" y="5767"/>
                </a:cubicBezTo>
                <a:cubicBezTo>
                  <a:pt x="32138" y="4944"/>
                  <a:pt x="32138" y="4669"/>
                  <a:pt x="32138" y="3845"/>
                </a:cubicBezTo>
                <a:cubicBezTo>
                  <a:pt x="32138" y="1648"/>
                  <a:pt x="30401" y="0"/>
                  <a:pt x="28374" y="0"/>
                </a:cubicBezTo>
                <a:lnTo>
                  <a:pt x="2837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B9952-8BDD-4AD7-9E2C-25395749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779" y="181164"/>
            <a:ext cx="566101" cy="113427"/>
          </a:xfrm>
          <a:custGeom xmlns:a="http://schemas.openxmlformats.org/drawingml/2006/main">
            <a:pathLst>
              <a:path w="566101" h="113427">
                <a:moveTo>
                  <a:pt x="540798" y="47502"/>
                </a:moveTo>
                <a:lnTo>
                  <a:pt x="541290" y="47488"/>
                </a:lnTo>
                <a:lnTo>
                  <a:pt x="541762" y="47469"/>
                </a:lnTo>
                <a:lnTo>
                  <a:pt x="542215" y="47444"/>
                </a:lnTo>
                <a:lnTo>
                  <a:pt x="542649" y="47414"/>
                </a:lnTo>
                <a:lnTo>
                  <a:pt x="543065" y="47380"/>
                </a:lnTo>
                <a:lnTo>
                  <a:pt x="543464" y="47340"/>
                </a:lnTo>
                <a:lnTo>
                  <a:pt x="543846" y="47296"/>
                </a:lnTo>
                <a:lnTo>
                  <a:pt x="544211" y="47247"/>
                </a:lnTo>
                <a:lnTo>
                  <a:pt x="544560" y="47193"/>
                </a:lnTo>
                <a:lnTo>
                  <a:pt x="544893" y="47135"/>
                </a:lnTo>
                <a:lnTo>
                  <a:pt x="545211" y="47073"/>
                </a:lnTo>
                <a:lnTo>
                  <a:pt x="545515" y="47007"/>
                </a:lnTo>
                <a:lnTo>
                  <a:pt x="545805" y="46936"/>
                </a:lnTo>
                <a:lnTo>
                  <a:pt x="546081" y="46862"/>
                </a:lnTo>
                <a:lnTo>
                  <a:pt x="546344" y="46784"/>
                </a:lnTo>
                <a:lnTo>
                  <a:pt x="546594" y="46702"/>
                </a:lnTo>
                <a:lnTo>
                  <a:pt x="546832" y="46617"/>
                </a:lnTo>
                <a:lnTo>
                  <a:pt x="547059" y="46528"/>
                </a:lnTo>
                <a:lnTo>
                  <a:pt x="547275" y="46435"/>
                </a:lnTo>
                <a:lnTo>
                  <a:pt x="547480" y="46340"/>
                </a:lnTo>
                <a:lnTo>
                  <a:pt x="547675" y="46241"/>
                </a:lnTo>
                <a:lnTo>
                  <a:pt x="547861" y="46140"/>
                </a:lnTo>
                <a:lnTo>
                  <a:pt x="548217" y="45925"/>
                </a:lnTo>
                <a:lnTo>
                  <a:pt x="548560" y="45695"/>
                </a:lnTo>
                <a:lnTo>
                  <a:pt x="548891" y="45448"/>
                </a:lnTo>
                <a:lnTo>
                  <a:pt x="549209" y="45187"/>
                </a:lnTo>
                <a:lnTo>
                  <a:pt x="549514" y="44913"/>
                </a:lnTo>
                <a:lnTo>
                  <a:pt x="549806" y="44625"/>
                </a:lnTo>
                <a:lnTo>
                  <a:pt x="550084" y="44325"/>
                </a:lnTo>
                <a:lnTo>
                  <a:pt x="550349" y="44014"/>
                </a:lnTo>
                <a:lnTo>
                  <a:pt x="550599" y="43692"/>
                </a:lnTo>
                <a:lnTo>
                  <a:pt x="550835" y="43361"/>
                </a:lnTo>
                <a:lnTo>
                  <a:pt x="551056" y="43021"/>
                </a:lnTo>
                <a:lnTo>
                  <a:pt x="551263" y="42672"/>
                </a:lnTo>
                <a:lnTo>
                  <a:pt x="551454" y="42317"/>
                </a:lnTo>
                <a:lnTo>
                  <a:pt x="551630" y="41956"/>
                </a:lnTo>
                <a:lnTo>
                  <a:pt x="551791" y="41588"/>
                </a:lnTo>
                <a:lnTo>
                  <a:pt x="551936" y="41217"/>
                </a:lnTo>
                <a:lnTo>
                  <a:pt x="552064" y="40841"/>
                </a:lnTo>
                <a:lnTo>
                  <a:pt x="552177" y="40462"/>
                </a:lnTo>
                <a:lnTo>
                  <a:pt x="552272" y="40082"/>
                </a:lnTo>
                <a:lnTo>
                  <a:pt x="552351" y="39700"/>
                </a:lnTo>
                <a:lnTo>
                  <a:pt x="552413" y="39317"/>
                </a:lnTo>
                <a:lnTo>
                  <a:pt x="552457" y="38935"/>
                </a:lnTo>
                <a:lnTo>
                  <a:pt x="552484" y="38554"/>
                </a:lnTo>
                <a:lnTo>
                  <a:pt x="552493" y="38175"/>
                </a:lnTo>
                <a:lnTo>
                  <a:pt x="552486" y="37799"/>
                </a:lnTo>
                <a:lnTo>
                  <a:pt x="552463" y="37426"/>
                </a:lnTo>
                <a:lnTo>
                  <a:pt x="552426" y="37056"/>
                </a:lnTo>
                <a:lnTo>
                  <a:pt x="552375" y="36690"/>
                </a:lnTo>
                <a:lnTo>
                  <a:pt x="552310" y="36328"/>
                </a:lnTo>
                <a:lnTo>
                  <a:pt x="552231" y="35969"/>
                </a:lnTo>
                <a:lnTo>
                  <a:pt x="552138" y="35615"/>
                </a:lnTo>
                <a:lnTo>
                  <a:pt x="552032" y="35266"/>
                </a:lnTo>
                <a:lnTo>
                  <a:pt x="551913" y="34921"/>
                </a:lnTo>
                <a:lnTo>
                  <a:pt x="551781" y="34582"/>
                </a:lnTo>
                <a:lnTo>
                  <a:pt x="551637" y="34247"/>
                </a:lnTo>
                <a:lnTo>
                  <a:pt x="551480" y="33918"/>
                </a:lnTo>
                <a:lnTo>
                  <a:pt x="551311" y="33595"/>
                </a:lnTo>
                <a:lnTo>
                  <a:pt x="551130" y="33278"/>
                </a:lnTo>
                <a:lnTo>
                  <a:pt x="550938" y="32967"/>
                </a:lnTo>
                <a:lnTo>
                  <a:pt x="550735" y="32662"/>
                </a:lnTo>
                <a:lnTo>
                  <a:pt x="550520" y="32364"/>
                </a:lnTo>
                <a:lnTo>
                  <a:pt x="550295" y="32073"/>
                </a:lnTo>
                <a:lnTo>
                  <a:pt x="550059" y="31789"/>
                </a:lnTo>
                <a:lnTo>
                  <a:pt x="549812" y="31513"/>
                </a:lnTo>
                <a:lnTo>
                  <a:pt x="549556" y="31244"/>
                </a:lnTo>
                <a:lnTo>
                  <a:pt x="549290" y="30983"/>
                </a:lnTo>
                <a:lnTo>
                  <a:pt x="549014" y="30730"/>
                </a:lnTo>
                <a:lnTo>
                  <a:pt x="548729" y="30485"/>
                </a:lnTo>
                <a:lnTo>
                  <a:pt x="548444" y="30319"/>
                </a:lnTo>
                <a:lnTo>
                  <a:pt x="548166" y="30164"/>
                </a:lnTo>
                <a:lnTo>
                  <a:pt x="547892" y="30020"/>
                </a:lnTo>
                <a:lnTo>
                  <a:pt x="547622" y="29886"/>
                </a:lnTo>
                <a:lnTo>
                  <a:pt x="547353" y="29763"/>
                </a:lnTo>
                <a:lnTo>
                  <a:pt x="547083" y="29648"/>
                </a:lnTo>
                <a:lnTo>
                  <a:pt x="546809" y="29544"/>
                </a:lnTo>
                <a:lnTo>
                  <a:pt x="546531" y="29448"/>
                </a:lnTo>
                <a:lnTo>
                  <a:pt x="546246" y="29360"/>
                </a:lnTo>
                <a:lnTo>
                  <a:pt x="545951" y="29281"/>
                </a:lnTo>
                <a:lnTo>
                  <a:pt x="545646" y="29210"/>
                </a:lnTo>
                <a:lnTo>
                  <a:pt x="545327" y="29146"/>
                </a:lnTo>
                <a:lnTo>
                  <a:pt x="544994" y="29090"/>
                </a:lnTo>
                <a:lnTo>
                  <a:pt x="544643" y="29040"/>
                </a:lnTo>
                <a:lnTo>
                  <a:pt x="544273" y="28997"/>
                </a:lnTo>
                <a:lnTo>
                  <a:pt x="543882" y="28959"/>
                </a:lnTo>
                <a:lnTo>
                  <a:pt x="543468" y="28928"/>
                </a:lnTo>
                <a:lnTo>
                  <a:pt x="543029" y="28902"/>
                </a:lnTo>
                <a:lnTo>
                  <a:pt x="542563" y="28881"/>
                </a:lnTo>
                <a:lnTo>
                  <a:pt x="542067" y="28864"/>
                </a:lnTo>
                <a:lnTo>
                  <a:pt x="541541" y="28852"/>
                </a:lnTo>
                <a:lnTo>
                  <a:pt x="540981" y="28844"/>
                </a:lnTo>
                <a:lnTo>
                  <a:pt x="540386" y="28839"/>
                </a:lnTo>
                <a:lnTo>
                  <a:pt x="539754" y="28837"/>
                </a:lnTo>
                <a:lnTo>
                  <a:pt x="504142" y="28837"/>
                </a:lnTo>
                <a:lnTo>
                  <a:pt x="504142" y="12359"/>
                </a:lnTo>
                <a:lnTo>
                  <a:pt x="504140" y="11761"/>
                </a:lnTo>
                <a:lnTo>
                  <a:pt x="504135" y="11200"/>
                </a:lnTo>
                <a:lnTo>
                  <a:pt x="504127" y="10676"/>
                </a:lnTo>
                <a:lnTo>
                  <a:pt x="504115" y="10186"/>
                </a:lnTo>
                <a:lnTo>
                  <a:pt x="504099" y="9728"/>
                </a:lnTo>
                <a:lnTo>
                  <a:pt x="504079" y="9299"/>
                </a:lnTo>
                <a:lnTo>
                  <a:pt x="504054" y="8899"/>
                </a:lnTo>
                <a:lnTo>
                  <a:pt x="504024" y="8524"/>
                </a:lnTo>
                <a:lnTo>
                  <a:pt x="503989" y="8173"/>
                </a:lnTo>
                <a:lnTo>
                  <a:pt x="503949" y="7844"/>
                </a:lnTo>
                <a:lnTo>
                  <a:pt x="503904" y="7535"/>
                </a:lnTo>
                <a:lnTo>
                  <a:pt x="503852" y="7244"/>
                </a:lnTo>
                <a:lnTo>
                  <a:pt x="503795" y="6968"/>
                </a:lnTo>
                <a:lnTo>
                  <a:pt x="503731" y="6706"/>
                </a:lnTo>
                <a:lnTo>
                  <a:pt x="503661" y="6456"/>
                </a:lnTo>
                <a:lnTo>
                  <a:pt x="503584" y="6215"/>
                </a:lnTo>
                <a:lnTo>
                  <a:pt x="503500" y="5982"/>
                </a:lnTo>
                <a:lnTo>
                  <a:pt x="503409" y="5755"/>
                </a:lnTo>
                <a:lnTo>
                  <a:pt x="503310" y="5531"/>
                </a:lnTo>
                <a:lnTo>
                  <a:pt x="503204" y="5308"/>
                </a:lnTo>
                <a:lnTo>
                  <a:pt x="503089" y="5086"/>
                </a:lnTo>
                <a:lnTo>
                  <a:pt x="502966" y="4860"/>
                </a:lnTo>
                <a:lnTo>
                  <a:pt x="502835" y="4631"/>
                </a:lnTo>
                <a:lnTo>
                  <a:pt x="502694" y="4394"/>
                </a:lnTo>
                <a:lnTo>
                  <a:pt x="502468" y="4057"/>
                </a:lnTo>
                <a:lnTo>
                  <a:pt x="502225" y="3731"/>
                </a:lnTo>
                <a:lnTo>
                  <a:pt x="501965" y="3417"/>
                </a:lnTo>
                <a:lnTo>
                  <a:pt x="501690" y="3115"/>
                </a:lnTo>
                <a:lnTo>
                  <a:pt x="501401" y="2826"/>
                </a:lnTo>
                <a:lnTo>
                  <a:pt x="501097" y="2549"/>
                </a:lnTo>
                <a:lnTo>
                  <a:pt x="500781" y="2285"/>
                </a:lnTo>
                <a:lnTo>
                  <a:pt x="500453" y="2034"/>
                </a:lnTo>
                <a:lnTo>
                  <a:pt x="500114" y="1797"/>
                </a:lnTo>
                <a:lnTo>
                  <a:pt x="499765" y="1573"/>
                </a:lnTo>
                <a:lnTo>
                  <a:pt x="499406" y="1363"/>
                </a:lnTo>
                <a:lnTo>
                  <a:pt x="499039" y="1167"/>
                </a:lnTo>
                <a:lnTo>
                  <a:pt x="498664" y="986"/>
                </a:lnTo>
                <a:lnTo>
                  <a:pt x="498283" y="819"/>
                </a:lnTo>
                <a:lnTo>
                  <a:pt x="497896" y="666"/>
                </a:lnTo>
                <a:lnTo>
                  <a:pt x="497504" y="529"/>
                </a:lnTo>
                <a:lnTo>
                  <a:pt x="497108" y="407"/>
                </a:lnTo>
                <a:lnTo>
                  <a:pt x="496709" y="300"/>
                </a:lnTo>
                <a:lnTo>
                  <a:pt x="496308" y="210"/>
                </a:lnTo>
                <a:lnTo>
                  <a:pt x="495905" y="135"/>
                </a:lnTo>
                <a:lnTo>
                  <a:pt x="495502" y="76"/>
                </a:lnTo>
                <a:lnTo>
                  <a:pt x="495099" y="34"/>
                </a:lnTo>
                <a:lnTo>
                  <a:pt x="494697" y="9"/>
                </a:lnTo>
                <a:lnTo>
                  <a:pt x="494298" y="0"/>
                </a:lnTo>
                <a:lnTo>
                  <a:pt x="493900" y="9"/>
                </a:lnTo>
                <a:lnTo>
                  <a:pt x="493503" y="34"/>
                </a:lnTo>
                <a:lnTo>
                  <a:pt x="493107" y="75"/>
                </a:lnTo>
                <a:lnTo>
                  <a:pt x="492712" y="132"/>
                </a:lnTo>
                <a:lnTo>
                  <a:pt x="492321" y="205"/>
                </a:lnTo>
                <a:lnTo>
                  <a:pt x="491932" y="292"/>
                </a:lnTo>
                <a:lnTo>
                  <a:pt x="491547" y="393"/>
                </a:lnTo>
                <a:lnTo>
                  <a:pt x="491167" y="509"/>
                </a:lnTo>
                <a:lnTo>
                  <a:pt x="490791" y="637"/>
                </a:lnTo>
                <a:lnTo>
                  <a:pt x="490422" y="779"/>
                </a:lnTo>
                <a:lnTo>
                  <a:pt x="490058" y="933"/>
                </a:lnTo>
                <a:lnTo>
                  <a:pt x="489702" y="1099"/>
                </a:lnTo>
                <a:lnTo>
                  <a:pt x="489353" y="1276"/>
                </a:lnTo>
                <a:lnTo>
                  <a:pt x="489012" y="1464"/>
                </a:lnTo>
                <a:lnTo>
                  <a:pt x="488680" y="1663"/>
                </a:lnTo>
                <a:lnTo>
                  <a:pt x="488357" y="1872"/>
                </a:lnTo>
                <a:lnTo>
                  <a:pt x="488045" y="2090"/>
                </a:lnTo>
                <a:lnTo>
                  <a:pt x="487743" y="2317"/>
                </a:lnTo>
                <a:lnTo>
                  <a:pt x="487452" y="2553"/>
                </a:lnTo>
                <a:lnTo>
                  <a:pt x="487174" y="2797"/>
                </a:lnTo>
                <a:lnTo>
                  <a:pt x="486908" y="3049"/>
                </a:lnTo>
                <a:lnTo>
                  <a:pt x="486655" y="3308"/>
                </a:lnTo>
                <a:lnTo>
                  <a:pt x="486416" y="3573"/>
                </a:lnTo>
                <a:lnTo>
                  <a:pt x="486191" y="3845"/>
                </a:lnTo>
                <a:lnTo>
                  <a:pt x="486016" y="4084"/>
                </a:lnTo>
                <a:lnTo>
                  <a:pt x="485853" y="4322"/>
                </a:lnTo>
                <a:lnTo>
                  <a:pt x="485701" y="4560"/>
                </a:lnTo>
                <a:lnTo>
                  <a:pt x="485560" y="4800"/>
                </a:lnTo>
                <a:lnTo>
                  <a:pt x="485429" y="5043"/>
                </a:lnTo>
                <a:lnTo>
                  <a:pt x="485309" y="5291"/>
                </a:lnTo>
                <a:lnTo>
                  <a:pt x="485199" y="5546"/>
                </a:lnTo>
                <a:lnTo>
                  <a:pt x="485097" y="5808"/>
                </a:lnTo>
                <a:lnTo>
                  <a:pt x="485005" y="6080"/>
                </a:lnTo>
                <a:lnTo>
                  <a:pt x="484922" y="6363"/>
                </a:lnTo>
                <a:lnTo>
                  <a:pt x="484847" y="6659"/>
                </a:lnTo>
                <a:lnTo>
                  <a:pt x="484780" y="6969"/>
                </a:lnTo>
                <a:lnTo>
                  <a:pt x="484720" y="7295"/>
                </a:lnTo>
                <a:lnTo>
                  <a:pt x="484668" y="7638"/>
                </a:lnTo>
                <a:lnTo>
                  <a:pt x="484622" y="7999"/>
                </a:lnTo>
                <a:lnTo>
                  <a:pt x="484583" y="8382"/>
                </a:lnTo>
                <a:lnTo>
                  <a:pt x="484550" y="8786"/>
                </a:lnTo>
                <a:lnTo>
                  <a:pt x="484522" y="9213"/>
                </a:lnTo>
                <a:lnTo>
                  <a:pt x="484500" y="9666"/>
                </a:lnTo>
                <a:lnTo>
                  <a:pt x="484482" y="10145"/>
                </a:lnTo>
                <a:lnTo>
                  <a:pt x="484469" y="10653"/>
                </a:lnTo>
                <a:lnTo>
                  <a:pt x="484461" y="11190"/>
                </a:lnTo>
                <a:lnTo>
                  <a:pt x="484456" y="11758"/>
                </a:lnTo>
                <a:lnTo>
                  <a:pt x="484454" y="12359"/>
                </a:lnTo>
                <a:lnTo>
                  <a:pt x="484454" y="28837"/>
                </a:lnTo>
                <a:lnTo>
                  <a:pt x="477505" y="28837"/>
                </a:lnTo>
                <a:lnTo>
                  <a:pt x="476873" y="28839"/>
                </a:lnTo>
                <a:lnTo>
                  <a:pt x="476279" y="28843"/>
                </a:lnTo>
                <a:lnTo>
                  <a:pt x="475720" y="28851"/>
                </a:lnTo>
                <a:lnTo>
                  <a:pt x="475195" y="28863"/>
                </a:lnTo>
                <a:lnTo>
                  <a:pt x="474702" y="28878"/>
                </a:lnTo>
                <a:lnTo>
                  <a:pt x="474239" y="28897"/>
                </a:lnTo>
                <a:lnTo>
                  <a:pt x="473805" y="28921"/>
                </a:lnTo>
                <a:lnTo>
                  <a:pt x="473398" y="28949"/>
                </a:lnTo>
                <a:lnTo>
                  <a:pt x="473017" y="28982"/>
                </a:lnTo>
                <a:lnTo>
                  <a:pt x="472658" y="29020"/>
                </a:lnTo>
                <a:lnTo>
                  <a:pt x="472321" y="29063"/>
                </a:lnTo>
                <a:lnTo>
                  <a:pt x="472004" y="29112"/>
                </a:lnTo>
                <a:lnTo>
                  <a:pt x="471705" y="29166"/>
                </a:lnTo>
                <a:lnTo>
                  <a:pt x="471423" y="29227"/>
                </a:lnTo>
                <a:lnTo>
                  <a:pt x="471155" y="29293"/>
                </a:lnTo>
                <a:lnTo>
                  <a:pt x="470900" y="29366"/>
                </a:lnTo>
                <a:lnTo>
                  <a:pt x="470656" y="29446"/>
                </a:lnTo>
                <a:lnTo>
                  <a:pt x="470421" y="29533"/>
                </a:lnTo>
                <a:lnTo>
                  <a:pt x="470194" y="29626"/>
                </a:lnTo>
                <a:lnTo>
                  <a:pt x="469972" y="29727"/>
                </a:lnTo>
                <a:lnTo>
                  <a:pt x="469755" y="29836"/>
                </a:lnTo>
                <a:lnTo>
                  <a:pt x="469540" y="29953"/>
                </a:lnTo>
                <a:lnTo>
                  <a:pt x="469325" y="30078"/>
                </a:lnTo>
                <a:lnTo>
                  <a:pt x="469109" y="30211"/>
                </a:lnTo>
                <a:lnTo>
                  <a:pt x="468753" y="30424"/>
                </a:lnTo>
                <a:lnTo>
                  <a:pt x="468410" y="30651"/>
                </a:lnTo>
                <a:lnTo>
                  <a:pt x="468079" y="30891"/>
                </a:lnTo>
                <a:lnTo>
                  <a:pt x="467761" y="31144"/>
                </a:lnTo>
                <a:lnTo>
                  <a:pt x="467456" y="31409"/>
                </a:lnTo>
                <a:lnTo>
                  <a:pt x="467164" y="31687"/>
                </a:lnTo>
                <a:lnTo>
                  <a:pt x="466886" y="31976"/>
                </a:lnTo>
                <a:lnTo>
                  <a:pt x="466621" y="32276"/>
                </a:lnTo>
                <a:lnTo>
                  <a:pt x="466371" y="32586"/>
                </a:lnTo>
                <a:lnTo>
                  <a:pt x="466135" y="32906"/>
                </a:lnTo>
                <a:lnTo>
                  <a:pt x="465914" y="33236"/>
                </a:lnTo>
                <a:lnTo>
                  <a:pt x="465707" y="33575"/>
                </a:lnTo>
                <a:lnTo>
                  <a:pt x="465516" y="33922"/>
                </a:lnTo>
                <a:lnTo>
                  <a:pt x="465339" y="34278"/>
                </a:lnTo>
                <a:lnTo>
                  <a:pt x="465179" y="34641"/>
                </a:lnTo>
                <a:lnTo>
                  <a:pt x="465034" y="35012"/>
                </a:lnTo>
                <a:lnTo>
                  <a:pt x="464906" y="35389"/>
                </a:lnTo>
                <a:lnTo>
                  <a:pt x="464793" y="35772"/>
                </a:lnTo>
                <a:lnTo>
                  <a:pt x="464698" y="36161"/>
                </a:lnTo>
                <a:lnTo>
                  <a:pt x="464619" y="36555"/>
                </a:lnTo>
                <a:lnTo>
                  <a:pt x="464557" y="36954"/>
                </a:lnTo>
                <a:lnTo>
                  <a:pt x="464512" y="37358"/>
                </a:lnTo>
                <a:lnTo>
                  <a:pt x="464486" y="37765"/>
                </a:lnTo>
                <a:lnTo>
                  <a:pt x="464477" y="38175"/>
                </a:lnTo>
                <a:lnTo>
                  <a:pt x="464484" y="38520"/>
                </a:lnTo>
                <a:lnTo>
                  <a:pt x="464506" y="38867"/>
                </a:lnTo>
                <a:lnTo>
                  <a:pt x="464543" y="39215"/>
                </a:lnTo>
                <a:lnTo>
                  <a:pt x="464595" y="39564"/>
                </a:lnTo>
                <a:lnTo>
                  <a:pt x="464660" y="39913"/>
                </a:lnTo>
                <a:lnTo>
                  <a:pt x="464739" y="40261"/>
                </a:lnTo>
                <a:lnTo>
                  <a:pt x="464832" y="40608"/>
                </a:lnTo>
                <a:lnTo>
                  <a:pt x="464938" y="40952"/>
                </a:lnTo>
                <a:lnTo>
                  <a:pt x="465057" y="41294"/>
                </a:lnTo>
                <a:lnTo>
                  <a:pt x="465189" y="41632"/>
                </a:lnTo>
                <a:lnTo>
                  <a:pt x="465333" y="41966"/>
                </a:lnTo>
                <a:lnTo>
                  <a:pt x="465490" y="42295"/>
                </a:lnTo>
                <a:lnTo>
                  <a:pt x="465659" y="42618"/>
                </a:lnTo>
                <a:lnTo>
                  <a:pt x="465839" y="42935"/>
                </a:lnTo>
                <a:lnTo>
                  <a:pt x="466032" y="43244"/>
                </a:lnTo>
                <a:lnTo>
                  <a:pt x="466235" y="43546"/>
                </a:lnTo>
                <a:lnTo>
                  <a:pt x="466450" y="43839"/>
                </a:lnTo>
                <a:lnTo>
                  <a:pt x="466675" y="44123"/>
                </a:lnTo>
                <a:lnTo>
                  <a:pt x="466911" y="44397"/>
                </a:lnTo>
                <a:lnTo>
                  <a:pt x="467157" y="44660"/>
                </a:lnTo>
                <a:lnTo>
                  <a:pt x="467414" y="44911"/>
                </a:lnTo>
                <a:lnTo>
                  <a:pt x="467680" y="45151"/>
                </a:lnTo>
                <a:lnTo>
                  <a:pt x="467955" y="45378"/>
                </a:lnTo>
                <a:lnTo>
                  <a:pt x="468240" y="45591"/>
                </a:lnTo>
                <a:lnTo>
                  <a:pt x="468495" y="45758"/>
                </a:lnTo>
                <a:lnTo>
                  <a:pt x="468754" y="45917"/>
                </a:lnTo>
                <a:lnTo>
                  <a:pt x="469019" y="46067"/>
                </a:lnTo>
                <a:lnTo>
                  <a:pt x="469289" y="46210"/>
                </a:lnTo>
                <a:lnTo>
                  <a:pt x="469566" y="46344"/>
                </a:lnTo>
                <a:lnTo>
                  <a:pt x="469851" y="46470"/>
                </a:lnTo>
                <a:lnTo>
                  <a:pt x="470145" y="46589"/>
                </a:lnTo>
                <a:lnTo>
                  <a:pt x="470449" y="46699"/>
                </a:lnTo>
                <a:lnTo>
                  <a:pt x="470765" y="46802"/>
                </a:lnTo>
                <a:lnTo>
                  <a:pt x="471092" y="46898"/>
                </a:lnTo>
                <a:lnTo>
                  <a:pt x="471433" y="46986"/>
                </a:lnTo>
                <a:lnTo>
                  <a:pt x="471787" y="47067"/>
                </a:lnTo>
                <a:lnTo>
                  <a:pt x="472157" y="47140"/>
                </a:lnTo>
                <a:lnTo>
                  <a:pt x="472542" y="47207"/>
                </a:lnTo>
                <a:lnTo>
                  <a:pt x="472945" y="47267"/>
                </a:lnTo>
                <a:lnTo>
                  <a:pt x="473366" y="47320"/>
                </a:lnTo>
                <a:lnTo>
                  <a:pt x="473806" y="47366"/>
                </a:lnTo>
                <a:lnTo>
                  <a:pt x="474266" y="47406"/>
                </a:lnTo>
                <a:lnTo>
                  <a:pt x="474747" y="47439"/>
                </a:lnTo>
                <a:lnTo>
                  <a:pt x="475251" y="47466"/>
                </a:lnTo>
                <a:lnTo>
                  <a:pt x="475777" y="47487"/>
                </a:lnTo>
                <a:lnTo>
                  <a:pt x="476328" y="47501"/>
                </a:lnTo>
                <a:lnTo>
                  <a:pt x="476904" y="47510"/>
                </a:lnTo>
                <a:lnTo>
                  <a:pt x="477505" y="47513"/>
                </a:lnTo>
                <a:lnTo>
                  <a:pt x="484454" y="47513"/>
                </a:lnTo>
                <a:lnTo>
                  <a:pt x="484454" y="87611"/>
                </a:lnTo>
                <a:lnTo>
                  <a:pt x="484526" y="89570"/>
                </a:lnTo>
                <a:lnTo>
                  <a:pt x="484740" y="91465"/>
                </a:lnTo>
                <a:lnTo>
                  <a:pt x="485095" y="93293"/>
                </a:lnTo>
                <a:lnTo>
                  <a:pt x="485587" y="95054"/>
                </a:lnTo>
                <a:lnTo>
                  <a:pt x="486214" y="96745"/>
                </a:lnTo>
                <a:lnTo>
                  <a:pt x="486974" y="98365"/>
                </a:lnTo>
                <a:lnTo>
                  <a:pt x="487864" y="99911"/>
                </a:lnTo>
                <a:lnTo>
                  <a:pt x="488883" y="101384"/>
                </a:lnTo>
                <a:lnTo>
                  <a:pt x="490027" y="102779"/>
                </a:lnTo>
                <a:lnTo>
                  <a:pt x="491294" y="104097"/>
                </a:lnTo>
                <a:lnTo>
                  <a:pt x="492683" y="105335"/>
                </a:lnTo>
                <a:lnTo>
                  <a:pt x="494189" y="106492"/>
                </a:lnTo>
                <a:lnTo>
                  <a:pt x="495812" y="107566"/>
                </a:lnTo>
                <a:lnTo>
                  <a:pt x="497549" y="108556"/>
                </a:lnTo>
                <a:lnTo>
                  <a:pt x="499397" y="109459"/>
                </a:lnTo>
                <a:lnTo>
                  <a:pt x="501354" y="110274"/>
                </a:lnTo>
                <a:lnTo>
                  <a:pt x="503417" y="110999"/>
                </a:lnTo>
                <a:lnTo>
                  <a:pt x="505585" y="111633"/>
                </a:lnTo>
                <a:lnTo>
                  <a:pt x="507855" y="112174"/>
                </a:lnTo>
                <a:lnTo>
                  <a:pt x="510223" y="112621"/>
                </a:lnTo>
                <a:lnTo>
                  <a:pt x="512689" y="112971"/>
                </a:lnTo>
                <a:lnTo>
                  <a:pt x="515250" y="113223"/>
                </a:lnTo>
                <a:lnTo>
                  <a:pt x="517903" y="113376"/>
                </a:lnTo>
                <a:lnTo>
                  <a:pt x="520645" y="113427"/>
                </a:lnTo>
                <a:lnTo>
                  <a:pt x="521973" y="113410"/>
                </a:lnTo>
                <a:lnTo>
                  <a:pt x="523347" y="113360"/>
                </a:lnTo>
                <a:lnTo>
                  <a:pt x="524764" y="113277"/>
                </a:lnTo>
                <a:lnTo>
                  <a:pt x="526219" y="113164"/>
                </a:lnTo>
                <a:lnTo>
                  <a:pt x="527706" y="113020"/>
                </a:lnTo>
                <a:lnTo>
                  <a:pt x="529222" y="112848"/>
                </a:lnTo>
                <a:lnTo>
                  <a:pt x="530763" y="112647"/>
                </a:lnTo>
                <a:lnTo>
                  <a:pt x="532323" y="112420"/>
                </a:lnTo>
                <a:lnTo>
                  <a:pt x="533898" y="112167"/>
                </a:lnTo>
                <a:lnTo>
                  <a:pt x="535484" y="111889"/>
                </a:lnTo>
                <a:lnTo>
                  <a:pt x="537075" y="111588"/>
                </a:lnTo>
                <a:lnTo>
                  <a:pt x="538668" y="111264"/>
                </a:lnTo>
                <a:lnTo>
                  <a:pt x="540258" y="110919"/>
                </a:lnTo>
                <a:lnTo>
                  <a:pt x="541841" y="110553"/>
                </a:lnTo>
                <a:lnTo>
                  <a:pt x="543412" y="110168"/>
                </a:lnTo>
                <a:lnTo>
                  <a:pt x="544966" y="109765"/>
                </a:lnTo>
                <a:lnTo>
                  <a:pt x="546498" y="109345"/>
                </a:lnTo>
                <a:lnTo>
                  <a:pt x="548006" y="108908"/>
                </a:lnTo>
                <a:lnTo>
                  <a:pt x="549483" y="108457"/>
                </a:lnTo>
                <a:lnTo>
                  <a:pt x="550925" y="107991"/>
                </a:lnTo>
                <a:lnTo>
                  <a:pt x="552328" y="107513"/>
                </a:lnTo>
                <a:lnTo>
                  <a:pt x="553688" y="107023"/>
                </a:lnTo>
                <a:lnTo>
                  <a:pt x="554999" y="106522"/>
                </a:lnTo>
                <a:lnTo>
                  <a:pt x="556257" y="106012"/>
                </a:lnTo>
                <a:lnTo>
                  <a:pt x="557171" y="105604"/>
                </a:lnTo>
                <a:lnTo>
                  <a:pt x="558032" y="105203"/>
                </a:lnTo>
                <a:lnTo>
                  <a:pt x="558841" y="104809"/>
                </a:lnTo>
                <a:lnTo>
                  <a:pt x="559600" y="104420"/>
                </a:lnTo>
                <a:lnTo>
                  <a:pt x="560310" y="104034"/>
                </a:lnTo>
                <a:lnTo>
                  <a:pt x="560971" y="103652"/>
                </a:lnTo>
                <a:lnTo>
                  <a:pt x="561586" y="103270"/>
                </a:lnTo>
                <a:lnTo>
                  <a:pt x="562155" y="102889"/>
                </a:lnTo>
                <a:lnTo>
                  <a:pt x="562680" y="102507"/>
                </a:lnTo>
                <a:lnTo>
                  <a:pt x="563162" y="102123"/>
                </a:lnTo>
                <a:lnTo>
                  <a:pt x="563602" y="101735"/>
                </a:lnTo>
                <a:lnTo>
                  <a:pt x="564002" y="101343"/>
                </a:lnTo>
                <a:lnTo>
                  <a:pt x="564363" y="100945"/>
                </a:lnTo>
                <a:lnTo>
                  <a:pt x="564685" y="100540"/>
                </a:lnTo>
                <a:lnTo>
                  <a:pt x="564971" y="100127"/>
                </a:lnTo>
                <a:lnTo>
                  <a:pt x="565222" y="99705"/>
                </a:lnTo>
                <a:lnTo>
                  <a:pt x="565438" y="99272"/>
                </a:lnTo>
                <a:lnTo>
                  <a:pt x="565622" y="98828"/>
                </a:lnTo>
                <a:lnTo>
                  <a:pt x="565773" y="98371"/>
                </a:lnTo>
                <a:lnTo>
                  <a:pt x="565895" y="97900"/>
                </a:lnTo>
                <a:lnTo>
                  <a:pt x="565987" y="97413"/>
                </a:lnTo>
                <a:lnTo>
                  <a:pt x="566051" y="96910"/>
                </a:lnTo>
                <a:lnTo>
                  <a:pt x="566089" y="96389"/>
                </a:lnTo>
                <a:lnTo>
                  <a:pt x="566101" y="95850"/>
                </a:lnTo>
                <a:lnTo>
                  <a:pt x="566079" y="95202"/>
                </a:lnTo>
                <a:lnTo>
                  <a:pt x="566013" y="94565"/>
                </a:lnTo>
                <a:lnTo>
                  <a:pt x="565904" y="93939"/>
                </a:lnTo>
                <a:lnTo>
                  <a:pt x="565755" y="93326"/>
                </a:lnTo>
                <a:lnTo>
                  <a:pt x="565567" y="92728"/>
                </a:lnTo>
                <a:lnTo>
                  <a:pt x="565341" y="92147"/>
                </a:lnTo>
                <a:lnTo>
                  <a:pt x="565079" y="91583"/>
                </a:lnTo>
                <a:lnTo>
                  <a:pt x="564782" y="91039"/>
                </a:lnTo>
                <a:lnTo>
                  <a:pt x="564452" y="90515"/>
                </a:lnTo>
                <a:lnTo>
                  <a:pt x="564091" y="90015"/>
                </a:lnTo>
                <a:lnTo>
                  <a:pt x="563699" y="89538"/>
                </a:lnTo>
                <a:lnTo>
                  <a:pt x="563278" y="89087"/>
                </a:lnTo>
                <a:lnTo>
                  <a:pt x="562831" y="88663"/>
                </a:lnTo>
                <a:lnTo>
                  <a:pt x="562357" y="88268"/>
                </a:lnTo>
                <a:lnTo>
                  <a:pt x="561860" y="87903"/>
                </a:lnTo>
                <a:lnTo>
                  <a:pt x="561340" y="87570"/>
                </a:lnTo>
                <a:lnTo>
                  <a:pt x="560799" y="87270"/>
                </a:lnTo>
                <a:lnTo>
                  <a:pt x="560238" y="87006"/>
                </a:lnTo>
                <a:lnTo>
                  <a:pt x="559659" y="86777"/>
                </a:lnTo>
                <a:lnTo>
                  <a:pt x="559064" y="86587"/>
                </a:lnTo>
                <a:lnTo>
                  <a:pt x="558454" y="86437"/>
                </a:lnTo>
                <a:lnTo>
                  <a:pt x="557829" y="86327"/>
                </a:lnTo>
                <a:lnTo>
                  <a:pt x="557193" y="86260"/>
                </a:lnTo>
                <a:lnTo>
                  <a:pt x="556547" y="86238"/>
                </a:lnTo>
                <a:lnTo>
                  <a:pt x="556296" y="86240"/>
                </a:lnTo>
                <a:lnTo>
                  <a:pt x="556051" y="86249"/>
                </a:lnTo>
                <a:lnTo>
                  <a:pt x="555809" y="86264"/>
                </a:lnTo>
                <a:lnTo>
                  <a:pt x="555570" y="86286"/>
                </a:lnTo>
                <a:lnTo>
                  <a:pt x="555332" y="86314"/>
                </a:lnTo>
                <a:lnTo>
                  <a:pt x="555095" y="86349"/>
                </a:lnTo>
                <a:lnTo>
                  <a:pt x="554857" y="86391"/>
                </a:lnTo>
                <a:lnTo>
                  <a:pt x="554617" y="86441"/>
                </a:lnTo>
                <a:lnTo>
                  <a:pt x="554374" y="86498"/>
                </a:lnTo>
                <a:lnTo>
                  <a:pt x="554126" y="86563"/>
                </a:lnTo>
                <a:lnTo>
                  <a:pt x="553874" y="86637"/>
                </a:lnTo>
                <a:lnTo>
                  <a:pt x="553615" y="86718"/>
                </a:lnTo>
                <a:lnTo>
                  <a:pt x="553349" y="86808"/>
                </a:lnTo>
                <a:lnTo>
                  <a:pt x="553074" y="86907"/>
                </a:lnTo>
                <a:lnTo>
                  <a:pt x="552789" y="87015"/>
                </a:lnTo>
                <a:lnTo>
                  <a:pt x="552493" y="87133"/>
                </a:lnTo>
                <a:lnTo>
                  <a:pt x="552186" y="87260"/>
                </a:lnTo>
                <a:lnTo>
                  <a:pt x="551865" y="87396"/>
                </a:lnTo>
                <a:lnTo>
                  <a:pt x="551529" y="87543"/>
                </a:lnTo>
                <a:lnTo>
                  <a:pt x="551178" y="87700"/>
                </a:lnTo>
                <a:lnTo>
                  <a:pt x="550811" y="87867"/>
                </a:lnTo>
                <a:lnTo>
                  <a:pt x="550426" y="88045"/>
                </a:lnTo>
                <a:lnTo>
                  <a:pt x="550022" y="88234"/>
                </a:lnTo>
                <a:lnTo>
                  <a:pt x="549598" y="88435"/>
                </a:lnTo>
                <a:lnTo>
                  <a:pt x="548508" y="88940"/>
                </a:lnTo>
                <a:lnTo>
                  <a:pt x="547408" y="89424"/>
                </a:lnTo>
                <a:lnTo>
                  <a:pt x="546300" y="89889"/>
                </a:lnTo>
                <a:lnTo>
                  <a:pt x="545183" y="90333"/>
                </a:lnTo>
                <a:lnTo>
                  <a:pt x="544056" y="90757"/>
                </a:lnTo>
                <a:lnTo>
                  <a:pt x="542921" y="91160"/>
                </a:lnTo>
                <a:lnTo>
                  <a:pt x="541776" y="91542"/>
                </a:lnTo>
                <a:lnTo>
                  <a:pt x="540623" y="91903"/>
                </a:lnTo>
                <a:lnTo>
                  <a:pt x="539460" y="92244"/>
                </a:lnTo>
                <a:lnTo>
                  <a:pt x="538288" y="92563"/>
                </a:lnTo>
                <a:lnTo>
                  <a:pt x="537108" y="92861"/>
                </a:lnTo>
                <a:lnTo>
                  <a:pt x="535918" y="93138"/>
                </a:lnTo>
                <a:lnTo>
                  <a:pt x="534719" y="93393"/>
                </a:lnTo>
                <a:lnTo>
                  <a:pt x="533511" y="93627"/>
                </a:lnTo>
                <a:lnTo>
                  <a:pt x="532294" y="93839"/>
                </a:lnTo>
                <a:lnTo>
                  <a:pt x="531068" y="94029"/>
                </a:lnTo>
                <a:lnTo>
                  <a:pt x="529833" y="94198"/>
                </a:lnTo>
                <a:lnTo>
                  <a:pt x="528589" y="94344"/>
                </a:lnTo>
                <a:lnTo>
                  <a:pt x="527336" y="94468"/>
                </a:lnTo>
                <a:lnTo>
                  <a:pt x="526074" y="94570"/>
                </a:lnTo>
                <a:lnTo>
                  <a:pt x="524803" y="94649"/>
                </a:lnTo>
                <a:lnTo>
                  <a:pt x="523522" y="94706"/>
                </a:lnTo>
                <a:lnTo>
                  <a:pt x="522233" y="94740"/>
                </a:lnTo>
                <a:lnTo>
                  <a:pt x="520935" y="94751"/>
                </a:lnTo>
                <a:lnTo>
                  <a:pt x="520004" y="94744"/>
                </a:lnTo>
                <a:lnTo>
                  <a:pt x="519096" y="94723"/>
                </a:lnTo>
                <a:lnTo>
                  <a:pt x="518209" y="94688"/>
                </a:lnTo>
                <a:lnTo>
                  <a:pt x="517345" y="94638"/>
                </a:lnTo>
                <a:lnTo>
                  <a:pt x="516504" y="94575"/>
                </a:lnTo>
                <a:lnTo>
                  <a:pt x="515687" y="94498"/>
                </a:lnTo>
                <a:lnTo>
                  <a:pt x="514894" y="94408"/>
                </a:lnTo>
                <a:lnTo>
                  <a:pt x="514125" y="94304"/>
                </a:lnTo>
                <a:lnTo>
                  <a:pt x="513382" y="94187"/>
                </a:lnTo>
                <a:lnTo>
                  <a:pt x="512664" y="94056"/>
                </a:lnTo>
                <a:lnTo>
                  <a:pt x="511973" y="93912"/>
                </a:lnTo>
                <a:lnTo>
                  <a:pt x="511308" y="93756"/>
                </a:lnTo>
                <a:lnTo>
                  <a:pt x="510670" y="93586"/>
                </a:lnTo>
                <a:lnTo>
                  <a:pt x="510060" y="93404"/>
                </a:lnTo>
                <a:lnTo>
                  <a:pt x="509478" y="93209"/>
                </a:lnTo>
                <a:lnTo>
                  <a:pt x="508925" y="93002"/>
                </a:lnTo>
                <a:lnTo>
                  <a:pt x="508400" y="92782"/>
                </a:lnTo>
                <a:lnTo>
                  <a:pt x="507906" y="92550"/>
                </a:lnTo>
                <a:lnTo>
                  <a:pt x="507442" y="92306"/>
                </a:lnTo>
                <a:lnTo>
                  <a:pt x="507008" y="92050"/>
                </a:lnTo>
                <a:lnTo>
                  <a:pt x="506605" y="91781"/>
                </a:lnTo>
                <a:lnTo>
                  <a:pt x="506234" y="91501"/>
                </a:lnTo>
                <a:lnTo>
                  <a:pt x="505896" y="91210"/>
                </a:lnTo>
                <a:lnTo>
                  <a:pt x="505590" y="90906"/>
                </a:lnTo>
                <a:lnTo>
                  <a:pt x="505449" y="90765"/>
                </a:lnTo>
                <a:lnTo>
                  <a:pt x="505318" y="90614"/>
                </a:lnTo>
                <a:lnTo>
                  <a:pt x="505195" y="90454"/>
                </a:lnTo>
                <a:lnTo>
                  <a:pt x="505080" y="90283"/>
                </a:lnTo>
                <a:lnTo>
                  <a:pt x="504974" y="90103"/>
                </a:lnTo>
                <a:lnTo>
                  <a:pt x="504875" y="89911"/>
                </a:lnTo>
                <a:lnTo>
                  <a:pt x="504784" y="89708"/>
                </a:lnTo>
                <a:lnTo>
                  <a:pt x="504700" y="89493"/>
                </a:lnTo>
                <a:lnTo>
                  <a:pt x="504623" y="89265"/>
                </a:lnTo>
                <a:lnTo>
                  <a:pt x="504553" y="89025"/>
                </a:lnTo>
                <a:lnTo>
                  <a:pt x="504489" y="88771"/>
                </a:lnTo>
                <a:lnTo>
                  <a:pt x="504432" y="88503"/>
                </a:lnTo>
                <a:lnTo>
                  <a:pt x="504380" y="88221"/>
                </a:lnTo>
                <a:lnTo>
                  <a:pt x="504335" y="87925"/>
                </a:lnTo>
                <a:lnTo>
                  <a:pt x="504295" y="87613"/>
                </a:lnTo>
                <a:lnTo>
                  <a:pt x="504260" y="87285"/>
                </a:lnTo>
                <a:lnTo>
                  <a:pt x="504230" y="86941"/>
                </a:lnTo>
                <a:lnTo>
                  <a:pt x="504205" y="86581"/>
                </a:lnTo>
                <a:lnTo>
                  <a:pt x="504185" y="86203"/>
                </a:lnTo>
                <a:lnTo>
                  <a:pt x="504169" y="85808"/>
                </a:lnTo>
                <a:lnTo>
                  <a:pt x="504157" y="85394"/>
                </a:lnTo>
                <a:lnTo>
                  <a:pt x="504148" y="84962"/>
                </a:lnTo>
                <a:lnTo>
                  <a:pt x="504144" y="84511"/>
                </a:lnTo>
                <a:lnTo>
                  <a:pt x="504142" y="84040"/>
                </a:lnTo>
                <a:lnTo>
                  <a:pt x="504142" y="47513"/>
                </a:lnTo>
                <a:lnTo>
                  <a:pt x="539754" y="47513"/>
                </a:lnTo>
                <a:lnTo>
                  <a:pt x="540286" y="47510"/>
                </a:lnTo>
                <a:lnTo>
                  <a:pt x="540798" y="47502"/>
                </a:lnTo>
                <a:close/>
                <a:moveTo>
                  <a:pt x="245187" y="28838"/>
                </a:moveTo>
                <a:lnTo>
                  <a:pt x="245002" y="28838"/>
                </a:lnTo>
                <a:lnTo>
                  <a:pt x="244829" y="28839"/>
                </a:lnTo>
                <a:lnTo>
                  <a:pt x="244664" y="28840"/>
                </a:lnTo>
                <a:lnTo>
                  <a:pt x="244507" y="28842"/>
                </a:lnTo>
                <a:lnTo>
                  <a:pt x="244356" y="28844"/>
                </a:lnTo>
                <a:lnTo>
                  <a:pt x="244209" y="28848"/>
                </a:lnTo>
                <a:lnTo>
                  <a:pt x="244066" y="28852"/>
                </a:lnTo>
                <a:lnTo>
                  <a:pt x="243924" y="28857"/>
                </a:lnTo>
                <a:lnTo>
                  <a:pt x="243782" y="28864"/>
                </a:lnTo>
                <a:lnTo>
                  <a:pt x="243638" y="28872"/>
                </a:lnTo>
                <a:lnTo>
                  <a:pt x="243492" y="28881"/>
                </a:lnTo>
                <a:lnTo>
                  <a:pt x="243341" y="28892"/>
                </a:lnTo>
                <a:lnTo>
                  <a:pt x="243184" y="28904"/>
                </a:lnTo>
                <a:lnTo>
                  <a:pt x="243019" y="28919"/>
                </a:lnTo>
                <a:lnTo>
                  <a:pt x="242845" y="28935"/>
                </a:lnTo>
                <a:lnTo>
                  <a:pt x="242661" y="28953"/>
                </a:lnTo>
                <a:lnTo>
                  <a:pt x="242465" y="28974"/>
                </a:lnTo>
                <a:lnTo>
                  <a:pt x="242255" y="28996"/>
                </a:lnTo>
                <a:lnTo>
                  <a:pt x="242030" y="29021"/>
                </a:lnTo>
                <a:lnTo>
                  <a:pt x="241789" y="29049"/>
                </a:lnTo>
                <a:lnTo>
                  <a:pt x="241529" y="29079"/>
                </a:lnTo>
                <a:lnTo>
                  <a:pt x="241250" y="29112"/>
                </a:lnTo>
                <a:lnTo>
                  <a:pt x="240573" y="29195"/>
                </a:lnTo>
                <a:lnTo>
                  <a:pt x="239918" y="29306"/>
                </a:lnTo>
                <a:lnTo>
                  <a:pt x="239285" y="29445"/>
                </a:lnTo>
                <a:lnTo>
                  <a:pt x="238675" y="29612"/>
                </a:lnTo>
                <a:lnTo>
                  <a:pt x="238089" y="29805"/>
                </a:lnTo>
                <a:lnTo>
                  <a:pt x="237527" y="30026"/>
                </a:lnTo>
                <a:lnTo>
                  <a:pt x="236990" y="30273"/>
                </a:lnTo>
                <a:lnTo>
                  <a:pt x="236478" y="30546"/>
                </a:lnTo>
                <a:lnTo>
                  <a:pt x="235992" y="30845"/>
                </a:lnTo>
                <a:lnTo>
                  <a:pt x="235534" y="31169"/>
                </a:lnTo>
                <a:lnTo>
                  <a:pt x="235102" y="31519"/>
                </a:lnTo>
                <a:lnTo>
                  <a:pt x="234699" y="31893"/>
                </a:lnTo>
                <a:lnTo>
                  <a:pt x="234325" y="32291"/>
                </a:lnTo>
                <a:lnTo>
                  <a:pt x="233979" y="32713"/>
                </a:lnTo>
                <a:lnTo>
                  <a:pt x="233664" y="33159"/>
                </a:lnTo>
                <a:lnTo>
                  <a:pt x="233379" y="33628"/>
                </a:lnTo>
                <a:lnTo>
                  <a:pt x="233125" y="34120"/>
                </a:lnTo>
                <a:lnTo>
                  <a:pt x="232903" y="34635"/>
                </a:lnTo>
                <a:lnTo>
                  <a:pt x="232714" y="35172"/>
                </a:lnTo>
                <a:lnTo>
                  <a:pt x="232557" y="35730"/>
                </a:lnTo>
                <a:lnTo>
                  <a:pt x="232434" y="36310"/>
                </a:lnTo>
                <a:lnTo>
                  <a:pt x="232346" y="36911"/>
                </a:lnTo>
                <a:lnTo>
                  <a:pt x="232292" y="37533"/>
                </a:lnTo>
                <a:lnTo>
                  <a:pt x="232274" y="38175"/>
                </a:lnTo>
                <a:lnTo>
                  <a:pt x="232297" y="38915"/>
                </a:lnTo>
                <a:lnTo>
                  <a:pt x="232364" y="39623"/>
                </a:lnTo>
                <a:lnTo>
                  <a:pt x="232476" y="40300"/>
                </a:lnTo>
                <a:lnTo>
                  <a:pt x="232632" y="40946"/>
                </a:lnTo>
                <a:lnTo>
                  <a:pt x="232832" y="41561"/>
                </a:lnTo>
                <a:lnTo>
                  <a:pt x="233075" y="42145"/>
                </a:lnTo>
                <a:lnTo>
                  <a:pt x="233361" y="42698"/>
                </a:lnTo>
                <a:lnTo>
                  <a:pt x="233690" y="43220"/>
                </a:lnTo>
                <a:lnTo>
                  <a:pt x="234061" y="43713"/>
                </a:lnTo>
                <a:lnTo>
                  <a:pt x="234474" y="44174"/>
                </a:lnTo>
                <a:lnTo>
                  <a:pt x="234928" y="44606"/>
                </a:lnTo>
                <a:lnTo>
                  <a:pt x="235423" y="45007"/>
                </a:lnTo>
                <a:lnTo>
                  <a:pt x="235959" y="45378"/>
                </a:lnTo>
                <a:lnTo>
                  <a:pt x="236535" y="45719"/>
                </a:lnTo>
                <a:lnTo>
                  <a:pt x="237152" y="46031"/>
                </a:lnTo>
                <a:lnTo>
                  <a:pt x="237808" y="46313"/>
                </a:lnTo>
                <a:lnTo>
                  <a:pt x="238503" y="46565"/>
                </a:lnTo>
                <a:lnTo>
                  <a:pt x="239237" y="46788"/>
                </a:lnTo>
                <a:lnTo>
                  <a:pt x="240009" y="46981"/>
                </a:lnTo>
                <a:lnTo>
                  <a:pt x="240820" y="47146"/>
                </a:lnTo>
                <a:lnTo>
                  <a:pt x="241668" y="47281"/>
                </a:lnTo>
                <a:lnTo>
                  <a:pt x="242553" y="47387"/>
                </a:lnTo>
                <a:lnTo>
                  <a:pt x="243476" y="47464"/>
                </a:lnTo>
                <a:lnTo>
                  <a:pt x="244435" y="47513"/>
                </a:lnTo>
                <a:lnTo>
                  <a:pt x="244435" y="91730"/>
                </a:lnTo>
                <a:lnTo>
                  <a:pt x="243277" y="91730"/>
                </a:lnTo>
                <a:lnTo>
                  <a:pt x="242678" y="91732"/>
                </a:lnTo>
                <a:lnTo>
                  <a:pt x="242111" y="91736"/>
                </a:lnTo>
                <a:lnTo>
                  <a:pt x="241574" y="91744"/>
                </a:lnTo>
                <a:lnTo>
                  <a:pt x="241066" y="91756"/>
                </a:lnTo>
                <a:lnTo>
                  <a:pt x="240586" y="91771"/>
                </a:lnTo>
                <a:lnTo>
                  <a:pt x="240133" y="91790"/>
                </a:lnTo>
                <a:lnTo>
                  <a:pt x="239704" y="91814"/>
                </a:lnTo>
                <a:lnTo>
                  <a:pt x="239298" y="91842"/>
                </a:lnTo>
                <a:lnTo>
                  <a:pt x="238915" y="91875"/>
                </a:lnTo>
                <a:lnTo>
                  <a:pt x="238553" y="91913"/>
                </a:lnTo>
                <a:lnTo>
                  <a:pt x="238209" y="91956"/>
                </a:lnTo>
                <a:lnTo>
                  <a:pt x="237884" y="92005"/>
                </a:lnTo>
                <a:lnTo>
                  <a:pt x="237576" y="92059"/>
                </a:lnTo>
                <a:lnTo>
                  <a:pt x="237282" y="92120"/>
                </a:lnTo>
                <a:lnTo>
                  <a:pt x="237003" y="92186"/>
                </a:lnTo>
                <a:lnTo>
                  <a:pt x="236735" y="92259"/>
                </a:lnTo>
                <a:lnTo>
                  <a:pt x="236479" y="92339"/>
                </a:lnTo>
                <a:lnTo>
                  <a:pt x="236233" y="92426"/>
                </a:lnTo>
                <a:lnTo>
                  <a:pt x="235995" y="92519"/>
                </a:lnTo>
                <a:lnTo>
                  <a:pt x="235764" y="92620"/>
                </a:lnTo>
                <a:lnTo>
                  <a:pt x="235538" y="92729"/>
                </a:lnTo>
                <a:lnTo>
                  <a:pt x="235316" y="92846"/>
                </a:lnTo>
                <a:lnTo>
                  <a:pt x="235098" y="92971"/>
                </a:lnTo>
                <a:lnTo>
                  <a:pt x="234880" y="93104"/>
                </a:lnTo>
                <a:lnTo>
                  <a:pt x="234524" y="93317"/>
                </a:lnTo>
                <a:lnTo>
                  <a:pt x="234181" y="93544"/>
                </a:lnTo>
                <a:lnTo>
                  <a:pt x="233850" y="93784"/>
                </a:lnTo>
                <a:lnTo>
                  <a:pt x="233532" y="94037"/>
                </a:lnTo>
                <a:lnTo>
                  <a:pt x="233227" y="94302"/>
                </a:lnTo>
                <a:lnTo>
                  <a:pt x="232935" y="94580"/>
                </a:lnTo>
                <a:lnTo>
                  <a:pt x="232657" y="94869"/>
                </a:lnTo>
                <a:lnTo>
                  <a:pt x="232392" y="95168"/>
                </a:lnTo>
                <a:lnTo>
                  <a:pt x="232142" y="95479"/>
                </a:lnTo>
                <a:lnTo>
                  <a:pt x="231906" y="95799"/>
                </a:lnTo>
                <a:lnTo>
                  <a:pt x="231685" y="96129"/>
                </a:lnTo>
                <a:lnTo>
                  <a:pt x="231478" y="96468"/>
                </a:lnTo>
                <a:lnTo>
                  <a:pt x="231287" y="96815"/>
                </a:lnTo>
                <a:lnTo>
                  <a:pt x="231111" y="97171"/>
                </a:lnTo>
                <a:lnTo>
                  <a:pt x="230950" y="97534"/>
                </a:lnTo>
                <a:lnTo>
                  <a:pt x="230805" y="97905"/>
                </a:lnTo>
                <a:lnTo>
                  <a:pt x="230677" y="98282"/>
                </a:lnTo>
                <a:lnTo>
                  <a:pt x="230564" y="98665"/>
                </a:lnTo>
                <a:lnTo>
                  <a:pt x="230469" y="99054"/>
                </a:lnTo>
                <a:lnTo>
                  <a:pt x="230390" y="99448"/>
                </a:lnTo>
                <a:lnTo>
                  <a:pt x="230328" y="99847"/>
                </a:lnTo>
                <a:lnTo>
                  <a:pt x="230284" y="100251"/>
                </a:lnTo>
                <a:lnTo>
                  <a:pt x="230257" y="100658"/>
                </a:lnTo>
                <a:lnTo>
                  <a:pt x="230248" y="101068"/>
                </a:lnTo>
                <a:lnTo>
                  <a:pt x="230255" y="101413"/>
                </a:lnTo>
                <a:lnTo>
                  <a:pt x="230278" y="101760"/>
                </a:lnTo>
                <a:lnTo>
                  <a:pt x="230315" y="102108"/>
                </a:lnTo>
                <a:lnTo>
                  <a:pt x="230366" y="102457"/>
                </a:lnTo>
                <a:lnTo>
                  <a:pt x="230431" y="102806"/>
                </a:lnTo>
                <a:lnTo>
                  <a:pt x="230510" y="103154"/>
                </a:lnTo>
                <a:lnTo>
                  <a:pt x="230603" y="103501"/>
                </a:lnTo>
                <a:lnTo>
                  <a:pt x="230709" y="103845"/>
                </a:lnTo>
                <a:lnTo>
                  <a:pt x="230828" y="104187"/>
                </a:lnTo>
                <a:lnTo>
                  <a:pt x="230960" y="104525"/>
                </a:lnTo>
                <a:lnTo>
                  <a:pt x="231104" y="104859"/>
                </a:lnTo>
                <a:lnTo>
                  <a:pt x="231261" y="105188"/>
                </a:lnTo>
                <a:lnTo>
                  <a:pt x="231430" y="105511"/>
                </a:lnTo>
                <a:lnTo>
                  <a:pt x="231611" y="105828"/>
                </a:lnTo>
                <a:lnTo>
                  <a:pt x="231803" y="106137"/>
                </a:lnTo>
                <a:lnTo>
                  <a:pt x="232006" y="106439"/>
                </a:lnTo>
                <a:lnTo>
                  <a:pt x="232221" y="106732"/>
                </a:lnTo>
                <a:lnTo>
                  <a:pt x="232446" y="107016"/>
                </a:lnTo>
                <a:lnTo>
                  <a:pt x="232682" y="107290"/>
                </a:lnTo>
                <a:lnTo>
                  <a:pt x="232929" y="107553"/>
                </a:lnTo>
                <a:lnTo>
                  <a:pt x="233185" y="107804"/>
                </a:lnTo>
                <a:lnTo>
                  <a:pt x="233451" y="108044"/>
                </a:lnTo>
                <a:lnTo>
                  <a:pt x="233727" y="108271"/>
                </a:lnTo>
                <a:lnTo>
                  <a:pt x="234012" y="108484"/>
                </a:lnTo>
                <a:lnTo>
                  <a:pt x="234267" y="108651"/>
                </a:lnTo>
                <a:lnTo>
                  <a:pt x="234526" y="108810"/>
                </a:lnTo>
                <a:lnTo>
                  <a:pt x="234790" y="108960"/>
                </a:lnTo>
                <a:lnTo>
                  <a:pt x="235060" y="109103"/>
                </a:lnTo>
                <a:lnTo>
                  <a:pt x="235337" y="109237"/>
                </a:lnTo>
                <a:lnTo>
                  <a:pt x="235622" y="109363"/>
                </a:lnTo>
                <a:lnTo>
                  <a:pt x="235916" y="109482"/>
                </a:lnTo>
                <a:lnTo>
                  <a:pt x="236221" y="109592"/>
                </a:lnTo>
                <a:lnTo>
                  <a:pt x="236536" y="109695"/>
                </a:lnTo>
                <a:lnTo>
                  <a:pt x="236863" y="109791"/>
                </a:lnTo>
                <a:lnTo>
                  <a:pt x="237204" y="109879"/>
                </a:lnTo>
                <a:lnTo>
                  <a:pt x="237558" y="109960"/>
                </a:lnTo>
                <a:lnTo>
                  <a:pt x="237928" y="110033"/>
                </a:lnTo>
                <a:lnTo>
                  <a:pt x="238314" y="110100"/>
                </a:lnTo>
                <a:lnTo>
                  <a:pt x="238717" y="110160"/>
                </a:lnTo>
                <a:lnTo>
                  <a:pt x="239137" y="110213"/>
                </a:lnTo>
                <a:lnTo>
                  <a:pt x="239577" y="110259"/>
                </a:lnTo>
                <a:lnTo>
                  <a:pt x="240038" y="110299"/>
                </a:lnTo>
                <a:lnTo>
                  <a:pt x="240519" y="110332"/>
                </a:lnTo>
                <a:lnTo>
                  <a:pt x="241022" y="110359"/>
                </a:lnTo>
                <a:lnTo>
                  <a:pt x="241548" y="110380"/>
                </a:lnTo>
                <a:lnTo>
                  <a:pt x="242099" y="110394"/>
                </a:lnTo>
                <a:lnTo>
                  <a:pt x="242675" y="110403"/>
                </a:lnTo>
                <a:lnTo>
                  <a:pt x="243277" y="110406"/>
                </a:lnTo>
                <a:lnTo>
                  <a:pt x="265281" y="110406"/>
                </a:lnTo>
                <a:lnTo>
                  <a:pt x="265780" y="110405"/>
                </a:lnTo>
                <a:lnTo>
                  <a:pt x="266264" y="110400"/>
                </a:lnTo>
                <a:lnTo>
                  <a:pt x="266734" y="110392"/>
                </a:lnTo>
                <a:lnTo>
                  <a:pt x="267188" y="110381"/>
                </a:lnTo>
                <a:lnTo>
                  <a:pt x="267628" y="110365"/>
                </a:lnTo>
                <a:lnTo>
                  <a:pt x="268054" y="110346"/>
                </a:lnTo>
                <a:lnTo>
                  <a:pt x="268465" y="110322"/>
                </a:lnTo>
                <a:lnTo>
                  <a:pt x="268862" y="110294"/>
                </a:lnTo>
                <a:lnTo>
                  <a:pt x="269245" y="110261"/>
                </a:lnTo>
                <a:lnTo>
                  <a:pt x="269615" y="110223"/>
                </a:lnTo>
                <a:lnTo>
                  <a:pt x="269970" y="110180"/>
                </a:lnTo>
                <a:lnTo>
                  <a:pt x="270311" y="110131"/>
                </a:lnTo>
                <a:lnTo>
                  <a:pt x="270639" y="110077"/>
                </a:lnTo>
                <a:lnTo>
                  <a:pt x="270954" y="110017"/>
                </a:lnTo>
                <a:lnTo>
                  <a:pt x="271255" y="109950"/>
                </a:lnTo>
                <a:lnTo>
                  <a:pt x="271543" y="109877"/>
                </a:lnTo>
                <a:lnTo>
                  <a:pt x="271818" y="109797"/>
                </a:lnTo>
                <a:lnTo>
                  <a:pt x="272080" y="109711"/>
                </a:lnTo>
                <a:lnTo>
                  <a:pt x="272329" y="109617"/>
                </a:lnTo>
                <a:lnTo>
                  <a:pt x="272566" y="109516"/>
                </a:lnTo>
                <a:lnTo>
                  <a:pt x="272790" y="109407"/>
                </a:lnTo>
                <a:lnTo>
                  <a:pt x="273001" y="109291"/>
                </a:lnTo>
                <a:lnTo>
                  <a:pt x="273201" y="109166"/>
                </a:lnTo>
                <a:lnTo>
                  <a:pt x="273388" y="109033"/>
                </a:lnTo>
                <a:lnTo>
                  <a:pt x="273745" y="108788"/>
                </a:lnTo>
                <a:lnTo>
                  <a:pt x="274093" y="108535"/>
                </a:lnTo>
                <a:lnTo>
                  <a:pt x="274430" y="108274"/>
                </a:lnTo>
                <a:lnTo>
                  <a:pt x="274758" y="108004"/>
                </a:lnTo>
                <a:lnTo>
                  <a:pt x="275074" y="107726"/>
                </a:lnTo>
                <a:lnTo>
                  <a:pt x="275378" y="107441"/>
                </a:lnTo>
                <a:lnTo>
                  <a:pt x="275671" y="107147"/>
                </a:lnTo>
                <a:lnTo>
                  <a:pt x="275950" y="106846"/>
                </a:lnTo>
                <a:lnTo>
                  <a:pt x="276217" y="106537"/>
                </a:lnTo>
                <a:lnTo>
                  <a:pt x="276471" y="106220"/>
                </a:lnTo>
                <a:lnTo>
                  <a:pt x="276710" y="105897"/>
                </a:lnTo>
                <a:lnTo>
                  <a:pt x="276934" y="105565"/>
                </a:lnTo>
                <a:lnTo>
                  <a:pt x="277144" y="105227"/>
                </a:lnTo>
                <a:lnTo>
                  <a:pt x="277338" y="104882"/>
                </a:lnTo>
                <a:lnTo>
                  <a:pt x="277516" y="104530"/>
                </a:lnTo>
                <a:lnTo>
                  <a:pt x="277677" y="104171"/>
                </a:lnTo>
                <a:lnTo>
                  <a:pt x="277821" y="103805"/>
                </a:lnTo>
                <a:lnTo>
                  <a:pt x="277948" y="103433"/>
                </a:lnTo>
                <a:lnTo>
                  <a:pt x="278056" y="103054"/>
                </a:lnTo>
                <a:lnTo>
                  <a:pt x="278146" y="102669"/>
                </a:lnTo>
                <a:lnTo>
                  <a:pt x="278217" y="102278"/>
                </a:lnTo>
                <a:lnTo>
                  <a:pt x="278268" y="101881"/>
                </a:lnTo>
                <a:lnTo>
                  <a:pt x="278299" y="101477"/>
                </a:lnTo>
                <a:lnTo>
                  <a:pt x="278310" y="101068"/>
                </a:lnTo>
                <a:lnTo>
                  <a:pt x="278301" y="100692"/>
                </a:lnTo>
                <a:lnTo>
                  <a:pt x="278274" y="100319"/>
                </a:lnTo>
                <a:lnTo>
                  <a:pt x="278230" y="99949"/>
                </a:lnTo>
                <a:lnTo>
                  <a:pt x="278169" y="99583"/>
                </a:lnTo>
                <a:lnTo>
                  <a:pt x="278091" y="99221"/>
                </a:lnTo>
                <a:lnTo>
                  <a:pt x="277997" y="98862"/>
                </a:lnTo>
                <a:lnTo>
                  <a:pt x="277888" y="98508"/>
                </a:lnTo>
                <a:lnTo>
                  <a:pt x="277763" y="98159"/>
                </a:lnTo>
                <a:lnTo>
                  <a:pt x="277623" y="97814"/>
                </a:lnTo>
                <a:lnTo>
                  <a:pt x="277468" y="97475"/>
                </a:lnTo>
                <a:lnTo>
                  <a:pt x="277298" y="97140"/>
                </a:lnTo>
                <a:lnTo>
                  <a:pt x="277115" y="96811"/>
                </a:lnTo>
                <a:lnTo>
                  <a:pt x="276919" y="96488"/>
                </a:lnTo>
                <a:lnTo>
                  <a:pt x="276709" y="96171"/>
                </a:lnTo>
                <a:lnTo>
                  <a:pt x="276486" y="95860"/>
                </a:lnTo>
                <a:lnTo>
                  <a:pt x="276251" y="95555"/>
                </a:lnTo>
                <a:lnTo>
                  <a:pt x="276004" y="95257"/>
                </a:lnTo>
                <a:lnTo>
                  <a:pt x="275745" y="94966"/>
                </a:lnTo>
                <a:lnTo>
                  <a:pt x="275474" y="94682"/>
                </a:lnTo>
                <a:lnTo>
                  <a:pt x="275193" y="94406"/>
                </a:lnTo>
                <a:lnTo>
                  <a:pt x="274901" y="94137"/>
                </a:lnTo>
                <a:lnTo>
                  <a:pt x="274600" y="93876"/>
                </a:lnTo>
                <a:lnTo>
                  <a:pt x="274288" y="93623"/>
                </a:lnTo>
                <a:lnTo>
                  <a:pt x="273967" y="93378"/>
                </a:lnTo>
                <a:lnTo>
                  <a:pt x="273716" y="93212"/>
                </a:lnTo>
                <a:lnTo>
                  <a:pt x="273470" y="93057"/>
                </a:lnTo>
                <a:lnTo>
                  <a:pt x="273225" y="92913"/>
                </a:lnTo>
                <a:lnTo>
                  <a:pt x="272981" y="92779"/>
                </a:lnTo>
                <a:lnTo>
                  <a:pt x="272736" y="92656"/>
                </a:lnTo>
                <a:lnTo>
                  <a:pt x="272487" y="92541"/>
                </a:lnTo>
                <a:lnTo>
                  <a:pt x="272233" y="92437"/>
                </a:lnTo>
                <a:lnTo>
                  <a:pt x="271972" y="92341"/>
                </a:lnTo>
                <a:lnTo>
                  <a:pt x="271702" y="92253"/>
                </a:lnTo>
                <a:lnTo>
                  <a:pt x="271421" y="92174"/>
                </a:lnTo>
                <a:lnTo>
                  <a:pt x="271127" y="92103"/>
                </a:lnTo>
                <a:lnTo>
                  <a:pt x="270818" y="92039"/>
                </a:lnTo>
                <a:lnTo>
                  <a:pt x="270493" y="91983"/>
                </a:lnTo>
                <a:lnTo>
                  <a:pt x="270149" y="91933"/>
                </a:lnTo>
                <a:lnTo>
                  <a:pt x="269785" y="91890"/>
                </a:lnTo>
                <a:lnTo>
                  <a:pt x="269399" y="91852"/>
                </a:lnTo>
                <a:lnTo>
                  <a:pt x="268988" y="91821"/>
                </a:lnTo>
                <a:lnTo>
                  <a:pt x="268552" y="91795"/>
                </a:lnTo>
                <a:lnTo>
                  <a:pt x="268087" y="91774"/>
                </a:lnTo>
                <a:lnTo>
                  <a:pt x="267593" y="91757"/>
                </a:lnTo>
                <a:lnTo>
                  <a:pt x="267067" y="91745"/>
                </a:lnTo>
                <a:lnTo>
                  <a:pt x="266508" y="91737"/>
                </a:lnTo>
                <a:lnTo>
                  <a:pt x="265913" y="91732"/>
                </a:lnTo>
                <a:lnTo>
                  <a:pt x="265281" y="91730"/>
                </a:lnTo>
                <a:lnTo>
                  <a:pt x="264123" y="91730"/>
                </a:lnTo>
                <a:lnTo>
                  <a:pt x="264123" y="57675"/>
                </a:lnTo>
                <a:lnTo>
                  <a:pt x="265265" y="56539"/>
                </a:lnTo>
                <a:lnTo>
                  <a:pt x="266376" y="55465"/>
                </a:lnTo>
                <a:lnTo>
                  <a:pt x="267460" y="54451"/>
                </a:lnTo>
                <a:lnTo>
                  <a:pt x="268519" y="53497"/>
                </a:lnTo>
                <a:lnTo>
                  <a:pt x="269556" y="52601"/>
                </a:lnTo>
                <a:lnTo>
                  <a:pt x="270574" y="51761"/>
                </a:lnTo>
                <a:lnTo>
                  <a:pt x="271575" y="50978"/>
                </a:lnTo>
                <a:lnTo>
                  <a:pt x="272562" y="50249"/>
                </a:lnTo>
                <a:lnTo>
                  <a:pt x="273538" y="49574"/>
                </a:lnTo>
                <a:lnTo>
                  <a:pt x="274506" y="48951"/>
                </a:lnTo>
                <a:lnTo>
                  <a:pt x="275468" y="48379"/>
                </a:lnTo>
                <a:lnTo>
                  <a:pt x="276428" y="47856"/>
                </a:lnTo>
                <a:lnTo>
                  <a:pt x="277387" y="47383"/>
                </a:lnTo>
                <a:lnTo>
                  <a:pt x="278350" y="46956"/>
                </a:lnTo>
                <a:lnTo>
                  <a:pt x="279317" y="46576"/>
                </a:lnTo>
                <a:lnTo>
                  <a:pt x="280294" y="46242"/>
                </a:lnTo>
                <a:lnTo>
                  <a:pt x="281281" y="45950"/>
                </a:lnTo>
                <a:lnTo>
                  <a:pt x="282282" y="45702"/>
                </a:lnTo>
                <a:lnTo>
                  <a:pt x="283299" y="45495"/>
                </a:lnTo>
                <a:lnTo>
                  <a:pt x="284336" y="45329"/>
                </a:lnTo>
                <a:lnTo>
                  <a:pt x="285395" y="45201"/>
                </a:lnTo>
                <a:lnTo>
                  <a:pt x="286479" y="45112"/>
                </a:lnTo>
                <a:lnTo>
                  <a:pt x="287591" y="45059"/>
                </a:lnTo>
                <a:lnTo>
                  <a:pt x="288733" y="45041"/>
                </a:lnTo>
                <a:lnTo>
                  <a:pt x="290218" y="45064"/>
                </a:lnTo>
                <a:lnTo>
                  <a:pt x="291635" y="45133"/>
                </a:lnTo>
                <a:lnTo>
                  <a:pt x="292983" y="45248"/>
                </a:lnTo>
                <a:lnTo>
                  <a:pt x="294263" y="45409"/>
                </a:lnTo>
                <a:lnTo>
                  <a:pt x="295476" y="45616"/>
                </a:lnTo>
                <a:lnTo>
                  <a:pt x="296622" y="45869"/>
                </a:lnTo>
                <a:lnTo>
                  <a:pt x="297702" y="46170"/>
                </a:lnTo>
                <a:lnTo>
                  <a:pt x="298716" y="46516"/>
                </a:lnTo>
                <a:lnTo>
                  <a:pt x="299665" y="46910"/>
                </a:lnTo>
                <a:lnTo>
                  <a:pt x="300548" y="47350"/>
                </a:lnTo>
                <a:lnTo>
                  <a:pt x="301368" y="47837"/>
                </a:lnTo>
                <a:lnTo>
                  <a:pt x="302123" y="48371"/>
                </a:lnTo>
                <a:lnTo>
                  <a:pt x="302816" y="48953"/>
                </a:lnTo>
                <a:lnTo>
                  <a:pt x="303445" y="49582"/>
                </a:lnTo>
                <a:lnTo>
                  <a:pt x="304012" y="50258"/>
                </a:lnTo>
                <a:lnTo>
                  <a:pt x="304517" y="50982"/>
                </a:lnTo>
                <a:lnTo>
                  <a:pt x="304961" y="51753"/>
                </a:lnTo>
                <a:lnTo>
                  <a:pt x="305344" y="52572"/>
                </a:lnTo>
                <a:lnTo>
                  <a:pt x="305667" y="53440"/>
                </a:lnTo>
                <a:lnTo>
                  <a:pt x="305930" y="54355"/>
                </a:lnTo>
                <a:lnTo>
                  <a:pt x="306134" y="55318"/>
                </a:lnTo>
                <a:lnTo>
                  <a:pt x="306279" y="56330"/>
                </a:lnTo>
                <a:lnTo>
                  <a:pt x="306365" y="57390"/>
                </a:lnTo>
                <a:lnTo>
                  <a:pt x="306394" y="58499"/>
                </a:lnTo>
                <a:lnTo>
                  <a:pt x="306394" y="91730"/>
                </a:lnTo>
                <a:lnTo>
                  <a:pt x="305435" y="91747"/>
                </a:lnTo>
                <a:lnTo>
                  <a:pt x="304513" y="91799"/>
                </a:lnTo>
                <a:lnTo>
                  <a:pt x="303627" y="91884"/>
                </a:lnTo>
                <a:lnTo>
                  <a:pt x="302779" y="92002"/>
                </a:lnTo>
                <a:lnTo>
                  <a:pt x="301968" y="92155"/>
                </a:lnTo>
                <a:lnTo>
                  <a:pt x="301196" y="92340"/>
                </a:lnTo>
                <a:lnTo>
                  <a:pt x="300462" y="92558"/>
                </a:lnTo>
                <a:lnTo>
                  <a:pt x="299767" y="92809"/>
                </a:lnTo>
                <a:lnTo>
                  <a:pt x="299111" y="93092"/>
                </a:lnTo>
                <a:lnTo>
                  <a:pt x="298495" y="93407"/>
                </a:lnTo>
                <a:lnTo>
                  <a:pt x="297918" y="93754"/>
                </a:lnTo>
                <a:lnTo>
                  <a:pt x="297382" y="94133"/>
                </a:lnTo>
                <a:lnTo>
                  <a:pt x="296887" y="94544"/>
                </a:lnTo>
                <a:lnTo>
                  <a:pt x="296433" y="94986"/>
                </a:lnTo>
                <a:lnTo>
                  <a:pt x="296020" y="95458"/>
                </a:lnTo>
                <a:lnTo>
                  <a:pt x="295649" y="95962"/>
                </a:lnTo>
                <a:lnTo>
                  <a:pt x="295321" y="96496"/>
                </a:lnTo>
                <a:lnTo>
                  <a:pt x="295034" y="97060"/>
                </a:lnTo>
                <a:lnTo>
                  <a:pt x="294791" y="97654"/>
                </a:lnTo>
                <a:lnTo>
                  <a:pt x="294592" y="98279"/>
                </a:lnTo>
                <a:lnTo>
                  <a:pt x="294436" y="98932"/>
                </a:lnTo>
                <a:lnTo>
                  <a:pt x="294324" y="99615"/>
                </a:lnTo>
                <a:lnTo>
                  <a:pt x="294256" y="100327"/>
                </a:lnTo>
                <a:lnTo>
                  <a:pt x="294234" y="101068"/>
                </a:lnTo>
                <a:lnTo>
                  <a:pt x="294256" y="101809"/>
                </a:lnTo>
                <a:lnTo>
                  <a:pt x="294324" y="102521"/>
                </a:lnTo>
                <a:lnTo>
                  <a:pt x="294438" y="103204"/>
                </a:lnTo>
                <a:lnTo>
                  <a:pt x="294597" y="103858"/>
                </a:lnTo>
                <a:lnTo>
                  <a:pt x="294802" y="104482"/>
                </a:lnTo>
                <a:lnTo>
                  <a:pt x="295053" y="105076"/>
                </a:lnTo>
                <a:lnTo>
                  <a:pt x="295349" y="105641"/>
                </a:lnTo>
                <a:lnTo>
                  <a:pt x="295692" y="106174"/>
                </a:lnTo>
                <a:lnTo>
                  <a:pt x="296081" y="106678"/>
                </a:lnTo>
                <a:lnTo>
                  <a:pt x="296517" y="107151"/>
                </a:lnTo>
                <a:lnTo>
                  <a:pt x="296999" y="107592"/>
                </a:lnTo>
                <a:lnTo>
                  <a:pt x="297527" y="108003"/>
                </a:lnTo>
                <a:lnTo>
                  <a:pt x="298102" y="108382"/>
                </a:lnTo>
                <a:lnTo>
                  <a:pt x="298725" y="108729"/>
                </a:lnTo>
                <a:lnTo>
                  <a:pt x="299394" y="109045"/>
                </a:lnTo>
                <a:lnTo>
                  <a:pt x="300110" y="109328"/>
                </a:lnTo>
                <a:lnTo>
                  <a:pt x="300874" y="109579"/>
                </a:lnTo>
                <a:lnTo>
                  <a:pt x="301685" y="109797"/>
                </a:lnTo>
                <a:lnTo>
                  <a:pt x="302543" y="109982"/>
                </a:lnTo>
                <a:lnTo>
                  <a:pt x="303449" y="110134"/>
                </a:lnTo>
                <a:lnTo>
                  <a:pt x="304403" y="110253"/>
                </a:lnTo>
                <a:lnTo>
                  <a:pt x="305405" y="110338"/>
                </a:lnTo>
                <a:lnTo>
                  <a:pt x="306454" y="110389"/>
                </a:lnTo>
                <a:lnTo>
                  <a:pt x="307552" y="110406"/>
                </a:lnTo>
                <a:lnTo>
                  <a:pt x="324924" y="110406"/>
                </a:lnTo>
                <a:lnTo>
                  <a:pt x="325458" y="110405"/>
                </a:lnTo>
                <a:lnTo>
                  <a:pt x="325974" y="110400"/>
                </a:lnTo>
                <a:lnTo>
                  <a:pt x="326472" y="110392"/>
                </a:lnTo>
                <a:lnTo>
                  <a:pt x="326953" y="110381"/>
                </a:lnTo>
                <a:lnTo>
                  <a:pt x="327417" y="110365"/>
                </a:lnTo>
                <a:lnTo>
                  <a:pt x="327864" y="110346"/>
                </a:lnTo>
                <a:lnTo>
                  <a:pt x="328295" y="110322"/>
                </a:lnTo>
                <a:lnTo>
                  <a:pt x="328709" y="110294"/>
                </a:lnTo>
                <a:lnTo>
                  <a:pt x="329107" y="110261"/>
                </a:lnTo>
                <a:lnTo>
                  <a:pt x="329490" y="110223"/>
                </a:lnTo>
                <a:lnTo>
                  <a:pt x="329856" y="110180"/>
                </a:lnTo>
                <a:lnTo>
                  <a:pt x="330208" y="110131"/>
                </a:lnTo>
                <a:lnTo>
                  <a:pt x="330544" y="110077"/>
                </a:lnTo>
                <a:lnTo>
                  <a:pt x="330865" y="110017"/>
                </a:lnTo>
                <a:lnTo>
                  <a:pt x="331172" y="109950"/>
                </a:lnTo>
                <a:lnTo>
                  <a:pt x="331465" y="109877"/>
                </a:lnTo>
                <a:lnTo>
                  <a:pt x="331743" y="109797"/>
                </a:lnTo>
                <a:lnTo>
                  <a:pt x="332008" y="109711"/>
                </a:lnTo>
                <a:lnTo>
                  <a:pt x="332259" y="109617"/>
                </a:lnTo>
                <a:lnTo>
                  <a:pt x="332497" y="109516"/>
                </a:lnTo>
                <a:lnTo>
                  <a:pt x="332722" y="109407"/>
                </a:lnTo>
                <a:lnTo>
                  <a:pt x="332934" y="109291"/>
                </a:lnTo>
                <a:lnTo>
                  <a:pt x="333133" y="109166"/>
                </a:lnTo>
                <a:lnTo>
                  <a:pt x="333320" y="109033"/>
                </a:lnTo>
                <a:lnTo>
                  <a:pt x="333676" y="108820"/>
                </a:lnTo>
                <a:lnTo>
                  <a:pt x="334019" y="108593"/>
                </a:lnTo>
                <a:lnTo>
                  <a:pt x="334350" y="108353"/>
                </a:lnTo>
                <a:lnTo>
                  <a:pt x="334669" y="108100"/>
                </a:lnTo>
                <a:lnTo>
                  <a:pt x="334974" y="107834"/>
                </a:lnTo>
                <a:lnTo>
                  <a:pt x="335265" y="107557"/>
                </a:lnTo>
                <a:lnTo>
                  <a:pt x="335544" y="107268"/>
                </a:lnTo>
                <a:lnTo>
                  <a:pt x="335808" y="106968"/>
                </a:lnTo>
                <a:lnTo>
                  <a:pt x="336058" y="106658"/>
                </a:lnTo>
                <a:lnTo>
                  <a:pt x="336294" y="106337"/>
                </a:lnTo>
                <a:lnTo>
                  <a:pt x="336516" y="106007"/>
                </a:lnTo>
                <a:lnTo>
                  <a:pt x="336722" y="105668"/>
                </a:lnTo>
                <a:lnTo>
                  <a:pt x="336914" y="105321"/>
                </a:lnTo>
                <a:lnTo>
                  <a:pt x="337090" y="104965"/>
                </a:lnTo>
                <a:lnTo>
                  <a:pt x="337250" y="104602"/>
                </a:lnTo>
                <a:lnTo>
                  <a:pt x="337395" y="104232"/>
                </a:lnTo>
                <a:lnTo>
                  <a:pt x="337524" y="103855"/>
                </a:lnTo>
                <a:lnTo>
                  <a:pt x="337636" y="103471"/>
                </a:lnTo>
                <a:lnTo>
                  <a:pt x="337732" y="103082"/>
                </a:lnTo>
                <a:lnTo>
                  <a:pt x="337810" y="102688"/>
                </a:lnTo>
                <a:lnTo>
                  <a:pt x="337872" y="102289"/>
                </a:lnTo>
                <a:lnTo>
                  <a:pt x="337917" y="101886"/>
                </a:lnTo>
                <a:lnTo>
                  <a:pt x="337944" y="101479"/>
                </a:lnTo>
                <a:lnTo>
                  <a:pt x="337953" y="101068"/>
                </a:lnTo>
                <a:lnTo>
                  <a:pt x="337930" y="100327"/>
                </a:lnTo>
                <a:lnTo>
                  <a:pt x="337863" y="99615"/>
                </a:lnTo>
                <a:lnTo>
                  <a:pt x="337751" y="98932"/>
                </a:lnTo>
                <a:lnTo>
                  <a:pt x="337596" y="98279"/>
                </a:lnTo>
                <a:lnTo>
                  <a:pt x="337398" y="97654"/>
                </a:lnTo>
                <a:lnTo>
                  <a:pt x="337156" y="97060"/>
                </a:lnTo>
                <a:lnTo>
                  <a:pt x="336873" y="96496"/>
                </a:lnTo>
                <a:lnTo>
                  <a:pt x="336548" y="95962"/>
                </a:lnTo>
                <a:lnTo>
                  <a:pt x="336181" y="95458"/>
                </a:lnTo>
                <a:lnTo>
                  <a:pt x="335774" y="94986"/>
                </a:lnTo>
                <a:lnTo>
                  <a:pt x="335327" y="94544"/>
                </a:lnTo>
                <a:lnTo>
                  <a:pt x="334840" y="94133"/>
                </a:lnTo>
                <a:lnTo>
                  <a:pt x="334314" y="93754"/>
                </a:lnTo>
                <a:lnTo>
                  <a:pt x="333749" y="93407"/>
                </a:lnTo>
                <a:lnTo>
                  <a:pt x="333146" y="93092"/>
                </a:lnTo>
                <a:lnTo>
                  <a:pt x="332505" y="92809"/>
                </a:lnTo>
                <a:lnTo>
                  <a:pt x="331827" y="92558"/>
                </a:lnTo>
                <a:lnTo>
                  <a:pt x="331112" y="92340"/>
                </a:lnTo>
                <a:lnTo>
                  <a:pt x="330362" y="92155"/>
                </a:lnTo>
                <a:lnTo>
                  <a:pt x="329575" y="92002"/>
                </a:lnTo>
                <a:lnTo>
                  <a:pt x="328753" y="91884"/>
                </a:lnTo>
                <a:lnTo>
                  <a:pt x="327897" y="91799"/>
                </a:lnTo>
                <a:lnTo>
                  <a:pt x="327006" y="91747"/>
                </a:lnTo>
                <a:lnTo>
                  <a:pt x="326082" y="91730"/>
                </a:lnTo>
                <a:lnTo>
                  <a:pt x="326082" y="57675"/>
                </a:lnTo>
                <a:lnTo>
                  <a:pt x="326062" y="56319"/>
                </a:lnTo>
                <a:lnTo>
                  <a:pt x="326003" y="54996"/>
                </a:lnTo>
                <a:lnTo>
                  <a:pt x="325905" y="53707"/>
                </a:lnTo>
                <a:lnTo>
                  <a:pt x="325767" y="52450"/>
                </a:lnTo>
                <a:lnTo>
                  <a:pt x="325589" y="51225"/>
                </a:lnTo>
                <a:lnTo>
                  <a:pt x="325372" y="50032"/>
                </a:lnTo>
                <a:lnTo>
                  <a:pt x="325114" y="48869"/>
                </a:lnTo>
                <a:lnTo>
                  <a:pt x="324817" y="47737"/>
                </a:lnTo>
                <a:lnTo>
                  <a:pt x="324479" y="46634"/>
                </a:lnTo>
                <a:lnTo>
                  <a:pt x="324101" y="45560"/>
                </a:lnTo>
                <a:lnTo>
                  <a:pt x="323682" y="44514"/>
                </a:lnTo>
                <a:lnTo>
                  <a:pt x="323223" y="43496"/>
                </a:lnTo>
                <a:lnTo>
                  <a:pt x="322723" y="42506"/>
                </a:lnTo>
                <a:lnTo>
                  <a:pt x="322182" y="41542"/>
                </a:lnTo>
                <a:lnTo>
                  <a:pt x="321600" y="40604"/>
                </a:lnTo>
                <a:lnTo>
                  <a:pt x="320978" y="39691"/>
                </a:lnTo>
                <a:lnTo>
                  <a:pt x="320314" y="38803"/>
                </a:lnTo>
                <a:lnTo>
                  <a:pt x="319608" y="37939"/>
                </a:lnTo>
                <a:lnTo>
                  <a:pt x="318861" y="37099"/>
                </a:lnTo>
                <a:lnTo>
                  <a:pt x="318073" y="36282"/>
                </a:lnTo>
                <a:lnTo>
                  <a:pt x="317243" y="35487"/>
                </a:lnTo>
                <a:lnTo>
                  <a:pt x="316371" y="34714"/>
                </a:lnTo>
                <a:lnTo>
                  <a:pt x="315457" y="33963"/>
                </a:lnTo>
                <a:lnTo>
                  <a:pt x="314501" y="33232"/>
                </a:lnTo>
                <a:lnTo>
                  <a:pt x="313661" y="32692"/>
                </a:lnTo>
                <a:lnTo>
                  <a:pt x="312806" y="32173"/>
                </a:lnTo>
                <a:lnTo>
                  <a:pt x="311937" y="31675"/>
                </a:lnTo>
                <a:lnTo>
                  <a:pt x="311055" y="31197"/>
                </a:lnTo>
                <a:lnTo>
                  <a:pt x="310158" y="30741"/>
                </a:lnTo>
                <a:lnTo>
                  <a:pt x="309249" y="30305"/>
                </a:lnTo>
                <a:lnTo>
                  <a:pt x="308326" y="29891"/>
                </a:lnTo>
                <a:lnTo>
                  <a:pt x="307391" y="29499"/>
                </a:lnTo>
                <a:lnTo>
                  <a:pt x="306444" y="29128"/>
                </a:lnTo>
                <a:lnTo>
                  <a:pt x="305486" y="28780"/>
                </a:lnTo>
                <a:lnTo>
                  <a:pt x="304516" y="28454"/>
                </a:lnTo>
                <a:lnTo>
                  <a:pt x="303535" y="28151"/>
                </a:lnTo>
                <a:lnTo>
                  <a:pt x="302543" y="27870"/>
                </a:lnTo>
                <a:lnTo>
                  <a:pt x="301542" y="27613"/>
                </a:lnTo>
                <a:lnTo>
                  <a:pt x="300530" y="27379"/>
                </a:lnTo>
                <a:lnTo>
                  <a:pt x="299510" y="27169"/>
                </a:lnTo>
                <a:lnTo>
                  <a:pt x="298480" y="26983"/>
                </a:lnTo>
                <a:lnTo>
                  <a:pt x="297441" y="26820"/>
                </a:lnTo>
                <a:lnTo>
                  <a:pt x="296394" y="26682"/>
                </a:lnTo>
                <a:lnTo>
                  <a:pt x="295340" y="26569"/>
                </a:lnTo>
                <a:lnTo>
                  <a:pt x="294277" y="26480"/>
                </a:lnTo>
                <a:lnTo>
                  <a:pt x="293208" y="26417"/>
                </a:lnTo>
                <a:lnTo>
                  <a:pt x="292132" y="26378"/>
                </a:lnTo>
                <a:lnTo>
                  <a:pt x="291049" y="26366"/>
                </a:lnTo>
                <a:lnTo>
                  <a:pt x="289696" y="26380"/>
                </a:lnTo>
                <a:lnTo>
                  <a:pt x="288385" y="26425"/>
                </a:lnTo>
                <a:lnTo>
                  <a:pt x="287113" y="26500"/>
                </a:lnTo>
                <a:lnTo>
                  <a:pt x="285878" y="26608"/>
                </a:lnTo>
                <a:lnTo>
                  <a:pt x="284675" y="26751"/>
                </a:lnTo>
                <a:lnTo>
                  <a:pt x="283503" y="26928"/>
                </a:lnTo>
                <a:lnTo>
                  <a:pt x="282358" y="27141"/>
                </a:lnTo>
                <a:lnTo>
                  <a:pt x="281237" y="27393"/>
                </a:lnTo>
                <a:lnTo>
                  <a:pt x="280137" y="27684"/>
                </a:lnTo>
                <a:lnTo>
                  <a:pt x="279056" y="28015"/>
                </a:lnTo>
                <a:lnTo>
                  <a:pt x="277989" y="28387"/>
                </a:lnTo>
                <a:lnTo>
                  <a:pt x="276934" y="28803"/>
                </a:lnTo>
                <a:lnTo>
                  <a:pt x="275889" y="29263"/>
                </a:lnTo>
                <a:lnTo>
                  <a:pt x="274849" y="29769"/>
                </a:lnTo>
                <a:lnTo>
                  <a:pt x="273813" y="30322"/>
                </a:lnTo>
                <a:lnTo>
                  <a:pt x="272776" y="30923"/>
                </a:lnTo>
                <a:lnTo>
                  <a:pt x="271737" y="31573"/>
                </a:lnTo>
                <a:lnTo>
                  <a:pt x="270691" y="32275"/>
                </a:lnTo>
                <a:lnTo>
                  <a:pt x="269637" y="33028"/>
                </a:lnTo>
                <a:lnTo>
                  <a:pt x="268570" y="33836"/>
                </a:lnTo>
                <a:lnTo>
                  <a:pt x="267489" y="34698"/>
                </a:lnTo>
                <a:lnTo>
                  <a:pt x="266389" y="35616"/>
                </a:lnTo>
                <a:lnTo>
                  <a:pt x="265268" y="36592"/>
                </a:lnTo>
                <a:lnTo>
                  <a:pt x="264123" y="37626"/>
                </a:lnTo>
                <a:lnTo>
                  <a:pt x="264123" y="28837"/>
                </a:lnTo>
                <a:lnTo>
                  <a:pt x="245593" y="28837"/>
                </a:lnTo>
                <a:lnTo>
                  <a:pt x="245383" y="28837"/>
                </a:lnTo>
                <a:lnTo>
                  <a:pt x="245187" y="28838"/>
                </a:lnTo>
                <a:close/>
                <a:moveTo>
                  <a:pt x="159907" y="26753"/>
                </a:moveTo>
                <a:lnTo>
                  <a:pt x="156460" y="27228"/>
                </a:lnTo>
                <a:lnTo>
                  <a:pt x="153108" y="27883"/>
                </a:lnTo>
                <a:lnTo>
                  <a:pt x="149858" y="28711"/>
                </a:lnTo>
                <a:lnTo>
                  <a:pt x="146714" y="29709"/>
                </a:lnTo>
                <a:lnTo>
                  <a:pt x="143685" y="30868"/>
                </a:lnTo>
                <a:lnTo>
                  <a:pt x="140775" y="32184"/>
                </a:lnTo>
                <a:lnTo>
                  <a:pt x="137993" y="33651"/>
                </a:lnTo>
                <a:lnTo>
                  <a:pt x="135343" y="35262"/>
                </a:lnTo>
                <a:lnTo>
                  <a:pt x="132833" y="37013"/>
                </a:lnTo>
                <a:lnTo>
                  <a:pt x="130469" y="38896"/>
                </a:lnTo>
                <a:lnTo>
                  <a:pt x="128257" y="40907"/>
                </a:lnTo>
                <a:lnTo>
                  <a:pt x="126204" y="43039"/>
                </a:lnTo>
                <a:lnTo>
                  <a:pt x="124316" y="45287"/>
                </a:lnTo>
                <a:lnTo>
                  <a:pt x="122599" y="47645"/>
                </a:lnTo>
                <a:lnTo>
                  <a:pt x="121061" y="50107"/>
                </a:lnTo>
                <a:lnTo>
                  <a:pt x="119707" y="52667"/>
                </a:lnTo>
                <a:lnTo>
                  <a:pt x="118543" y="55319"/>
                </a:lnTo>
                <a:lnTo>
                  <a:pt x="117577" y="58057"/>
                </a:lnTo>
                <a:lnTo>
                  <a:pt x="116814" y="60877"/>
                </a:lnTo>
                <a:lnTo>
                  <a:pt x="116261" y="63770"/>
                </a:lnTo>
                <a:lnTo>
                  <a:pt x="115925" y="66733"/>
                </a:lnTo>
                <a:lnTo>
                  <a:pt x="115811" y="69759"/>
                </a:lnTo>
                <a:lnTo>
                  <a:pt x="115926" y="72786"/>
                </a:lnTo>
                <a:lnTo>
                  <a:pt x="116267" y="75753"/>
                </a:lnTo>
                <a:lnTo>
                  <a:pt x="116825" y="78653"/>
                </a:lnTo>
                <a:lnTo>
                  <a:pt x="117594" y="81481"/>
                </a:lnTo>
                <a:lnTo>
                  <a:pt x="118568" y="84230"/>
                </a:lnTo>
                <a:lnTo>
                  <a:pt x="119738" y="86894"/>
                </a:lnTo>
                <a:lnTo>
                  <a:pt x="121099" y="89467"/>
                </a:lnTo>
                <a:lnTo>
                  <a:pt x="122642" y="91944"/>
                </a:lnTo>
                <a:lnTo>
                  <a:pt x="124362" y="94317"/>
                </a:lnTo>
                <a:lnTo>
                  <a:pt x="126250" y="96582"/>
                </a:lnTo>
                <a:lnTo>
                  <a:pt x="128300" y="98731"/>
                </a:lnTo>
                <a:lnTo>
                  <a:pt x="130505" y="100759"/>
                </a:lnTo>
                <a:lnTo>
                  <a:pt x="132858" y="102660"/>
                </a:lnTo>
                <a:lnTo>
                  <a:pt x="135351" y="104427"/>
                </a:lnTo>
                <a:lnTo>
                  <a:pt x="137979" y="106055"/>
                </a:lnTo>
                <a:lnTo>
                  <a:pt x="140732" y="107538"/>
                </a:lnTo>
                <a:lnTo>
                  <a:pt x="143606" y="108868"/>
                </a:lnTo>
                <a:lnTo>
                  <a:pt x="146592" y="110041"/>
                </a:lnTo>
                <a:lnTo>
                  <a:pt x="149684" y="111050"/>
                </a:lnTo>
                <a:lnTo>
                  <a:pt x="152874" y="111890"/>
                </a:lnTo>
                <a:lnTo>
                  <a:pt x="156156" y="112553"/>
                </a:lnTo>
                <a:lnTo>
                  <a:pt x="159522" y="113035"/>
                </a:lnTo>
                <a:lnTo>
                  <a:pt x="162965" y="113328"/>
                </a:lnTo>
                <a:lnTo>
                  <a:pt x="166479" y="113427"/>
                </a:lnTo>
                <a:lnTo>
                  <a:pt x="169993" y="113328"/>
                </a:lnTo>
                <a:lnTo>
                  <a:pt x="173436" y="113035"/>
                </a:lnTo>
                <a:lnTo>
                  <a:pt x="176803" y="112553"/>
                </a:lnTo>
                <a:lnTo>
                  <a:pt x="180084" y="111890"/>
                </a:lnTo>
                <a:lnTo>
                  <a:pt x="183274" y="111050"/>
                </a:lnTo>
                <a:lnTo>
                  <a:pt x="186366" y="110041"/>
                </a:lnTo>
                <a:lnTo>
                  <a:pt x="189352" y="108868"/>
                </a:lnTo>
                <a:lnTo>
                  <a:pt x="192226" y="107538"/>
                </a:lnTo>
                <a:lnTo>
                  <a:pt x="194979" y="106055"/>
                </a:lnTo>
                <a:lnTo>
                  <a:pt x="197607" y="104427"/>
                </a:lnTo>
                <a:lnTo>
                  <a:pt x="200100" y="102660"/>
                </a:lnTo>
                <a:lnTo>
                  <a:pt x="202453" y="100759"/>
                </a:lnTo>
                <a:lnTo>
                  <a:pt x="204658" y="98731"/>
                </a:lnTo>
                <a:lnTo>
                  <a:pt x="206708" y="96582"/>
                </a:lnTo>
                <a:lnTo>
                  <a:pt x="208596" y="94317"/>
                </a:lnTo>
                <a:lnTo>
                  <a:pt x="210316" y="91944"/>
                </a:lnTo>
                <a:lnTo>
                  <a:pt x="211859" y="89467"/>
                </a:lnTo>
                <a:lnTo>
                  <a:pt x="213220" y="86894"/>
                </a:lnTo>
                <a:lnTo>
                  <a:pt x="214390" y="84230"/>
                </a:lnTo>
                <a:lnTo>
                  <a:pt x="215364" y="81481"/>
                </a:lnTo>
                <a:lnTo>
                  <a:pt x="216133" y="78653"/>
                </a:lnTo>
                <a:lnTo>
                  <a:pt x="216691" y="75753"/>
                </a:lnTo>
                <a:lnTo>
                  <a:pt x="217032" y="72786"/>
                </a:lnTo>
                <a:lnTo>
                  <a:pt x="217147" y="69759"/>
                </a:lnTo>
                <a:lnTo>
                  <a:pt x="217032" y="66796"/>
                </a:lnTo>
                <a:lnTo>
                  <a:pt x="216692" y="63886"/>
                </a:lnTo>
                <a:lnTo>
                  <a:pt x="216134" y="61034"/>
                </a:lnTo>
                <a:lnTo>
                  <a:pt x="215366" y="58248"/>
                </a:lnTo>
                <a:lnTo>
                  <a:pt x="214396" y="55534"/>
                </a:lnTo>
                <a:lnTo>
                  <a:pt x="213229" y="52899"/>
                </a:lnTo>
                <a:lnTo>
                  <a:pt x="211874" y="50348"/>
                </a:lnTo>
                <a:lnTo>
                  <a:pt x="210337" y="47889"/>
                </a:lnTo>
                <a:lnTo>
                  <a:pt x="208627" y="45529"/>
                </a:lnTo>
                <a:lnTo>
                  <a:pt x="206750" y="43273"/>
                </a:lnTo>
                <a:lnTo>
                  <a:pt x="204714" y="41129"/>
                </a:lnTo>
                <a:lnTo>
                  <a:pt x="202525" y="39102"/>
                </a:lnTo>
                <a:lnTo>
                  <a:pt x="200192" y="37200"/>
                </a:lnTo>
                <a:lnTo>
                  <a:pt x="197722" y="35429"/>
                </a:lnTo>
                <a:lnTo>
                  <a:pt x="195121" y="33795"/>
                </a:lnTo>
                <a:lnTo>
                  <a:pt x="192397" y="32306"/>
                </a:lnTo>
                <a:lnTo>
                  <a:pt x="189558" y="30967"/>
                </a:lnTo>
                <a:lnTo>
                  <a:pt x="186610" y="29786"/>
                </a:lnTo>
                <a:lnTo>
                  <a:pt x="183562" y="28768"/>
                </a:lnTo>
                <a:lnTo>
                  <a:pt x="180419" y="27921"/>
                </a:lnTo>
                <a:lnTo>
                  <a:pt x="177190" y="27250"/>
                </a:lnTo>
                <a:lnTo>
                  <a:pt x="173882" y="26763"/>
                </a:lnTo>
                <a:lnTo>
                  <a:pt x="170503" y="26466"/>
                </a:lnTo>
                <a:lnTo>
                  <a:pt x="167058" y="26366"/>
                </a:lnTo>
                <a:lnTo>
                  <a:pt x="163442" y="26463"/>
                </a:lnTo>
                <a:lnTo>
                  <a:pt x="159907" y="26753"/>
                </a:lnTo>
                <a:close/>
                <a:moveTo>
                  <a:pt x="171022" y="45265"/>
                </a:moveTo>
                <a:lnTo>
                  <a:pt x="173075" y="45540"/>
                </a:lnTo>
                <a:lnTo>
                  <a:pt x="175074" y="45919"/>
                </a:lnTo>
                <a:lnTo>
                  <a:pt x="177014" y="46397"/>
                </a:lnTo>
                <a:lnTo>
                  <a:pt x="178893" y="46972"/>
                </a:lnTo>
                <a:lnTo>
                  <a:pt x="180704" y="47640"/>
                </a:lnTo>
                <a:lnTo>
                  <a:pt x="182446" y="48398"/>
                </a:lnTo>
                <a:lnTo>
                  <a:pt x="184113" y="49241"/>
                </a:lnTo>
                <a:lnTo>
                  <a:pt x="185702" y="50167"/>
                </a:lnTo>
                <a:lnTo>
                  <a:pt x="187208" y="51171"/>
                </a:lnTo>
                <a:lnTo>
                  <a:pt x="188628" y="52251"/>
                </a:lnTo>
                <a:lnTo>
                  <a:pt x="189957" y="53402"/>
                </a:lnTo>
                <a:lnTo>
                  <a:pt x="191192" y="54620"/>
                </a:lnTo>
                <a:lnTo>
                  <a:pt x="192328" y="55904"/>
                </a:lnTo>
                <a:lnTo>
                  <a:pt x="193362" y="57248"/>
                </a:lnTo>
                <a:lnTo>
                  <a:pt x="194290" y="58649"/>
                </a:lnTo>
                <a:lnTo>
                  <a:pt x="195106" y="60104"/>
                </a:lnTo>
                <a:lnTo>
                  <a:pt x="195808" y="61609"/>
                </a:lnTo>
                <a:lnTo>
                  <a:pt x="196392" y="63160"/>
                </a:lnTo>
                <a:lnTo>
                  <a:pt x="196852" y="64754"/>
                </a:lnTo>
                <a:lnTo>
                  <a:pt x="197186" y="66388"/>
                </a:lnTo>
                <a:lnTo>
                  <a:pt x="197390" y="68057"/>
                </a:lnTo>
                <a:lnTo>
                  <a:pt x="197459" y="69759"/>
                </a:lnTo>
                <a:lnTo>
                  <a:pt x="197390" y="71494"/>
                </a:lnTo>
                <a:lnTo>
                  <a:pt x="197186" y="73193"/>
                </a:lnTo>
                <a:lnTo>
                  <a:pt x="196852" y="74854"/>
                </a:lnTo>
                <a:lnTo>
                  <a:pt x="196390" y="76474"/>
                </a:lnTo>
                <a:lnTo>
                  <a:pt x="195806" y="78048"/>
                </a:lnTo>
                <a:lnTo>
                  <a:pt x="195102" y="79573"/>
                </a:lnTo>
                <a:lnTo>
                  <a:pt x="194282" y="81046"/>
                </a:lnTo>
                <a:lnTo>
                  <a:pt x="193352" y="82464"/>
                </a:lnTo>
                <a:lnTo>
                  <a:pt x="192313" y="83822"/>
                </a:lnTo>
                <a:lnTo>
                  <a:pt x="191171" y="85118"/>
                </a:lnTo>
                <a:lnTo>
                  <a:pt x="189929" y="86348"/>
                </a:lnTo>
                <a:lnTo>
                  <a:pt x="188592" y="87508"/>
                </a:lnTo>
                <a:lnTo>
                  <a:pt x="187162" y="88595"/>
                </a:lnTo>
                <a:lnTo>
                  <a:pt x="185644" y="89606"/>
                </a:lnTo>
                <a:lnTo>
                  <a:pt x="184042" y="90537"/>
                </a:lnTo>
                <a:lnTo>
                  <a:pt x="182360" y="91385"/>
                </a:lnTo>
                <a:lnTo>
                  <a:pt x="180602" y="92145"/>
                </a:lnTo>
                <a:lnTo>
                  <a:pt x="178770" y="92816"/>
                </a:lnTo>
                <a:lnTo>
                  <a:pt x="176871" y="93393"/>
                </a:lnTo>
                <a:lnTo>
                  <a:pt x="174906" y="93873"/>
                </a:lnTo>
                <a:lnTo>
                  <a:pt x="172881" y="94252"/>
                </a:lnTo>
                <a:lnTo>
                  <a:pt x="170799" y="94527"/>
                </a:lnTo>
                <a:lnTo>
                  <a:pt x="168663" y="94695"/>
                </a:lnTo>
                <a:lnTo>
                  <a:pt x="166479" y="94751"/>
                </a:lnTo>
                <a:lnTo>
                  <a:pt x="164295" y="94695"/>
                </a:lnTo>
                <a:lnTo>
                  <a:pt x="162159" y="94527"/>
                </a:lnTo>
                <a:lnTo>
                  <a:pt x="160077" y="94252"/>
                </a:lnTo>
                <a:lnTo>
                  <a:pt x="158052" y="93873"/>
                </a:lnTo>
                <a:lnTo>
                  <a:pt x="156087" y="93393"/>
                </a:lnTo>
                <a:lnTo>
                  <a:pt x="154188" y="92816"/>
                </a:lnTo>
                <a:lnTo>
                  <a:pt x="152356" y="92145"/>
                </a:lnTo>
                <a:lnTo>
                  <a:pt x="150598" y="91385"/>
                </a:lnTo>
                <a:lnTo>
                  <a:pt x="148916" y="90537"/>
                </a:lnTo>
                <a:lnTo>
                  <a:pt x="147314" y="89606"/>
                </a:lnTo>
                <a:lnTo>
                  <a:pt x="145796" y="88595"/>
                </a:lnTo>
                <a:lnTo>
                  <a:pt x="144366" y="87508"/>
                </a:lnTo>
                <a:lnTo>
                  <a:pt x="143029" y="86348"/>
                </a:lnTo>
                <a:lnTo>
                  <a:pt x="141787" y="85118"/>
                </a:lnTo>
                <a:lnTo>
                  <a:pt x="140645" y="83822"/>
                </a:lnTo>
                <a:lnTo>
                  <a:pt x="139606" y="82464"/>
                </a:lnTo>
                <a:lnTo>
                  <a:pt x="138676" y="81046"/>
                </a:lnTo>
                <a:lnTo>
                  <a:pt x="137856" y="79573"/>
                </a:lnTo>
                <a:lnTo>
                  <a:pt x="137152" y="78048"/>
                </a:lnTo>
                <a:lnTo>
                  <a:pt x="136568" y="76474"/>
                </a:lnTo>
                <a:lnTo>
                  <a:pt x="136106" y="74854"/>
                </a:lnTo>
                <a:lnTo>
                  <a:pt x="135772" y="73193"/>
                </a:lnTo>
                <a:lnTo>
                  <a:pt x="135568" y="71494"/>
                </a:lnTo>
                <a:lnTo>
                  <a:pt x="135499" y="69759"/>
                </a:lnTo>
                <a:lnTo>
                  <a:pt x="135568" y="68026"/>
                </a:lnTo>
                <a:lnTo>
                  <a:pt x="135772" y="66330"/>
                </a:lnTo>
                <a:lnTo>
                  <a:pt x="136107" y="64675"/>
                </a:lnTo>
                <a:lnTo>
                  <a:pt x="136569" y="63065"/>
                </a:lnTo>
                <a:lnTo>
                  <a:pt x="137155" y="61501"/>
                </a:lnTo>
                <a:lnTo>
                  <a:pt x="137861" y="59988"/>
                </a:lnTo>
                <a:lnTo>
                  <a:pt x="138683" y="58528"/>
                </a:lnTo>
                <a:lnTo>
                  <a:pt x="139617" y="57125"/>
                </a:lnTo>
                <a:lnTo>
                  <a:pt x="140660" y="55783"/>
                </a:lnTo>
                <a:lnTo>
                  <a:pt x="141808" y="54504"/>
                </a:lnTo>
                <a:lnTo>
                  <a:pt x="143056" y="53291"/>
                </a:lnTo>
                <a:lnTo>
                  <a:pt x="144402" y="52148"/>
                </a:lnTo>
                <a:lnTo>
                  <a:pt x="145842" y="51077"/>
                </a:lnTo>
                <a:lnTo>
                  <a:pt x="147371" y="50084"/>
                </a:lnTo>
                <a:lnTo>
                  <a:pt x="148986" y="49169"/>
                </a:lnTo>
                <a:lnTo>
                  <a:pt x="150684" y="48337"/>
                </a:lnTo>
                <a:lnTo>
                  <a:pt x="152459" y="47591"/>
                </a:lnTo>
                <a:lnTo>
                  <a:pt x="154310" y="46934"/>
                </a:lnTo>
                <a:lnTo>
                  <a:pt x="156231" y="46369"/>
                </a:lnTo>
                <a:lnTo>
                  <a:pt x="158219" y="45900"/>
                </a:lnTo>
                <a:lnTo>
                  <a:pt x="160271" y="45529"/>
                </a:lnTo>
                <a:lnTo>
                  <a:pt x="162382" y="45260"/>
                </a:lnTo>
                <a:lnTo>
                  <a:pt x="164549" y="45097"/>
                </a:lnTo>
                <a:lnTo>
                  <a:pt x="166769" y="45041"/>
                </a:lnTo>
                <a:lnTo>
                  <a:pt x="168918" y="45098"/>
                </a:lnTo>
                <a:lnTo>
                  <a:pt x="171022" y="45265"/>
                </a:lnTo>
                <a:close/>
                <a:moveTo>
                  <a:pt x="425129" y="53613"/>
                </a:moveTo>
                <a:lnTo>
                  <a:pt x="425441" y="54040"/>
                </a:lnTo>
                <a:lnTo>
                  <a:pt x="425760" y="54442"/>
                </a:lnTo>
                <a:lnTo>
                  <a:pt x="426087" y="54821"/>
                </a:lnTo>
                <a:lnTo>
                  <a:pt x="426421" y="55176"/>
                </a:lnTo>
                <a:lnTo>
                  <a:pt x="426763" y="55508"/>
                </a:lnTo>
                <a:lnTo>
                  <a:pt x="427113" y="55817"/>
                </a:lnTo>
                <a:lnTo>
                  <a:pt x="427471" y="56104"/>
                </a:lnTo>
                <a:lnTo>
                  <a:pt x="427837" y="56368"/>
                </a:lnTo>
                <a:lnTo>
                  <a:pt x="428213" y="56611"/>
                </a:lnTo>
                <a:lnTo>
                  <a:pt x="428598" y="56832"/>
                </a:lnTo>
                <a:lnTo>
                  <a:pt x="428991" y="57032"/>
                </a:lnTo>
                <a:lnTo>
                  <a:pt x="429395" y="57211"/>
                </a:lnTo>
                <a:lnTo>
                  <a:pt x="429808" y="57370"/>
                </a:lnTo>
                <a:lnTo>
                  <a:pt x="430231" y="57508"/>
                </a:lnTo>
                <a:lnTo>
                  <a:pt x="430665" y="57628"/>
                </a:lnTo>
                <a:lnTo>
                  <a:pt x="431109" y="57727"/>
                </a:lnTo>
                <a:lnTo>
                  <a:pt x="431564" y="57808"/>
                </a:lnTo>
                <a:lnTo>
                  <a:pt x="432030" y="57871"/>
                </a:lnTo>
                <a:lnTo>
                  <a:pt x="432507" y="57915"/>
                </a:lnTo>
                <a:lnTo>
                  <a:pt x="432996" y="57941"/>
                </a:lnTo>
                <a:lnTo>
                  <a:pt x="433497" y="57949"/>
                </a:lnTo>
                <a:lnTo>
                  <a:pt x="433860" y="57941"/>
                </a:lnTo>
                <a:lnTo>
                  <a:pt x="434226" y="57916"/>
                </a:lnTo>
                <a:lnTo>
                  <a:pt x="434593" y="57874"/>
                </a:lnTo>
                <a:lnTo>
                  <a:pt x="434962" y="57817"/>
                </a:lnTo>
                <a:lnTo>
                  <a:pt x="435331" y="57745"/>
                </a:lnTo>
                <a:lnTo>
                  <a:pt x="435700" y="57658"/>
                </a:lnTo>
                <a:lnTo>
                  <a:pt x="436068" y="57556"/>
                </a:lnTo>
                <a:lnTo>
                  <a:pt x="436435" y="57441"/>
                </a:lnTo>
                <a:lnTo>
                  <a:pt x="436800" y="57312"/>
                </a:lnTo>
                <a:lnTo>
                  <a:pt x="437162" y="57171"/>
                </a:lnTo>
                <a:lnTo>
                  <a:pt x="437521" y="57017"/>
                </a:lnTo>
                <a:lnTo>
                  <a:pt x="437876" y="56851"/>
                </a:lnTo>
                <a:lnTo>
                  <a:pt x="438226" y="56674"/>
                </a:lnTo>
                <a:lnTo>
                  <a:pt x="438572" y="56485"/>
                </a:lnTo>
                <a:lnTo>
                  <a:pt x="438911" y="56287"/>
                </a:lnTo>
                <a:lnTo>
                  <a:pt x="439245" y="56078"/>
                </a:lnTo>
                <a:lnTo>
                  <a:pt x="439571" y="55859"/>
                </a:lnTo>
                <a:lnTo>
                  <a:pt x="439889" y="55632"/>
                </a:lnTo>
                <a:lnTo>
                  <a:pt x="440199" y="55396"/>
                </a:lnTo>
                <a:lnTo>
                  <a:pt x="440501" y="55152"/>
                </a:lnTo>
                <a:lnTo>
                  <a:pt x="440792" y="54900"/>
                </a:lnTo>
                <a:lnTo>
                  <a:pt x="441074" y="54642"/>
                </a:lnTo>
                <a:lnTo>
                  <a:pt x="441344" y="54376"/>
                </a:lnTo>
                <a:lnTo>
                  <a:pt x="441604" y="54104"/>
                </a:lnTo>
                <a:lnTo>
                  <a:pt x="441779" y="53897"/>
                </a:lnTo>
                <a:lnTo>
                  <a:pt x="441942" y="53685"/>
                </a:lnTo>
                <a:lnTo>
                  <a:pt x="442094" y="53468"/>
                </a:lnTo>
                <a:lnTo>
                  <a:pt x="442235" y="53245"/>
                </a:lnTo>
                <a:lnTo>
                  <a:pt x="442365" y="53014"/>
                </a:lnTo>
                <a:lnTo>
                  <a:pt x="442486" y="52774"/>
                </a:lnTo>
                <a:lnTo>
                  <a:pt x="442596" y="52524"/>
                </a:lnTo>
                <a:lnTo>
                  <a:pt x="442697" y="52263"/>
                </a:lnTo>
                <a:lnTo>
                  <a:pt x="442789" y="51990"/>
                </a:lnTo>
                <a:lnTo>
                  <a:pt x="442873" y="51703"/>
                </a:lnTo>
                <a:lnTo>
                  <a:pt x="442948" y="51401"/>
                </a:lnTo>
                <a:lnTo>
                  <a:pt x="443015" y="51083"/>
                </a:lnTo>
                <a:lnTo>
                  <a:pt x="443075" y="50748"/>
                </a:lnTo>
                <a:lnTo>
                  <a:pt x="443127" y="50395"/>
                </a:lnTo>
                <a:lnTo>
                  <a:pt x="443173" y="50022"/>
                </a:lnTo>
                <a:lnTo>
                  <a:pt x="443212" y="49629"/>
                </a:lnTo>
                <a:lnTo>
                  <a:pt x="443245" y="49213"/>
                </a:lnTo>
                <a:lnTo>
                  <a:pt x="443273" y="48775"/>
                </a:lnTo>
                <a:lnTo>
                  <a:pt x="443295" y="48312"/>
                </a:lnTo>
                <a:lnTo>
                  <a:pt x="443313" y="47823"/>
                </a:lnTo>
                <a:lnTo>
                  <a:pt x="443326" y="47308"/>
                </a:lnTo>
                <a:lnTo>
                  <a:pt x="443334" y="46765"/>
                </a:lnTo>
                <a:lnTo>
                  <a:pt x="443339" y="46193"/>
                </a:lnTo>
                <a:lnTo>
                  <a:pt x="443341" y="45591"/>
                </a:lnTo>
                <a:lnTo>
                  <a:pt x="443341" y="38724"/>
                </a:lnTo>
                <a:lnTo>
                  <a:pt x="443326" y="37685"/>
                </a:lnTo>
                <a:lnTo>
                  <a:pt x="443280" y="36693"/>
                </a:lnTo>
                <a:lnTo>
                  <a:pt x="443204" y="35749"/>
                </a:lnTo>
                <a:lnTo>
                  <a:pt x="443097" y="34853"/>
                </a:lnTo>
                <a:lnTo>
                  <a:pt x="442959" y="34004"/>
                </a:lnTo>
                <a:lnTo>
                  <a:pt x="442789" y="33202"/>
                </a:lnTo>
                <a:lnTo>
                  <a:pt x="442588" y="32446"/>
                </a:lnTo>
                <a:lnTo>
                  <a:pt x="442354" y="31736"/>
                </a:lnTo>
                <a:lnTo>
                  <a:pt x="442089" y="31073"/>
                </a:lnTo>
                <a:lnTo>
                  <a:pt x="441791" y="30454"/>
                </a:lnTo>
                <a:lnTo>
                  <a:pt x="441460" y="29881"/>
                </a:lnTo>
                <a:lnTo>
                  <a:pt x="441097" y="29352"/>
                </a:lnTo>
                <a:lnTo>
                  <a:pt x="440700" y="28868"/>
                </a:lnTo>
                <a:lnTo>
                  <a:pt x="440270" y="28428"/>
                </a:lnTo>
                <a:lnTo>
                  <a:pt x="439807" y="28031"/>
                </a:lnTo>
                <a:lnTo>
                  <a:pt x="439309" y="27678"/>
                </a:lnTo>
                <a:lnTo>
                  <a:pt x="438777" y="27367"/>
                </a:lnTo>
                <a:lnTo>
                  <a:pt x="438211" y="27099"/>
                </a:lnTo>
                <a:lnTo>
                  <a:pt x="437610" y="26874"/>
                </a:lnTo>
                <a:lnTo>
                  <a:pt x="436974" y="26690"/>
                </a:lnTo>
                <a:lnTo>
                  <a:pt x="436303" y="26547"/>
                </a:lnTo>
                <a:lnTo>
                  <a:pt x="435596" y="26446"/>
                </a:lnTo>
                <a:lnTo>
                  <a:pt x="434854" y="26386"/>
                </a:lnTo>
                <a:lnTo>
                  <a:pt x="434076" y="26366"/>
                </a:lnTo>
                <a:lnTo>
                  <a:pt x="433720" y="26373"/>
                </a:lnTo>
                <a:lnTo>
                  <a:pt x="433376" y="26395"/>
                </a:lnTo>
                <a:lnTo>
                  <a:pt x="433042" y="26432"/>
                </a:lnTo>
                <a:lnTo>
                  <a:pt x="432719" y="26484"/>
                </a:lnTo>
                <a:lnTo>
                  <a:pt x="432407" y="26552"/>
                </a:lnTo>
                <a:lnTo>
                  <a:pt x="432103" y="26636"/>
                </a:lnTo>
                <a:lnTo>
                  <a:pt x="431809" y="26737"/>
                </a:lnTo>
                <a:lnTo>
                  <a:pt x="431524" y="26854"/>
                </a:lnTo>
                <a:lnTo>
                  <a:pt x="431246" y="26988"/>
                </a:lnTo>
                <a:lnTo>
                  <a:pt x="430976" y="27140"/>
                </a:lnTo>
                <a:lnTo>
                  <a:pt x="430713" y="27310"/>
                </a:lnTo>
                <a:lnTo>
                  <a:pt x="430457" y="27499"/>
                </a:lnTo>
                <a:lnTo>
                  <a:pt x="430206" y="27705"/>
                </a:lnTo>
                <a:lnTo>
                  <a:pt x="429961" y="27931"/>
                </a:lnTo>
                <a:lnTo>
                  <a:pt x="429722" y="28176"/>
                </a:lnTo>
                <a:lnTo>
                  <a:pt x="429486" y="28441"/>
                </a:lnTo>
                <a:lnTo>
                  <a:pt x="429255" y="28725"/>
                </a:lnTo>
                <a:lnTo>
                  <a:pt x="429027" y="29030"/>
                </a:lnTo>
                <a:lnTo>
                  <a:pt x="428802" y="29356"/>
                </a:lnTo>
                <a:lnTo>
                  <a:pt x="428580" y="29703"/>
                </a:lnTo>
                <a:lnTo>
                  <a:pt x="428360" y="30072"/>
                </a:lnTo>
                <a:lnTo>
                  <a:pt x="428141" y="30462"/>
                </a:lnTo>
                <a:lnTo>
                  <a:pt x="427923" y="30874"/>
                </a:lnTo>
                <a:lnTo>
                  <a:pt x="427706" y="31309"/>
                </a:lnTo>
                <a:lnTo>
                  <a:pt x="426762" y="30874"/>
                </a:lnTo>
                <a:lnTo>
                  <a:pt x="425812" y="30462"/>
                </a:lnTo>
                <a:lnTo>
                  <a:pt x="424855" y="30072"/>
                </a:lnTo>
                <a:lnTo>
                  <a:pt x="423890" y="29703"/>
                </a:lnTo>
                <a:lnTo>
                  <a:pt x="422918" y="29356"/>
                </a:lnTo>
                <a:lnTo>
                  <a:pt x="421938" y="29030"/>
                </a:lnTo>
                <a:lnTo>
                  <a:pt x="420950" y="28725"/>
                </a:lnTo>
                <a:lnTo>
                  <a:pt x="419953" y="28441"/>
                </a:lnTo>
                <a:lnTo>
                  <a:pt x="418947" y="28176"/>
                </a:lnTo>
                <a:lnTo>
                  <a:pt x="417932" y="27931"/>
                </a:lnTo>
                <a:lnTo>
                  <a:pt x="416907" y="27705"/>
                </a:lnTo>
                <a:lnTo>
                  <a:pt x="415872" y="27499"/>
                </a:lnTo>
                <a:lnTo>
                  <a:pt x="414826" y="27310"/>
                </a:lnTo>
                <a:lnTo>
                  <a:pt x="413769" y="27140"/>
                </a:lnTo>
                <a:lnTo>
                  <a:pt x="412701" y="26988"/>
                </a:lnTo>
                <a:lnTo>
                  <a:pt x="411621" y="26854"/>
                </a:lnTo>
                <a:lnTo>
                  <a:pt x="410529" y="26737"/>
                </a:lnTo>
                <a:lnTo>
                  <a:pt x="409425" y="26636"/>
                </a:lnTo>
                <a:lnTo>
                  <a:pt x="408308" y="26552"/>
                </a:lnTo>
                <a:lnTo>
                  <a:pt x="407178" y="26484"/>
                </a:lnTo>
                <a:lnTo>
                  <a:pt x="406034" y="26432"/>
                </a:lnTo>
                <a:lnTo>
                  <a:pt x="404876" y="26395"/>
                </a:lnTo>
                <a:lnTo>
                  <a:pt x="403704" y="26373"/>
                </a:lnTo>
                <a:lnTo>
                  <a:pt x="402517" y="26366"/>
                </a:lnTo>
                <a:lnTo>
                  <a:pt x="399586" y="26421"/>
                </a:lnTo>
                <a:lnTo>
                  <a:pt x="396732" y="26585"/>
                </a:lnTo>
                <a:lnTo>
                  <a:pt x="393959" y="26855"/>
                </a:lnTo>
                <a:lnTo>
                  <a:pt x="391271" y="27228"/>
                </a:lnTo>
                <a:lnTo>
                  <a:pt x="388673" y="27701"/>
                </a:lnTo>
                <a:lnTo>
                  <a:pt x="386168" y="28271"/>
                </a:lnTo>
                <a:lnTo>
                  <a:pt x="383761" y="28936"/>
                </a:lnTo>
                <a:lnTo>
                  <a:pt x="381457" y="29692"/>
                </a:lnTo>
                <a:lnTo>
                  <a:pt x="379259" y="30537"/>
                </a:lnTo>
                <a:lnTo>
                  <a:pt x="377172" y="31467"/>
                </a:lnTo>
                <a:lnTo>
                  <a:pt x="375200" y="32481"/>
                </a:lnTo>
                <a:lnTo>
                  <a:pt x="373347" y="33575"/>
                </a:lnTo>
                <a:lnTo>
                  <a:pt x="371618" y="34746"/>
                </a:lnTo>
                <a:lnTo>
                  <a:pt x="370017" y="35991"/>
                </a:lnTo>
                <a:lnTo>
                  <a:pt x="368549" y="37308"/>
                </a:lnTo>
                <a:lnTo>
                  <a:pt x="367216" y="38694"/>
                </a:lnTo>
                <a:lnTo>
                  <a:pt x="366025" y="40145"/>
                </a:lnTo>
                <a:lnTo>
                  <a:pt x="364978" y="41660"/>
                </a:lnTo>
                <a:lnTo>
                  <a:pt x="364081" y="43234"/>
                </a:lnTo>
                <a:lnTo>
                  <a:pt x="363337" y="44866"/>
                </a:lnTo>
                <a:lnTo>
                  <a:pt x="362751" y="46552"/>
                </a:lnTo>
                <a:lnTo>
                  <a:pt x="362327" y="48289"/>
                </a:lnTo>
                <a:lnTo>
                  <a:pt x="362070" y="50075"/>
                </a:lnTo>
                <a:lnTo>
                  <a:pt x="361983" y="51907"/>
                </a:lnTo>
                <a:lnTo>
                  <a:pt x="362044" y="53723"/>
                </a:lnTo>
                <a:lnTo>
                  <a:pt x="362227" y="55462"/>
                </a:lnTo>
                <a:lnTo>
                  <a:pt x="362535" y="57127"/>
                </a:lnTo>
                <a:lnTo>
                  <a:pt x="362968" y="58717"/>
                </a:lnTo>
                <a:lnTo>
                  <a:pt x="363530" y="60236"/>
                </a:lnTo>
                <a:lnTo>
                  <a:pt x="364223" y="61683"/>
                </a:lnTo>
                <a:lnTo>
                  <a:pt x="365047" y="63060"/>
                </a:lnTo>
                <a:lnTo>
                  <a:pt x="366004" y="64368"/>
                </a:lnTo>
                <a:lnTo>
                  <a:pt x="367098" y="65608"/>
                </a:lnTo>
                <a:lnTo>
                  <a:pt x="368329" y="66782"/>
                </a:lnTo>
                <a:lnTo>
                  <a:pt x="369700" y="67891"/>
                </a:lnTo>
                <a:lnTo>
                  <a:pt x="371212" y="68935"/>
                </a:lnTo>
                <a:lnTo>
                  <a:pt x="372867" y="69917"/>
                </a:lnTo>
                <a:lnTo>
                  <a:pt x="374668" y="70836"/>
                </a:lnTo>
                <a:lnTo>
                  <a:pt x="376615" y="71695"/>
                </a:lnTo>
                <a:lnTo>
                  <a:pt x="378712" y="72495"/>
                </a:lnTo>
                <a:lnTo>
                  <a:pt x="380959" y="73237"/>
                </a:lnTo>
                <a:lnTo>
                  <a:pt x="383359" y="73922"/>
                </a:lnTo>
                <a:lnTo>
                  <a:pt x="385913" y="74550"/>
                </a:lnTo>
                <a:lnTo>
                  <a:pt x="388624" y="75125"/>
                </a:lnTo>
                <a:lnTo>
                  <a:pt x="391493" y="75646"/>
                </a:lnTo>
                <a:lnTo>
                  <a:pt x="394523" y="76114"/>
                </a:lnTo>
                <a:lnTo>
                  <a:pt x="397714" y="76532"/>
                </a:lnTo>
                <a:lnTo>
                  <a:pt x="401070" y="76900"/>
                </a:lnTo>
                <a:lnTo>
                  <a:pt x="402374" y="77036"/>
                </a:lnTo>
                <a:lnTo>
                  <a:pt x="403612" y="77169"/>
                </a:lnTo>
                <a:lnTo>
                  <a:pt x="404786" y="77300"/>
                </a:lnTo>
                <a:lnTo>
                  <a:pt x="405898" y="77430"/>
                </a:lnTo>
                <a:lnTo>
                  <a:pt x="406950" y="77558"/>
                </a:lnTo>
                <a:lnTo>
                  <a:pt x="407946" y="77685"/>
                </a:lnTo>
                <a:lnTo>
                  <a:pt x="408887" y="77811"/>
                </a:lnTo>
                <a:lnTo>
                  <a:pt x="409777" y="77937"/>
                </a:lnTo>
                <a:lnTo>
                  <a:pt x="410617" y="78063"/>
                </a:lnTo>
                <a:lnTo>
                  <a:pt x="411411" y="78189"/>
                </a:lnTo>
                <a:lnTo>
                  <a:pt x="412160" y="78316"/>
                </a:lnTo>
                <a:lnTo>
                  <a:pt x="412868" y="78445"/>
                </a:lnTo>
                <a:lnTo>
                  <a:pt x="413536" y="78574"/>
                </a:lnTo>
                <a:lnTo>
                  <a:pt x="414168" y="78705"/>
                </a:lnTo>
                <a:lnTo>
                  <a:pt x="414766" y="78839"/>
                </a:lnTo>
                <a:lnTo>
                  <a:pt x="415332" y="78975"/>
                </a:lnTo>
                <a:lnTo>
                  <a:pt x="415868" y="79114"/>
                </a:lnTo>
                <a:lnTo>
                  <a:pt x="416378" y="79256"/>
                </a:lnTo>
                <a:lnTo>
                  <a:pt x="416864" y="79401"/>
                </a:lnTo>
                <a:lnTo>
                  <a:pt x="417329" y="79551"/>
                </a:lnTo>
                <a:lnTo>
                  <a:pt x="417774" y="79705"/>
                </a:lnTo>
                <a:lnTo>
                  <a:pt x="418203" y="79863"/>
                </a:lnTo>
                <a:lnTo>
                  <a:pt x="418617" y="80027"/>
                </a:lnTo>
                <a:lnTo>
                  <a:pt x="419020" y="80195"/>
                </a:lnTo>
                <a:lnTo>
                  <a:pt x="419554" y="80374"/>
                </a:lnTo>
                <a:lnTo>
                  <a:pt x="420069" y="80566"/>
                </a:lnTo>
                <a:lnTo>
                  <a:pt x="420566" y="80772"/>
                </a:lnTo>
                <a:lnTo>
                  <a:pt x="421043" y="80989"/>
                </a:lnTo>
                <a:lnTo>
                  <a:pt x="421501" y="81218"/>
                </a:lnTo>
                <a:lnTo>
                  <a:pt x="421938" y="81457"/>
                </a:lnTo>
                <a:lnTo>
                  <a:pt x="422356" y="81707"/>
                </a:lnTo>
                <a:lnTo>
                  <a:pt x="422752" y="81965"/>
                </a:lnTo>
                <a:lnTo>
                  <a:pt x="423128" y="82233"/>
                </a:lnTo>
                <a:lnTo>
                  <a:pt x="423481" y="82508"/>
                </a:lnTo>
                <a:lnTo>
                  <a:pt x="423814" y="82790"/>
                </a:lnTo>
                <a:lnTo>
                  <a:pt x="424123" y="83079"/>
                </a:lnTo>
                <a:lnTo>
                  <a:pt x="424411" y="83374"/>
                </a:lnTo>
                <a:lnTo>
                  <a:pt x="424675" y="83673"/>
                </a:lnTo>
                <a:lnTo>
                  <a:pt x="424916" y="83977"/>
                </a:lnTo>
                <a:lnTo>
                  <a:pt x="425133" y="84285"/>
                </a:lnTo>
                <a:lnTo>
                  <a:pt x="425326" y="84595"/>
                </a:lnTo>
                <a:lnTo>
                  <a:pt x="425494" y="84907"/>
                </a:lnTo>
                <a:lnTo>
                  <a:pt x="425638" y="85221"/>
                </a:lnTo>
                <a:lnTo>
                  <a:pt x="425756" y="85536"/>
                </a:lnTo>
                <a:lnTo>
                  <a:pt x="425849" y="85850"/>
                </a:lnTo>
                <a:lnTo>
                  <a:pt x="425915" y="86164"/>
                </a:lnTo>
                <a:lnTo>
                  <a:pt x="425956" y="86477"/>
                </a:lnTo>
                <a:lnTo>
                  <a:pt x="425969" y="86787"/>
                </a:lnTo>
                <a:lnTo>
                  <a:pt x="425915" y="87300"/>
                </a:lnTo>
                <a:lnTo>
                  <a:pt x="425757" y="87809"/>
                </a:lnTo>
                <a:lnTo>
                  <a:pt x="425496" y="88312"/>
                </a:lnTo>
                <a:lnTo>
                  <a:pt x="425138" y="88807"/>
                </a:lnTo>
                <a:lnTo>
                  <a:pt x="424685" y="89294"/>
                </a:lnTo>
                <a:lnTo>
                  <a:pt x="424141" y="89769"/>
                </a:lnTo>
                <a:lnTo>
                  <a:pt x="423510" y="90233"/>
                </a:lnTo>
                <a:lnTo>
                  <a:pt x="422795" y="90683"/>
                </a:lnTo>
                <a:lnTo>
                  <a:pt x="421999" y="91117"/>
                </a:lnTo>
                <a:lnTo>
                  <a:pt x="421127" y="91535"/>
                </a:lnTo>
                <a:lnTo>
                  <a:pt x="420181" y="91934"/>
                </a:lnTo>
                <a:lnTo>
                  <a:pt x="419165" y="92314"/>
                </a:lnTo>
                <a:lnTo>
                  <a:pt x="418083" y="92672"/>
                </a:lnTo>
                <a:lnTo>
                  <a:pt x="416938" y="93007"/>
                </a:lnTo>
                <a:lnTo>
                  <a:pt x="415734" y="93318"/>
                </a:lnTo>
                <a:lnTo>
                  <a:pt x="414474" y="93602"/>
                </a:lnTo>
                <a:lnTo>
                  <a:pt x="413161" y="93859"/>
                </a:lnTo>
                <a:lnTo>
                  <a:pt x="411800" y="94086"/>
                </a:lnTo>
                <a:lnTo>
                  <a:pt x="410394" y="94283"/>
                </a:lnTo>
                <a:lnTo>
                  <a:pt x="408946" y="94448"/>
                </a:lnTo>
                <a:lnTo>
                  <a:pt x="407460" y="94578"/>
                </a:lnTo>
                <a:lnTo>
                  <a:pt x="405939" y="94673"/>
                </a:lnTo>
                <a:lnTo>
                  <a:pt x="404387" y="94732"/>
                </a:lnTo>
                <a:lnTo>
                  <a:pt x="402807" y="94751"/>
                </a:lnTo>
                <a:lnTo>
                  <a:pt x="401481" y="94739"/>
                </a:lnTo>
                <a:lnTo>
                  <a:pt x="400183" y="94700"/>
                </a:lnTo>
                <a:lnTo>
                  <a:pt x="398911" y="94636"/>
                </a:lnTo>
                <a:lnTo>
                  <a:pt x="397666" y="94545"/>
                </a:lnTo>
                <a:lnTo>
                  <a:pt x="396448" y="94430"/>
                </a:lnTo>
                <a:lnTo>
                  <a:pt x="395256" y="94288"/>
                </a:lnTo>
                <a:lnTo>
                  <a:pt x="394091" y="94121"/>
                </a:lnTo>
                <a:lnTo>
                  <a:pt x="392952" y="93927"/>
                </a:lnTo>
                <a:lnTo>
                  <a:pt x="391839" y="93709"/>
                </a:lnTo>
                <a:lnTo>
                  <a:pt x="390752" y="93464"/>
                </a:lnTo>
                <a:lnTo>
                  <a:pt x="389691" y="93194"/>
                </a:lnTo>
                <a:lnTo>
                  <a:pt x="388656" y="92898"/>
                </a:lnTo>
                <a:lnTo>
                  <a:pt x="387646" y="92576"/>
                </a:lnTo>
                <a:lnTo>
                  <a:pt x="386662" y="92228"/>
                </a:lnTo>
                <a:lnTo>
                  <a:pt x="385704" y="91855"/>
                </a:lnTo>
                <a:lnTo>
                  <a:pt x="384770" y="91456"/>
                </a:lnTo>
                <a:lnTo>
                  <a:pt x="383862" y="91031"/>
                </a:lnTo>
                <a:lnTo>
                  <a:pt x="382979" y="90580"/>
                </a:lnTo>
                <a:lnTo>
                  <a:pt x="382120" y="90104"/>
                </a:lnTo>
                <a:lnTo>
                  <a:pt x="381286" y="89602"/>
                </a:lnTo>
                <a:lnTo>
                  <a:pt x="380477" y="89074"/>
                </a:lnTo>
                <a:lnTo>
                  <a:pt x="379693" y="88520"/>
                </a:lnTo>
                <a:lnTo>
                  <a:pt x="378933" y="87941"/>
                </a:lnTo>
                <a:lnTo>
                  <a:pt x="378197" y="87336"/>
                </a:lnTo>
                <a:lnTo>
                  <a:pt x="377972" y="86664"/>
                </a:lnTo>
                <a:lnTo>
                  <a:pt x="377732" y="86020"/>
                </a:lnTo>
                <a:lnTo>
                  <a:pt x="377476" y="85405"/>
                </a:lnTo>
                <a:lnTo>
                  <a:pt x="377205" y="84819"/>
                </a:lnTo>
                <a:lnTo>
                  <a:pt x="376917" y="84261"/>
                </a:lnTo>
                <a:lnTo>
                  <a:pt x="376613" y="83731"/>
                </a:lnTo>
                <a:lnTo>
                  <a:pt x="376293" y="83231"/>
                </a:lnTo>
                <a:lnTo>
                  <a:pt x="375956" y="82759"/>
                </a:lnTo>
                <a:lnTo>
                  <a:pt x="375601" y="82315"/>
                </a:lnTo>
                <a:lnTo>
                  <a:pt x="375230" y="81900"/>
                </a:lnTo>
                <a:lnTo>
                  <a:pt x="374840" y="81514"/>
                </a:lnTo>
                <a:lnTo>
                  <a:pt x="374433" y="81157"/>
                </a:lnTo>
                <a:lnTo>
                  <a:pt x="374008" y="80828"/>
                </a:lnTo>
                <a:lnTo>
                  <a:pt x="373564" y="80527"/>
                </a:lnTo>
                <a:lnTo>
                  <a:pt x="373102" y="80255"/>
                </a:lnTo>
                <a:lnTo>
                  <a:pt x="372621" y="80012"/>
                </a:lnTo>
                <a:lnTo>
                  <a:pt x="372121" y="79798"/>
                </a:lnTo>
                <a:lnTo>
                  <a:pt x="371601" y="79612"/>
                </a:lnTo>
                <a:lnTo>
                  <a:pt x="371062" y="79454"/>
                </a:lnTo>
                <a:lnTo>
                  <a:pt x="370503" y="79326"/>
                </a:lnTo>
                <a:lnTo>
                  <a:pt x="369924" y="79226"/>
                </a:lnTo>
                <a:lnTo>
                  <a:pt x="369324" y="79154"/>
                </a:lnTo>
                <a:lnTo>
                  <a:pt x="368704" y="79111"/>
                </a:lnTo>
                <a:lnTo>
                  <a:pt x="368063" y="79097"/>
                </a:lnTo>
                <a:lnTo>
                  <a:pt x="367667" y="79104"/>
                </a:lnTo>
                <a:lnTo>
                  <a:pt x="367273" y="79125"/>
                </a:lnTo>
                <a:lnTo>
                  <a:pt x="366884" y="79161"/>
                </a:lnTo>
                <a:lnTo>
                  <a:pt x="366498" y="79211"/>
                </a:lnTo>
                <a:lnTo>
                  <a:pt x="366116" y="79276"/>
                </a:lnTo>
                <a:lnTo>
                  <a:pt x="365738" y="79354"/>
                </a:lnTo>
                <a:lnTo>
                  <a:pt x="365365" y="79447"/>
                </a:lnTo>
                <a:lnTo>
                  <a:pt x="364996" y="79555"/>
                </a:lnTo>
                <a:lnTo>
                  <a:pt x="364633" y="79676"/>
                </a:lnTo>
                <a:lnTo>
                  <a:pt x="364275" y="79812"/>
                </a:lnTo>
                <a:lnTo>
                  <a:pt x="363922" y="79962"/>
                </a:lnTo>
                <a:lnTo>
                  <a:pt x="363576" y="80127"/>
                </a:lnTo>
                <a:lnTo>
                  <a:pt x="363235" y="80306"/>
                </a:lnTo>
                <a:lnTo>
                  <a:pt x="362900" y="80499"/>
                </a:lnTo>
                <a:lnTo>
                  <a:pt x="362572" y="80706"/>
                </a:lnTo>
                <a:lnTo>
                  <a:pt x="362251" y="80928"/>
                </a:lnTo>
                <a:lnTo>
                  <a:pt x="361937" y="81164"/>
                </a:lnTo>
                <a:lnTo>
                  <a:pt x="361630" y="81414"/>
                </a:lnTo>
                <a:lnTo>
                  <a:pt x="361331" y="81679"/>
                </a:lnTo>
                <a:lnTo>
                  <a:pt x="361040" y="81958"/>
                </a:lnTo>
                <a:lnTo>
                  <a:pt x="360756" y="82251"/>
                </a:lnTo>
                <a:lnTo>
                  <a:pt x="360481" y="82558"/>
                </a:lnTo>
                <a:lnTo>
                  <a:pt x="360214" y="82880"/>
                </a:lnTo>
                <a:lnTo>
                  <a:pt x="359957" y="83216"/>
                </a:lnTo>
                <a:lnTo>
                  <a:pt x="359782" y="83456"/>
                </a:lnTo>
                <a:lnTo>
                  <a:pt x="359618" y="83693"/>
                </a:lnTo>
                <a:lnTo>
                  <a:pt x="359466" y="83931"/>
                </a:lnTo>
                <a:lnTo>
                  <a:pt x="359325" y="84171"/>
                </a:lnTo>
                <a:lnTo>
                  <a:pt x="359195" y="84415"/>
                </a:lnTo>
                <a:lnTo>
                  <a:pt x="359074" y="84663"/>
                </a:lnTo>
                <a:lnTo>
                  <a:pt x="358964" y="84917"/>
                </a:lnTo>
                <a:lnTo>
                  <a:pt x="358863" y="85180"/>
                </a:lnTo>
                <a:lnTo>
                  <a:pt x="358771" y="85452"/>
                </a:lnTo>
                <a:lnTo>
                  <a:pt x="358687" y="85735"/>
                </a:lnTo>
                <a:lnTo>
                  <a:pt x="358612" y="86031"/>
                </a:lnTo>
                <a:lnTo>
                  <a:pt x="358545" y="86341"/>
                </a:lnTo>
                <a:lnTo>
                  <a:pt x="358486" y="86666"/>
                </a:lnTo>
                <a:lnTo>
                  <a:pt x="358433" y="87009"/>
                </a:lnTo>
                <a:lnTo>
                  <a:pt x="358387" y="87371"/>
                </a:lnTo>
                <a:lnTo>
                  <a:pt x="358348" y="87753"/>
                </a:lnTo>
                <a:lnTo>
                  <a:pt x="358315" y="88157"/>
                </a:lnTo>
                <a:lnTo>
                  <a:pt x="358287" y="88585"/>
                </a:lnTo>
                <a:lnTo>
                  <a:pt x="358265" y="89037"/>
                </a:lnTo>
                <a:lnTo>
                  <a:pt x="358248" y="89517"/>
                </a:lnTo>
                <a:lnTo>
                  <a:pt x="358235" y="90024"/>
                </a:lnTo>
                <a:lnTo>
                  <a:pt x="358226" y="90561"/>
                </a:lnTo>
                <a:lnTo>
                  <a:pt x="358221" y="91129"/>
                </a:lnTo>
                <a:lnTo>
                  <a:pt x="358219" y="91730"/>
                </a:lnTo>
                <a:lnTo>
                  <a:pt x="358219" y="97772"/>
                </a:lnTo>
                <a:lnTo>
                  <a:pt x="358221" y="98341"/>
                </a:lnTo>
                <a:lnTo>
                  <a:pt x="358226" y="98879"/>
                </a:lnTo>
                <a:lnTo>
                  <a:pt x="358234" y="99388"/>
                </a:lnTo>
                <a:lnTo>
                  <a:pt x="358245" y="99869"/>
                </a:lnTo>
                <a:lnTo>
                  <a:pt x="358260" y="100325"/>
                </a:lnTo>
                <a:lnTo>
                  <a:pt x="358278" y="100755"/>
                </a:lnTo>
                <a:lnTo>
                  <a:pt x="358300" y="101162"/>
                </a:lnTo>
                <a:lnTo>
                  <a:pt x="358327" y="101546"/>
                </a:lnTo>
                <a:lnTo>
                  <a:pt x="358357" y="101910"/>
                </a:lnTo>
                <a:lnTo>
                  <a:pt x="358391" y="102254"/>
                </a:lnTo>
                <a:lnTo>
                  <a:pt x="358430" y="102579"/>
                </a:lnTo>
                <a:lnTo>
                  <a:pt x="358473" y="102888"/>
                </a:lnTo>
                <a:lnTo>
                  <a:pt x="358520" y="103180"/>
                </a:lnTo>
                <a:lnTo>
                  <a:pt x="358572" y="103459"/>
                </a:lnTo>
                <a:lnTo>
                  <a:pt x="358629" y="103724"/>
                </a:lnTo>
                <a:lnTo>
                  <a:pt x="358691" y="103977"/>
                </a:lnTo>
                <a:lnTo>
                  <a:pt x="358758" y="104220"/>
                </a:lnTo>
                <a:lnTo>
                  <a:pt x="358830" y="104454"/>
                </a:lnTo>
                <a:lnTo>
                  <a:pt x="358907" y="104680"/>
                </a:lnTo>
                <a:lnTo>
                  <a:pt x="358990" y="104899"/>
                </a:lnTo>
                <a:lnTo>
                  <a:pt x="359078" y="105113"/>
                </a:lnTo>
                <a:lnTo>
                  <a:pt x="359172" y="105323"/>
                </a:lnTo>
                <a:lnTo>
                  <a:pt x="359272" y="105531"/>
                </a:lnTo>
                <a:lnTo>
                  <a:pt x="359377" y="105737"/>
                </a:lnTo>
                <a:lnTo>
                  <a:pt x="359637" y="106106"/>
                </a:lnTo>
                <a:lnTo>
                  <a:pt x="359908" y="106458"/>
                </a:lnTo>
                <a:lnTo>
                  <a:pt x="360190" y="106793"/>
                </a:lnTo>
                <a:lnTo>
                  <a:pt x="360483" y="107112"/>
                </a:lnTo>
                <a:lnTo>
                  <a:pt x="360787" y="107413"/>
                </a:lnTo>
                <a:lnTo>
                  <a:pt x="361101" y="107698"/>
                </a:lnTo>
                <a:lnTo>
                  <a:pt x="361425" y="107967"/>
                </a:lnTo>
                <a:lnTo>
                  <a:pt x="361758" y="108219"/>
                </a:lnTo>
                <a:lnTo>
                  <a:pt x="362100" y="108455"/>
                </a:lnTo>
                <a:lnTo>
                  <a:pt x="362451" y="108675"/>
                </a:lnTo>
                <a:lnTo>
                  <a:pt x="362810" y="108879"/>
                </a:lnTo>
                <a:lnTo>
                  <a:pt x="363177" y="109067"/>
                </a:lnTo>
                <a:lnTo>
                  <a:pt x="363552" y="109240"/>
                </a:lnTo>
                <a:lnTo>
                  <a:pt x="363934" y="109396"/>
                </a:lnTo>
                <a:lnTo>
                  <a:pt x="364323" y="109538"/>
                </a:lnTo>
                <a:lnTo>
                  <a:pt x="364718" y="109663"/>
                </a:lnTo>
                <a:lnTo>
                  <a:pt x="365119" y="109774"/>
                </a:lnTo>
                <a:lnTo>
                  <a:pt x="365525" y="109870"/>
                </a:lnTo>
                <a:lnTo>
                  <a:pt x="365937" y="109950"/>
                </a:lnTo>
                <a:lnTo>
                  <a:pt x="366354" y="110016"/>
                </a:lnTo>
                <a:lnTo>
                  <a:pt x="366776" y="110066"/>
                </a:lnTo>
                <a:lnTo>
                  <a:pt x="367201" y="110103"/>
                </a:lnTo>
                <a:lnTo>
                  <a:pt x="367631" y="110124"/>
                </a:lnTo>
                <a:lnTo>
                  <a:pt x="368063" y="110131"/>
                </a:lnTo>
                <a:lnTo>
                  <a:pt x="368385" y="110128"/>
                </a:lnTo>
                <a:lnTo>
                  <a:pt x="368697" y="110120"/>
                </a:lnTo>
                <a:lnTo>
                  <a:pt x="369002" y="110105"/>
                </a:lnTo>
                <a:lnTo>
                  <a:pt x="369299" y="110083"/>
                </a:lnTo>
                <a:lnTo>
                  <a:pt x="369589" y="110055"/>
                </a:lnTo>
                <a:lnTo>
                  <a:pt x="369873" y="110020"/>
                </a:lnTo>
                <a:lnTo>
                  <a:pt x="370150" y="109978"/>
                </a:lnTo>
                <a:lnTo>
                  <a:pt x="370422" y="109928"/>
                </a:lnTo>
                <a:lnTo>
                  <a:pt x="370689" y="109871"/>
                </a:lnTo>
                <a:lnTo>
                  <a:pt x="370952" y="109806"/>
                </a:lnTo>
                <a:lnTo>
                  <a:pt x="371210" y="109732"/>
                </a:lnTo>
                <a:lnTo>
                  <a:pt x="371465" y="109651"/>
                </a:lnTo>
                <a:lnTo>
                  <a:pt x="371717" y="109561"/>
                </a:lnTo>
                <a:lnTo>
                  <a:pt x="371967" y="109462"/>
                </a:lnTo>
                <a:lnTo>
                  <a:pt x="372214" y="109354"/>
                </a:lnTo>
                <a:lnTo>
                  <a:pt x="372460" y="109236"/>
                </a:lnTo>
                <a:lnTo>
                  <a:pt x="372705" y="109109"/>
                </a:lnTo>
                <a:lnTo>
                  <a:pt x="372949" y="108973"/>
                </a:lnTo>
                <a:lnTo>
                  <a:pt x="373193" y="108826"/>
                </a:lnTo>
                <a:lnTo>
                  <a:pt x="373438" y="108669"/>
                </a:lnTo>
                <a:lnTo>
                  <a:pt x="373684" y="108502"/>
                </a:lnTo>
                <a:lnTo>
                  <a:pt x="373932" y="108324"/>
                </a:lnTo>
                <a:lnTo>
                  <a:pt x="374181" y="108135"/>
                </a:lnTo>
                <a:lnTo>
                  <a:pt x="374433" y="107934"/>
                </a:lnTo>
                <a:lnTo>
                  <a:pt x="375422" y="108372"/>
                </a:lnTo>
                <a:lnTo>
                  <a:pt x="376435" y="108792"/>
                </a:lnTo>
                <a:lnTo>
                  <a:pt x="377471" y="109195"/>
                </a:lnTo>
                <a:lnTo>
                  <a:pt x="378529" y="109581"/>
                </a:lnTo>
                <a:lnTo>
                  <a:pt x="379610" y="109949"/>
                </a:lnTo>
                <a:lnTo>
                  <a:pt x="380712" y="110299"/>
                </a:lnTo>
                <a:lnTo>
                  <a:pt x="381835" y="110631"/>
                </a:lnTo>
                <a:lnTo>
                  <a:pt x="382979" y="110945"/>
                </a:lnTo>
                <a:lnTo>
                  <a:pt x="384143" y="111241"/>
                </a:lnTo>
                <a:lnTo>
                  <a:pt x="385327" y="111519"/>
                </a:lnTo>
                <a:lnTo>
                  <a:pt x="386530" y="111779"/>
                </a:lnTo>
                <a:lnTo>
                  <a:pt x="387751" y="112020"/>
                </a:lnTo>
                <a:lnTo>
                  <a:pt x="388991" y="112242"/>
                </a:lnTo>
                <a:lnTo>
                  <a:pt x="390248" y="112446"/>
                </a:lnTo>
                <a:lnTo>
                  <a:pt x="391522" y="112630"/>
                </a:lnTo>
                <a:lnTo>
                  <a:pt x="392813" y="112796"/>
                </a:lnTo>
                <a:lnTo>
                  <a:pt x="394119" y="112943"/>
                </a:lnTo>
                <a:lnTo>
                  <a:pt x="395442" y="113071"/>
                </a:lnTo>
                <a:lnTo>
                  <a:pt x="396779" y="113179"/>
                </a:lnTo>
                <a:lnTo>
                  <a:pt x="398131" y="113268"/>
                </a:lnTo>
                <a:lnTo>
                  <a:pt x="399498" y="113337"/>
                </a:lnTo>
                <a:lnTo>
                  <a:pt x="400877" y="113387"/>
                </a:lnTo>
                <a:lnTo>
                  <a:pt x="402270" y="113417"/>
                </a:lnTo>
                <a:lnTo>
                  <a:pt x="403675" y="113427"/>
                </a:lnTo>
                <a:lnTo>
                  <a:pt x="406788" y="113370"/>
                </a:lnTo>
                <a:lnTo>
                  <a:pt x="409827" y="113202"/>
                </a:lnTo>
                <a:lnTo>
                  <a:pt x="412786" y="112925"/>
                </a:lnTo>
                <a:lnTo>
                  <a:pt x="415660" y="112542"/>
                </a:lnTo>
                <a:lnTo>
                  <a:pt x="418444" y="112056"/>
                </a:lnTo>
                <a:lnTo>
                  <a:pt x="421133" y="111470"/>
                </a:lnTo>
                <a:lnTo>
                  <a:pt x="423722" y="110787"/>
                </a:lnTo>
                <a:lnTo>
                  <a:pt x="426205" y="110009"/>
                </a:lnTo>
                <a:lnTo>
                  <a:pt x="428578" y="109140"/>
                </a:lnTo>
                <a:lnTo>
                  <a:pt x="430835" y="108182"/>
                </a:lnTo>
                <a:lnTo>
                  <a:pt x="432971" y="107138"/>
                </a:lnTo>
                <a:lnTo>
                  <a:pt x="434981" y="106012"/>
                </a:lnTo>
                <a:lnTo>
                  <a:pt x="436859" y="104805"/>
                </a:lnTo>
                <a:lnTo>
                  <a:pt x="438602" y="103521"/>
                </a:lnTo>
                <a:lnTo>
                  <a:pt x="440203" y="102162"/>
                </a:lnTo>
                <a:lnTo>
                  <a:pt x="441657" y="100733"/>
                </a:lnTo>
                <a:lnTo>
                  <a:pt x="442960" y="99234"/>
                </a:lnTo>
                <a:lnTo>
                  <a:pt x="444105" y="97669"/>
                </a:lnTo>
                <a:lnTo>
                  <a:pt x="445089" y="96042"/>
                </a:lnTo>
                <a:lnTo>
                  <a:pt x="445905" y="94355"/>
                </a:lnTo>
                <a:lnTo>
                  <a:pt x="446549" y="92610"/>
                </a:lnTo>
                <a:lnTo>
                  <a:pt x="447015" y="90811"/>
                </a:lnTo>
                <a:lnTo>
                  <a:pt x="447299" y="88961"/>
                </a:lnTo>
                <a:lnTo>
                  <a:pt x="447394" y="87061"/>
                </a:lnTo>
                <a:lnTo>
                  <a:pt x="447369" y="85999"/>
                </a:lnTo>
                <a:lnTo>
                  <a:pt x="447292" y="84941"/>
                </a:lnTo>
                <a:lnTo>
                  <a:pt x="447166" y="83889"/>
                </a:lnTo>
                <a:lnTo>
                  <a:pt x="446989" y="82844"/>
                </a:lnTo>
                <a:lnTo>
                  <a:pt x="446764" y="81808"/>
                </a:lnTo>
                <a:lnTo>
                  <a:pt x="446489" y="80783"/>
                </a:lnTo>
                <a:lnTo>
                  <a:pt x="446167" y="79770"/>
                </a:lnTo>
                <a:lnTo>
                  <a:pt x="445796" y="78771"/>
                </a:lnTo>
                <a:lnTo>
                  <a:pt x="445379" y="77787"/>
                </a:lnTo>
                <a:lnTo>
                  <a:pt x="444914" y="76820"/>
                </a:lnTo>
                <a:lnTo>
                  <a:pt x="444404" y="75872"/>
                </a:lnTo>
                <a:lnTo>
                  <a:pt x="443847" y="74943"/>
                </a:lnTo>
                <a:lnTo>
                  <a:pt x="443246" y="74036"/>
                </a:lnTo>
                <a:lnTo>
                  <a:pt x="442600" y="73151"/>
                </a:lnTo>
                <a:lnTo>
                  <a:pt x="441909" y="72291"/>
                </a:lnTo>
                <a:lnTo>
                  <a:pt x="441175" y="71458"/>
                </a:lnTo>
                <a:lnTo>
                  <a:pt x="440397" y="70652"/>
                </a:lnTo>
                <a:lnTo>
                  <a:pt x="439577" y="69875"/>
                </a:lnTo>
                <a:lnTo>
                  <a:pt x="438714" y="69129"/>
                </a:lnTo>
                <a:lnTo>
                  <a:pt x="437810" y="68415"/>
                </a:lnTo>
                <a:lnTo>
                  <a:pt x="436865" y="67735"/>
                </a:lnTo>
                <a:lnTo>
                  <a:pt x="435879" y="67091"/>
                </a:lnTo>
                <a:lnTo>
                  <a:pt x="434852" y="66483"/>
                </a:lnTo>
                <a:lnTo>
                  <a:pt x="433786" y="65914"/>
                </a:lnTo>
                <a:lnTo>
                  <a:pt x="433017" y="65541"/>
                </a:lnTo>
                <a:lnTo>
                  <a:pt x="432227" y="65176"/>
                </a:lnTo>
                <a:lnTo>
                  <a:pt x="431415" y="64819"/>
                </a:lnTo>
                <a:lnTo>
                  <a:pt x="430577" y="64470"/>
                </a:lnTo>
                <a:lnTo>
                  <a:pt x="429713" y="64128"/>
                </a:lnTo>
                <a:lnTo>
                  <a:pt x="428819" y="63794"/>
                </a:lnTo>
                <a:lnTo>
                  <a:pt x="427894" y="63467"/>
                </a:lnTo>
                <a:lnTo>
                  <a:pt x="426934" y="63147"/>
                </a:lnTo>
                <a:lnTo>
                  <a:pt x="425938" y="62834"/>
                </a:lnTo>
                <a:lnTo>
                  <a:pt x="424904" y="62527"/>
                </a:lnTo>
                <a:lnTo>
                  <a:pt x="423830" y="62226"/>
                </a:lnTo>
                <a:lnTo>
                  <a:pt x="422712" y="61932"/>
                </a:lnTo>
                <a:lnTo>
                  <a:pt x="421549" y="61643"/>
                </a:lnTo>
                <a:lnTo>
                  <a:pt x="420338" y="61359"/>
                </a:lnTo>
                <a:lnTo>
                  <a:pt x="419078" y="61081"/>
                </a:lnTo>
                <a:lnTo>
                  <a:pt x="417766" y="60808"/>
                </a:lnTo>
                <a:lnTo>
                  <a:pt x="416399" y="60539"/>
                </a:lnTo>
                <a:lnTo>
                  <a:pt x="414976" y="60275"/>
                </a:lnTo>
                <a:lnTo>
                  <a:pt x="413494" y="60016"/>
                </a:lnTo>
                <a:lnTo>
                  <a:pt x="411951" y="59760"/>
                </a:lnTo>
                <a:lnTo>
                  <a:pt x="410345" y="59508"/>
                </a:lnTo>
                <a:lnTo>
                  <a:pt x="408673" y="59260"/>
                </a:lnTo>
                <a:lnTo>
                  <a:pt x="406933" y="59015"/>
                </a:lnTo>
                <a:lnTo>
                  <a:pt x="405123" y="58773"/>
                </a:lnTo>
                <a:lnTo>
                  <a:pt x="403625" y="58576"/>
                </a:lnTo>
                <a:lnTo>
                  <a:pt x="402238" y="58394"/>
                </a:lnTo>
                <a:lnTo>
                  <a:pt x="400958" y="58227"/>
                </a:lnTo>
                <a:lnTo>
                  <a:pt x="399779" y="58074"/>
                </a:lnTo>
                <a:lnTo>
                  <a:pt x="398694" y="57933"/>
                </a:lnTo>
                <a:lnTo>
                  <a:pt x="397699" y="57804"/>
                </a:lnTo>
                <a:lnTo>
                  <a:pt x="396788" y="57684"/>
                </a:lnTo>
                <a:lnTo>
                  <a:pt x="395955" y="57573"/>
                </a:lnTo>
                <a:lnTo>
                  <a:pt x="395194" y="57470"/>
                </a:lnTo>
                <a:lnTo>
                  <a:pt x="394499" y="57373"/>
                </a:lnTo>
                <a:lnTo>
                  <a:pt x="393866" y="57282"/>
                </a:lnTo>
                <a:lnTo>
                  <a:pt x="393288" y="57194"/>
                </a:lnTo>
                <a:lnTo>
                  <a:pt x="392760" y="57110"/>
                </a:lnTo>
                <a:lnTo>
                  <a:pt x="392277" y="57027"/>
                </a:lnTo>
                <a:lnTo>
                  <a:pt x="391831" y="56944"/>
                </a:lnTo>
                <a:lnTo>
                  <a:pt x="391419" y="56861"/>
                </a:lnTo>
                <a:lnTo>
                  <a:pt x="391033" y="56776"/>
                </a:lnTo>
                <a:lnTo>
                  <a:pt x="390669" y="56688"/>
                </a:lnTo>
                <a:lnTo>
                  <a:pt x="390321" y="56595"/>
                </a:lnTo>
                <a:lnTo>
                  <a:pt x="389983" y="56497"/>
                </a:lnTo>
                <a:lnTo>
                  <a:pt x="389650" y="56393"/>
                </a:lnTo>
                <a:lnTo>
                  <a:pt x="389315" y="56280"/>
                </a:lnTo>
                <a:lnTo>
                  <a:pt x="388974" y="56159"/>
                </a:lnTo>
                <a:lnTo>
                  <a:pt x="388620" y="56027"/>
                </a:lnTo>
                <a:lnTo>
                  <a:pt x="388228" y="55887"/>
                </a:lnTo>
                <a:lnTo>
                  <a:pt x="387848" y="55741"/>
                </a:lnTo>
                <a:lnTo>
                  <a:pt x="387481" y="55590"/>
                </a:lnTo>
                <a:lnTo>
                  <a:pt x="387128" y="55434"/>
                </a:lnTo>
                <a:lnTo>
                  <a:pt x="386788" y="55274"/>
                </a:lnTo>
                <a:lnTo>
                  <a:pt x="386462" y="55109"/>
                </a:lnTo>
                <a:lnTo>
                  <a:pt x="386150" y="54939"/>
                </a:lnTo>
                <a:lnTo>
                  <a:pt x="385853" y="54766"/>
                </a:lnTo>
                <a:lnTo>
                  <a:pt x="385571" y="54588"/>
                </a:lnTo>
                <a:lnTo>
                  <a:pt x="385305" y="54407"/>
                </a:lnTo>
                <a:lnTo>
                  <a:pt x="385054" y="54223"/>
                </a:lnTo>
                <a:lnTo>
                  <a:pt x="384820" y="54036"/>
                </a:lnTo>
                <a:lnTo>
                  <a:pt x="384602" y="53846"/>
                </a:lnTo>
                <a:lnTo>
                  <a:pt x="384401" y="53653"/>
                </a:lnTo>
                <a:lnTo>
                  <a:pt x="384218" y="53458"/>
                </a:lnTo>
                <a:lnTo>
                  <a:pt x="384052" y="53260"/>
                </a:lnTo>
                <a:lnTo>
                  <a:pt x="383904" y="53061"/>
                </a:lnTo>
                <a:lnTo>
                  <a:pt x="383775" y="52860"/>
                </a:lnTo>
                <a:lnTo>
                  <a:pt x="383664" y="52658"/>
                </a:lnTo>
                <a:lnTo>
                  <a:pt x="383573" y="52454"/>
                </a:lnTo>
                <a:lnTo>
                  <a:pt x="383502" y="52250"/>
                </a:lnTo>
                <a:lnTo>
                  <a:pt x="383450" y="52044"/>
                </a:lnTo>
                <a:lnTo>
                  <a:pt x="383419" y="51839"/>
                </a:lnTo>
                <a:lnTo>
                  <a:pt x="383408" y="51633"/>
                </a:lnTo>
                <a:lnTo>
                  <a:pt x="383457" y="51221"/>
                </a:lnTo>
                <a:lnTo>
                  <a:pt x="383602" y="50811"/>
                </a:lnTo>
                <a:lnTo>
                  <a:pt x="383839" y="50403"/>
                </a:lnTo>
                <a:lnTo>
                  <a:pt x="384163" y="50000"/>
                </a:lnTo>
                <a:lnTo>
                  <a:pt x="384571" y="49603"/>
                </a:lnTo>
                <a:lnTo>
                  <a:pt x="385060" y="49212"/>
                </a:lnTo>
                <a:lnTo>
                  <a:pt x="385624" y="48831"/>
                </a:lnTo>
                <a:lnTo>
                  <a:pt x="386261" y="48459"/>
                </a:lnTo>
                <a:lnTo>
                  <a:pt x="386966" y="48099"/>
                </a:lnTo>
                <a:lnTo>
                  <a:pt x="387735" y="47751"/>
                </a:lnTo>
                <a:lnTo>
                  <a:pt x="388565" y="47418"/>
                </a:lnTo>
                <a:lnTo>
                  <a:pt x="389452" y="47101"/>
                </a:lnTo>
                <a:lnTo>
                  <a:pt x="390392" y="46801"/>
                </a:lnTo>
                <a:lnTo>
                  <a:pt x="391380" y="46519"/>
                </a:lnTo>
                <a:lnTo>
                  <a:pt x="392414" y="46258"/>
                </a:lnTo>
                <a:lnTo>
                  <a:pt x="393488" y="46018"/>
                </a:lnTo>
                <a:lnTo>
                  <a:pt x="394600" y="45801"/>
                </a:lnTo>
                <a:lnTo>
                  <a:pt x="395745" y="45608"/>
                </a:lnTo>
                <a:lnTo>
                  <a:pt x="396919" y="45441"/>
                </a:lnTo>
                <a:lnTo>
                  <a:pt x="398119" y="45301"/>
                </a:lnTo>
                <a:lnTo>
                  <a:pt x="399341" y="45189"/>
                </a:lnTo>
                <a:lnTo>
                  <a:pt x="400580" y="45108"/>
                </a:lnTo>
                <a:lnTo>
                  <a:pt x="401833" y="45058"/>
                </a:lnTo>
                <a:lnTo>
                  <a:pt x="403096" y="45041"/>
                </a:lnTo>
                <a:lnTo>
                  <a:pt x="404102" y="45050"/>
                </a:lnTo>
                <a:lnTo>
                  <a:pt x="405093" y="45076"/>
                </a:lnTo>
                <a:lnTo>
                  <a:pt x="406069" y="45120"/>
                </a:lnTo>
                <a:lnTo>
                  <a:pt x="407030" y="45181"/>
                </a:lnTo>
                <a:lnTo>
                  <a:pt x="407977" y="45261"/>
                </a:lnTo>
                <a:lnTo>
                  <a:pt x="408909" y="45359"/>
                </a:lnTo>
                <a:lnTo>
                  <a:pt x="409827" y="45475"/>
                </a:lnTo>
                <a:lnTo>
                  <a:pt x="410731" y="45611"/>
                </a:lnTo>
                <a:lnTo>
                  <a:pt x="411621" y="45765"/>
                </a:lnTo>
                <a:lnTo>
                  <a:pt x="412497" y="45939"/>
                </a:lnTo>
                <a:lnTo>
                  <a:pt x="413359" y="46133"/>
                </a:lnTo>
                <a:lnTo>
                  <a:pt x="414207" y="46346"/>
                </a:lnTo>
                <a:lnTo>
                  <a:pt x="415042" y="46579"/>
                </a:lnTo>
                <a:lnTo>
                  <a:pt x="415863" y="46832"/>
                </a:lnTo>
                <a:lnTo>
                  <a:pt x="416671" y="47106"/>
                </a:lnTo>
                <a:lnTo>
                  <a:pt x="417465" y="47401"/>
                </a:lnTo>
                <a:lnTo>
                  <a:pt x="418247" y="47717"/>
                </a:lnTo>
                <a:lnTo>
                  <a:pt x="419016" y="48054"/>
                </a:lnTo>
                <a:lnTo>
                  <a:pt x="419772" y="48412"/>
                </a:lnTo>
                <a:lnTo>
                  <a:pt x="420515" y="48792"/>
                </a:lnTo>
                <a:lnTo>
                  <a:pt x="421245" y="49194"/>
                </a:lnTo>
                <a:lnTo>
                  <a:pt x="421964" y="49618"/>
                </a:lnTo>
                <a:lnTo>
                  <a:pt x="422670" y="50065"/>
                </a:lnTo>
                <a:lnTo>
                  <a:pt x="423363" y="50534"/>
                </a:lnTo>
                <a:lnTo>
                  <a:pt x="424232" y="52182"/>
                </a:lnTo>
                <a:lnTo>
                  <a:pt x="424525" y="52684"/>
                </a:lnTo>
                <a:lnTo>
                  <a:pt x="424823" y="53161"/>
                </a:lnTo>
                <a:lnTo>
                  <a:pt x="425129" y="53613"/>
                </a:lnTo>
                <a:close/>
                <a:moveTo>
                  <a:pt x="95408" y="35749"/>
                </a:moveTo>
                <a:lnTo>
                  <a:pt x="95301" y="34853"/>
                </a:lnTo>
                <a:lnTo>
                  <a:pt x="95162" y="34004"/>
                </a:lnTo>
                <a:lnTo>
                  <a:pt x="94993" y="33202"/>
                </a:lnTo>
                <a:lnTo>
                  <a:pt x="94791" y="32446"/>
                </a:lnTo>
                <a:lnTo>
                  <a:pt x="94558" y="31736"/>
                </a:lnTo>
                <a:lnTo>
                  <a:pt x="94292" y="31073"/>
                </a:lnTo>
                <a:lnTo>
                  <a:pt x="93995" y="30454"/>
                </a:lnTo>
                <a:lnTo>
                  <a:pt x="93664" y="29881"/>
                </a:lnTo>
                <a:lnTo>
                  <a:pt x="93301" y="29352"/>
                </a:lnTo>
                <a:lnTo>
                  <a:pt x="92904" y="28868"/>
                </a:lnTo>
                <a:lnTo>
                  <a:pt x="92474" y="28428"/>
                </a:lnTo>
                <a:lnTo>
                  <a:pt x="92010" y="28031"/>
                </a:lnTo>
                <a:lnTo>
                  <a:pt x="91513" y="27678"/>
                </a:lnTo>
                <a:lnTo>
                  <a:pt x="90981" y="27367"/>
                </a:lnTo>
                <a:lnTo>
                  <a:pt x="90414" y="27099"/>
                </a:lnTo>
                <a:lnTo>
                  <a:pt x="89813" y="26874"/>
                </a:lnTo>
                <a:lnTo>
                  <a:pt x="89178" y="26690"/>
                </a:lnTo>
                <a:lnTo>
                  <a:pt x="88506" y="26547"/>
                </a:lnTo>
                <a:lnTo>
                  <a:pt x="87800" y="26446"/>
                </a:lnTo>
                <a:lnTo>
                  <a:pt x="87058" y="26386"/>
                </a:lnTo>
                <a:lnTo>
                  <a:pt x="86280" y="26366"/>
                </a:lnTo>
                <a:lnTo>
                  <a:pt x="85749" y="26374"/>
                </a:lnTo>
                <a:lnTo>
                  <a:pt x="85241" y="26400"/>
                </a:lnTo>
                <a:lnTo>
                  <a:pt x="84757" y="26444"/>
                </a:lnTo>
                <a:lnTo>
                  <a:pt x="84294" y="26505"/>
                </a:lnTo>
                <a:lnTo>
                  <a:pt x="83854" y="26585"/>
                </a:lnTo>
                <a:lnTo>
                  <a:pt x="83434" y="26683"/>
                </a:lnTo>
                <a:lnTo>
                  <a:pt x="83035" y="26800"/>
                </a:lnTo>
                <a:lnTo>
                  <a:pt x="82655" y="26935"/>
                </a:lnTo>
                <a:lnTo>
                  <a:pt x="82295" y="27090"/>
                </a:lnTo>
                <a:lnTo>
                  <a:pt x="81953" y="27264"/>
                </a:lnTo>
                <a:lnTo>
                  <a:pt x="81628" y="27457"/>
                </a:lnTo>
                <a:lnTo>
                  <a:pt x="81321" y="27670"/>
                </a:lnTo>
                <a:lnTo>
                  <a:pt x="81031" y="27903"/>
                </a:lnTo>
                <a:lnTo>
                  <a:pt x="80757" y="28157"/>
                </a:lnTo>
                <a:lnTo>
                  <a:pt x="80497" y="28431"/>
                </a:lnTo>
                <a:lnTo>
                  <a:pt x="80253" y="28725"/>
                </a:lnTo>
                <a:lnTo>
                  <a:pt x="80023" y="29041"/>
                </a:lnTo>
                <a:lnTo>
                  <a:pt x="79806" y="29378"/>
                </a:lnTo>
                <a:lnTo>
                  <a:pt x="79602" y="29736"/>
                </a:lnTo>
                <a:lnTo>
                  <a:pt x="79410" y="30117"/>
                </a:lnTo>
                <a:lnTo>
                  <a:pt x="79230" y="30518"/>
                </a:lnTo>
                <a:lnTo>
                  <a:pt x="79060" y="30943"/>
                </a:lnTo>
                <a:lnTo>
                  <a:pt x="78901" y="31389"/>
                </a:lnTo>
                <a:lnTo>
                  <a:pt x="78752" y="31858"/>
                </a:lnTo>
                <a:lnTo>
                  <a:pt x="77767" y="31421"/>
                </a:lnTo>
                <a:lnTo>
                  <a:pt x="76767" y="31000"/>
                </a:lnTo>
                <a:lnTo>
                  <a:pt x="75751" y="30597"/>
                </a:lnTo>
                <a:lnTo>
                  <a:pt x="74720" y="30212"/>
                </a:lnTo>
                <a:lnTo>
                  <a:pt x="73672" y="29844"/>
                </a:lnTo>
                <a:lnTo>
                  <a:pt x="72608" y="29494"/>
                </a:lnTo>
                <a:lnTo>
                  <a:pt x="71528" y="29162"/>
                </a:lnTo>
                <a:lnTo>
                  <a:pt x="70431" y="28848"/>
                </a:lnTo>
                <a:lnTo>
                  <a:pt x="69316" y="28551"/>
                </a:lnTo>
                <a:lnTo>
                  <a:pt x="68184" y="28274"/>
                </a:lnTo>
                <a:lnTo>
                  <a:pt x="67035" y="28014"/>
                </a:lnTo>
                <a:lnTo>
                  <a:pt x="65868" y="27773"/>
                </a:lnTo>
                <a:lnTo>
                  <a:pt x="64682" y="27551"/>
                </a:lnTo>
                <a:lnTo>
                  <a:pt x="63479" y="27347"/>
                </a:lnTo>
                <a:lnTo>
                  <a:pt x="62257" y="27162"/>
                </a:lnTo>
                <a:lnTo>
                  <a:pt x="61015" y="26996"/>
                </a:lnTo>
                <a:lnTo>
                  <a:pt x="59755" y="26849"/>
                </a:lnTo>
                <a:lnTo>
                  <a:pt x="58476" y="26722"/>
                </a:lnTo>
                <a:lnTo>
                  <a:pt x="57177" y="26613"/>
                </a:lnTo>
                <a:lnTo>
                  <a:pt x="55858" y="26525"/>
                </a:lnTo>
                <a:lnTo>
                  <a:pt x="54518" y="26455"/>
                </a:lnTo>
                <a:lnTo>
                  <a:pt x="53159" y="26406"/>
                </a:lnTo>
                <a:lnTo>
                  <a:pt x="51779" y="26376"/>
                </a:lnTo>
                <a:lnTo>
                  <a:pt x="50378" y="26366"/>
                </a:lnTo>
                <a:lnTo>
                  <a:pt x="46699" y="26462"/>
                </a:lnTo>
                <a:lnTo>
                  <a:pt x="43122" y="26748"/>
                </a:lnTo>
                <a:lnTo>
                  <a:pt x="39651" y="27220"/>
                </a:lnTo>
                <a:lnTo>
                  <a:pt x="36292" y="27872"/>
                </a:lnTo>
                <a:lnTo>
                  <a:pt x="33048" y="28700"/>
                </a:lnTo>
                <a:lnTo>
                  <a:pt x="29926" y="29700"/>
                </a:lnTo>
                <a:lnTo>
                  <a:pt x="26929" y="30866"/>
                </a:lnTo>
                <a:lnTo>
                  <a:pt x="24063" y="32194"/>
                </a:lnTo>
                <a:lnTo>
                  <a:pt x="21333" y="33680"/>
                </a:lnTo>
                <a:lnTo>
                  <a:pt x="18743" y="35318"/>
                </a:lnTo>
                <a:lnTo>
                  <a:pt x="16299" y="37104"/>
                </a:lnTo>
                <a:lnTo>
                  <a:pt x="14006" y="39033"/>
                </a:lnTo>
                <a:lnTo>
                  <a:pt x="11868" y="41102"/>
                </a:lnTo>
                <a:lnTo>
                  <a:pt x="9890" y="43304"/>
                </a:lnTo>
                <a:lnTo>
                  <a:pt x="8077" y="45636"/>
                </a:lnTo>
                <a:lnTo>
                  <a:pt x="6434" y="48093"/>
                </a:lnTo>
                <a:lnTo>
                  <a:pt x="4966" y="50670"/>
                </a:lnTo>
                <a:lnTo>
                  <a:pt x="3678" y="53362"/>
                </a:lnTo>
                <a:lnTo>
                  <a:pt x="2575" y="56165"/>
                </a:lnTo>
                <a:lnTo>
                  <a:pt x="1661" y="59075"/>
                </a:lnTo>
                <a:lnTo>
                  <a:pt x="942" y="62086"/>
                </a:lnTo>
                <a:lnTo>
                  <a:pt x="422" y="65194"/>
                </a:lnTo>
                <a:lnTo>
                  <a:pt x="106" y="68394"/>
                </a:lnTo>
                <a:lnTo>
                  <a:pt x="0" y="71682"/>
                </a:lnTo>
                <a:lnTo>
                  <a:pt x="21" y="73115"/>
                </a:lnTo>
                <a:lnTo>
                  <a:pt x="84" y="74530"/>
                </a:lnTo>
                <a:lnTo>
                  <a:pt x="189" y="75928"/>
                </a:lnTo>
                <a:lnTo>
                  <a:pt x="336" y="77308"/>
                </a:lnTo>
                <a:lnTo>
                  <a:pt x="525" y="78669"/>
                </a:lnTo>
                <a:lnTo>
                  <a:pt x="755" y="80011"/>
                </a:lnTo>
                <a:lnTo>
                  <a:pt x="1027" y="81334"/>
                </a:lnTo>
                <a:lnTo>
                  <a:pt x="1340" y="82637"/>
                </a:lnTo>
                <a:lnTo>
                  <a:pt x="1695" y="83920"/>
                </a:lnTo>
                <a:lnTo>
                  <a:pt x="2090" y="85182"/>
                </a:lnTo>
                <a:lnTo>
                  <a:pt x="2527" y="86424"/>
                </a:lnTo>
                <a:lnTo>
                  <a:pt x="3004" y="87645"/>
                </a:lnTo>
                <a:lnTo>
                  <a:pt x="3522" y="88844"/>
                </a:lnTo>
                <a:lnTo>
                  <a:pt x="4080" y="90022"/>
                </a:lnTo>
                <a:lnTo>
                  <a:pt x="4679" y="91177"/>
                </a:lnTo>
                <a:lnTo>
                  <a:pt x="5319" y="92310"/>
                </a:lnTo>
                <a:lnTo>
                  <a:pt x="5998" y="93420"/>
                </a:lnTo>
                <a:lnTo>
                  <a:pt x="6718" y="94507"/>
                </a:lnTo>
                <a:lnTo>
                  <a:pt x="7478" y="95570"/>
                </a:lnTo>
                <a:lnTo>
                  <a:pt x="8277" y="96609"/>
                </a:lnTo>
                <a:lnTo>
                  <a:pt x="9116" y="97624"/>
                </a:lnTo>
                <a:lnTo>
                  <a:pt x="9995" y="98614"/>
                </a:lnTo>
                <a:lnTo>
                  <a:pt x="10913" y="99579"/>
                </a:lnTo>
                <a:lnTo>
                  <a:pt x="11871" y="100519"/>
                </a:lnTo>
                <a:lnTo>
                  <a:pt x="13114" y="101625"/>
                </a:lnTo>
                <a:lnTo>
                  <a:pt x="14383" y="102677"/>
                </a:lnTo>
                <a:lnTo>
                  <a:pt x="15680" y="103676"/>
                </a:lnTo>
                <a:lnTo>
                  <a:pt x="17007" y="104622"/>
                </a:lnTo>
                <a:lnTo>
                  <a:pt x="18367" y="105516"/>
                </a:lnTo>
                <a:lnTo>
                  <a:pt x="19760" y="106359"/>
                </a:lnTo>
                <a:lnTo>
                  <a:pt x="21190" y="107152"/>
                </a:lnTo>
                <a:lnTo>
                  <a:pt x="22658" y="107894"/>
                </a:lnTo>
                <a:lnTo>
                  <a:pt x="24167" y="108586"/>
                </a:lnTo>
                <a:lnTo>
                  <a:pt x="25717" y="109229"/>
                </a:lnTo>
                <a:lnTo>
                  <a:pt x="27312" y="109824"/>
                </a:lnTo>
                <a:lnTo>
                  <a:pt x="28953" y="110372"/>
                </a:lnTo>
                <a:lnTo>
                  <a:pt x="30642" y="110872"/>
                </a:lnTo>
                <a:lnTo>
                  <a:pt x="32382" y="111325"/>
                </a:lnTo>
                <a:lnTo>
                  <a:pt x="34173" y="111733"/>
                </a:lnTo>
                <a:lnTo>
                  <a:pt x="36020" y="112095"/>
                </a:lnTo>
                <a:lnTo>
                  <a:pt x="37922" y="112412"/>
                </a:lnTo>
                <a:lnTo>
                  <a:pt x="39883" y="112685"/>
                </a:lnTo>
                <a:lnTo>
                  <a:pt x="41904" y="112914"/>
                </a:lnTo>
                <a:lnTo>
                  <a:pt x="43987" y="113100"/>
                </a:lnTo>
                <a:lnTo>
                  <a:pt x="46135" y="113244"/>
                </a:lnTo>
                <a:lnTo>
                  <a:pt x="48349" y="113346"/>
                </a:lnTo>
                <a:lnTo>
                  <a:pt x="50631" y="113407"/>
                </a:lnTo>
                <a:lnTo>
                  <a:pt x="52984" y="113427"/>
                </a:lnTo>
                <a:lnTo>
                  <a:pt x="54749" y="113416"/>
                </a:lnTo>
                <a:lnTo>
                  <a:pt x="56498" y="113382"/>
                </a:lnTo>
                <a:lnTo>
                  <a:pt x="58230" y="113325"/>
                </a:lnTo>
                <a:lnTo>
                  <a:pt x="59942" y="113247"/>
                </a:lnTo>
                <a:lnTo>
                  <a:pt x="61633" y="113146"/>
                </a:lnTo>
                <a:lnTo>
                  <a:pt x="63303" y="113024"/>
                </a:lnTo>
                <a:lnTo>
                  <a:pt x="64949" y="112880"/>
                </a:lnTo>
                <a:lnTo>
                  <a:pt x="66570" y="112715"/>
                </a:lnTo>
                <a:lnTo>
                  <a:pt x="68165" y="112529"/>
                </a:lnTo>
                <a:lnTo>
                  <a:pt x="69733" y="112322"/>
                </a:lnTo>
                <a:lnTo>
                  <a:pt x="71272" y="112095"/>
                </a:lnTo>
                <a:lnTo>
                  <a:pt x="72780" y="111848"/>
                </a:lnTo>
                <a:lnTo>
                  <a:pt x="74257" y="111580"/>
                </a:lnTo>
                <a:lnTo>
                  <a:pt x="75701" y="111293"/>
                </a:lnTo>
                <a:lnTo>
                  <a:pt x="77110" y="110986"/>
                </a:lnTo>
                <a:lnTo>
                  <a:pt x="78484" y="110660"/>
                </a:lnTo>
                <a:lnTo>
                  <a:pt x="79820" y="110315"/>
                </a:lnTo>
                <a:lnTo>
                  <a:pt x="81118" y="109951"/>
                </a:lnTo>
                <a:lnTo>
                  <a:pt x="82376" y="109569"/>
                </a:lnTo>
                <a:lnTo>
                  <a:pt x="83592" y="109168"/>
                </a:lnTo>
                <a:lnTo>
                  <a:pt x="84766" y="108749"/>
                </a:lnTo>
                <a:lnTo>
                  <a:pt x="85895" y="108312"/>
                </a:lnTo>
                <a:lnTo>
                  <a:pt x="86979" y="107857"/>
                </a:lnTo>
                <a:lnTo>
                  <a:pt x="88017" y="107385"/>
                </a:lnTo>
                <a:lnTo>
                  <a:pt x="89010" y="106899"/>
                </a:lnTo>
                <a:lnTo>
                  <a:pt x="89965" y="106401"/>
                </a:lnTo>
                <a:lnTo>
                  <a:pt x="90879" y="105894"/>
                </a:lnTo>
                <a:lnTo>
                  <a:pt x="91754" y="105376"/>
                </a:lnTo>
                <a:lnTo>
                  <a:pt x="92588" y="104849"/>
                </a:lnTo>
                <a:lnTo>
                  <a:pt x="93382" y="104312"/>
                </a:lnTo>
                <a:lnTo>
                  <a:pt x="94135" y="103767"/>
                </a:lnTo>
                <a:lnTo>
                  <a:pt x="94847" y="103214"/>
                </a:lnTo>
                <a:lnTo>
                  <a:pt x="95518" y="102654"/>
                </a:lnTo>
                <a:lnTo>
                  <a:pt x="96148" y="102086"/>
                </a:lnTo>
                <a:lnTo>
                  <a:pt x="96736" y="101512"/>
                </a:lnTo>
                <a:lnTo>
                  <a:pt x="97282" y="100931"/>
                </a:lnTo>
                <a:lnTo>
                  <a:pt x="97785" y="100344"/>
                </a:lnTo>
                <a:lnTo>
                  <a:pt x="98246" y="99753"/>
                </a:lnTo>
                <a:lnTo>
                  <a:pt x="98665" y="99156"/>
                </a:lnTo>
                <a:lnTo>
                  <a:pt x="99040" y="98556"/>
                </a:lnTo>
                <a:lnTo>
                  <a:pt x="99372" y="97951"/>
                </a:lnTo>
                <a:lnTo>
                  <a:pt x="99661" y="97343"/>
                </a:lnTo>
                <a:lnTo>
                  <a:pt x="99906" y="96733"/>
                </a:lnTo>
                <a:lnTo>
                  <a:pt x="100107" y="96120"/>
                </a:lnTo>
                <a:lnTo>
                  <a:pt x="100264" y="95505"/>
                </a:lnTo>
                <a:lnTo>
                  <a:pt x="100376" y="94888"/>
                </a:lnTo>
                <a:lnTo>
                  <a:pt x="100444" y="94271"/>
                </a:lnTo>
                <a:lnTo>
                  <a:pt x="100466" y="93653"/>
                </a:lnTo>
                <a:lnTo>
                  <a:pt x="100444" y="93007"/>
                </a:lnTo>
                <a:lnTo>
                  <a:pt x="100378" y="92373"/>
                </a:lnTo>
                <a:lnTo>
                  <a:pt x="100269" y="91753"/>
                </a:lnTo>
                <a:lnTo>
                  <a:pt x="100119" y="91149"/>
                </a:lnTo>
                <a:lnTo>
                  <a:pt x="99930" y="90562"/>
                </a:lnTo>
                <a:lnTo>
                  <a:pt x="99702" y="89992"/>
                </a:lnTo>
                <a:lnTo>
                  <a:pt x="99437" y="89442"/>
                </a:lnTo>
                <a:lnTo>
                  <a:pt x="99137" y="88913"/>
                </a:lnTo>
                <a:lnTo>
                  <a:pt x="98802" y="88405"/>
                </a:lnTo>
                <a:lnTo>
                  <a:pt x="98435" y="87921"/>
                </a:lnTo>
                <a:lnTo>
                  <a:pt x="98036" y="87461"/>
                </a:lnTo>
                <a:lnTo>
                  <a:pt x="97607" y="87027"/>
                </a:lnTo>
                <a:lnTo>
                  <a:pt x="97150" y="86620"/>
                </a:lnTo>
                <a:lnTo>
                  <a:pt x="96665" y="86242"/>
                </a:lnTo>
                <a:lnTo>
                  <a:pt x="96155" y="85894"/>
                </a:lnTo>
                <a:lnTo>
                  <a:pt x="95620" y="85576"/>
                </a:lnTo>
                <a:lnTo>
                  <a:pt x="95061" y="85291"/>
                </a:lnTo>
                <a:lnTo>
                  <a:pt x="94481" y="85040"/>
                </a:lnTo>
                <a:lnTo>
                  <a:pt x="93881" y="84824"/>
                </a:lnTo>
                <a:lnTo>
                  <a:pt x="93262" y="84644"/>
                </a:lnTo>
                <a:lnTo>
                  <a:pt x="92625" y="84502"/>
                </a:lnTo>
                <a:lnTo>
                  <a:pt x="91972" y="84399"/>
                </a:lnTo>
                <a:lnTo>
                  <a:pt x="91304" y="84336"/>
                </a:lnTo>
                <a:lnTo>
                  <a:pt x="90622" y="84315"/>
                </a:lnTo>
                <a:lnTo>
                  <a:pt x="90336" y="84319"/>
                </a:lnTo>
                <a:lnTo>
                  <a:pt x="90055" y="84332"/>
                </a:lnTo>
                <a:lnTo>
                  <a:pt x="89780" y="84353"/>
                </a:lnTo>
                <a:lnTo>
                  <a:pt x="89510" y="84382"/>
                </a:lnTo>
                <a:lnTo>
                  <a:pt x="89245" y="84420"/>
                </a:lnTo>
                <a:lnTo>
                  <a:pt x="88985" y="84465"/>
                </a:lnTo>
                <a:lnTo>
                  <a:pt x="88729" y="84518"/>
                </a:lnTo>
                <a:lnTo>
                  <a:pt x="88478" y="84580"/>
                </a:lnTo>
                <a:lnTo>
                  <a:pt x="88230" y="84648"/>
                </a:lnTo>
                <a:lnTo>
                  <a:pt x="87987" y="84724"/>
                </a:lnTo>
                <a:lnTo>
                  <a:pt x="87747" y="84808"/>
                </a:lnTo>
                <a:lnTo>
                  <a:pt x="87510" y="84899"/>
                </a:lnTo>
                <a:lnTo>
                  <a:pt x="87276" y="84997"/>
                </a:lnTo>
                <a:lnTo>
                  <a:pt x="87045" y="85102"/>
                </a:lnTo>
                <a:lnTo>
                  <a:pt x="86817" y="85214"/>
                </a:lnTo>
                <a:lnTo>
                  <a:pt x="86591" y="85332"/>
                </a:lnTo>
                <a:lnTo>
                  <a:pt x="86366" y="85458"/>
                </a:lnTo>
                <a:lnTo>
                  <a:pt x="86144" y="85590"/>
                </a:lnTo>
                <a:lnTo>
                  <a:pt x="85923" y="85728"/>
                </a:lnTo>
                <a:lnTo>
                  <a:pt x="85703" y="85873"/>
                </a:lnTo>
                <a:lnTo>
                  <a:pt x="85484" y="86024"/>
                </a:lnTo>
                <a:lnTo>
                  <a:pt x="85267" y="86180"/>
                </a:lnTo>
                <a:lnTo>
                  <a:pt x="85049" y="86343"/>
                </a:lnTo>
                <a:lnTo>
                  <a:pt x="84832" y="86512"/>
                </a:lnTo>
                <a:lnTo>
                  <a:pt x="84203" y="86977"/>
                </a:lnTo>
                <a:lnTo>
                  <a:pt x="83615" y="87412"/>
                </a:lnTo>
                <a:lnTo>
                  <a:pt x="83067" y="87819"/>
                </a:lnTo>
                <a:lnTo>
                  <a:pt x="82555" y="88198"/>
                </a:lnTo>
                <a:lnTo>
                  <a:pt x="82075" y="88552"/>
                </a:lnTo>
                <a:lnTo>
                  <a:pt x="81624" y="88881"/>
                </a:lnTo>
                <a:lnTo>
                  <a:pt x="81201" y="89187"/>
                </a:lnTo>
                <a:lnTo>
                  <a:pt x="80800" y="89472"/>
                </a:lnTo>
                <a:lnTo>
                  <a:pt x="80419" y="89737"/>
                </a:lnTo>
                <a:lnTo>
                  <a:pt x="80056" y="89983"/>
                </a:lnTo>
                <a:lnTo>
                  <a:pt x="79706" y="90212"/>
                </a:lnTo>
                <a:lnTo>
                  <a:pt x="79367" y="90426"/>
                </a:lnTo>
                <a:lnTo>
                  <a:pt x="79036" y="90625"/>
                </a:lnTo>
                <a:lnTo>
                  <a:pt x="78708" y="90811"/>
                </a:lnTo>
                <a:lnTo>
                  <a:pt x="78383" y="90986"/>
                </a:lnTo>
                <a:lnTo>
                  <a:pt x="78055" y="91151"/>
                </a:lnTo>
                <a:lnTo>
                  <a:pt x="77722" y="91307"/>
                </a:lnTo>
                <a:lnTo>
                  <a:pt x="77381" y="91456"/>
                </a:lnTo>
                <a:lnTo>
                  <a:pt x="77029" y="91599"/>
                </a:lnTo>
                <a:lnTo>
                  <a:pt x="76662" y="91738"/>
                </a:lnTo>
                <a:lnTo>
                  <a:pt x="76278" y="91874"/>
                </a:lnTo>
                <a:lnTo>
                  <a:pt x="75873" y="92009"/>
                </a:lnTo>
                <a:lnTo>
                  <a:pt x="75444" y="92144"/>
                </a:lnTo>
                <a:lnTo>
                  <a:pt x="74988" y="92280"/>
                </a:lnTo>
                <a:lnTo>
                  <a:pt x="74358" y="92450"/>
                </a:lnTo>
                <a:lnTo>
                  <a:pt x="73699" y="92617"/>
                </a:lnTo>
                <a:lnTo>
                  <a:pt x="73012" y="92780"/>
                </a:lnTo>
                <a:lnTo>
                  <a:pt x="72298" y="92940"/>
                </a:lnTo>
                <a:lnTo>
                  <a:pt x="71558" y="93095"/>
                </a:lnTo>
                <a:lnTo>
                  <a:pt x="70794" y="93245"/>
                </a:lnTo>
                <a:lnTo>
                  <a:pt x="70007" y="93391"/>
                </a:lnTo>
                <a:lnTo>
                  <a:pt x="69197" y="93531"/>
                </a:lnTo>
                <a:lnTo>
                  <a:pt x="68367" y="93665"/>
                </a:lnTo>
                <a:lnTo>
                  <a:pt x="67516" y="93794"/>
                </a:lnTo>
                <a:lnTo>
                  <a:pt x="66646" y="93915"/>
                </a:lnTo>
                <a:lnTo>
                  <a:pt x="65759" y="94030"/>
                </a:lnTo>
                <a:lnTo>
                  <a:pt x="64855" y="94138"/>
                </a:lnTo>
                <a:lnTo>
                  <a:pt x="63936" y="94239"/>
                </a:lnTo>
                <a:lnTo>
                  <a:pt x="63002" y="94331"/>
                </a:lnTo>
                <a:lnTo>
                  <a:pt x="62056" y="94416"/>
                </a:lnTo>
                <a:lnTo>
                  <a:pt x="61097" y="94492"/>
                </a:lnTo>
                <a:lnTo>
                  <a:pt x="60127" y="94558"/>
                </a:lnTo>
                <a:lnTo>
                  <a:pt x="59147" y="94616"/>
                </a:lnTo>
                <a:lnTo>
                  <a:pt x="58159" y="94664"/>
                </a:lnTo>
                <a:lnTo>
                  <a:pt x="57163" y="94702"/>
                </a:lnTo>
                <a:lnTo>
                  <a:pt x="56161" y="94729"/>
                </a:lnTo>
                <a:lnTo>
                  <a:pt x="55154" y="94746"/>
                </a:lnTo>
                <a:lnTo>
                  <a:pt x="54142" y="94751"/>
                </a:lnTo>
                <a:lnTo>
                  <a:pt x="51342" y="94711"/>
                </a:lnTo>
                <a:lnTo>
                  <a:pt x="48659" y="94591"/>
                </a:lnTo>
                <a:lnTo>
                  <a:pt x="46094" y="94391"/>
                </a:lnTo>
                <a:lnTo>
                  <a:pt x="43648" y="94111"/>
                </a:lnTo>
                <a:lnTo>
                  <a:pt x="41319" y="93750"/>
                </a:lnTo>
                <a:lnTo>
                  <a:pt x="39109" y="93310"/>
                </a:lnTo>
                <a:lnTo>
                  <a:pt x="37017" y="92789"/>
                </a:lnTo>
                <a:lnTo>
                  <a:pt x="35044" y="92188"/>
                </a:lnTo>
                <a:lnTo>
                  <a:pt x="33189" y="91507"/>
                </a:lnTo>
                <a:lnTo>
                  <a:pt x="31453" y="90746"/>
                </a:lnTo>
                <a:lnTo>
                  <a:pt x="29836" y="89905"/>
                </a:lnTo>
                <a:lnTo>
                  <a:pt x="28338" y="88984"/>
                </a:lnTo>
                <a:lnTo>
                  <a:pt x="26959" y="87983"/>
                </a:lnTo>
                <a:lnTo>
                  <a:pt x="25699" y="86901"/>
                </a:lnTo>
                <a:lnTo>
                  <a:pt x="24558" y="85740"/>
                </a:lnTo>
                <a:lnTo>
                  <a:pt x="23538" y="84498"/>
                </a:lnTo>
                <a:lnTo>
                  <a:pt x="22636" y="83176"/>
                </a:lnTo>
                <a:lnTo>
                  <a:pt x="21855" y="81775"/>
                </a:lnTo>
                <a:lnTo>
                  <a:pt x="21193" y="80293"/>
                </a:lnTo>
                <a:lnTo>
                  <a:pt x="20652" y="78731"/>
                </a:lnTo>
                <a:lnTo>
                  <a:pt x="20230" y="77089"/>
                </a:lnTo>
                <a:lnTo>
                  <a:pt x="19929" y="75366"/>
                </a:lnTo>
                <a:lnTo>
                  <a:pt x="19748" y="73564"/>
                </a:lnTo>
                <a:lnTo>
                  <a:pt x="19688" y="71682"/>
                </a:lnTo>
                <a:lnTo>
                  <a:pt x="19702" y="70792"/>
                </a:lnTo>
                <a:lnTo>
                  <a:pt x="19742" y="69908"/>
                </a:lnTo>
                <a:lnTo>
                  <a:pt x="19810" y="69032"/>
                </a:lnTo>
                <a:lnTo>
                  <a:pt x="19905" y="68162"/>
                </a:lnTo>
                <a:lnTo>
                  <a:pt x="20027" y="67300"/>
                </a:lnTo>
                <a:lnTo>
                  <a:pt x="20177" y="66446"/>
                </a:lnTo>
                <a:lnTo>
                  <a:pt x="20353" y="65601"/>
                </a:lnTo>
                <a:lnTo>
                  <a:pt x="20557" y="64765"/>
                </a:lnTo>
                <a:lnTo>
                  <a:pt x="20787" y="63938"/>
                </a:lnTo>
                <a:lnTo>
                  <a:pt x="21045" y="63121"/>
                </a:lnTo>
                <a:lnTo>
                  <a:pt x="21330" y="62315"/>
                </a:lnTo>
                <a:lnTo>
                  <a:pt x="21642" y="61520"/>
                </a:lnTo>
                <a:lnTo>
                  <a:pt x="21982" y="60736"/>
                </a:lnTo>
                <a:lnTo>
                  <a:pt x="22348" y="59964"/>
                </a:lnTo>
                <a:lnTo>
                  <a:pt x="22742" y="59205"/>
                </a:lnTo>
                <a:lnTo>
                  <a:pt x="23162" y="58458"/>
                </a:lnTo>
                <a:lnTo>
                  <a:pt x="23610" y="57725"/>
                </a:lnTo>
                <a:lnTo>
                  <a:pt x="24085" y="57005"/>
                </a:lnTo>
                <a:lnTo>
                  <a:pt x="24587" y="56300"/>
                </a:lnTo>
                <a:lnTo>
                  <a:pt x="25117" y="55610"/>
                </a:lnTo>
                <a:lnTo>
                  <a:pt x="25673" y="54935"/>
                </a:lnTo>
                <a:lnTo>
                  <a:pt x="26257" y="54275"/>
                </a:lnTo>
                <a:lnTo>
                  <a:pt x="26867" y="53632"/>
                </a:lnTo>
                <a:lnTo>
                  <a:pt x="27505" y="53006"/>
                </a:lnTo>
                <a:lnTo>
                  <a:pt x="28202" y="52366"/>
                </a:lnTo>
                <a:lnTo>
                  <a:pt x="28917" y="51753"/>
                </a:lnTo>
                <a:lnTo>
                  <a:pt x="29652" y="51165"/>
                </a:lnTo>
                <a:lnTo>
                  <a:pt x="30406" y="50604"/>
                </a:lnTo>
                <a:lnTo>
                  <a:pt x="31180" y="50069"/>
                </a:lnTo>
                <a:lnTo>
                  <a:pt x="31975" y="49560"/>
                </a:lnTo>
                <a:lnTo>
                  <a:pt x="32791" y="49078"/>
                </a:lnTo>
                <a:lnTo>
                  <a:pt x="33628" y="48622"/>
                </a:lnTo>
                <a:lnTo>
                  <a:pt x="34488" y="48193"/>
                </a:lnTo>
                <a:lnTo>
                  <a:pt x="35370" y="47790"/>
                </a:lnTo>
                <a:lnTo>
                  <a:pt x="36275" y="47415"/>
                </a:lnTo>
                <a:lnTo>
                  <a:pt x="37204" y="47067"/>
                </a:lnTo>
                <a:lnTo>
                  <a:pt x="38158" y="46746"/>
                </a:lnTo>
                <a:lnTo>
                  <a:pt x="39135" y="46452"/>
                </a:lnTo>
                <a:lnTo>
                  <a:pt x="40138" y="46185"/>
                </a:lnTo>
                <a:lnTo>
                  <a:pt x="41167" y="45947"/>
                </a:lnTo>
                <a:lnTo>
                  <a:pt x="42221" y="45735"/>
                </a:lnTo>
                <a:lnTo>
                  <a:pt x="43303" y="45552"/>
                </a:lnTo>
                <a:lnTo>
                  <a:pt x="44411" y="45396"/>
                </a:lnTo>
                <a:lnTo>
                  <a:pt x="45547" y="45269"/>
                </a:lnTo>
                <a:lnTo>
                  <a:pt x="46711" y="45169"/>
                </a:lnTo>
                <a:lnTo>
                  <a:pt x="47904" y="45098"/>
                </a:lnTo>
                <a:lnTo>
                  <a:pt x="49126" y="45056"/>
                </a:lnTo>
                <a:lnTo>
                  <a:pt x="50378" y="45041"/>
                </a:lnTo>
                <a:lnTo>
                  <a:pt x="51455" y="45050"/>
                </a:lnTo>
                <a:lnTo>
                  <a:pt x="52513" y="45075"/>
                </a:lnTo>
                <a:lnTo>
                  <a:pt x="53554" y="45118"/>
                </a:lnTo>
                <a:lnTo>
                  <a:pt x="54576" y="45177"/>
                </a:lnTo>
                <a:lnTo>
                  <a:pt x="55580" y="45253"/>
                </a:lnTo>
                <a:lnTo>
                  <a:pt x="56567" y="45346"/>
                </a:lnTo>
                <a:lnTo>
                  <a:pt x="57535" y="45455"/>
                </a:lnTo>
                <a:lnTo>
                  <a:pt x="58485" y="45580"/>
                </a:lnTo>
                <a:lnTo>
                  <a:pt x="59417" y="45722"/>
                </a:lnTo>
                <a:lnTo>
                  <a:pt x="60331" y="45880"/>
                </a:lnTo>
                <a:lnTo>
                  <a:pt x="61226" y="46053"/>
                </a:lnTo>
                <a:lnTo>
                  <a:pt x="62104" y="46243"/>
                </a:lnTo>
                <a:lnTo>
                  <a:pt x="62963" y="46448"/>
                </a:lnTo>
                <a:lnTo>
                  <a:pt x="63805" y="46669"/>
                </a:lnTo>
                <a:lnTo>
                  <a:pt x="64628" y="46905"/>
                </a:lnTo>
                <a:lnTo>
                  <a:pt x="65433" y="47157"/>
                </a:lnTo>
                <a:lnTo>
                  <a:pt x="66221" y="47424"/>
                </a:lnTo>
                <a:lnTo>
                  <a:pt x="66990" y="47706"/>
                </a:lnTo>
                <a:lnTo>
                  <a:pt x="67741" y="48003"/>
                </a:lnTo>
                <a:lnTo>
                  <a:pt x="68474" y="48315"/>
                </a:lnTo>
                <a:lnTo>
                  <a:pt x="69188" y="48642"/>
                </a:lnTo>
                <a:lnTo>
                  <a:pt x="69885" y="48984"/>
                </a:lnTo>
                <a:lnTo>
                  <a:pt x="70564" y="49340"/>
                </a:lnTo>
                <a:lnTo>
                  <a:pt x="71224" y="49710"/>
                </a:lnTo>
                <a:lnTo>
                  <a:pt x="71542" y="49916"/>
                </a:lnTo>
                <a:lnTo>
                  <a:pt x="71846" y="50123"/>
                </a:lnTo>
                <a:lnTo>
                  <a:pt x="72136" y="50331"/>
                </a:lnTo>
                <a:lnTo>
                  <a:pt x="72412" y="50542"/>
                </a:lnTo>
                <a:lnTo>
                  <a:pt x="72675" y="50755"/>
                </a:lnTo>
                <a:lnTo>
                  <a:pt x="72925" y="50972"/>
                </a:lnTo>
                <a:lnTo>
                  <a:pt x="73163" y="51193"/>
                </a:lnTo>
                <a:lnTo>
                  <a:pt x="73390" y="51419"/>
                </a:lnTo>
                <a:lnTo>
                  <a:pt x="73606" y="51651"/>
                </a:lnTo>
                <a:lnTo>
                  <a:pt x="73811" y="51889"/>
                </a:lnTo>
                <a:lnTo>
                  <a:pt x="74006" y="52135"/>
                </a:lnTo>
                <a:lnTo>
                  <a:pt x="74192" y="52388"/>
                </a:lnTo>
                <a:lnTo>
                  <a:pt x="74368" y="52650"/>
                </a:lnTo>
                <a:lnTo>
                  <a:pt x="74536" y="52921"/>
                </a:lnTo>
                <a:lnTo>
                  <a:pt x="74696" y="53202"/>
                </a:lnTo>
                <a:lnTo>
                  <a:pt x="74849" y="53494"/>
                </a:lnTo>
                <a:lnTo>
                  <a:pt x="74994" y="53797"/>
                </a:lnTo>
                <a:lnTo>
                  <a:pt x="75133" y="54113"/>
                </a:lnTo>
                <a:lnTo>
                  <a:pt x="75265" y="54441"/>
                </a:lnTo>
                <a:lnTo>
                  <a:pt x="75393" y="54783"/>
                </a:lnTo>
                <a:lnTo>
                  <a:pt x="75515" y="55140"/>
                </a:lnTo>
                <a:lnTo>
                  <a:pt x="75633" y="55511"/>
                </a:lnTo>
                <a:lnTo>
                  <a:pt x="75746" y="55898"/>
                </a:lnTo>
                <a:lnTo>
                  <a:pt x="75857" y="56302"/>
                </a:lnTo>
                <a:lnTo>
                  <a:pt x="75962" y="56802"/>
                </a:lnTo>
                <a:lnTo>
                  <a:pt x="76063" y="57276"/>
                </a:lnTo>
                <a:lnTo>
                  <a:pt x="76159" y="57723"/>
                </a:lnTo>
                <a:lnTo>
                  <a:pt x="76252" y="58144"/>
                </a:lnTo>
                <a:lnTo>
                  <a:pt x="76342" y="58541"/>
                </a:lnTo>
                <a:lnTo>
                  <a:pt x="76431" y="58915"/>
                </a:lnTo>
                <a:lnTo>
                  <a:pt x="76519" y="59267"/>
                </a:lnTo>
                <a:lnTo>
                  <a:pt x="76607" y="59597"/>
                </a:lnTo>
                <a:lnTo>
                  <a:pt x="76696" y="59908"/>
                </a:lnTo>
                <a:lnTo>
                  <a:pt x="76787" y="60199"/>
                </a:lnTo>
                <a:lnTo>
                  <a:pt x="76881" y="60473"/>
                </a:lnTo>
                <a:lnTo>
                  <a:pt x="76978" y="60730"/>
                </a:lnTo>
                <a:lnTo>
                  <a:pt x="77080" y="60971"/>
                </a:lnTo>
                <a:lnTo>
                  <a:pt x="77188" y="61198"/>
                </a:lnTo>
                <a:lnTo>
                  <a:pt x="77301" y="61411"/>
                </a:lnTo>
                <a:lnTo>
                  <a:pt x="77422" y="61611"/>
                </a:lnTo>
                <a:lnTo>
                  <a:pt x="77551" y="61800"/>
                </a:lnTo>
                <a:lnTo>
                  <a:pt x="77689" y="61979"/>
                </a:lnTo>
                <a:lnTo>
                  <a:pt x="77836" y="62148"/>
                </a:lnTo>
                <a:lnTo>
                  <a:pt x="77994" y="62309"/>
                </a:lnTo>
                <a:lnTo>
                  <a:pt x="78164" y="62463"/>
                </a:lnTo>
                <a:lnTo>
                  <a:pt x="78347" y="62611"/>
                </a:lnTo>
                <a:lnTo>
                  <a:pt x="78542" y="62754"/>
                </a:lnTo>
                <a:lnTo>
                  <a:pt x="78752" y="62893"/>
                </a:lnTo>
                <a:lnTo>
                  <a:pt x="78940" y="63063"/>
                </a:lnTo>
                <a:lnTo>
                  <a:pt x="79143" y="63230"/>
                </a:lnTo>
                <a:lnTo>
                  <a:pt x="79359" y="63393"/>
                </a:lnTo>
                <a:lnTo>
                  <a:pt x="79588" y="63553"/>
                </a:lnTo>
                <a:lnTo>
                  <a:pt x="79829" y="63708"/>
                </a:lnTo>
                <a:lnTo>
                  <a:pt x="80082" y="63859"/>
                </a:lnTo>
                <a:lnTo>
                  <a:pt x="80345" y="64004"/>
                </a:lnTo>
                <a:lnTo>
                  <a:pt x="80618" y="64144"/>
                </a:lnTo>
                <a:lnTo>
                  <a:pt x="80900" y="64279"/>
                </a:lnTo>
                <a:lnTo>
                  <a:pt x="81190" y="64407"/>
                </a:lnTo>
                <a:lnTo>
                  <a:pt x="81487" y="64529"/>
                </a:lnTo>
                <a:lnTo>
                  <a:pt x="81792" y="64644"/>
                </a:lnTo>
                <a:lnTo>
                  <a:pt x="82102" y="64752"/>
                </a:lnTo>
                <a:lnTo>
                  <a:pt x="82418" y="64852"/>
                </a:lnTo>
                <a:lnTo>
                  <a:pt x="82738" y="64945"/>
                </a:lnTo>
                <a:lnTo>
                  <a:pt x="83063" y="65029"/>
                </a:lnTo>
                <a:lnTo>
                  <a:pt x="83390" y="65105"/>
                </a:lnTo>
                <a:lnTo>
                  <a:pt x="83719" y="65172"/>
                </a:lnTo>
                <a:lnTo>
                  <a:pt x="84050" y="65229"/>
                </a:lnTo>
                <a:lnTo>
                  <a:pt x="84382" y="65277"/>
                </a:lnTo>
                <a:lnTo>
                  <a:pt x="84713" y="65315"/>
                </a:lnTo>
                <a:lnTo>
                  <a:pt x="85044" y="65342"/>
                </a:lnTo>
                <a:lnTo>
                  <a:pt x="85373" y="65359"/>
                </a:lnTo>
                <a:lnTo>
                  <a:pt x="85700" y="65365"/>
                </a:lnTo>
                <a:lnTo>
                  <a:pt x="86097" y="65358"/>
                </a:lnTo>
                <a:lnTo>
                  <a:pt x="86490" y="65336"/>
                </a:lnTo>
                <a:lnTo>
                  <a:pt x="86880" y="65301"/>
                </a:lnTo>
                <a:lnTo>
                  <a:pt x="87266" y="65252"/>
                </a:lnTo>
                <a:lnTo>
                  <a:pt x="87648" y="65188"/>
                </a:lnTo>
                <a:lnTo>
                  <a:pt x="88026" y="65112"/>
                </a:lnTo>
                <a:lnTo>
                  <a:pt x="88399" y="65021"/>
                </a:lnTo>
                <a:lnTo>
                  <a:pt x="88767" y="64917"/>
                </a:lnTo>
                <a:lnTo>
                  <a:pt x="89131" y="64800"/>
                </a:lnTo>
                <a:lnTo>
                  <a:pt x="89489" y="64669"/>
                </a:lnTo>
                <a:lnTo>
                  <a:pt x="89841" y="64526"/>
                </a:lnTo>
                <a:lnTo>
                  <a:pt x="90188" y="64369"/>
                </a:lnTo>
                <a:lnTo>
                  <a:pt x="90529" y="64200"/>
                </a:lnTo>
                <a:lnTo>
                  <a:pt x="90863" y="64017"/>
                </a:lnTo>
                <a:lnTo>
                  <a:pt x="91191" y="63823"/>
                </a:lnTo>
                <a:lnTo>
                  <a:pt x="91513" y="63615"/>
                </a:lnTo>
                <a:lnTo>
                  <a:pt x="91827" y="63395"/>
                </a:lnTo>
                <a:lnTo>
                  <a:pt x="92133" y="63163"/>
                </a:lnTo>
                <a:lnTo>
                  <a:pt x="92433" y="62919"/>
                </a:lnTo>
                <a:lnTo>
                  <a:pt x="92724" y="62663"/>
                </a:lnTo>
                <a:lnTo>
                  <a:pt x="93008" y="62395"/>
                </a:lnTo>
                <a:lnTo>
                  <a:pt x="93283" y="62115"/>
                </a:lnTo>
                <a:lnTo>
                  <a:pt x="93549" y="61823"/>
                </a:lnTo>
                <a:lnTo>
                  <a:pt x="93807" y="61520"/>
                </a:lnTo>
                <a:lnTo>
                  <a:pt x="93982" y="61312"/>
                </a:lnTo>
                <a:lnTo>
                  <a:pt x="94146" y="61100"/>
                </a:lnTo>
                <a:lnTo>
                  <a:pt x="94298" y="60884"/>
                </a:lnTo>
                <a:lnTo>
                  <a:pt x="94439" y="60660"/>
                </a:lnTo>
                <a:lnTo>
                  <a:pt x="94569" y="60429"/>
                </a:lnTo>
                <a:lnTo>
                  <a:pt x="94689" y="60189"/>
                </a:lnTo>
                <a:lnTo>
                  <a:pt x="94800" y="59940"/>
                </a:lnTo>
                <a:lnTo>
                  <a:pt x="94901" y="59679"/>
                </a:lnTo>
                <a:lnTo>
                  <a:pt x="94993" y="59405"/>
                </a:lnTo>
                <a:lnTo>
                  <a:pt x="95077" y="59118"/>
                </a:lnTo>
                <a:lnTo>
                  <a:pt x="95152" y="58816"/>
                </a:lnTo>
                <a:lnTo>
                  <a:pt x="95219" y="58499"/>
                </a:lnTo>
                <a:lnTo>
                  <a:pt x="95278" y="58164"/>
                </a:lnTo>
                <a:lnTo>
                  <a:pt x="95331" y="57811"/>
                </a:lnTo>
                <a:lnTo>
                  <a:pt x="95377" y="57438"/>
                </a:lnTo>
                <a:lnTo>
                  <a:pt x="95416" y="57044"/>
                </a:lnTo>
                <a:lnTo>
                  <a:pt x="95449" y="56629"/>
                </a:lnTo>
                <a:lnTo>
                  <a:pt x="95477" y="56190"/>
                </a:lnTo>
                <a:lnTo>
                  <a:pt x="95499" y="55727"/>
                </a:lnTo>
                <a:lnTo>
                  <a:pt x="95516" y="55239"/>
                </a:lnTo>
                <a:lnTo>
                  <a:pt x="95529" y="54723"/>
                </a:lnTo>
                <a:lnTo>
                  <a:pt x="95538" y="54180"/>
                </a:lnTo>
                <a:lnTo>
                  <a:pt x="95543" y="53608"/>
                </a:lnTo>
                <a:lnTo>
                  <a:pt x="95544" y="53006"/>
                </a:lnTo>
                <a:lnTo>
                  <a:pt x="95544" y="38724"/>
                </a:lnTo>
                <a:lnTo>
                  <a:pt x="95529" y="37685"/>
                </a:lnTo>
                <a:lnTo>
                  <a:pt x="95484" y="36693"/>
                </a:lnTo>
                <a:lnTo>
                  <a:pt x="95408" y="35749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5E3B5-4787-492D-B2E6-6915947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582" y="172375"/>
            <a:ext cx="810463" cy="142539"/>
          </a:xfrm>
          <a:custGeom xmlns:a="http://schemas.openxmlformats.org/drawingml/2006/main">
            <a:pathLst>
              <a:path w="810463" h="142539">
                <a:moveTo>
                  <a:pt x="97861" y="37626"/>
                </a:moveTo>
                <a:lnTo>
                  <a:pt x="71224" y="37626"/>
                </a:lnTo>
                <a:cubicBezTo>
                  <a:pt x="66592" y="37626"/>
                  <a:pt x="64854" y="37901"/>
                  <a:pt x="62828" y="38999"/>
                </a:cubicBezTo>
                <a:cubicBezTo>
                  <a:pt x="59932" y="40647"/>
                  <a:pt x="58195" y="43668"/>
                  <a:pt x="58195" y="46964"/>
                </a:cubicBezTo>
                <a:cubicBezTo>
                  <a:pt x="58195" y="49710"/>
                  <a:pt x="59932" y="52731"/>
                  <a:pt x="62249" y="54379"/>
                </a:cubicBezTo>
                <a:cubicBezTo>
                  <a:pt x="64275" y="55752"/>
                  <a:pt x="66302" y="56302"/>
                  <a:pt x="71224" y="56302"/>
                </a:cubicBezTo>
                <a:lnTo>
                  <a:pt x="78173" y="56302"/>
                </a:lnTo>
                <a:lnTo>
                  <a:pt x="78173" y="90357"/>
                </a:lnTo>
                <a:cubicBezTo>
                  <a:pt x="67750" y="100519"/>
                  <a:pt x="62828" y="102991"/>
                  <a:pt x="52984" y="102991"/>
                </a:cubicBezTo>
                <a:cubicBezTo>
                  <a:pt x="41403" y="102991"/>
                  <a:pt x="35902" y="98596"/>
                  <a:pt x="35902" y="89533"/>
                </a:cubicBezTo>
                <a:lnTo>
                  <a:pt x="35902" y="37626"/>
                </a:lnTo>
                <a:lnTo>
                  <a:pt x="13029" y="37626"/>
                </a:lnTo>
                <a:cubicBezTo>
                  <a:pt x="8107" y="37626"/>
                  <a:pt x="6370" y="37901"/>
                  <a:pt x="4632" y="38999"/>
                </a:cubicBezTo>
                <a:cubicBezTo>
                  <a:pt x="1737" y="40647"/>
                  <a:pt x="0" y="43668"/>
                  <a:pt x="0" y="46964"/>
                </a:cubicBezTo>
                <a:cubicBezTo>
                  <a:pt x="0" y="52457"/>
                  <a:pt x="4922" y="56576"/>
                  <a:pt x="10713" y="56302"/>
                </a:cubicBezTo>
                <a:lnTo>
                  <a:pt x="13029" y="56027"/>
                </a:lnTo>
                <a:lnTo>
                  <a:pt x="16214" y="56027"/>
                </a:lnTo>
                <a:lnTo>
                  <a:pt x="16214" y="90083"/>
                </a:lnTo>
                <a:cubicBezTo>
                  <a:pt x="16214" y="101068"/>
                  <a:pt x="19977" y="109033"/>
                  <a:pt x="27795" y="114800"/>
                </a:cubicBezTo>
                <a:cubicBezTo>
                  <a:pt x="33875" y="119195"/>
                  <a:pt x="42271" y="121666"/>
                  <a:pt x="51247" y="121666"/>
                </a:cubicBezTo>
                <a:cubicBezTo>
                  <a:pt x="61959" y="121666"/>
                  <a:pt x="68329" y="118920"/>
                  <a:pt x="78173" y="110131"/>
                </a:cubicBezTo>
                <a:lnTo>
                  <a:pt x="78173" y="119195"/>
                </a:lnTo>
                <a:lnTo>
                  <a:pt x="96703" y="119195"/>
                </a:lnTo>
                <a:cubicBezTo>
                  <a:pt x="101046" y="119195"/>
                  <a:pt x="103651" y="118920"/>
                  <a:pt x="105099" y="117821"/>
                </a:cubicBezTo>
                <a:cubicBezTo>
                  <a:pt x="107994" y="115899"/>
                  <a:pt x="109731" y="113152"/>
                  <a:pt x="109731" y="109857"/>
                </a:cubicBezTo>
                <a:cubicBezTo>
                  <a:pt x="109731" y="103815"/>
                  <a:pt x="105388" y="100519"/>
                  <a:pt x="97861" y="100519"/>
                </a:cubicBezTo>
                <a:lnTo>
                  <a:pt x="97861" y="37626"/>
                </a:lnTo>
                <a:close/>
                <a:moveTo>
                  <a:pt x="184430" y="37626"/>
                </a:moveTo>
                <a:lnTo>
                  <a:pt x="149397" y="37626"/>
                </a:lnTo>
                <a:cubicBezTo>
                  <a:pt x="144185" y="37626"/>
                  <a:pt x="142738" y="37901"/>
                  <a:pt x="141000" y="38999"/>
                </a:cubicBezTo>
                <a:cubicBezTo>
                  <a:pt x="138105" y="40647"/>
                  <a:pt x="136078" y="43668"/>
                  <a:pt x="136078" y="46964"/>
                </a:cubicBezTo>
                <a:cubicBezTo>
                  <a:pt x="136078" y="49985"/>
                  <a:pt x="137816" y="52731"/>
                  <a:pt x="140421" y="54379"/>
                </a:cubicBezTo>
                <a:cubicBezTo>
                  <a:pt x="142159" y="55752"/>
                  <a:pt x="144475" y="56302"/>
                  <a:pt x="149397" y="56302"/>
                </a:cubicBezTo>
                <a:lnTo>
                  <a:pt x="164742" y="56302"/>
                </a:lnTo>
                <a:lnTo>
                  <a:pt x="164742" y="100519"/>
                </a:lnTo>
                <a:lnTo>
                  <a:pt x="140711" y="100519"/>
                </a:lnTo>
                <a:cubicBezTo>
                  <a:pt x="135499" y="100519"/>
                  <a:pt x="134341" y="100794"/>
                  <a:pt x="132315" y="101892"/>
                </a:cubicBezTo>
                <a:cubicBezTo>
                  <a:pt x="129419" y="103540"/>
                  <a:pt x="127682" y="106561"/>
                  <a:pt x="127682" y="109857"/>
                </a:cubicBezTo>
                <a:cubicBezTo>
                  <a:pt x="127682" y="112878"/>
                  <a:pt x="129419" y="115624"/>
                  <a:pt x="131736" y="117272"/>
                </a:cubicBezTo>
                <a:cubicBezTo>
                  <a:pt x="133473" y="118645"/>
                  <a:pt x="136078" y="119195"/>
                  <a:pt x="140711" y="119195"/>
                </a:cubicBezTo>
                <a:lnTo>
                  <a:pt x="208461" y="119195"/>
                </a:lnTo>
                <a:cubicBezTo>
                  <a:pt x="212514" y="119195"/>
                  <a:pt x="215409" y="118645"/>
                  <a:pt x="216857" y="117821"/>
                </a:cubicBezTo>
                <a:cubicBezTo>
                  <a:pt x="219752" y="115899"/>
                  <a:pt x="221489" y="113152"/>
                  <a:pt x="221489" y="109857"/>
                </a:cubicBezTo>
                <a:cubicBezTo>
                  <a:pt x="221489" y="106836"/>
                  <a:pt x="219752" y="104089"/>
                  <a:pt x="217436" y="102167"/>
                </a:cubicBezTo>
                <a:cubicBezTo>
                  <a:pt x="215409" y="100794"/>
                  <a:pt x="213672" y="100519"/>
                  <a:pt x="208461" y="100519"/>
                </a:cubicBezTo>
                <a:lnTo>
                  <a:pt x="184430" y="100519"/>
                </a:lnTo>
                <a:lnTo>
                  <a:pt x="184430" y="37626"/>
                </a:lnTo>
                <a:close/>
                <a:moveTo>
                  <a:pt x="181535" y="2746"/>
                </a:moveTo>
                <a:lnTo>
                  <a:pt x="158372" y="2746"/>
                </a:lnTo>
                <a:lnTo>
                  <a:pt x="158372" y="22521"/>
                </a:lnTo>
                <a:lnTo>
                  <a:pt x="181535" y="22521"/>
                </a:lnTo>
                <a:lnTo>
                  <a:pt x="181535" y="2746"/>
                </a:lnTo>
                <a:close/>
                <a:moveTo>
                  <a:pt x="272157" y="37626"/>
                </a:moveTo>
                <a:lnTo>
                  <a:pt x="253627" y="37626"/>
                </a:lnTo>
                <a:cubicBezTo>
                  <a:pt x="251890" y="37626"/>
                  <a:pt x="251600" y="37626"/>
                  <a:pt x="249284" y="37901"/>
                </a:cubicBezTo>
                <a:cubicBezTo>
                  <a:pt x="243783" y="38450"/>
                  <a:pt x="240309" y="41746"/>
                  <a:pt x="240309" y="46964"/>
                </a:cubicBezTo>
                <a:cubicBezTo>
                  <a:pt x="240309" y="53006"/>
                  <a:pt x="244652" y="56027"/>
                  <a:pt x="252469" y="56302"/>
                </a:cubicBezTo>
                <a:lnTo>
                  <a:pt x="252469" y="100519"/>
                </a:lnTo>
                <a:lnTo>
                  <a:pt x="251311" y="100519"/>
                </a:lnTo>
                <a:cubicBezTo>
                  <a:pt x="246389" y="100519"/>
                  <a:pt x="244652" y="100794"/>
                  <a:pt x="242915" y="101892"/>
                </a:cubicBezTo>
                <a:cubicBezTo>
                  <a:pt x="240019" y="103540"/>
                  <a:pt x="238282" y="106561"/>
                  <a:pt x="238282" y="109857"/>
                </a:cubicBezTo>
                <a:cubicBezTo>
                  <a:pt x="238282" y="112603"/>
                  <a:pt x="239730" y="115624"/>
                  <a:pt x="242046" y="117272"/>
                </a:cubicBezTo>
                <a:cubicBezTo>
                  <a:pt x="244073" y="118645"/>
                  <a:pt x="246389" y="119195"/>
                  <a:pt x="251311" y="119195"/>
                </a:cubicBezTo>
                <a:lnTo>
                  <a:pt x="273315" y="119195"/>
                </a:lnTo>
                <a:cubicBezTo>
                  <a:pt x="277369" y="119195"/>
                  <a:pt x="279974" y="118920"/>
                  <a:pt x="281422" y="117821"/>
                </a:cubicBezTo>
                <a:cubicBezTo>
                  <a:pt x="284317" y="115899"/>
                  <a:pt x="286344" y="113152"/>
                  <a:pt x="286344" y="109857"/>
                </a:cubicBezTo>
                <a:cubicBezTo>
                  <a:pt x="286344" y="106836"/>
                  <a:pt x="284607" y="104089"/>
                  <a:pt x="282001" y="102167"/>
                </a:cubicBezTo>
                <a:cubicBezTo>
                  <a:pt x="279974" y="100794"/>
                  <a:pt x="278527" y="100519"/>
                  <a:pt x="273315" y="100519"/>
                </a:cubicBezTo>
                <a:lnTo>
                  <a:pt x="272157" y="100519"/>
                </a:lnTo>
                <a:lnTo>
                  <a:pt x="272157" y="66463"/>
                </a:lnTo>
                <a:cubicBezTo>
                  <a:pt x="281422" y="57126"/>
                  <a:pt x="287502" y="53830"/>
                  <a:pt x="296767" y="53830"/>
                </a:cubicBezTo>
                <a:cubicBezTo>
                  <a:pt x="308927" y="53830"/>
                  <a:pt x="314428" y="58224"/>
                  <a:pt x="314428" y="67287"/>
                </a:cubicBezTo>
                <a:lnTo>
                  <a:pt x="314428" y="100519"/>
                </a:lnTo>
                <a:cubicBezTo>
                  <a:pt x="306611" y="100519"/>
                  <a:pt x="302268" y="103815"/>
                  <a:pt x="302268" y="109857"/>
                </a:cubicBezTo>
                <a:cubicBezTo>
                  <a:pt x="302268" y="115899"/>
                  <a:pt x="306611" y="119195"/>
                  <a:pt x="315586" y="119195"/>
                </a:cubicBezTo>
                <a:lnTo>
                  <a:pt x="332958" y="119195"/>
                </a:lnTo>
                <a:cubicBezTo>
                  <a:pt x="337301" y="119195"/>
                  <a:pt x="339907" y="118920"/>
                  <a:pt x="341355" y="117821"/>
                </a:cubicBezTo>
                <a:cubicBezTo>
                  <a:pt x="344250" y="116173"/>
                  <a:pt x="345987" y="113152"/>
                  <a:pt x="345987" y="109857"/>
                </a:cubicBezTo>
                <a:cubicBezTo>
                  <a:pt x="345987" y="103815"/>
                  <a:pt x="341644" y="100519"/>
                  <a:pt x="334116" y="100519"/>
                </a:cubicBezTo>
                <a:lnTo>
                  <a:pt x="334116" y="66463"/>
                </a:lnTo>
                <a:cubicBezTo>
                  <a:pt x="334116" y="55478"/>
                  <a:pt x="330352" y="47788"/>
                  <a:pt x="322535" y="42020"/>
                </a:cubicBezTo>
                <a:cubicBezTo>
                  <a:pt x="315876" y="37626"/>
                  <a:pt x="307769" y="35154"/>
                  <a:pt x="299083" y="35154"/>
                </a:cubicBezTo>
                <a:cubicBezTo>
                  <a:pt x="288081" y="35154"/>
                  <a:pt x="281422" y="37901"/>
                  <a:pt x="272157" y="46414"/>
                </a:cubicBezTo>
                <a:lnTo>
                  <a:pt x="272157" y="37626"/>
                </a:lnTo>
                <a:close/>
                <a:moveTo>
                  <a:pt x="394049" y="56302"/>
                </a:moveTo>
                <a:lnTo>
                  <a:pt x="429661" y="56302"/>
                </a:lnTo>
                <a:cubicBezTo>
                  <a:pt x="434004" y="56302"/>
                  <a:pt x="436320" y="55752"/>
                  <a:pt x="437767" y="54928"/>
                </a:cubicBezTo>
                <a:cubicBezTo>
                  <a:pt x="440663" y="53281"/>
                  <a:pt x="442400" y="49985"/>
                  <a:pt x="442400" y="46964"/>
                </a:cubicBezTo>
                <a:cubicBezTo>
                  <a:pt x="442400" y="43943"/>
                  <a:pt x="440952" y="41196"/>
                  <a:pt x="438636" y="39274"/>
                </a:cubicBezTo>
                <a:cubicBezTo>
                  <a:pt x="436320" y="37901"/>
                  <a:pt x="434872" y="37626"/>
                  <a:pt x="429661" y="37626"/>
                </a:cubicBezTo>
                <a:lnTo>
                  <a:pt x="394049" y="37626"/>
                </a:lnTo>
                <a:lnTo>
                  <a:pt x="394049" y="21147"/>
                </a:lnTo>
                <a:cubicBezTo>
                  <a:pt x="394049" y="16204"/>
                  <a:pt x="393759" y="15105"/>
                  <a:pt x="392601" y="13183"/>
                </a:cubicBezTo>
                <a:cubicBezTo>
                  <a:pt x="390864" y="10436"/>
                  <a:pt x="387390" y="8789"/>
                  <a:pt x="384205" y="8789"/>
                </a:cubicBezTo>
                <a:cubicBezTo>
                  <a:pt x="381020" y="8789"/>
                  <a:pt x="377835" y="10436"/>
                  <a:pt x="376098" y="12634"/>
                </a:cubicBezTo>
                <a:cubicBezTo>
                  <a:pt x="374650" y="14556"/>
                  <a:pt x="374361" y="16204"/>
                  <a:pt x="374361" y="21147"/>
                </a:cubicBezTo>
                <a:lnTo>
                  <a:pt x="374361" y="37626"/>
                </a:lnTo>
                <a:lnTo>
                  <a:pt x="367412" y="37626"/>
                </a:lnTo>
                <a:cubicBezTo>
                  <a:pt x="362201" y="37626"/>
                  <a:pt x="360753" y="37901"/>
                  <a:pt x="359016" y="38999"/>
                </a:cubicBezTo>
                <a:cubicBezTo>
                  <a:pt x="356120" y="40647"/>
                  <a:pt x="354383" y="43668"/>
                  <a:pt x="354383" y="46964"/>
                </a:cubicBezTo>
                <a:cubicBezTo>
                  <a:pt x="354383" y="49710"/>
                  <a:pt x="355831" y="52731"/>
                  <a:pt x="358147" y="54379"/>
                </a:cubicBezTo>
                <a:cubicBezTo>
                  <a:pt x="360174" y="55752"/>
                  <a:pt x="362490" y="56302"/>
                  <a:pt x="367412" y="56302"/>
                </a:cubicBezTo>
                <a:lnTo>
                  <a:pt x="374361" y="56302"/>
                </a:lnTo>
                <a:lnTo>
                  <a:pt x="374361" y="96399"/>
                </a:lnTo>
                <a:cubicBezTo>
                  <a:pt x="374361" y="112329"/>
                  <a:pt x="388258" y="122216"/>
                  <a:pt x="410552" y="122216"/>
                </a:cubicBezTo>
                <a:cubicBezTo>
                  <a:pt x="420975" y="122216"/>
                  <a:pt x="436320" y="118920"/>
                  <a:pt x="446164" y="114800"/>
                </a:cubicBezTo>
                <a:cubicBezTo>
                  <a:pt x="453692" y="111505"/>
                  <a:pt x="456008" y="109033"/>
                  <a:pt x="456008" y="104639"/>
                </a:cubicBezTo>
                <a:cubicBezTo>
                  <a:pt x="456008" y="99420"/>
                  <a:pt x="451665" y="95026"/>
                  <a:pt x="446453" y="95026"/>
                </a:cubicBezTo>
                <a:cubicBezTo>
                  <a:pt x="444427" y="95026"/>
                  <a:pt x="442979" y="95575"/>
                  <a:pt x="439505" y="97223"/>
                </a:cubicBezTo>
                <a:cubicBezTo>
                  <a:pt x="430819" y="101343"/>
                  <a:pt x="421264" y="103540"/>
                  <a:pt x="410841" y="103540"/>
                </a:cubicBezTo>
                <a:cubicBezTo>
                  <a:pt x="403314" y="103540"/>
                  <a:pt x="397813" y="102167"/>
                  <a:pt x="395496" y="99695"/>
                </a:cubicBezTo>
                <a:cubicBezTo>
                  <a:pt x="394338" y="98596"/>
                  <a:pt x="394049" y="96674"/>
                  <a:pt x="394049" y="92829"/>
                </a:cubicBezTo>
                <a:lnTo>
                  <a:pt x="394049" y="56302"/>
                </a:lnTo>
                <a:close/>
                <a:moveTo>
                  <a:pt x="552783" y="59597"/>
                </a:moveTo>
                <a:cubicBezTo>
                  <a:pt x="564364" y="52182"/>
                  <a:pt x="569865" y="44217"/>
                  <a:pt x="569865" y="33781"/>
                </a:cubicBezTo>
                <a:cubicBezTo>
                  <a:pt x="569865" y="15105"/>
                  <a:pt x="551625" y="0"/>
                  <a:pt x="529041" y="0"/>
                </a:cubicBezTo>
                <a:cubicBezTo>
                  <a:pt x="506169" y="0"/>
                  <a:pt x="488218" y="15105"/>
                  <a:pt x="488218" y="34330"/>
                </a:cubicBezTo>
                <a:cubicBezTo>
                  <a:pt x="488218" y="44217"/>
                  <a:pt x="493719" y="52182"/>
                  <a:pt x="505300" y="59597"/>
                </a:cubicBezTo>
                <a:cubicBezTo>
                  <a:pt x="492850" y="67013"/>
                  <a:pt x="486191" y="76900"/>
                  <a:pt x="486191" y="88435"/>
                </a:cubicBezTo>
                <a:cubicBezTo>
                  <a:pt x="486191" y="108484"/>
                  <a:pt x="503563" y="121941"/>
                  <a:pt x="528752" y="121941"/>
                </a:cubicBezTo>
                <a:cubicBezTo>
                  <a:pt x="554520" y="121941"/>
                  <a:pt x="571892" y="108484"/>
                  <a:pt x="571892" y="88435"/>
                </a:cubicBezTo>
                <a:cubicBezTo>
                  <a:pt x="571892" y="76900"/>
                  <a:pt x="565232" y="67013"/>
                  <a:pt x="552783" y="59597"/>
                </a:cubicBezTo>
                <a:close/>
                <a:moveTo>
                  <a:pt x="529041" y="18676"/>
                </a:moveTo>
                <a:cubicBezTo>
                  <a:pt x="541781" y="18676"/>
                  <a:pt x="550177" y="25542"/>
                  <a:pt x="550177" y="35154"/>
                </a:cubicBezTo>
                <a:cubicBezTo>
                  <a:pt x="550177" y="44492"/>
                  <a:pt x="541491" y="51083"/>
                  <a:pt x="529041" y="51083"/>
                </a:cubicBezTo>
                <a:cubicBezTo>
                  <a:pt x="516592" y="51083"/>
                  <a:pt x="507906" y="44492"/>
                  <a:pt x="507906" y="34880"/>
                </a:cubicBezTo>
                <a:cubicBezTo>
                  <a:pt x="507906" y="25542"/>
                  <a:pt x="516302" y="18676"/>
                  <a:pt x="529041" y="18676"/>
                </a:cubicBezTo>
                <a:close/>
                <a:moveTo>
                  <a:pt x="529041" y="70034"/>
                </a:moveTo>
                <a:cubicBezTo>
                  <a:pt x="542070" y="70034"/>
                  <a:pt x="552204" y="77449"/>
                  <a:pt x="552204" y="87061"/>
                </a:cubicBezTo>
                <a:cubicBezTo>
                  <a:pt x="552204" y="96399"/>
                  <a:pt x="542360" y="103265"/>
                  <a:pt x="529041" y="103265"/>
                </a:cubicBezTo>
                <a:cubicBezTo>
                  <a:pt x="515723" y="103265"/>
                  <a:pt x="505879" y="96399"/>
                  <a:pt x="505879" y="86787"/>
                </a:cubicBezTo>
                <a:cubicBezTo>
                  <a:pt x="505879" y="77449"/>
                  <a:pt x="516302" y="70034"/>
                  <a:pt x="529041" y="70034"/>
                </a:cubicBezTo>
                <a:close/>
                <a:moveTo>
                  <a:pt x="708549" y="133201"/>
                </a:moveTo>
                <a:lnTo>
                  <a:pt x="585789" y="133201"/>
                </a:lnTo>
                <a:lnTo>
                  <a:pt x="585789" y="142539"/>
                </a:lnTo>
                <a:lnTo>
                  <a:pt x="708549" y="142539"/>
                </a:lnTo>
                <a:lnTo>
                  <a:pt x="708549" y="133201"/>
                </a:lnTo>
                <a:close/>
                <a:moveTo>
                  <a:pt x="748504" y="56302"/>
                </a:moveTo>
                <a:lnTo>
                  <a:pt x="784116" y="56302"/>
                </a:lnTo>
                <a:cubicBezTo>
                  <a:pt x="788459" y="56302"/>
                  <a:pt x="790775" y="55752"/>
                  <a:pt x="792223" y="54928"/>
                </a:cubicBezTo>
                <a:cubicBezTo>
                  <a:pt x="795118" y="53281"/>
                  <a:pt x="796855" y="49985"/>
                  <a:pt x="796855" y="46964"/>
                </a:cubicBezTo>
                <a:cubicBezTo>
                  <a:pt x="796855" y="43943"/>
                  <a:pt x="795408" y="41196"/>
                  <a:pt x="793091" y="39274"/>
                </a:cubicBezTo>
                <a:cubicBezTo>
                  <a:pt x="790775" y="37901"/>
                  <a:pt x="789328" y="37626"/>
                  <a:pt x="784116" y="37626"/>
                </a:cubicBezTo>
                <a:lnTo>
                  <a:pt x="748504" y="37626"/>
                </a:lnTo>
                <a:lnTo>
                  <a:pt x="748504" y="21147"/>
                </a:lnTo>
                <a:cubicBezTo>
                  <a:pt x="748504" y="16204"/>
                  <a:pt x="748214" y="15105"/>
                  <a:pt x="747056" y="13183"/>
                </a:cubicBezTo>
                <a:cubicBezTo>
                  <a:pt x="745319" y="10436"/>
                  <a:pt x="741845" y="8789"/>
                  <a:pt x="738660" y="8789"/>
                </a:cubicBezTo>
                <a:cubicBezTo>
                  <a:pt x="735475" y="8789"/>
                  <a:pt x="732291" y="10436"/>
                  <a:pt x="730553" y="12634"/>
                </a:cubicBezTo>
                <a:cubicBezTo>
                  <a:pt x="729106" y="14556"/>
                  <a:pt x="728816" y="16204"/>
                  <a:pt x="728816" y="21147"/>
                </a:cubicBezTo>
                <a:lnTo>
                  <a:pt x="728816" y="37626"/>
                </a:lnTo>
                <a:lnTo>
                  <a:pt x="721868" y="37626"/>
                </a:lnTo>
                <a:cubicBezTo>
                  <a:pt x="716656" y="37626"/>
                  <a:pt x="715208" y="37901"/>
                  <a:pt x="713471" y="38999"/>
                </a:cubicBezTo>
                <a:cubicBezTo>
                  <a:pt x="710576" y="40647"/>
                  <a:pt x="708839" y="43668"/>
                  <a:pt x="708839" y="46964"/>
                </a:cubicBezTo>
                <a:cubicBezTo>
                  <a:pt x="708839" y="49710"/>
                  <a:pt x="710286" y="52731"/>
                  <a:pt x="712603" y="54379"/>
                </a:cubicBezTo>
                <a:cubicBezTo>
                  <a:pt x="714629" y="55752"/>
                  <a:pt x="716946" y="56302"/>
                  <a:pt x="721868" y="56302"/>
                </a:cubicBezTo>
                <a:lnTo>
                  <a:pt x="728816" y="56302"/>
                </a:lnTo>
                <a:lnTo>
                  <a:pt x="728816" y="96399"/>
                </a:lnTo>
                <a:cubicBezTo>
                  <a:pt x="728816" y="112329"/>
                  <a:pt x="742714" y="122216"/>
                  <a:pt x="765007" y="122216"/>
                </a:cubicBezTo>
                <a:cubicBezTo>
                  <a:pt x="775430" y="122216"/>
                  <a:pt x="790775" y="118920"/>
                  <a:pt x="800619" y="114800"/>
                </a:cubicBezTo>
                <a:cubicBezTo>
                  <a:pt x="808147" y="111505"/>
                  <a:pt x="810463" y="109033"/>
                  <a:pt x="810463" y="104639"/>
                </a:cubicBezTo>
                <a:cubicBezTo>
                  <a:pt x="810463" y="99420"/>
                  <a:pt x="806120" y="95026"/>
                  <a:pt x="800909" y="95026"/>
                </a:cubicBezTo>
                <a:cubicBezTo>
                  <a:pt x="798882" y="95026"/>
                  <a:pt x="797435" y="95575"/>
                  <a:pt x="793960" y="97223"/>
                </a:cubicBezTo>
                <a:cubicBezTo>
                  <a:pt x="785274" y="101343"/>
                  <a:pt x="775720" y="103540"/>
                  <a:pt x="765297" y="103540"/>
                </a:cubicBezTo>
                <a:cubicBezTo>
                  <a:pt x="757769" y="103540"/>
                  <a:pt x="752268" y="102167"/>
                  <a:pt x="749952" y="99695"/>
                </a:cubicBezTo>
                <a:cubicBezTo>
                  <a:pt x="748794" y="98596"/>
                  <a:pt x="748504" y="96674"/>
                  <a:pt x="748504" y="92829"/>
                </a:cubicBezTo>
                <a:lnTo>
                  <a:pt x="748504" y="56302"/>
                </a:lnTo>
                <a:close/>
              </a:path>
            </a:pathLst>
          </a:custGeom>
          <a:solidFill xmlns:a="http://schemas.openxmlformats.org/drawingml/2006/main">
            <a:srgbClr val="B00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18099-1E1C-4C68-B65F-757DC4A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438" y="211375"/>
            <a:ext cx="73540" cy="66189"/>
          </a:xfrm>
          <a:custGeom xmlns:a="http://schemas.openxmlformats.org/drawingml/2006/main">
            <a:pathLst>
              <a:path w="73540" h="66189">
                <a:moveTo>
                  <a:pt x="32717" y="31035"/>
                </a:moveTo>
                <a:lnTo>
                  <a:pt x="6370" y="23345"/>
                </a:lnTo>
                <a:cubicBezTo>
                  <a:pt x="5212" y="22795"/>
                  <a:pt x="4632" y="22795"/>
                  <a:pt x="3764" y="22795"/>
                </a:cubicBezTo>
                <a:cubicBezTo>
                  <a:pt x="1737" y="22795"/>
                  <a:pt x="0" y="24443"/>
                  <a:pt x="0" y="26366"/>
                </a:cubicBezTo>
                <a:cubicBezTo>
                  <a:pt x="0" y="28288"/>
                  <a:pt x="1448" y="29936"/>
                  <a:pt x="3185" y="30211"/>
                </a:cubicBezTo>
                <a:lnTo>
                  <a:pt x="3764" y="30211"/>
                </a:lnTo>
                <a:lnTo>
                  <a:pt x="30111" y="38175"/>
                </a:lnTo>
                <a:lnTo>
                  <a:pt x="14187" y="59048"/>
                </a:lnTo>
                <a:cubicBezTo>
                  <a:pt x="12739" y="60970"/>
                  <a:pt x="12450" y="61245"/>
                  <a:pt x="12450" y="62344"/>
                </a:cubicBezTo>
                <a:cubicBezTo>
                  <a:pt x="12450" y="64541"/>
                  <a:pt x="14187" y="66189"/>
                  <a:pt x="16503" y="66189"/>
                </a:cubicBezTo>
                <a:cubicBezTo>
                  <a:pt x="17951" y="66189"/>
                  <a:pt x="19109" y="65365"/>
                  <a:pt x="20557" y="63442"/>
                </a:cubicBezTo>
                <a:lnTo>
                  <a:pt x="36481" y="42569"/>
                </a:lnTo>
                <a:lnTo>
                  <a:pt x="52694" y="63442"/>
                </a:lnTo>
                <a:cubicBezTo>
                  <a:pt x="54431" y="65639"/>
                  <a:pt x="55010" y="66189"/>
                  <a:pt x="56748" y="66189"/>
                </a:cubicBezTo>
                <a:cubicBezTo>
                  <a:pt x="58774" y="66189"/>
                  <a:pt x="60512" y="64541"/>
                  <a:pt x="60512" y="62344"/>
                </a:cubicBezTo>
                <a:cubicBezTo>
                  <a:pt x="60512" y="61520"/>
                  <a:pt x="59932" y="60421"/>
                  <a:pt x="59353" y="59048"/>
                </a:cubicBezTo>
                <a:lnTo>
                  <a:pt x="43140" y="38175"/>
                </a:lnTo>
                <a:lnTo>
                  <a:pt x="69487" y="30211"/>
                </a:lnTo>
                <a:cubicBezTo>
                  <a:pt x="72382" y="29387"/>
                  <a:pt x="73540" y="28288"/>
                  <a:pt x="73540" y="26091"/>
                </a:cubicBezTo>
                <a:cubicBezTo>
                  <a:pt x="73540" y="24443"/>
                  <a:pt x="71803" y="22521"/>
                  <a:pt x="69776" y="22521"/>
                </a:cubicBezTo>
                <a:cubicBezTo>
                  <a:pt x="69197" y="22521"/>
                  <a:pt x="67750" y="22795"/>
                  <a:pt x="66881" y="23070"/>
                </a:cubicBezTo>
                <a:lnTo>
                  <a:pt x="40824" y="31035"/>
                </a:lnTo>
                <a:lnTo>
                  <a:pt x="40824" y="5218"/>
                </a:lnTo>
                <a:cubicBezTo>
                  <a:pt x="40824" y="1648"/>
                  <a:pt x="39376" y="0"/>
                  <a:pt x="36770" y="0"/>
                </a:cubicBezTo>
                <a:cubicBezTo>
                  <a:pt x="33875" y="0"/>
                  <a:pt x="32717" y="1648"/>
                  <a:pt x="32717" y="5218"/>
                </a:cubicBezTo>
                <a:lnTo>
                  <a:pt x="32717" y="31035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1C386-740B-4C62-B29B-32F81E7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1" y="178692"/>
            <a:ext cx="527015" cy="140067"/>
          </a:xfrm>
          <a:custGeom xmlns:a="http://schemas.openxmlformats.org/drawingml/2006/main">
            <a:pathLst>
              <a:path w="527015" h="140067">
                <a:moveTo>
                  <a:pt x="86280" y="0"/>
                </a:moveTo>
                <a:lnTo>
                  <a:pt x="67750" y="0"/>
                </a:lnTo>
                <a:cubicBezTo>
                  <a:pt x="64275" y="0"/>
                  <a:pt x="62249" y="1373"/>
                  <a:pt x="62249" y="3845"/>
                </a:cubicBezTo>
                <a:cubicBezTo>
                  <a:pt x="62249" y="6317"/>
                  <a:pt x="64275" y="7690"/>
                  <a:pt x="67750" y="7690"/>
                </a:cubicBezTo>
                <a:lnTo>
                  <a:pt x="78173" y="7690"/>
                </a:lnTo>
                <a:lnTo>
                  <a:pt x="78173" y="51907"/>
                </a:lnTo>
                <a:cubicBezTo>
                  <a:pt x="68618" y="38450"/>
                  <a:pt x="57327" y="32408"/>
                  <a:pt x="42561" y="32408"/>
                </a:cubicBezTo>
                <a:cubicBezTo>
                  <a:pt x="19109" y="32408"/>
                  <a:pt x="0" y="51083"/>
                  <a:pt x="0" y="74153"/>
                </a:cubicBezTo>
                <a:cubicBezTo>
                  <a:pt x="0" y="96949"/>
                  <a:pt x="19109" y="115899"/>
                  <a:pt x="42561" y="115899"/>
                </a:cubicBezTo>
                <a:cubicBezTo>
                  <a:pt x="57327" y="115899"/>
                  <a:pt x="69197" y="109307"/>
                  <a:pt x="78173" y="96125"/>
                </a:cubicBezTo>
                <a:lnTo>
                  <a:pt x="78173" y="112878"/>
                </a:lnTo>
                <a:lnTo>
                  <a:pt x="96992" y="112878"/>
                </a:lnTo>
                <a:cubicBezTo>
                  <a:pt x="100466" y="112878"/>
                  <a:pt x="102204" y="111505"/>
                  <a:pt x="102204" y="109033"/>
                </a:cubicBezTo>
                <a:cubicBezTo>
                  <a:pt x="102204" y="106561"/>
                  <a:pt x="100466" y="105188"/>
                  <a:pt x="96992" y="105188"/>
                </a:cubicBezTo>
                <a:lnTo>
                  <a:pt x="86280" y="105188"/>
                </a:lnTo>
                <a:lnTo>
                  <a:pt x="86280" y="0"/>
                </a:lnTo>
                <a:close/>
                <a:moveTo>
                  <a:pt x="43140" y="40098"/>
                </a:moveTo>
                <a:cubicBezTo>
                  <a:pt x="62828" y="40098"/>
                  <a:pt x="78173" y="54928"/>
                  <a:pt x="78173" y="74428"/>
                </a:cubicBezTo>
                <a:cubicBezTo>
                  <a:pt x="78173" y="93104"/>
                  <a:pt x="62538" y="108209"/>
                  <a:pt x="43140" y="108209"/>
                </a:cubicBezTo>
                <a:cubicBezTo>
                  <a:pt x="23452" y="108209"/>
                  <a:pt x="8107" y="93104"/>
                  <a:pt x="8107" y="74153"/>
                </a:cubicBezTo>
                <a:cubicBezTo>
                  <a:pt x="8107" y="55203"/>
                  <a:pt x="23452" y="40098"/>
                  <a:pt x="43140" y="40098"/>
                </a:cubicBezTo>
                <a:close/>
                <a:moveTo>
                  <a:pt x="188194" y="112878"/>
                </a:moveTo>
                <a:lnTo>
                  <a:pt x="207013" y="112878"/>
                </a:lnTo>
                <a:cubicBezTo>
                  <a:pt x="210487" y="112878"/>
                  <a:pt x="212225" y="111505"/>
                  <a:pt x="212225" y="109033"/>
                </a:cubicBezTo>
                <a:cubicBezTo>
                  <a:pt x="212225" y="106561"/>
                  <a:pt x="210487" y="105188"/>
                  <a:pt x="207013" y="105188"/>
                </a:cubicBezTo>
                <a:lnTo>
                  <a:pt x="196300" y="105188"/>
                </a:lnTo>
                <a:lnTo>
                  <a:pt x="196300" y="55478"/>
                </a:lnTo>
                <a:cubicBezTo>
                  <a:pt x="196300" y="42020"/>
                  <a:pt x="182982" y="32408"/>
                  <a:pt x="164452" y="32408"/>
                </a:cubicBezTo>
                <a:cubicBezTo>
                  <a:pt x="157214" y="32408"/>
                  <a:pt x="144475" y="34880"/>
                  <a:pt x="133762" y="38450"/>
                </a:cubicBezTo>
                <a:cubicBezTo>
                  <a:pt x="131446" y="38999"/>
                  <a:pt x="130288" y="40372"/>
                  <a:pt x="130288" y="42295"/>
                </a:cubicBezTo>
                <a:cubicBezTo>
                  <a:pt x="130288" y="44217"/>
                  <a:pt x="132025" y="46140"/>
                  <a:pt x="134052" y="46140"/>
                </a:cubicBezTo>
                <a:cubicBezTo>
                  <a:pt x="134341" y="46140"/>
                  <a:pt x="135210" y="45865"/>
                  <a:pt x="136078" y="45591"/>
                </a:cubicBezTo>
                <a:cubicBezTo>
                  <a:pt x="151424" y="41196"/>
                  <a:pt x="156925" y="40098"/>
                  <a:pt x="163873" y="40098"/>
                </a:cubicBezTo>
                <a:cubicBezTo>
                  <a:pt x="178350" y="40098"/>
                  <a:pt x="188194" y="46140"/>
                  <a:pt x="188194" y="55478"/>
                </a:cubicBezTo>
                <a:lnTo>
                  <a:pt x="188194" y="68660"/>
                </a:lnTo>
                <a:cubicBezTo>
                  <a:pt x="176612" y="65639"/>
                  <a:pt x="170532" y="64815"/>
                  <a:pt x="161267" y="64815"/>
                </a:cubicBezTo>
                <a:cubicBezTo>
                  <a:pt x="136658" y="64815"/>
                  <a:pt x="119865" y="75801"/>
                  <a:pt x="119865" y="92005"/>
                </a:cubicBezTo>
                <a:cubicBezTo>
                  <a:pt x="119865" y="106286"/>
                  <a:pt x="132315" y="115899"/>
                  <a:pt x="150555" y="115899"/>
                </a:cubicBezTo>
                <a:cubicBezTo>
                  <a:pt x="164452" y="115899"/>
                  <a:pt x="176033" y="110955"/>
                  <a:pt x="188194" y="100244"/>
                </a:cubicBezTo>
                <a:lnTo>
                  <a:pt x="188194" y="112878"/>
                </a:lnTo>
                <a:close/>
                <a:moveTo>
                  <a:pt x="188194" y="92005"/>
                </a:moveTo>
                <a:cubicBezTo>
                  <a:pt x="174875" y="103815"/>
                  <a:pt x="164452" y="108209"/>
                  <a:pt x="150265" y="108209"/>
                </a:cubicBezTo>
                <a:cubicBezTo>
                  <a:pt x="136658" y="108209"/>
                  <a:pt x="127972" y="101892"/>
                  <a:pt x="127972" y="92280"/>
                </a:cubicBezTo>
                <a:cubicBezTo>
                  <a:pt x="127972" y="80470"/>
                  <a:pt x="142159" y="72231"/>
                  <a:pt x="163005" y="72231"/>
                </a:cubicBezTo>
                <a:cubicBezTo>
                  <a:pt x="171691" y="72231"/>
                  <a:pt x="180955" y="73604"/>
                  <a:pt x="188194" y="75252"/>
                </a:cubicBezTo>
                <a:lnTo>
                  <a:pt x="188194" y="92005"/>
                </a:lnTo>
                <a:close/>
                <a:moveTo>
                  <a:pt x="260359" y="34880"/>
                </a:moveTo>
                <a:lnTo>
                  <a:pt x="260359" y="12908"/>
                </a:lnTo>
                <a:cubicBezTo>
                  <a:pt x="260359" y="9338"/>
                  <a:pt x="259201" y="7690"/>
                  <a:pt x="256595" y="7690"/>
                </a:cubicBezTo>
                <a:cubicBezTo>
                  <a:pt x="253700" y="7690"/>
                  <a:pt x="252541" y="9338"/>
                  <a:pt x="252541" y="12908"/>
                </a:cubicBezTo>
                <a:lnTo>
                  <a:pt x="252541" y="34880"/>
                </a:lnTo>
                <a:lnTo>
                  <a:pt x="237775" y="34880"/>
                </a:lnTo>
                <a:cubicBezTo>
                  <a:pt x="234012" y="34880"/>
                  <a:pt x="232274" y="36253"/>
                  <a:pt x="232274" y="38724"/>
                </a:cubicBezTo>
                <a:cubicBezTo>
                  <a:pt x="232274" y="41471"/>
                  <a:pt x="234012" y="42569"/>
                  <a:pt x="237775" y="42569"/>
                </a:cubicBezTo>
                <a:lnTo>
                  <a:pt x="252541" y="42569"/>
                </a:lnTo>
                <a:lnTo>
                  <a:pt x="252541" y="92829"/>
                </a:lnTo>
                <a:cubicBezTo>
                  <a:pt x="252541" y="106836"/>
                  <a:pt x="264412" y="115899"/>
                  <a:pt x="282942" y="115899"/>
                </a:cubicBezTo>
                <a:cubicBezTo>
                  <a:pt x="299735" y="115899"/>
                  <a:pt x="322028" y="108758"/>
                  <a:pt x="322028" y="103265"/>
                </a:cubicBezTo>
                <a:cubicBezTo>
                  <a:pt x="322028" y="101617"/>
                  <a:pt x="320291" y="99695"/>
                  <a:pt x="318264" y="99695"/>
                </a:cubicBezTo>
                <a:cubicBezTo>
                  <a:pt x="317396" y="99695"/>
                  <a:pt x="316817" y="99695"/>
                  <a:pt x="315369" y="100794"/>
                </a:cubicBezTo>
                <a:cubicBezTo>
                  <a:pt x="307552" y="104913"/>
                  <a:pt x="293654" y="108209"/>
                  <a:pt x="282652" y="108209"/>
                </a:cubicBezTo>
                <a:cubicBezTo>
                  <a:pt x="269045" y="108209"/>
                  <a:pt x="260359" y="102167"/>
                  <a:pt x="260359" y="92554"/>
                </a:cubicBezTo>
                <a:lnTo>
                  <a:pt x="260359" y="42569"/>
                </a:lnTo>
                <a:lnTo>
                  <a:pt x="303788" y="42569"/>
                </a:lnTo>
                <a:cubicBezTo>
                  <a:pt x="307262" y="42569"/>
                  <a:pt x="309000" y="41471"/>
                  <a:pt x="309000" y="38725"/>
                </a:cubicBezTo>
                <a:cubicBezTo>
                  <a:pt x="309000" y="36253"/>
                  <a:pt x="307262" y="34880"/>
                  <a:pt x="303788" y="34880"/>
                </a:cubicBezTo>
                <a:lnTo>
                  <a:pt x="260359" y="34880"/>
                </a:lnTo>
                <a:close/>
                <a:moveTo>
                  <a:pt x="424521" y="112878"/>
                </a:moveTo>
                <a:lnTo>
                  <a:pt x="443341" y="112878"/>
                </a:lnTo>
                <a:cubicBezTo>
                  <a:pt x="446815" y="112878"/>
                  <a:pt x="448552" y="111505"/>
                  <a:pt x="448552" y="109033"/>
                </a:cubicBezTo>
                <a:cubicBezTo>
                  <a:pt x="448552" y="106561"/>
                  <a:pt x="446815" y="105188"/>
                  <a:pt x="443341" y="105188"/>
                </a:cubicBezTo>
                <a:lnTo>
                  <a:pt x="432628" y="105188"/>
                </a:lnTo>
                <a:lnTo>
                  <a:pt x="432628" y="55478"/>
                </a:lnTo>
                <a:cubicBezTo>
                  <a:pt x="432628" y="42020"/>
                  <a:pt x="419310" y="32408"/>
                  <a:pt x="400780" y="32408"/>
                </a:cubicBezTo>
                <a:cubicBezTo>
                  <a:pt x="393542" y="32408"/>
                  <a:pt x="380803" y="34880"/>
                  <a:pt x="370090" y="38450"/>
                </a:cubicBezTo>
                <a:cubicBezTo>
                  <a:pt x="367774" y="38999"/>
                  <a:pt x="366616" y="40372"/>
                  <a:pt x="366616" y="42295"/>
                </a:cubicBezTo>
                <a:cubicBezTo>
                  <a:pt x="366616" y="44217"/>
                  <a:pt x="368353" y="46140"/>
                  <a:pt x="370380" y="46140"/>
                </a:cubicBezTo>
                <a:cubicBezTo>
                  <a:pt x="370669" y="46140"/>
                  <a:pt x="371538" y="45865"/>
                  <a:pt x="372406" y="45591"/>
                </a:cubicBezTo>
                <a:cubicBezTo>
                  <a:pt x="387751" y="41196"/>
                  <a:pt x="393252" y="40098"/>
                  <a:pt x="400201" y="40098"/>
                </a:cubicBezTo>
                <a:cubicBezTo>
                  <a:pt x="414677" y="40098"/>
                  <a:pt x="424521" y="46140"/>
                  <a:pt x="424521" y="55478"/>
                </a:cubicBezTo>
                <a:lnTo>
                  <a:pt x="424521" y="68660"/>
                </a:lnTo>
                <a:cubicBezTo>
                  <a:pt x="412940" y="65639"/>
                  <a:pt x="406860" y="64815"/>
                  <a:pt x="397595" y="64815"/>
                </a:cubicBezTo>
                <a:cubicBezTo>
                  <a:pt x="372985" y="64815"/>
                  <a:pt x="356193" y="75801"/>
                  <a:pt x="356193" y="92005"/>
                </a:cubicBezTo>
                <a:cubicBezTo>
                  <a:pt x="356193" y="106286"/>
                  <a:pt x="368642" y="115899"/>
                  <a:pt x="386883" y="115899"/>
                </a:cubicBezTo>
                <a:cubicBezTo>
                  <a:pt x="400780" y="115899"/>
                  <a:pt x="412361" y="110955"/>
                  <a:pt x="424521" y="100244"/>
                </a:cubicBezTo>
                <a:lnTo>
                  <a:pt x="424521" y="112878"/>
                </a:lnTo>
                <a:close/>
                <a:moveTo>
                  <a:pt x="424521" y="92005"/>
                </a:moveTo>
                <a:cubicBezTo>
                  <a:pt x="411203" y="103815"/>
                  <a:pt x="400780" y="108209"/>
                  <a:pt x="386593" y="108209"/>
                </a:cubicBezTo>
                <a:cubicBezTo>
                  <a:pt x="372985" y="108209"/>
                  <a:pt x="364299" y="101892"/>
                  <a:pt x="364299" y="92280"/>
                </a:cubicBezTo>
                <a:cubicBezTo>
                  <a:pt x="364299" y="80470"/>
                  <a:pt x="378486" y="72231"/>
                  <a:pt x="399332" y="72231"/>
                </a:cubicBezTo>
                <a:cubicBezTo>
                  <a:pt x="408018" y="72231"/>
                  <a:pt x="417283" y="73604"/>
                  <a:pt x="424521" y="75252"/>
                </a:cubicBezTo>
                <a:lnTo>
                  <a:pt x="424521" y="92005"/>
                </a:lnTo>
                <a:close/>
                <a:moveTo>
                  <a:pt x="500957" y="85688"/>
                </a:moveTo>
                <a:lnTo>
                  <a:pt x="487060" y="132377"/>
                </a:lnTo>
                <a:cubicBezTo>
                  <a:pt x="486770" y="133201"/>
                  <a:pt x="486770" y="133751"/>
                  <a:pt x="486770" y="134574"/>
                </a:cubicBezTo>
                <a:cubicBezTo>
                  <a:pt x="486770" y="137596"/>
                  <a:pt x="489376" y="140067"/>
                  <a:pt x="492561" y="140067"/>
                </a:cubicBezTo>
                <a:cubicBezTo>
                  <a:pt x="494877" y="140067"/>
                  <a:pt x="496614" y="138969"/>
                  <a:pt x="498641" y="135398"/>
                </a:cubicBezTo>
                <a:lnTo>
                  <a:pt x="527015" y="85688"/>
                </a:lnTo>
                <a:lnTo>
                  <a:pt x="500957" y="85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6AF09-51C7-4A98-AA7E-C58197E7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543" y="385292"/>
            <a:ext cx="680465" cy="139793"/>
          </a:xfrm>
          <a:custGeom xmlns:a="http://schemas.openxmlformats.org/drawingml/2006/main">
            <a:pathLst>
              <a:path w="680465" h="139793">
                <a:moveTo>
                  <a:pt x="66013" y="58224"/>
                </a:moveTo>
                <a:cubicBezTo>
                  <a:pt x="68329" y="62344"/>
                  <a:pt x="71224" y="63992"/>
                  <a:pt x="75277" y="63992"/>
                </a:cubicBezTo>
                <a:cubicBezTo>
                  <a:pt x="78173" y="63992"/>
                  <a:pt x="81358" y="62344"/>
                  <a:pt x="83384" y="60147"/>
                </a:cubicBezTo>
                <a:cubicBezTo>
                  <a:pt x="84832" y="58499"/>
                  <a:pt x="85121" y="56576"/>
                  <a:pt x="85121" y="51633"/>
                </a:cubicBezTo>
                <a:lnTo>
                  <a:pt x="85121" y="44767"/>
                </a:lnTo>
                <a:cubicBezTo>
                  <a:pt x="85121" y="36253"/>
                  <a:pt x="82226" y="32408"/>
                  <a:pt x="75857" y="32408"/>
                </a:cubicBezTo>
                <a:cubicBezTo>
                  <a:pt x="72961" y="32408"/>
                  <a:pt x="71224" y="33781"/>
                  <a:pt x="69487" y="37351"/>
                </a:cubicBezTo>
                <a:cubicBezTo>
                  <a:pt x="61959" y="33781"/>
                  <a:pt x="53852" y="32408"/>
                  <a:pt x="44298" y="32408"/>
                </a:cubicBezTo>
                <a:cubicBezTo>
                  <a:pt x="20557" y="32408"/>
                  <a:pt x="3764" y="43119"/>
                  <a:pt x="3764" y="57949"/>
                </a:cubicBezTo>
                <a:cubicBezTo>
                  <a:pt x="3764" y="72780"/>
                  <a:pt x="15345" y="80195"/>
                  <a:pt x="42850" y="82942"/>
                </a:cubicBezTo>
                <a:cubicBezTo>
                  <a:pt x="53563" y="84040"/>
                  <a:pt x="57616" y="84864"/>
                  <a:pt x="60801" y="86238"/>
                </a:cubicBezTo>
                <a:cubicBezTo>
                  <a:pt x="65144" y="87611"/>
                  <a:pt x="67750" y="90357"/>
                  <a:pt x="67750" y="92829"/>
                </a:cubicBezTo>
                <a:cubicBezTo>
                  <a:pt x="67750" y="96949"/>
                  <a:pt x="57327" y="100794"/>
                  <a:pt x="44587" y="100794"/>
                </a:cubicBezTo>
                <a:cubicBezTo>
                  <a:pt x="33875" y="100794"/>
                  <a:pt x="25768" y="98322"/>
                  <a:pt x="19977" y="93378"/>
                </a:cubicBezTo>
                <a:cubicBezTo>
                  <a:pt x="18240" y="87885"/>
                  <a:pt x="15055" y="85139"/>
                  <a:pt x="9844" y="85139"/>
                </a:cubicBezTo>
                <a:cubicBezTo>
                  <a:pt x="6659" y="85139"/>
                  <a:pt x="3764" y="86512"/>
                  <a:pt x="1737" y="89259"/>
                </a:cubicBezTo>
                <a:cubicBezTo>
                  <a:pt x="290" y="91181"/>
                  <a:pt x="0" y="92829"/>
                  <a:pt x="0" y="97772"/>
                </a:cubicBezTo>
                <a:lnTo>
                  <a:pt x="0" y="103815"/>
                </a:lnTo>
                <a:cubicBezTo>
                  <a:pt x="0" y="108484"/>
                  <a:pt x="290" y="110131"/>
                  <a:pt x="1158" y="111779"/>
                </a:cubicBezTo>
                <a:cubicBezTo>
                  <a:pt x="3185" y="114800"/>
                  <a:pt x="6370" y="116173"/>
                  <a:pt x="9844" y="116173"/>
                </a:cubicBezTo>
                <a:cubicBezTo>
                  <a:pt x="12450" y="116173"/>
                  <a:pt x="14187" y="115624"/>
                  <a:pt x="16214" y="113976"/>
                </a:cubicBezTo>
                <a:cubicBezTo>
                  <a:pt x="24031" y="117547"/>
                  <a:pt x="34164" y="119469"/>
                  <a:pt x="45456" y="119469"/>
                </a:cubicBezTo>
                <a:cubicBezTo>
                  <a:pt x="70645" y="119469"/>
                  <a:pt x="89175" y="108484"/>
                  <a:pt x="89175" y="93104"/>
                </a:cubicBezTo>
                <a:cubicBezTo>
                  <a:pt x="89175" y="84590"/>
                  <a:pt x="84253" y="76350"/>
                  <a:pt x="75567" y="71956"/>
                </a:cubicBezTo>
                <a:cubicBezTo>
                  <a:pt x="69487" y="68935"/>
                  <a:pt x="61670" y="66738"/>
                  <a:pt x="46904" y="64815"/>
                </a:cubicBezTo>
                <a:cubicBezTo>
                  <a:pt x="34454" y="63168"/>
                  <a:pt x="33296" y="63168"/>
                  <a:pt x="30401" y="62069"/>
                </a:cubicBezTo>
                <a:cubicBezTo>
                  <a:pt x="27216" y="60970"/>
                  <a:pt x="25189" y="59323"/>
                  <a:pt x="25189" y="57675"/>
                </a:cubicBezTo>
                <a:cubicBezTo>
                  <a:pt x="25189" y="54379"/>
                  <a:pt x="34743" y="51083"/>
                  <a:pt x="44877" y="51083"/>
                </a:cubicBezTo>
                <a:cubicBezTo>
                  <a:pt x="52984" y="51083"/>
                  <a:pt x="59643" y="52731"/>
                  <a:pt x="65144" y="56576"/>
                </a:cubicBezTo>
                <a:lnTo>
                  <a:pt x="66013" y="58224"/>
                </a:lnTo>
                <a:close/>
                <a:moveTo>
                  <a:pt x="172559" y="34880"/>
                </a:moveTo>
                <a:lnTo>
                  <a:pt x="137526" y="34880"/>
                </a:lnTo>
                <a:cubicBezTo>
                  <a:pt x="132315" y="34880"/>
                  <a:pt x="130867" y="35154"/>
                  <a:pt x="129130" y="36253"/>
                </a:cubicBezTo>
                <a:cubicBezTo>
                  <a:pt x="126235" y="37901"/>
                  <a:pt x="124208" y="40922"/>
                  <a:pt x="124208" y="44217"/>
                </a:cubicBezTo>
                <a:cubicBezTo>
                  <a:pt x="124208" y="47238"/>
                  <a:pt x="125945" y="49985"/>
                  <a:pt x="128551" y="51633"/>
                </a:cubicBezTo>
                <a:cubicBezTo>
                  <a:pt x="130288" y="53006"/>
                  <a:pt x="132604" y="53555"/>
                  <a:pt x="137526" y="53555"/>
                </a:cubicBezTo>
                <a:lnTo>
                  <a:pt x="152871" y="53555"/>
                </a:lnTo>
                <a:lnTo>
                  <a:pt x="152871" y="97772"/>
                </a:lnTo>
                <a:lnTo>
                  <a:pt x="128840" y="97772"/>
                </a:lnTo>
                <a:cubicBezTo>
                  <a:pt x="123629" y="97772"/>
                  <a:pt x="122471" y="98047"/>
                  <a:pt x="120444" y="99146"/>
                </a:cubicBezTo>
                <a:cubicBezTo>
                  <a:pt x="117549" y="100794"/>
                  <a:pt x="115811" y="103815"/>
                  <a:pt x="115811" y="107110"/>
                </a:cubicBezTo>
                <a:cubicBezTo>
                  <a:pt x="115811" y="110131"/>
                  <a:pt x="117549" y="112878"/>
                  <a:pt x="119865" y="114526"/>
                </a:cubicBezTo>
                <a:cubicBezTo>
                  <a:pt x="121602" y="115899"/>
                  <a:pt x="124208" y="116448"/>
                  <a:pt x="128840" y="116448"/>
                </a:cubicBezTo>
                <a:lnTo>
                  <a:pt x="196590" y="116448"/>
                </a:lnTo>
                <a:cubicBezTo>
                  <a:pt x="200643" y="116448"/>
                  <a:pt x="203539" y="115899"/>
                  <a:pt x="204986" y="115075"/>
                </a:cubicBezTo>
                <a:cubicBezTo>
                  <a:pt x="207882" y="113152"/>
                  <a:pt x="209619" y="110406"/>
                  <a:pt x="209619" y="107110"/>
                </a:cubicBezTo>
                <a:cubicBezTo>
                  <a:pt x="209619" y="104089"/>
                  <a:pt x="207882" y="101343"/>
                  <a:pt x="205565" y="99420"/>
                </a:cubicBezTo>
                <a:cubicBezTo>
                  <a:pt x="203539" y="98047"/>
                  <a:pt x="201802" y="97772"/>
                  <a:pt x="196590" y="97772"/>
                </a:cubicBezTo>
                <a:lnTo>
                  <a:pt x="172559" y="97772"/>
                </a:lnTo>
                <a:lnTo>
                  <a:pt x="172559" y="34880"/>
                </a:lnTo>
                <a:close/>
                <a:moveTo>
                  <a:pt x="169664" y="0"/>
                </a:moveTo>
                <a:lnTo>
                  <a:pt x="146502" y="0"/>
                </a:lnTo>
                <a:lnTo>
                  <a:pt x="146502" y="19774"/>
                </a:lnTo>
                <a:lnTo>
                  <a:pt x="169664" y="19774"/>
                </a:lnTo>
                <a:lnTo>
                  <a:pt x="169664" y="0"/>
                </a:lnTo>
                <a:close/>
                <a:moveTo>
                  <a:pt x="269913" y="97772"/>
                </a:moveTo>
                <a:lnTo>
                  <a:pt x="321449" y="49985"/>
                </a:lnTo>
                <a:lnTo>
                  <a:pt x="321449" y="34880"/>
                </a:lnTo>
                <a:lnTo>
                  <a:pt x="240960" y="34880"/>
                </a:lnTo>
                <a:lnTo>
                  <a:pt x="240960" y="55203"/>
                </a:lnTo>
                <a:cubicBezTo>
                  <a:pt x="240960" y="59597"/>
                  <a:pt x="241250" y="61245"/>
                  <a:pt x="242408" y="63168"/>
                </a:cubicBezTo>
                <a:cubicBezTo>
                  <a:pt x="244145" y="65914"/>
                  <a:pt x="247330" y="67562"/>
                  <a:pt x="250804" y="67562"/>
                </a:cubicBezTo>
                <a:cubicBezTo>
                  <a:pt x="253989" y="67562"/>
                  <a:pt x="256884" y="65914"/>
                  <a:pt x="258911" y="63717"/>
                </a:cubicBezTo>
                <a:cubicBezTo>
                  <a:pt x="260359" y="61794"/>
                  <a:pt x="260648" y="60147"/>
                  <a:pt x="260648" y="55203"/>
                </a:cubicBezTo>
                <a:lnTo>
                  <a:pt x="260648" y="53555"/>
                </a:lnTo>
                <a:lnTo>
                  <a:pt x="289890" y="53555"/>
                </a:lnTo>
                <a:lnTo>
                  <a:pt x="238644" y="101068"/>
                </a:lnTo>
                <a:lnTo>
                  <a:pt x="238644" y="116448"/>
                </a:lnTo>
                <a:lnTo>
                  <a:pt x="324055" y="116448"/>
                </a:lnTo>
                <a:lnTo>
                  <a:pt x="324055" y="99970"/>
                </a:lnTo>
                <a:cubicBezTo>
                  <a:pt x="324055" y="95026"/>
                  <a:pt x="323765" y="93928"/>
                  <a:pt x="322607" y="92280"/>
                </a:cubicBezTo>
                <a:cubicBezTo>
                  <a:pt x="320870" y="89259"/>
                  <a:pt x="317396" y="87611"/>
                  <a:pt x="314211" y="87611"/>
                </a:cubicBezTo>
                <a:cubicBezTo>
                  <a:pt x="308420" y="87611"/>
                  <a:pt x="304657" y="91181"/>
                  <a:pt x="304367" y="97772"/>
                </a:cubicBezTo>
                <a:lnTo>
                  <a:pt x="269913" y="97772"/>
                </a:lnTo>
                <a:close/>
                <a:moveTo>
                  <a:pt x="448263" y="84315"/>
                </a:moveTo>
                <a:lnTo>
                  <a:pt x="448263" y="77174"/>
                </a:lnTo>
                <a:cubicBezTo>
                  <a:pt x="448263" y="51358"/>
                  <a:pt x="426548" y="32408"/>
                  <a:pt x="397306" y="32408"/>
                </a:cubicBezTo>
                <a:cubicBezTo>
                  <a:pt x="368642" y="32408"/>
                  <a:pt x="346349" y="51358"/>
                  <a:pt x="346349" y="76076"/>
                </a:cubicBezTo>
                <a:cubicBezTo>
                  <a:pt x="346349" y="101617"/>
                  <a:pt x="368063" y="119469"/>
                  <a:pt x="398464" y="119469"/>
                </a:cubicBezTo>
                <a:cubicBezTo>
                  <a:pt x="412361" y="119469"/>
                  <a:pt x="432628" y="116173"/>
                  <a:pt x="441314" y="112328"/>
                </a:cubicBezTo>
                <a:cubicBezTo>
                  <a:pt x="446236" y="110406"/>
                  <a:pt x="448263" y="107660"/>
                  <a:pt x="448263" y="103815"/>
                </a:cubicBezTo>
                <a:cubicBezTo>
                  <a:pt x="448263" y="98596"/>
                  <a:pt x="444209" y="94477"/>
                  <a:pt x="438708" y="94477"/>
                </a:cubicBezTo>
                <a:cubicBezTo>
                  <a:pt x="436971" y="94477"/>
                  <a:pt x="434655" y="95026"/>
                  <a:pt x="432339" y="95575"/>
                </a:cubicBezTo>
                <a:cubicBezTo>
                  <a:pt x="414098" y="99970"/>
                  <a:pt x="409176" y="100794"/>
                  <a:pt x="400201" y="100794"/>
                </a:cubicBezTo>
                <a:cubicBezTo>
                  <a:pt x="382829" y="100794"/>
                  <a:pt x="372406" y="95575"/>
                  <a:pt x="368063" y="84315"/>
                </a:cubicBezTo>
                <a:lnTo>
                  <a:pt x="448263" y="84315"/>
                </a:lnTo>
                <a:close/>
                <a:moveTo>
                  <a:pt x="368642" y="67837"/>
                </a:moveTo>
                <a:cubicBezTo>
                  <a:pt x="371538" y="57675"/>
                  <a:pt x="383119" y="51083"/>
                  <a:pt x="397595" y="51083"/>
                </a:cubicBezTo>
                <a:cubicBezTo>
                  <a:pt x="411782" y="51083"/>
                  <a:pt x="423363" y="57675"/>
                  <a:pt x="426548" y="67837"/>
                </a:cubicBezTo>
                <a:lnTo>
                  <a:pt x="368642" y="67837"/>
                </a:lnTo>
                <a:close/>
                <a:moveTo>
                  <a:pt x="578551" y="130455"/>
                </a:moveTo>
                <a:lnTo>
                  <a:pt x="455791" y="130455"/>
                </a:lnTo>
                <a:lnTo>
                  <a:pt x="455791" y="139793"/>
                </a:lnTo>
                <a:lnTo>
                  <a:pt x="578551" y="139793"/>
                </a:lnTo>
                <a:lnTo>
                  <a:pt x="578551" y="130455"/>
                </a:lnTo>
                <a:close/>
                <a:moveTo>
                  <a:pt x="618506" y="53555"/>
                </a:moveTo>
                <a:lnTo>
                  <a:pt x="654118" y="53555"/>
                </a:lnTo>
                <a:cubicBezTo>
                  <a:pt x="658461" y="53555"/>
                  <a:pt x="660777" y="53006"/>
                  <a:pt x="662225" y="52182"/>
                </a:cubicBezTo>
                <a:cubicBezTo>
                  <a:pt x="665120" y="50534"/>
                  <a:pt x="666857" y="47238"/>
                  <a:pt x="666857" y="44217"/>
                </a:cubicBezTo>
                <a:cubicBezTo>
                  <a:pt x="666857" y="41196"/>
                  <a:pt x="665409" y="38450"/>
                  <a:pt x="663093" y="36527"/>
                </a:cubicBezTo>
                <a:cubicBezTo>
                  <a:pt x="660777" y="35154"/>
                  <a:pt x="659329" y="34880"/>
                  <a:pt x="654118" y="34880"/>
                </a:cubicBezTo>
                <a:lnTo>
                  <a:pt x="618506" y="34880"/>
                </a:lnTo>
                <a:lnTo>
                  <a:pt x="618506" y="18401"/>
                </a:lnTo>
                <a:cubicBezTo>
                  <a:pt x="618506" y="13457"/>
                  <a:pt x="618216" y="12359"/>
                  <a:pt x="617058" y="10436"/>
                </a:cubicBezTo>
                <a:cubicBezTo>
                  <a:pt x="615321" y="7690"/>
                  <a:pt x="611847" y="6042"/>
                  <a:pt x="608662" y="6042"/>
                </a:cubicBezTo>
                <a:cubicBezTo>
                  <a:pt x="605477" y="6042"/>
                  <a:pt x="602292" y="7690"/>
                  <a:pt x="600555" y="9887"/>
                </a:cubicBezTo>
                <a:cubicBezTo>
                  <a:pt x="599107" y="11810"/>
                  <a:pt x="598818" y="13457"/>
                  <a:pt x="598818" y="18401"/>
                </a:cubicBezTo>
                <a:lnTo>
                  <a:pt x="598818" y="34880"/>
                </a:lnTo>
                <a:lnTo>
                  <a:pt x="591869" y="34880"/>
                </a:lnTo>
                <a:cubicBezTo>
                  <a:pt x="586658" y="34880"/>
                  <a:pt x="585210" y="35154"/>
                  <a:pt x="583473" y="36253"/>
                </a:cubicBezTo>
                <a:cubicBezTo>
                  <a:pt x="580578" y="37901"/>
                  <a:pt x="578840" y="40922"/>
                  <a:pt x="578840" y="44217"/>
                </a:cubicBezTo>
                <a:cubicBezTo>
                  <a:pt x="578840" y="46964"/>
                  <a:pt x="580288" y="49985"/>
                  <a:pt x="582604" y="51633"/>
                </a:cubicBezTo>
                <a:cubicBezTo>
                  <a:pt x="584631" y="53006"/>
                  <a:pt x="586947" y="53555"/>
                  <a:pt x="591869" y="53555"/>
                </a:cubicBezTo>
                <a:lnTo>
                  <a:pt x="598818" y="53555"/>
                </a:lnTo>
                <a:lnTo>
                  <a:pt x="598818" y="93653"/>
                </a:lnTo>
                <a:cubicBezTo>
                  <a:pt x="598818" y="109582"/>
                  <a:pt x="612715" y="119469"/>
                  <a:pt x="635009" y="119469"/>
                </a:cubicBezTo>
                <a:cubicBezTo>
                  <a:pt x="645432" y="119469"/>
                  <a:pt x="660777" y="116173"/>
                  <a:pt x="670621" y="112054"/>
                </a:cubicBezTo>
                <a:cubicBezTo>
                  <a:pt x="678149" y="108758"/>
                  <a:pt x="680465" y="106286"/>
                  <a:pt x="680465" y="101892"/>
                </a:cubicBezTo>
                <a:cubicBezTo>
                  <a:pt x="680465" y="96674"/>
                  <a:pt x="676122" y="92280"/>
                  <a:pt x="670911" y="92280"/>
                </a:cubicBezTo>
                <a:cubicBezTo>
                  <a:pt x="668884" y="92280"/>
                  <a:pt x="667436" y="92829"/>
                  <a:pt x="663962" y="94477"/>
                </a:cubicBezTo>
                <a:cubicBezTo>
                  <a:pt x="655276" y="98596"/>
                  <a:pt x="645722" y="100794"/>
                  <a:pt x="635299" y="100794"/>
                </a:cubicBezTo>
                <a:cubicBezTo>
                  <a:pt x="627771" y="100794"/>
                  <a:pt x="622270" y="99420"/>
                  <a:pt x="619954" y="96949"/>
                </a:cubicBezTo>
                <a:cubicBezTo>
                  <a:pt x="618796" y="95850"/>
                  <a:pt x="618506" y="93927"/>
                  <a:pt x="618506" y="90083"/>
                </a:cubicBezTo>
                <a:lnTo>
                  <a:pt x="618506" y="53555"/>
                </a:lnTo>
                <a:close/>
              </a:path>
            </a:pathLst>
          </a:custGeom>
          <a:solidFill xmlns:a="http://schemas.openxmlformats.org/drawingml/2006/main">
            <a:srgbClr val="B00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C11A8-4B3C-4FC9-A4E1-A344A2F5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372" y="385292"/>
            <a:ext cx="513407" cy="139518"/>
          </a:xfrm>
          <a:custGeom xmlns:a="http://schemas.openxmlformats.org/drawingml/2006/main">
            <a:pathLst>
              <a:path w="513407" h="139518">
                <a:moveTo>
                  <a:pt x="64854" y="44492"/>
                </a:moveTo>
                <a:cubicBezTo>
                  <a:pt x="57906" y="38724"/>
                  <a:pt x="48930" y="35978"/>
                  <a:pt x="37928" y="35978"/>
                </a:cubicBezTo>
                <a:cubicBezTo>
                  <a:pt x="18530" y="35978"/>
                  <a:pt x="4053" y="45041"/>
                  <a:pt x="4053" y="57125"/>
                </a:cubicBezTo>
                <a:cubicBezTo>
                  <a:pt x="4053" y="62893"/>
                  <a:pt x="7817" y="68386"/>
                  <a:pt x="13318" y="71682"/>
                </a:cubicBezTo>
                <a:cubicBezTo>
                  <a:pt x="18819" y="74977"/>
                  <a:pt x="24320" y="76350"/>
                  <a:pt x="38797" y="77724"/>
                </a:cubicBezTo>
                <a:cubicBezTo>
                  <a:pt x="49509" y="78822"/>
                  <a:pt x="55010" y="80195"/>
                  <a:pt x="59932" y="82942"/>
                </a:cubicBezTo>
                <a:cubicBezTo>
                  <a:pt x="65433" y="85688"/>
                  <a:pt x="68618" y="90357"/>
                  <a:pt x="68618" y="94477"/>
                </a:cubicBezTo>
                <a:cubicBezTo>
                  <a:pt x="68618" y="104364"/>
                  <a:pt x="55590" y="111779"/>
                  <a:pt x="38507" y="111779"/>
                </a:cubicBezTo>
                <a:cubicBezTo>
                  <a:pt x="21715" y="111779"/>
                  <a:pt x="8107" y="104913"/>
                  <a:pt x="8107" y="96399"/>
                </a:cubicBezTo>
                <a:lnTo>
                  <a:pt x="8107" y="95026"/>
                </a:lnTo>
                <a:cubicBezTo>
                  <a:pt x="8107" y="92554"/>
                  <a:pt x="6370" y="90906"/>
                  <a:pt x="4053" y="90906"/>
                </a:cubicBezTo>
                <a:cubicBezTo>
                  <a:pt x="1448" y="90906"/>
                  <a:pt x="0" y="92554"/>
                  <a:pt x="0" y="95850"/>
                </a:cubicBezTo>
                <a:lnTo>
                  <a:pt x="0" y="111505"/>
                </a:lnTo>
                <a:cubicBezTo>
                  <a:pt x="0" y="114800"/>
                  <a:pt x="1448" y="116448"/>
                  <a:pt x="4053" y="116448"/>
                </a:cubicBezTo>
                <a:cubicBezTo>
                  <a:pt x="6659" y="116448"/>
                  <a:pt x="8107" y="114800"/>
                  <a:pt x="8107" y="111505"/>
                </a:cubicBezTo>
                <a:lnTo>
                  <a:pt x="8107" y="109307"/>
                </a:lnTo>
                <a:cubicBezTo>
                  <a:pt x="16214" y="116173"/>
                  <a:pt x="26058" y="119469"/>
                  <a:pt x="39086" y="119469"/>
                </a:cubicBezTo>
                <a:cubicBezTo>
                  <a:pt x="61380" y="119469"/>
                  <a:pt x="77594" y="109033"/>
                  <a:pt x="77594" y="94751"/>
                </a:cubicBezTo>
                <a:cubicBezTo>
                  <a:pt x="77594" y="88160"/>
                  <a:pt x="73830" y="81843"/>
                  <a:pt x="67750" y="77998"/>
                </a:cubicBezTo>
                <a:cubicBezTo>
                  <a:pt x="61380" y="74153"/>
                  <a:pt x="54142" y="71956"/>
                  <a:pt x="42271" y="70583"/>
                </a:cubicBezTo>
                <a:cubicBezTo>
                  <a:pt x="24899" y="68935"/>
                  <a:pt x="23741" y="68660"/>
                  <a:pt x="19398" y="65914"/>
                </a:cubicBezTo>
                <a:cubicBezTo>
                  <a:pt x="15055" y="63717"/>
                  <a:pt x="13029" y="60696"/>
                  <a:pt x="13029" y="57675"/>
                </a:cubicBezTo>
                <a:cubicBezTo>
                  <a:pt x="13029" y="49710"/>
                  <a:pt x="24031" y="43668"/>
                  <a:pt x="38507" y="43668"/>
                </a:cubicBezTo>
                <a:cubicBezTo>
                  <a:pt x="53563" y="43668"/>
                  <a:pt x="63696" y="49161"/>
                  <a:pt x="64854" y="57400"/>
                </a:cubicBezTo>
                <a:cubicBezTo>
                  <a:pt x="65144" y="60421"/>
                  <a:pt x="66592" y="61794"/>
                  <a:pt x="68908" y="61794"/>
                </a:cubicBezTo>
                <a:cubicBezTo>
                  <a:pt x="71514" y="61794"/>
                  <a:pt x="72961" y="60147"/>
                  <a:pt x="72961" y="56576"/>
                </a:cubicBezTo>
                <a:lnTo>
                  <a:pt x="72961" y="43668"/>
                </a:lnTo>
                <a:cubicBezTo>
                  <a:pt x="72961" y="40372"/>
                  <a:pt x="71514" y="38450"/>
                  <a:pt x="68908" y="38450"/>
                </a:cubicBezTo>
                <a:cubicBezTo>
                  <a:pt x="66302" y="38450"/>
                  <a:pt x="64854" y="40647"/>
                  <a:pt x="64854" y="43668"/>
                </a:cubicBezTo>
                <a:lnTo>
                  <a:pt x="64854" y="44492"/>
                </a:lnTo>
                <a:close/>
                <a:moveTo>
                  <a:pt x="160978" y="38450"/>
                </a:moveTo>
                <a:lnTo>
                  <a:pt x="129419" y="38450"/>
                </a:lnTo>
                <a:cubicBezTo>
                  <a:pt x="125945" y="38450"/>
                  <a:pt x="124208" y="39823"/>
                  <a:pt x="124208" y="42295"/>
                </a:cubicBezTo>
                <a:cubicBezTo>
                  <a:pt x="124208" y="45041"/>
                  <a:pt x="125945" y="46140"/>
                  <a:pt x="129419" y="46140"/>
                </a:cubicBezTo>
                <a:lnTo>
                  <a:pt x="152871" y="46140"/>
                </a:lnTo>
                <a:lnTo>
                  <a:pt x="152871" y="108758"/>
                </a:lnTo>
                <a:lnTo>
                  <a:pt x="121313" y="108758"/>
                </a:lnTo>
                <a:cubicBezTo>
                  <a:pt x="117838" y="108758"/>
                  <a:pt x="116101" y="110131"/>
                  <a:pt x="116101" y="112603"/>
                </a:cubicBezTo>
                <a:cubicBezTo>
                  <a:pt x="116101" y="115075"/>
                  <a:pt x="117838" y="116448"/>
                  <a:pt x="121313" y="116448"/>
                </a:cubicBezTo>
                <a:lnTo>
                  <a:pt x="192247" y="116448"/>
                </a:lnTo>
                <a:cubicBezTo>
                  <a:pt x="196011" y="116448"/>
                  <a:pt x="197748" y="115075"/>
                  <a:pt x="197748" y="112603"/>
                </a:cubicBezTo>
                <a:cubicBezTo>
                  <a:pt x="197748" y="110131"/>
                  <a:pt x="196011" y="108758"/>
                  <a:pt x="192247" y="108758"/>
                </a:cubicBezTo>
                <a:lnTo>
                  <a:pt x="160978" y="108758"/>
                </a:lnTo>
                <a:lnTo>
                  <a:pt x="160978" y="38450"/>
                </a:lnTo>
                <a:close/>
                <a:moveTo>
                  <a:pt x="160399" y="0"/>
                </a:moveTo>
                <a:lnTo>
                  <a:pt x="148818" y="0"/>
                </a:lnTo>
                <a:lnTo>
                  <a:pt x="148818" y="19225"/>
                </a:lnTo>
                <a:lnTo>
                  <a:pt x="160399" y="19225"/>
                </a:lnTo>
                <a:lnTo>
                  <a:pt x="160399" y="0"/>
                </a:lnTo>
                <a:close/>
                <a:moveTo>
                  <a:pt x="309217" y="38450"/>
                </a:moveTo>
                <a:lnTo>
                  <a:pt x="240309" y="38450"/>
                </a:lnTo>
                <a:lnTo>
                  <a:pt x="240309" y="56576"/>
                </a:lnTo>
                <a:cubicBezTo>
                  <a:pt x="240309" y="59872"/>
                  <a:pt x="241756" y="61520"/>
                  <a:pt x="244652" y="61520"/>
                </a:cubicBezTo>
                <a:cubicBezTo>
                  <a:pt x="246968" y="61520"/>
                  <a:pt x="248416" y="59872"/>
                  <a:pt x="248416" y="56576"/>
                </a:cubicBezTo>
                <a:lnTo>
                  <a:pt x="248416" y="46140"/>
                </a:lnTo>
                <a:lnTo>
                  <a:pt x="297925" y="46140"/>
                </a:lnTo>
                <a:lnTo>
                  <a:pt x="238572" y="109857"/>
                </a:lnTo>
                <a:lnTo>
                  <a:pt x="238572" y="116448"/>
                </a:lnTo>
                <a:lnTo>
                  <a:pt x="312402" y="116448"/>
                </a:lnTo>
                <a:lnTo>
                  <a:pt x="312402" y="98322"/>
                </a:lnTo>
                <a:cubicBezTo>
                  <a:pt x="312402" y="95026"/>
                  <a:pt x="310954" y="93378"/>
                  <a:pt x="308348" y="93378"/>
                </a:cubicBezTo>
                <a:cubicBezTo>
                  <a:pt x="305453" y="93378"/>
                  <a:pt x="304295" y="95026"/>
                  <a:pt x="304295" y="98322"/>
                </a:cubicBezTo>
                <a:lnTo>
                  <a:pt x="304295" y="108758"/>
                </a:lnTo>
                <a:lnTo>
                  <a:pt x="249574" y="108758"/>
                </a:lnTo>
                <a:lnTo>
                  <a:pt x="309217" y="45316"/>
                </a:lnTo>
                <a:lnTo>
                  <a:pt x="309217" y="38450"/>
                </a:lnTo>
                <a:close/>
                <a:moveTo>
                  <a:pt x="436682" y="79371"/>
                </a:moveTo>
                <a:cubicBezTo>
                  <a:pt x="436682" y="70583"/>
                  <a:pt x="436103" y="67013"/>
                  <a:pt x="433207" y="60970"/>
                </a:cubicBezTo>
                <a:cubicBezTo>
                  <a:pt x="426259" y="45591"/>
                  <a:pt x="410335" y="35978"/>
                  <a:pt x="391515" y="35978"/>
                </a:cubicBezTo>
                <a:cubicBezTo>
                  <a:pt x="366326" y="35978"/>
                  <a:pt x="346638" y="53281"/>
                  <a:pt x="346638" y="75801"/>
                </a:cubicBezTo>
                <a:cubicBezTo>
                  <a:pt x="346638" y="100244"/>
                  <a:pt x="367774" y="119469"/>
                  <a:pt x="394121" y="119469"/>
                </a:cubicBezTo>
                <a:cubicBezTo>
                  <a:pt x="412072" y="119469"/>
                  <a:pt x="435813" y="110681"/>
                  <a:pt x="435813" y="104089"/>
                </a:cubicBezTo>
                <a:cubicBezTo>
                  <a:pt x="435813" y="102167"/>
                  <a:pt x="434076" y="100519"/>
                  <a:pt x="432049" y="100519"/>
                </a:cubicBezTo>
                <a:cubicBezTo>
                  <a:pt x="431181" y="100519"/>
                  <a:pt x="430312" y="100794"/>
                  <a:pt x="428864" y="101617"/>
                </a:cubicBezTo>
                <a:cubicBezTo>
                  <a:pt x="421047" y="107660"/>
                  <a:pt x="406571" y="111779"/>
                  <a:pt x="394410" y="111779"/>
                </a:cubicBezTo>
                <a:cubicBezTo>
                  <a:pt x="373275" y="111779"/>
                  <a:pt x="357351" y="98871"/>
                  <a:pt x="354745" y="79371"/>
                </a:cubicBezTo>
                <a:lnTo>
                  <a:pt x="436682" y="79371"/>
                </a:lnTo>
                <a:close/>
                <a:moveTo>
                  <a:pt x="354745" y="71682"/>
                </a:moveTo>
                <a:cubicBezTo>
                  <a:pt x="358219" y="54379"/>
                  <a:pt x="372406" y="43668"/>
                  <a:pt x="391515" y="43668"/>
                </a:cubicBezTo>
                <a:cubicBezTo>
                  <a:pt x="410624" y="43668"/>
                  <a:pt x="425101" y="54654"/>
                  <a:pt x="428285" y="71682"/>
                </a:cubicBezTo>
                <a:lnTo>
                  <a:pt x="354745" y="71682"/>
                </a:lnTo>
                <a:close/>
                <a:moveTo>
                  <a:pt x="485323" y="3570"/>
                </a:moveTo>
                <a:cubicBezTo>
                  <a:pt x="483296" y="3570"/>
                  <a:pt x="481269" y="5218"/>
                  <a:pt x="481269" y="7415"/>
                </a:cubicBezTo>
                <a:cubicBezTo>
                  <a:pt x="481269" y="8239"/>
                  <a:pt x="481559" y="8514"/>
                  <a:pt x="481848" y="9338"/>
                </a:cubicBezTo>
                <a:cubicBezTo>
                  <a:pt x="495746" y="32682"/>
                  <a:pt x="501536" y="51358"/>
                  <a:pt x="501536" y="71682"/>
                </a:cubicBezTo>
                <a:cubicBezTo>
                  <a:pt x="501536" y="91730"/>
                  <a:pt x="495456" y="110955"/>
                  <a:pt x="481848" y="133751"/>
                </a:cubicBezTo>
                <a:cubicBezTo>
                  <a:pt x="481559" y="134849"/>
                  <a:pt x="481269" y="135124"/>
                  <a:pt x="481269" y="135948"/>
                </a:cubicBezTo>
                <a:cubicBezTo>
                  <a:pt x="481269" y="137870"/>
                  <a:pt x="483006" y="139518"/>
                  <a:pt x="485323" y="139518"/>
                </a:cubicBezTo>
                <a:cubicBezTo>
                  <a:pt x="487060" y="139518"/>
                  <a:pt x="488507" y="138419"/>
                  <a:pt x="491982" y="133201"/>
                </a:cubicBezTo>
                <a:cubicBezTo>
                  <a:pt x="505879" y="112603"/>
                  <a:pt x="513407" y="90906"/>
                  <a:pt x="513407" y="72231"/>
                </a:cubicBezTo>
                <a:cubicBezTo>
                  <a:pt x="513407" y="53006"/>
                  <a:pt x="507037" y="33232"/>
                  <a:pt x="493719" y="12359"/>
                </a:cubicBezTo>
                <a:cubicBezTo>
                  <a:pt x="489086" y="5218"/>
                  <a:pt x="487349" y="3570"/>
                  <a:pt x="485323" y="35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BE485-14AF-48E2-AE9C-396EB747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740" y="388862"/>
            <a:ext cx="40534" cy="135948"/>
          </a:xfrm>
          <a:custGeom xmlns:a="http://schemas.openxmlformats.org/drawingml/2006/main">
            <a:pathLst>
              <a:path w="40534" h="135948">
                <a:moveTo>
                  <a:pt x="24610" y="19774"/>
                </a:moveTo>
                <a:cubicBezTo>
                  <a:pt x="24610" y="13457"/>
                  <a:pt x="29242" y="8239"/>
                  <a:pt x="35323" y="7690"/>
                </a:cubicBezTo>
                <a:cubicBezTo>
                  <a:pt x="39086" y="7415"/>
                  <a:pt x="40534" y="6317"/>
                  <a:pt x="40534" y="3845"/>
                </a:cubicBezTo>
                <a:cubicBezTo>
                  <a:pt x="40534" y="1648"/>
                  <a:pt x="38797" y="0"/>
                  <a:pt x="35902" y="0"/>
                </a:cubicBezTo>
                <a:cubicBezTo>
                  <a:pt x="24899" y="0"/>
                  <a:pt x="16503" y="8789"/>
                  <a:pt x="16503" y="19774"/>
                </a:cubicBezTo>
                <a:lnTo>
                  <a:pt x="16503" y="51907"/>
                </a:lnTo>
                <a:cubicBezTo>
                  <a:pt x="16503" y="58773"/>
                  <a:pt x="11871" y="63442"/>
                  <a:pt x="4632" y="64266"/>
                </a:cubicBezTo>
                <a:cubicBezTo>
                  <a:pt x="1448" y="64266"/>
                  <a:pt x="0" y="65639"/>
                  <a:pt x="0" y="68111"/>
                </a:cubicBezTo>
                <a:cubicBezTo>
                  <a:pt x="0" y="70583"/>
                  <a:pt x="1448" y="71682"/>
                  <a:pt x="4632" y="71956"/>
                </a:cubicBezTo>
                <a:cubicBezTo>
                  <a:pt x="11871" y="72505"/>
                  <a:pt x="16503" y="77449"/>
                  <a:pt x="16503" y="84040"/>
                </a:cubicBezTo>
                <a:lnTo>
                  <a:pt x="16503" y="116448"/>
                </a:lnTo>
                <a:cubicBezTo>
                  <a:pt x="16503" y="127434"/>
                  <a:pt x="24899" y="135948"/>
                  <a:pt x="35902" y="135948"/>
                </a:cubicBezTo>
                <a:cubicBezTo>
                  <a:pt x="38797" y="135948"/>
                  <a:pt x="40534" y="134574"/>
                  <a:pt x="40534" y="132377"/>
                </a:cubicBezTo>
                <a:cubicBezTo>
                  <a:pt x="40534" y="129631"/>
                  <a:pt x="39086" y="128807"/>
                  <a:pt x="35323" y="128258"/>
                </a:cubicBezTo>
                <a:cubicBezTo>
                  <a:pt x="29242" y="127708"/>
                  <a:pt x="24610" y="122765"/>
                  <a:pt x="24610" y="116448"/>
                </a:cubicBezTo>
                <a:lnTo>
                  <a:pt x="24610" y="84040"/>
                </a:lnTo>
                <a:cubicBezTo>
                  <a:pt x="24610" y="76350"/>
                  <a:pt x="22294" y="72505"/>
                  <a:pt x="15924" y="68111"/>
                </a:cubicBezTo>
                <a:cubicBezTo>
                  <a:pt x="22294" y="63442"/>
                  <a:pt x="24610" y="59597"/>
                  <a:pt x="24610" y="51907"/>
                </a:cubicBezTo>
                <a:lnTo>
                  <a:pt x="24610" y="19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50DD5-1C21-4327-B632-3034347C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46" y="1014468"/>
            <a:ext cx="4232507" cy="264532"/>
          </a:xfrm>
          <a:custGeom xmlns:a="http://schemas.openxmlformats.org/drawingml/2006/main">
            <a:pathLst>
              <a:path w="4232507" h="264532">
                <a:moveTo>
                  <a:pt x="0" y="0"/>
                </a:moveTo>
                <a:lnTo>
                  <a:pt x="4232507" y="0"/>
                </a:lnTo>
                <a:lnTo>
                  <a:pt x="4232507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19D09-7082-478B-A17E-A2C6EC37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46" y="1014468"/>
            <a:ext cx="4232507" cy="264532"/>
          </a:xfrm>
          <a:custGeom xmlns:a="http://schemas.openxmlformats.org/drawingml/2006/main">
            <a:pathLst>
              <a:path w="4232507" h="264532" fill="none">
                <a:moveTo>
                  <a:pt x="0" y="0"/>
                </a:moveTo>
                <a:lnTo>
                  <a:pt x="4232507" y="0"/>
                </a:lnTo>
                <a:lnTo>
                  <a:pt x="4232507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AAA3A-FD20-424F-BC44-5614AFE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905" y="607234"/>
            <a:ext cx="1668653" cy="411405"/>
          </a:xfrm>
          <a:custGeom xmlns:a="http://schemas.openxmlformats.org/drawingml/2006/main">
            <a:pathLst>
              <a:path w="1668653" h="411405">
                <a:moveTo>
                  <a:pt x="0" y="394245"/>
                </a:moveTo>
                <a:lnTo>
                  <a:pt x="17161" y="390180"/>
                </a:lnTo>
                <a:lnTo>
                  <a:pt x="21225" y="407341"/>
                </a:lnTo>
                <a:lnTo>
                  <a:pt x="4064" y="411405"/>
                </a:lnTo>
                <a:moveTo>
                  <a:pt x="68643" y="377987"/>
                </a:moveTo>
                <a:lnTo>
                  <a:pt x="85804" y="373923"/>
                </a:lnTo>
                <a:lnTo>
                  <a:pt x="89868" y="391084"/>
                </a:lnTo>
                <a:lnTo>
                  <a:pt x="72707" y="395148"/>
                </a:lnTo>
                <a:moveTo>
                  <a:pt x="137285" y="361730"/>
                </a:moveTo>
                <a:lnTo>
                  <a:pt x="154446" y="357665"/>
                </a:lnTo>
                <a:lnTo>
                  <a:pt x="158511" y="374826"/>
                </a:lnTo>
                <a:lnTo>
                  <a:pt x="141350" y="378890"/>
                </a:lnTo>
                <a:moveTo>
                  <a:pt x="205929" y="345472"/>
                </a:moveTo>
                <a:lnTo>
                  <a:pt x="223089" y="341408"/>
                </a:lnTo>
                <a:lnTo>
                  <a:pt x="227154" y="358568"/>
                </a:lnTo>
                <a:lnTo>
                  <a:pt x="209993" y="362633"/>
                </a:lnTo>
                <a:moveTo>
                  <a:pt x="274571" y="329214"/>
                </a:moveTo>
                <a:lnTo>
                  <a:pt x="291732" y="325150"/>
                </a:lnTo>
                <a:lnTo>
                  <a:pt x="295796" y="342311"/>
                </a:lnTo>
                <a:lnTo>
                  <a:pt x="278636" y="346375"/>
                </a:lnTo>
                <a:moveTo>
                  <a:pt x="343214" y="312957"/>
                </a:moveTo>
                <a:lnTo>
                  <a:pt x="360375" y="308893"/>
                </a:lnTo>
                <a:lnTo>
                  <a:pt x="364439" y="326053"/>
                </a:lnTo>
                <a:lnTo>
                  <a:pt x="347279" y="330118"/>
                </a:lnTo>
                <a:moveTo>
                  <a:pt x="411857" y="296700"/>
                </a:moveTo>
                <a:lnTo>
                  <a:pt x="429018" y="292635"/>
                </a:lnTo>
                <a:lnTo>
                  <a:pt x="433082" y="309796"/>
                </a:lnTo>
                <a:lnTo>
                  <a:pt x="415921" y="313860"/>
                </a:lnTo>
                <a:moveTo>
                  <a:pt x="480500" y="280442"/>
                </a:moveTo>
                <a:lnTo>
                  <a:pt x="497660" y="276377"/>
                </a:lnTo>
                <a:lnTo>
                  <a:pt x="501725" y="293538"/>
                </a:lnTo>
                <a:lnTo>
                  <a:pt x="484564" y="297603"/>
                </a:lnTo>
                <a:moveTo>
                  <a:pt x="549142" y="264185"/>
                </a:moveTo>
                <a:lnTo>
                  <a:pt x="566303" y="260120"/>
                </a:lnTo>
                <a:lnTo>
                  <a:pt x="570368" y="277281"/>
                </a:lnTo>
                <a:lnTo>
                  <a:pt x="553207" y="281345"/>
                </a:lnTo>
                <a:moveTo>
                  <a:pt x="617785" y="247927"/>
                </a:moveTo>
                <a:lnTo>
                  <a:pt x="634946" y="243862"/>
                </a:lnTo>
                <a:lnTo>
                  <a:pt x="639010" y="261023"/>
                </a:lnTo>
                <a:lnTo>
                  <a:pt x="621850" y="265088"/>
                </a:lnTo>
                <a:moveTo>
                  <a:pt x="686428" y="231669"/>
                </a:moveTo>
                <a:lnTo>
                  <a:pt x="703589" y="227605"/>
                </a:lnTo>
                <a:lnTo>
                  <a:pt x="707653" y="244766"/>
                </a:lnTo>
                <a:lnTo>
                  <a:pt x="690493" y="248830"/>
                </a:lnTo>
                <a:moveTo>
                  <a:pt x="755071" y="215412"/>
                </a:moveTo>
                <a:lnTo>
                  <a:pt x="772231" y="211348"/>
                </a:lnTo>
                <a:lnTo>
                  <a:pt x="776296" y="228508"/>
                </a:lnTo>
                <a:lnTo>
                  <a:pt x="759135" y="232573"/>
                </a:lnTo>
                <a:moveTo>
                  <a:pt x="823714" y="199154"/>
                </a:moveTo>
                <a:lnTo>
                  <a:pt x="840874" y="195090"/>
                </a:lnTo>
                <a:lnTo>
                  <a:pt x="844939" y="212251"/>
                </a:lnTo>
                <a:lnTo>
                  <a:pt x="827778" y="216315"/>
                </a:lnTo>
                <a:moveTo>
                  <a:pt x="892357" y="182897"/>
                </a:moveTo>
                <a:lnTo>
                  <a:pt x="909517" y="178832"/>
                </a:lnTo>
                <a:lnTo>
                  <a:pt x="913582" y="195993"/>
                </a:lnTo>
                <a:lnTo>
                  <a:pt x="896421" y="200058"/>
                </a:lnTo>
                <a:moveTo>
                  <a:pt x="960999" y="166640"/>
                </a:moveTo>
                <a:lnTo>
                  <a:pt x="978160" y="162575"/>
                </a:lnTo>
                <a:lnTo>
                  <a:pt x="982224" y="179736"/>
                </a:lnTo>
                <a:lnTo>
                  <a:pt x="965064" y="183800"/>
                </a:lnTo>
                <a:moveTo>
                  <a:pt x="1029642" y="150382"/>
                </a:moveTo>
                <a:lnTo>
                  <a:pt x="1046803" y="146318"/>
                </a:lnTo>
                <a:lnTo>
                  <a:pt x="1050867" y="163478"/>
                </a:lnTo>
                <a:lnTo>
                  <a:pt x="1033706" y="167542"/>
                </a:lnTo>
                <a:moveTo>
                  <a:pt x="1098285" y="134124"/>
                </a:moveTo>
                <a:lnTo>
                  <a:pt x="1115446" y="130060"/>
                </a:lnTo>
                <a:lnTo>
                  <a:pt x="1119510" y="147221"/>
                </a:lnTo>
                <a:lnTo>
                  <a:pt x="1102349" y="151285"/>
                </a:lnTo>
                <a:moveTo>
                  <a:pt x="1166928" y="117867"/>
                </a:moveTo>
                <a:lnTo>
                  <a:pt x="1184089" y="113803"/>
                </a:lnTo>
                <a:lnTo>
                  <a:pt x="1188153" y="130963"/>
                </a:lnTo>
                <a:lnTo>
                  <a:pt x="1170992" y="135028"/>
                </a:lnTo>
                <a:moveTo>
                  <a:pt x="1235571" y="101609"/>
                </a:moveTo>
                <a:lnTo>
                  <a:pt x="1252731" y="97545"/>
                </a:lnTo>
                <a:lnTo>
                  <a:pt x="1256796" y="114706"/>
                </a:lnTo>
                <a:lnTo>
                  <a:pt x="1239635" y="118770"/>
                </a:lnTo>
                <a:moveTo>
                  <a:pt x="1304213" y="85352"/>
                </a:moveTo>
                <a:lnTo>
                  <a:pt x="1321374" y="81287"/>
                </a:lnTo>
                <a:lnTo>
                  <a:pt x="1325439" y="98448"/>
                </a:lnTo>
                <a:lnTo>
                  <a:pt x="1308278" y="102513"/>
                </a:lnTo>
                <a:moveTo>
                  <a:pt x="1372856" y="69094"/>
                </a:moveTo>
                <a:lnTo>
                  <a:pt x="1390017" y="65030"/>
                </a:lnTo>
                <a:lnTo>
                  <a:pt x="1394081" y="82191"/>
                </a:lnTo>
                <a:lnTo>
                  <a:pt x="1376920" y="86255"/>
                </a:lnTo>
                <a:moveTo>
                  <a:pt x="1441499" y="52837"/>
                </a:moveTo>
                <a:lnTo>
                  <a:pt x="1458660" y="48772"/>
                </a:lnTo>
                <a:lnTo>
                  <a:pt x="1462724" y="65933"/>
                </a:lnTo>
                <a:lnTo>
                  <a:pt x="1445563" y="69998"/>
                </a:lnTo>
                <a:moveTo>
                  <a:pt x="1510142" y="36579"/>
                </a:moveTo>
                <a:lnTo>
                  <a:pt x="1527302" y="32515"/>
                </a:lnTo>
                <a:lnTo>
                  <a:pt x="1531367" y="49676"/>
                </a:lnTo>
                <a:lnTo>
                  <a:pt x="1514206" y="53740"/>
                </a:lnTo>
                <a:moveTo>
                  <a:pt x="1578784" y="20322"/>
                </a:moveTo>
                <a:lnTo>
                  <a:pt x="1595945" y="16257"/>
                </a:lnTo>
                <a:lnTo>
                  <a:pt x="1600010" y="33418"/>
                </a:lnTo>
                <a:lnTo>
                  <a:pt x="1582849" y="37483"/>
                </a:lnTo>
                <a:moveTo>
                  <a:pt x="1647428" y="4064"/>
                </a:moveTo>
                <a:lnTo>
                  <a:pt x="1664588" y="0"/>
                </a:lnTo>
                <a:lnTo>
                  <a:pt x="1668653" y="17161"/>
                </a:lnTo>
                <a:lnTo>
                  <a:pt x="1651492" y="212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CE4E6-5939-4A8C-8464-ACFFA16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87" y="75381"/>
            <a:ext cx="2486598" cy="546699"/>
          </a:xfrm>
          <a:custGeom xmlns:a="http://schemas.openxmlformats.org/drawingml/2006/main">
            <a:pathLst>
              <a:path w="2486598" h="546699">
                <a:moveTo>
                  <a:pt x="8818" y="17635"/>
                </a:moveTo>
                <a:lnTo>
                  <a:pt x="61724" y="17635"/>
                </a:lnTo>
                <a:lnTo>
                  <a:pt x="61724" y="0"/>
                </a:lnTo>
                <a:lnTo>
                  <a:pt x="8818" y="0"/>
                </a:lnTo>
                <a:lnTo>
                  <a:pt x="8818" y="17635"/>
                </a:lnTo>
                <a:close/>
                <a:moveTo>
                  <a:pt x="167537" y="17635"/>
                </a:moveTo>
                <a:lnTo>
                  <a:pt x="167537" y="0"/>
                </a:lnTo>
                <a:lnTo>
                  <a:pt x="114630" y="0"/>
                </a:lnTo>
                <a:lnTo>
                  <a:pt x="114630" y="17635"/>
                </a:lnTo>
                <a:lnTo>
                  <a:pt x="167537" y="17635"/>
                </a:lnTo>
                <a:close/>
                <a:moveTo>
                  <a:pt x="273349" y="17635"/>
                </a:moveTo>
                <a:lnTo>
                  <a:pt x="273349" y="0"/>
                </a:lnTo>
                <a:lnTo>
                  <a:pt x="220443" y="0"/>
                </a:lnTo>
                <a:lnTo>
                  <a:pt x="220443" y="17635"/>
                </a:lnTo>
                <a:lnTo>
                  <a:pt x="273349" y="17635"/>
                </a:lnTo>
                <a:close/>
                <a:moveTo>
                  <a:pt x="379162" y="17635"/>
                </a:moveTo>
                <a:lnTo>
                  <a:pt x="379162" y="0"/>
                </a:lnTo>
                <a:lnTo>
                  <a:pt x="326256" y="0"/>
                </a:lnTo>
                <a:lnTo>
                  <a:pt x="326256" y="17635"/>
                </a:lnTo>
                <a:lnTo>
                  <a:pt x="379162" y="17635"/>
                </a:lnTo>
                <a:close/>
                <a:moveTo>
                  <a:pt x="484975" y="17635"/>
                </a:moveTo>
                <a:lnTo>
                  <a:pt x="484975" y="0"/>
                </a:lnTo>
                <a:lnTo>
                  <a:pt x="432068" y="0"/>
                </a:lnTo>
                <a:lnTo>
                  <a:pt x="432068" y="17635"/>
                </a:lnTo>
                <a:lnTo>
                  <a:pt x="484975" y="17635"/>
                </a:lnTo>
                <a:close/>
                <a:moveTo>
                  <a:pt x="590787" y="17635"/>
                </a:moveTo>
                <a:lnTo>
                  <a:pt x="590787" y="0"/>
                </a:lnTo>
                <a:lnTo>
                  <a:pt x="537881" y="0"/>
                </a:lnTo>
                <a:lnTo>
                  <a:pt x="537881" y="17635"/>
                </a:lnTo>
                <a:lnTo>
                  <a:pt x="590787" y="17635"/>
                </a:lnTo>
                <a:close/>
                <a:moveTo>
                  <a:pt x="696600" y="17635"/>
                </a:moveTo>
                <a:lnTo>
                  <a:pt x="696600" y="0"/>
                </a:lnTo>
                <a:lnTo>
                  <a:pt x="643694" y="0"/>
                </a:lnTo>
                <a:lnTo>
                  <a:pt x="643694" y="17635"/>
                </a:lnTo>
                <a:lnTo>
                  <a:pt x="696600" y="17635"/>
                </a:lnTo>
                <a:close/>
                <a:moveTo>
                  <a:pt x="749506" y="17635"/>
                </a:moveTo>
                <a:lnTo>
                  <a:pt x="802413" y="17635"/>
                </a:lnTo>
                <a:lnTo>
                  <a:pt x="802413" y="0"/>
                </a:lnTo>
                <a:lnTo>
                  <a:pt x="749506" y="0"/>
                </a:lnTo>
                <a:lnTo>
                  <a:pt x="749506" y="17635"/>
                </a:lnTo>
                <a:close/>
                <a:moveTo>
                  <a:pt x="17635" y="26453"/>
                </a:moveTo>
                <a:lnTo>
                  <a:pt x="0" y="26453"/>
                </a:lnTo>
                <a:lnTo>
                  <a:pt x="0" y="79359"/>
                </a:lnTo>
                <a:lnTo>
                  <a:pt x="17635" y="79359"/>
                </a:lnTo>
                <a:lnTo>
                  <a:pt x="17635" y="26453"/>
                </a:lnTo>
                <a:close/>
                <a:moveTo>
                  <a:pt x="17635" y="132266"/>
                </a:moveTo>
                <a:lnTo>
                  <a:pt x="0" y="132266"/>
                </a:lnTo>
                <a:lnTo>
                  <a:pt x="0" y="185172"/>
                </a:lnTo>
                <a:lnTo>
                  <a:pt x="17635" y="185172"/>
                </a:lnTo>
                <a:lnTo>
                  <a:pt x="17635" y="132266"/>
                </a:lnTo>
                <a:close/>
                <a:moveTo>
                  <a:pt x="17635" y="238078"/>
                </a:moveTo>
                <a:lnTo>
                  <a:pt x="0" y="238078"/>
                </a:lnTo>
                <a:lnTo>
                  <a:pt x="0" y="290985"/>
                </a:lnTo>
                <a:lnTo>
                  <a:pt x="17635" y="290985"/>
                </a:lnTo>
                <a:lnTo>
                  <a:pt x="17635" y="238078"/>
                </a:lnTo>
                <a:close/>
                <a:moveTo>
                  <a:pt x="17635" y="343891"/>
                </a:moveTo>
                <a:lnTo>
                  <a:pt x="0" y="343891"/>
                </a:lnTo>
                <a:lnTo>
                  <a:pt x="0" y="396797"/>
                </a:lnTo>
                <a:lnTo>
                  <a:pt x="17635" y="396797"/>
                </a:lnTo>
                <a:lnTo>
                  <a:pt x="17635" y="343891"/>
                </a:lnTo>
                <a:close/>
                <a:moveTo>
                  <a:pt x="17635" y="449704"/>
                </a:moveTo>
                <a:lnTo>
                  <a:pt x="0" y="449704"/>
                </a:lnTo>
                <a:lnTo>
                  <a:pt x="0" y="502610"/>
                </a:lnTo>
                <a:lnTo>
                  <a:pt x="17635" y="502610"/>
                </a:lnTo>
                <a:lnTo>
                  <a:pt x="17635" y="449704"/>
                </a:lnTo>
                <a:close/>
                <a:moveTo>
                  <a:pt x="26453" y="529063"/>
                </a:moveTo>
                <a:lnTo>
                  <a:pt x="26453" y="546699"/>
                </a:lnTo>
                <a:lnTo>
                  <a:pt x="79359" y="546699"/>
                </a:lnTo>
                <a:lnTo>
                  <a:pt x="79359" y="529063"/>
                </a:lnTo>
                <a:lnTo>
                  <a:pt x="26453" y="529063"/>
                </a:lnTo>
                <a:close/>
                <a:moveTo>
                  <a:pt x="185172" y="529063"/>
                </a:moveTo>
                <a:lnTo>
                  <a:pt x="132266" y="529063"/>
                </a:lnTo>
                <a:lnTo>
                  <a:pt x="132266" y="546699"/>
                </a:lnTo>
                <a:lnTo>
                  <a:pt x="185172" y="546699"/>
                </a:lnTo>
                <a:lnTo>
                  <a:pt x="185172" y="529063"/>
                </a:lnTo>
                <a:close/>
                <a:moveTo>
                  <a:pt x="238078" y="529063"/>
                </a:moveTo>
                <a:lnTo>
                  <a:pt x="238078" y="546699"/>
                </a:lnTo>
                <a:lnTo>
                  <a:pt x="290985" y="546699"/>
                </a:lnTo>
                <a:lnTo>
                  <a:pt x="290985" y="529063"/>
                </a:lnTo>
                <a:lnTo>
                  <a:pt x="238078" y="529063"/>
                </a:lnTo>
                <a:close/>
                <a:moveTo>
                  <a:pt x="343891" y="529063"/>
                </a:moveTo>
                <a:lnTo>
                  <a:pt x="343891" y="546699"/>
                </a:lnTo>
                <a:lnTo>
                  <a:pt x="396797" y="546699"/>
                </a:lnTo>
                <a:lnTo>
                  <a:pt x="396797" y="529063"/>
                </a:lnTo>
                <a:lnTo>
                  <a:pt x="343891" y="529063"/>
                </a:lnTo>
                <a:close/>
                <a:moveTo>
                  <a:pt x="449704" y="529063"/>
                </a:moveTo>
                <a:lnTo>
                  <a:pt x="449704" y="546699"/>
                </a:lnTo>
                <a:lnTo>
                  <a:pt x="502610" y="546699"/>
                </a:lnTo>
                <a:lnTo>
                  <a:pt x="502610" y="529063"/>
                </a:lnTo>
                <a:lnTo>
                  <a:pt x="449704" y="529063"/>
                </a:lnTo>
                <a:close/>
                <a:moveTo>
                  <a:pt x="555516" y="529063"/>
                </a:moveTo>
                <a:lnTo>
                  <a:pt x="555516" y="546699"/>
                </a:lnTo>
                <a:lnTo>
                  <a:pt x="608423" y="546699"/>
                </a:lnTo>
                <a:lnTo>
                  <a:pt x="608423" y="529063"/>
                </a:lnTo>
                <a:lnTo>
                  <a:pt x="555516" y="529063"/>
                </a:lnTo>
                <a:close/>
                <a:moveTo>
                  <a:pt x="661329" y="529063"/>
                </a:moveTo>
                <a:lnTo>
                  <a:pt x="661329" y="546699"/>
                </a:lnTo>
                <a:lnTo>
                  <a:pt x="714235" y="546699"/>
                </a:lnTo>
                <a:lnTo>
                  <a:pt x="714235" y="529063"/>
                </a:lnTo>
                <a:lnTo>
                  <a:pt x="661329" y="529063"/>
                </a:lnTo>
                <a:close/>
                <a:moveTo>
                  <a:pt x="908225" y="17635"/>
                </a:moveTo>
                <a:lnTo>
                  <a:pt x="908225" y="0"/>
                </a:lnTo>
                <a:lnTo>
                  <a:pt x="855319" y="0"/>
                </a:lnTo>
                <a:lnTo>
                  <a:pt x="855319" y="17635"/>
                </a:lnTo>
                <a:lnTo>
                  <a:pt x="908225" y="17635"/>
                </a:lnTo>
                <a:close/>
                <a:moveTo>
                  <a:pt x="1014038" y="17635"/>
                </a:moveTo>
                <a:lnTo>
                  <a:pt x="1014038" y="0"/>
                </a:lnTo>
                <a:lnTo>
                  <a:pt x="961132" y="0"/>
                </a:lnTo>
                <a:lnTo>
                  <a:pt x="961132" y="17635"/>
                </a:lnTo>
                <a:lnTo>
                  <a:pt x="1014038" y="17635"/>
                </a:lnTo>
                <a:close/>
                <a:moveTo>
                  <a:pt x="1119851" y="17635"/>
                </a:moveTo>
                <a:lnTo>
                  <a:pt x="1119851" y="0"/>
                </a:lnTo>
                <a:lnTo>
                  <a:pt x="1066944" y="0"/>
                </a:lnTo>
                <a:lnTo>
                  <a:pt x="1066944" y="17635"/>
                </a:lnTo>
                <a:lnTo>
                  <a:pt x="1119851" y="17635"/>
                </a:lnTo>
                <a:close/>
                <a:moveTo>
                  <a:pt x="1225663" y="17635"/>
                </a:moveTo>
                <a:lnTo>
                  <a:pt x="1225663" y="0"/>
                </a:lnTo>
                <a:lnTo>
                  <a:pt x="1172757" y="0"/>
                </a:lnTo>
                <a:lnTo>
                  <a:pt x="1172757" y="17635"/>
                </a:lnTo>
                <a:lnTo>
                  <a:pt x="1225663" y="17635"/>
                </a:lnTo>
                <a:close/>
                <a:moveTo>
                  <a:pt x="1331476" y="17635"/>
                </a:moveTo>
                <a:lnTo>
                  <a:pt x="1331476" y="0"/>
                </a:lnTo>
                <a:lnTo>
                  <a:pt x="1278570" y="0"/>
                </a:lnTo>
                <a:lnTo>
                  <a:pt x="1278570" y="17635"/>
                </a:lnTo>
                <a:lnTo>
                  <a:pt x="1331476" y="17635"/>
                </a:lnTo>
                <a:close/>
                <a:moveTo>
                  <a:pt x="1437289" y="17635"/>
                </a:moveTo>
                <a:lnTo>
                  <a:pt x="1437289" y="0"/>
                </a:lnTo>
                <a:lnTo>
                  <a:pt x="1384382" y="0"/>
                </a:lnTo>
                <a:lnTo>
                  <a:pt x="1384382" y="17635"/>
                </a:lnTo>
                <a:lnTo>
                  <a:pt x="1437289" y="17635"/>
                </a:lnTo>
                <a:close/>
                <a:moveTo>
                  <a:pt x="1543101" y="17635"/>
                </a:moveTo>
                <a:lnTo>
                  <a:pt x="1543101" y="0"/>
                </a:lnTo>
                <a:lnTo>
                  <a:pt x="1490195" y="0"/>
                </a:lnTo>
                <a:lnTo>
                  <a:pt x="1490195" y="17635"/>
                </a:lnTo>
                <a:lnTo>
                  <a:pt x="1543101" y="17635"/>
                </a:lnTo>
                <a:close/>
                <a:moveTo>
                  <a:pt x="1648914" y="17635"/>
                </a:moveTo>
                <a:lnTo>
                  <a:pt x="1648914" y="0"/>
                </a:lnTo>
                <a:lnTo>
                  <a:pt x="1596008" y="0"/>
                </a:lnTo>
                <a:lnTo>
                  <a:pt x="1596008" y="17635"/>
                </a:lnTo>
                <a:lnTo>
                  <a:pt x="1648914" y="17635"/>
                </a:lnTo>
                <a:close/>
                <a:moveTo>
                  <a:pt x="1754727" y="17635"/>
                </a:moveTo>
                <a:lnTo>
                  <a:pt x="1754727" y="0"/>
                </a:lnTo>
                <a:lnTo>
                  <a:pt x="1701820" y="0"/>
                </a:lnTo>
                <a:lnTo>
                  <a:pt x="1701820" y="17635"/>
                </a:lnTo>
                <a:lnTo>
                  <a:pt x="1754727" y="17635"/>
                </a:lnTo>
                <a:close/>
                <a:moveTo>
                  <a:pt x="1807633" y="17635"/>
                </a:moveTo>
                <a:lnTo>
                  <a:pt x="1860539" y="17635"/>
                </a:lnTo>
                <a:lnTo>
                  <a:pt x="1860539" y="0"/>
                </a:lnTo>
                <a:lnTo>
                  <a:pt x="1807633" y="0"/>
                </a:lnTo>
                <a:lnTo>
                  <a:pt x="1807633" y="17635"/>
                </a:lnTo>
                <a:close/>
                <a:moveTo>
                  <a:pt x="767142" y="529063"/>
                </a:moveTo>
                <a:lnTo>
                  <a:pt x="767142" y="546699"/>
                </a:lnTo>
                <a:lnTo>
                  <a:pt x="820048" y="546699"/>
                </a:lnTo>
                <a:lnTo>
                  <a:pt x="820048" y="529063"/>
                </a:lnTo>
                <a:lnTo>
                  <a:pt x="767142" y="529063"/>
                </a:lnTo>
                <a:close/>
                <a:moveTo>
                  <a:pt x="872954" y="529063"/>
                </a:moveTo>
                <a:lnTo>
                  <a:pt x="872954" y="546699"/>
                </a:lnTo>
                <a:lnTo>
                  <a:pt x="925861" y="546699"/>
                </a:lnTo>
                <a:lnTo>
                  <a:pt x="925861" y="529063"/>
                </a:lnTo>
                <a:lnTo>
                  <a:pt x="872954" y="529063"/>
                </a:lnTo>
                <a:close/>
                <a:moveTo>
                  <a:pt x="978767" y="529063"/>
                </a:moveTo>
                <a:lnTo>
                  <a:pt x="978767" y="546699"/>
                </a:lnTo>
                <a:lnTo>
                  <a:pt x="1031673" y="546699"/>
                </a:lnTo>
                <a:lnTo>
                  <a:pt x="1031673" y="529063"/>
                </a:lnTo>
                <a:lnTo>
                  <a:pt x="978767" y="529063"/>
                </a:lnTo>
                <a:close/>
                <a:moveTo>
                  <a:pt x="1084580" y="529063"/>
                </a:moveTo>
                <a:lnTo>
                  <a:pt x="1084580" y="546699"/>
                </a:lnTo>
                <a:lnTo>
                  <a:pt x="1137486" y="546699"/>
                </a:lnTo>
                <a:lnTo>
                  <a:pt x="1137486" y="529063"/>
                </a:lnTo>
                <a:lnTo>
                  <a:pt x="1084580" y="529063"/>
                </a:lnTo>
                <a:close/>
                <a:moveTo>
                  <a:pt x="1190392" y="529063"/>
                </a:moveTo>
                <a:lnTo>
                  <a:pt x="1190392" y="546699"/>
                </a:lnTo>
                <a:lnTo>
                  <a:pt x="1243299" y="546699"/>
                </a:lnTo>
                <a:lnTo>
                  <a:pt x="1243299" y="529063"/>
                </a:lnTo>
                <a:lnTo>
                  <a:pt x="1190392" y="529063"/>
                </a:lnTo>
                <a:close/>
                <a:moveTo>
                  <a:pt x="1296205" y="529063"/>
                </a:moveTo>
                <a:lnTo>
                  <a:pt x="1296205" y="546699"/>
                </a:lnTo>
                <a:lnTo>
                  <a:pt x="1349111" y="546699"/>
                </a:lnTo>
                <a:lnTo>
                  <a:pt x="1349111" y="529063"/>
                </a:lnTo>
                <a:lnTo>
                  <a:pt x="1296205" y="529063"/>
                </a:lnTo>
                <a:close/>
                <a:moveTo>
                  <a:pt x="1402018" y="529063"/>
                </a:moveTo>
                <a:lnTo>
                  <a:pt x="1402018" y="546699"/>
                </a:lnTo>
                <a:lnTo>
                  <a:pt x="1454924" y="546699"/>
                </a:lnTo>
                <a:lnTo>
                  <a:pt x="1454924" y="529063"/>
                </a:lnTo>
                <a:lnTo>
                  <a:pt x="1402018" y="529063"/>
                </a:lnTo>
                <a:close/>
                <a:moveTo>
                  <a:pt x="1507830" y="529063"/>
                </a:moveTo>
                <a:lnTo>
                  <a:pt x="1507830" y="546699"/>
                </a:lnTo>
                <a:lnTo>
                  <a:pt x="1560737" y="546699"/>
                </a:lnTo>
                <a:lnTo>
                  <a:pt x="1560737" y="529063"/>
                </a:lnTo>
                <a:lnTo>
                  <a:pt x="1507830" y="529063"/>
                </a:lnTo>
                <a:close/>
                <a:moveTo>
                  <a:pt x="1613643" y="529063"/>
                </a:moveTo>
                <a:lnTo>
                  <a:pt x="1613643" y="546699"/>
                </a:lnTo>
                <a:lnTo>
                  <a:pt x="1666549" y="546699"/>
                </a:lnTo>
                <a:lnTo>
                  <a:pt x="1666549" y="529063"/>
                </a:lnTo>
                <a:lnTo>
                  <a:pt x="1613643" y="529063"/>
                </a:lnTo>
                <a:close/>
                <a:moveTo>
                  <a:pt x="1719456" y="529063"/>
                </a:moveTo>
                <a:lnTo>
                  <a:pt x="1719456" y="546699"/>
                </a:lnTo>
                <a:lnTo>
                  <a:pt x="1772362" y="546699"/>
                </a:lnTo>
                <a:lnTo>
                  <a:pt x="1772362" y="529063"/>
                </a:lnTo>
                <a:lnTo>
                  <a:pt x="1719456" y="529063"/>
                </a:lnTo>
                <a:close/>
                <a:moveTo>
                  <a:pt x="1966352" y="17635"/>
                </a:moveTo>
                <a:lnTo>
                  <a:pt x="1966352" y="0"/>
                </a:lnTo>
                <a:lnTo>
                  <a:pt x="1913446" y="0"/>
                </a:lnTo>
                <a:lnTo>
                  <a:pt x="1913446" y="17635"/>
                </a:lnTo>
                <a:lnTo>
                  <a:pt x="1966352" y="17635"/>
                </a:lnTo>
                <a:close/>
                <a:moveTo>
                  <a:pt x="2072165" y="17635"/>
                </a:moveTo>
                <a:lnTo>
                  <a:pt x="2072165" y="0"/>
                </a:lnTo>
                <a:lnTo>
                  <a:pt x="2019258" y="0"/>
                </a:lnTo>
                <a:lnTo>
                  <a:pt x="2019258" y="17635"/>
                </a:lnTo>
                <a:lnTo>
                  <a:pt x="2072165" y="17635"/>
                </a:lnTo>
                <a:close/>
                <a:moveTo>
                  <a:pt x="2177977" y="17635"/>
                </a:moveTo>
                <a:lnTo>
                  <a:pt x="2177977" y="0"/>
                </a:lnTo>
                <a:lnTo>
                  <a:pt x="2125071" y="0"/>
                </a:lnTo>
                <a:lnTo>
                  <a:pt x="2125071" y="17635"/>
                </a:lnTo>
                <a:lnTo>
                  <a:pt x="2177977" y="17635"/>
                </a:lnTo>
                <a:close/>
                <a:moveTo>
                  <a:pt x="2283790" y="17635"/>
                </a:moveTo>
                <a:lnTo>
                  <a:pt x="2283790" y="0"/>
                </a:lnTo>
                <a:lnTo>
                  <a:pt x="2230884" y="0"/>
                </a:lnTo>
                <a:lnTo>
                  <a:pt x="2230884" y="17635"/>
                </a:lnTo>
                <a:lnTo>
                  <a:pt x="2283790" y="17635"/>
                </a:lnTo>
                <a:close/>
                <a:moveTo>
                  <a:pt x="2336696" y="17635"/>
                </a:moveTo>
                <a:lnTo>
                  <a:pt x="2389603" y="17635"/>
                </a:lnTo>
                <a:lnTo>
                  <a:pt x="2389603" y="0"/>
                </a:lnTo>
                <a:lnTo>
                  <a:pt x="2336696" y="0"/>
                </a:lnTo>
                <a:lnTo>
                  <a:pt x="2336696" y="17635"/>
                </a:lnTo>
                <a:close/>
                <a:moveTo>
                  <a:pt x="2468962" y="17635"/>
                </a:moveTo>
                <a:lnTo>
                  <a:pt x="2468962" y="26453"/>
                </a:lnTo>
                <a:lnTo>
                  <a:pt x="2486598" y="26453"/>
                </a:lnTo>
                <a:lnTo>
                  <a:pt x="2486598" y="0"/>
                </a:lnTo>
                <a:lnTo>
                  <a:pt x="2442509" y="0"/>
                </a:lnTo>
                <a:lnTo>
                  <a:pt x="2442509" y="17635"/>
                </a:lnTo>
                <a:lnTo>
                  <a:pt x="2468962" y="17635"/>
                </a:lnTo>
                <a:close/>
                <a:moveTo>
                  <a:pt x="2468962" y="132266"/>
                </a:moveTo>
                <a:lnTo>
                  <a:pt x="2486598" y="132266"/>
                </a:lnTo>
                <a:lnTo>
                  <a:pt x="2486598" y="79359"/>
                </a:lnTo>
                <a:lnTo>
                  <a:pt x="2468962" y="79359"/>
                </a:lnTo>
                <a:lnTo>
                  <a:pt x="2468962" y="132266"/>
                </a:lnTo>
                <a:close/>
                <a:moveTo>
                  <a:pt x="2468962" y="238078"/>
                </a:moveTo>
                <a:lnTo>
                  <a:pt x="2486598" y="238078"/>
                </a:lnTo>
                <a:lnTo>
                  <a:pt x="2486598" y="185172"/>
                </a:lnTo>
                <a:lnTo>
                  <a:pt x="2468962" y="185172"/>
                </a:lnTo>
                <a:lnTo>
                  <a:pt x="2468962" y="238078"/>
                </a:lnTo>
                <a:close/>
                <a:moveTo>
                  <a:pt x="2468962" y="343891"/>
                </a:moveTo>
                <a:lnTo>
                  <a:pt x="2486598" y="343891"/>
                </a:lnTo>
                <a:lnTo>
                  <a:pt x="2486598" y="290985"/>
                </a:lnTo>
                <a:lnTo>
                  <a:pt x="2468962" y="290985"/>
                </a:lnTo>
                <a:lnTo>
                  <a:pt x="2468962" y="343891"/>
                </a:lnTo>
                <a:close/>
                <a:moveTo>
                  <a:pt x="2468962" y="449704"/>
                </a:moveTo>
                <a:lnTo>
                  <a:pt x="2486598" y="449704"/>
                </a:lnTo>
                <a:lnTo>
                  <a:pt x="2486598" y="396797"/>
                </a:lnTo>
                <a:lnTo>
                  <a:pt x="2468962" y="396797"/>
                </a:lnTo>
                <a:lnTo>
                  <a:pt x="2468962" y="449704"/>
                </a:lnTo>
                <a:close/>
                <a:moveTo>
                  <a:pt x="2468962" y="529063"/>
                </a:moveTo>
                <a:lnTo>
                  <a:pt x="2460144" y="529063"/>
                </a:lnTo>
                <a:lnTo>
                  <a:pt x="2460144" y="546699"/>
                </a:lnTo>
                <a:lnTo>
                  <a:pt x="2486598" y="546699"/>
                </a:lnTo>
                <a:lnTo>
                  <a:pt x="2486598" y="502610"/>
                </a:lnTo>
                <a:lnTo>
                  <a:pt x="2468962" y="502610"/>
                </a:lnTo>
                <a:lnTo>
                  <a:pt x="2468962" y="529063"/>
                </a:lnTo>
                <a:close/>
                <a:moveTo>
                  <a:pt x="1825268" y="529063"/>
                </a:moveTo>
                <a:lnTo>
                  <a:pt x="1825268" y="546699"/>
                </a:lnTo>
                <a:lnTo>
                  <a:pt x="1878175" y="546699"/>
                </a:lnTo>
                <a:lnTo>
                  <a:pt x="1878175" y="529063"/>
                </a:lnTo>
                <a:lnTo>
                  <a:pt x="1825268" y="529063"/>
                </a:lnTo>
                <a:close/>
                <a:moveTo>
                  <a:pt x="1931081" y="529063"/>
                </a:moveTo>
                <a:lnTo>
                  <a:pt x="1931081" y="546699"/>
                </a:lnTo>
                <a:lnTo>
                  <a:pt x="1983987" y="546699"/>
                </a:lnTo>
                <a:lnTo>
                  <a:pt x="1983987" y="529063"/>
                </a:lnTo>
                <a:lnTo>
                  <a:pt x="1931081" y="529063"/>
                </a:lnTo>
                <a:close/>
                <a:moveTo>
                  <a:pt x="2036894" y="529063"/>
                </a:moveTo>
                <a:lnTo>
                  <a:pt x="2036894" y="546699"/>
                </a:lnTo>
                <a:lnTo>
                  <a:pt x="2089800" y="546699"/>
                </a:lnTo>
                <a:lnTo>
                  <a:pt x="2089800" y="529063"/>
                </a:lnTo>
                <a:lnTo>
                  <a:pt x="2036894" y="529063"/>
                </a:lnTo>
                <a:close/>
                <a:moveTo>
                  <a:pt x="2142706" y="529063"/>
                </a:moveTo>
                <a:lnTo>
                  <a:pt x="2142706" y="546699"/>
                </a:lnTo>
                <a:lnTo>
                  <a:pt x="2195613" y="546699"/>
                </a:lnTo>
                <a:lnTo>
                  <a:pt x="2195613" y="529063"/>
                </a:lnTo>
                <a:lnTo>
                  <a:pt x="2142706" y="529063"/>
                </a:lnTo>
                <a:close/>
                <a:moveTo>
                  <a:pt x="2248519" y="529063"/>
                </a:moveTo>
                <a:lnTo>
                  <a:pt x="2248519" y="546699"/>
                </a:lnTo>
                <a:lnTo>
                  <a:pt x="2301425" y="546699"/>
                </a:lnTo>
                <a:lnTo>
                  <a:pt x="2301425" y="529063"/>
                </a:lnTo>
                <a:lnTo>
                  <a:pt x="2248519" y="529063"/>
                </a:lnTo>
                <a:close/>
                <a:moveTo>
                  <a:pt x="2354332" y="529063"/>
                </a:moveTo>
                <a:lnTo>
                  <a:pt x="2354332" y="546699"/>
                </a:lnTo>
                <a:lnTo>
                  <a:pt x="2407238" y="546699"/>
                </a:lnTo>
                <a:lnTo>
                  <a:pt x="2407238" y="529063"/>
                </a:lnTo>
                <a:lnTo>
                  <a:pt x="2354332" y="52906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ED72F-718C-4120-8446-97694CE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497" y="646621"/>
            <a:ext cx="97555" cy="365351"/>
          </a:xfrm>
          <a:custGeom xmlns:a="http://schemas.openxmlformats.org/drawingml/2006/main">
            <a:pathLst>
              <a:path w="97555" h="365351">
                <a:moveTo>
                  <a:pt x="80339" y="365351"/>
                </a:moveTo>
                <a:lnTo>
                  <a:pt x="76514" y="348135"/>
                </a:lnTo>
                <a:lnTo>
                  <a:pt x="93730" y="344310"/>
                </a:lnTo>
                <a:lnTo>
                  <a:pt x="97555" y="361525"/>
                </a:lnTo>
                <a:moveTo>
                  <a:pt x="65036" y="296488"/>
                </a:moveTo>
                <a:lnTo>
                  <a:pt x="61211" y="279273"/>
                </a:lnTo>
                <a:lnTo>
                  <a:pt x="78427" y="275448"/>
                </a:lnTo>
                <a:lnTo>
                  <a:pt x="82252" y="292663"/>
                </a:lnTo>
                <a:moveTo>
                  <a:pt x="49734" y="227627"/>
                </a:moveTo>
                <a:lnTo>
                  <a:pt x="45909" y="210411"/>
                </a:lnTo>
                <a:lnTo>
                  <a:pt x="63124" y="206586"/>
                </a:lnTo>
                <a:lnTo>
                  <a:pt x="66949" y="223801"/>
                </a:lnTo>
                <a:moveTo>
                  <a:pt x="34431" y="158765"/>
                </a:moveTo>
                <a:lnTo>
                  <a:pt x="30605" y="141549"/>
                </a:lnTo>
                <a:lnTo>
                  <a:pt x="47821" y="137724"/>
                </a:lnTo>
                <a:lnTo>
                  <a:pt x="51647" y="154939"/>
                </a:lnTo>
                <a:moveTo>
                  <a:pt x="19129" y="89903"/>
                </a:moveTo>
                <a:lnTo>
                  <a:pt x="15303" y="72687"/>
                </a:lnTo>
                <a:lnTo>
                  <a:pt x="32519" y="68862"/>
                </a:lnTo>
                <a:lnTo>
                  <a:pt x="36344" y="86077"/>
                </a:lnTo>
                <a:moveTo>
                  <a:pt x="3826" y="21041"/>
                </a:moveTo>
                <a:lnTo>
                  <a:pt x="0" y="3825"/>
                </a:lnTo>
                <a:lnTo>
                  <a:pt x="17216" y="0"/>
                </a:lnTo>
                <a:lnTo>
                  <a:pt x="21042" y="172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704CC-928A-4ECD-ACD1-DBBAACE2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46" y="1014468"/>
            <a:ext cx="617241" cy="264532"/>
          </a:xfrm>
          <a:custGeom xmlns:a="http://schemas.openxmlformats.org/drawingml/2006/main">
            <a:pathLst>
              <a:path w="617241" h="264532">
                <a:moveTo>
                  <a:pt x="0" y="0"/>
                </a:moveTo>
                <a:lnTo>
                  <a:pt x="617241" y="0"/>
                </a:lnTo>
                <a:lnTo>
                  <a:pt x="617241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82A9C-D247-48D1-8BB1-DFCD989B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46" y="1014468"/>
            <a:ext cx="617241" cy="264532"/>
          </a:xfrm>
          <a:custGeom xmlns:a="http://schemas.openxmlformats.org/drawingml/2006/main">
            <a:pathLst>
              <a:path w="617241" h="264532" fill="none">
                <a:moveTo>
                  <a:pt x="0" y="0"/>
                </a:moveTo>
                <a:lnTo>
                  <a:pt x="617241" y="0"/>
                </a:lnTo>
                <a:lnTo>
                  <a:pt x="617241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9673A6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52A19-D77D-45B3-B6F4-8FCFA38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09" y="2035878"/>
            <a:ext cx="82957" cy="129303"/>
          </a:xfrm>
          <a:custGeom xmlns:a="http://schemas.openxmlformats.org/drawingml/2006/main">
            <a:pathLst>
              <a:path w="82957" h="129303">
                <a:moveTo>
                  <a:pt x="26665" y="9735"/>
                </a:moveTo>
                <a:cubicBezTo>
                  <a:pt x="26665" y="13544"/>
                  <a:pt x="29416" y="19258"/>
                  <a:pt x="39151" y="19258"/>
                </a:cubicBezTo>
                <a:cubicBezTo>
                  <a:pt x="49309" y="19258"/>
                  <a:pt x="51848" y="13544"/>
                  <a:pt x="51848" y="9735"/>
                </a:cubicBezTo>
                <a:cubicBezTo>
                  <a:pt x="51848" y="4021"/>
                  <a:pt x="46769" y="0"/>
                  <a:pt x="39362" y="0"/>
                </a:cubicBezTo>
                <a:cubicBezTo>
                  <a:pt x="29204" y="0"/>
                  <a:pt x="26665" y="5926"/>
                  <a:pt x="26665" y="9735"/>
                </a:cubicBezTo>
                <a:close/>
                <a:moveTo>
                  <a:pt x="0" y="121261"/>
                </a:moveTo>
                <a:cubicBezTo>
                  <a:pt x="0" y="128880"/>
                  <a:pt x="5502" y="129303"/>
                  <a:pt x="7830" y="129303"/>
                </a:cubicBezTo>
                <a:lnTo>
                  <a:pt x="74704" y="129303"/>
                </a:lnTo>
                <a:cubicBezTo>
                  <a:pt x="81687" y="129303"/>
                  <a:pt x="82746" y="125282"/>
                  <a:pt x="82746" y="121261"/>
                </a:cubicBezTo>
                <a:cubicBezTo>
                  <a:pt x="82957" y="117029"/>
                  <a:pt x="81053" y="113431"/>
                  <a:pt x="74492" y="113431"/>
                </a:cubicBezTo>
                <a:lnTo>
                  <a:pt x="51848" y="113431"/>
                </a:lnTo>
                <a:lnTo>
                  <a:pt x="51848" y="43595"/>
                </a:lnTo>
                <a:cubicBezTo>
                  <a:pt x="51848" y="39997"/>
                  <a:pt x="51425" y="35341"/>
                  <a:pt x="44230" y="35341"/>
                </a:cubicBezTo>
                <a:lnTo>
                  <a:pt x="10158" y="35341"/>
                </a:lnTo>
                <a:cubicBezTo>
                  <a:pt x="1693" y="35341"/>
                  <a:pt x="1693" y="40632"/>
                  <a:pt x="1693" y="43806"/>
                </a:cubicBezTo>
                <a:cubicBezTo>
                  <a:pt x="1693" y="51213"/>
                  <a:pt x="7195" y="51213"/>
                  <a:pt x="10370" y="51213"/>
                </a:cubicBezTo>
                <a:lnTo>
                  <a:pt x="34283" y="51213"/>
                </a:lnTo>
                <a:lnTo>
                  <a:pt x="34283" y="113431"/>
                </a:lnTo>
                <a:lnTo>
                  <a:pt x="8253" y="113431"/>
                </a:lnTo>
                <a:cubicBezTo>
                  <a:pt x="2963" y="113431"/>
                  <a:pt x="0" y="114913"/>
                  <a:pt x="0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0E082-BD00-4F4A-BC0E-153C6F7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33" y="2070372"/>
            <a:ext cx="109199" cy="94808"/>
          </a:xfrm>
          <a:custGeom xmlns:a="http://schemas.openxmlformats.org/drawingml/2006/main">
            <a:pathLst>
              <a:path w="109199" h="94808">
                <a:moveTo>
                  <a:pt x="0" y="86978"/>
                </a:moveTo>
                <a:cubicBezTo>
                  <a:pt x="0" y="91211"/>
                  <a:pt x="1270" y="94808"/>
                  <a:pt x="8042" y="94808"/>
                </a:cubicBezTo>
                <a:lnTo>
                  <a:pt x="45499" y="94808"/>
                </a:lnTo>
                <a:cubicBezTo>
                  <a:pt x="50578" y="94808"/>
                  <a:pt x="53753" y="93115"/>
                  <a:pt x="53753" y="86766"/>
                </a:cubicBezTo>
                <a:cubicBezTo>
                  <a:pt x="53753" y="79148"/>
                  <a:pt x="48251" y="78936"/>
                  <a:pt x="45499" y="78936"/>
                </a:cubicBezTo>
                <a:lnTo>
                  <a:pt x="35765" y="78936"/>
                </a:lnTo>
                <a:lnTo>
                  <a:pt x="35765" y="45923"/>
                </a:lnTo>
                <a:cubicBezTo>
                  <a:pt x="35765" y="22432"/>
                  <a:pt x="51213" y="15872"/>
                  <a:pt x="60313" y="15872"/>
                </a:cubicBezTo>
                <a:cubicBezTo>
                  <a:pt x="72587" y="15872"/>
                  <a:pt x="73646" y="23490"/>
                  <a:pt x="73646" y="34072"/>
                </a:cubicBezTo>
                <a:lnTo>
                  <a:pt x="73646" y="78936"/>
                </a:lnTo>
                <a:lnTo>
                  <a:pt x="67720" y="78936"/>
                </a:lnTo>
                <a:cubicBezTo>
                  <a:pt x="59043" y="78936"/>
                  <a:pt x="59255" y="84227"/>
                  <a:pt x="59255" y="87401"/>
                </a:cubicBezTo>
                <a:cubicBezTo>
                  <a:pt x="59255" y="94597"/>
                  <a:pt x="65181" y="94808"/>
                  <a:pt x="67508" y="94808"/>
                </a:cubicBezTo>
                <a:lnTo>
                  <a:pt x="101369" y="94808"/>
                </a:lnTo>
                <a:cubicBezTo>
                  <a:pt x="103908" y="94808"/>
                  <a:pt x="109199" y="94597"/>
                  <a:pt x="109199" y="86766"/>
                </a:cubicBezTo>
                <a:cubicBezTo>
                  <a:pt x="109199" y="79360"/>
                  <a:pt x="103908" y="78936"/>
                  <a:pt x="101157" y="78936"/>
                </a:cubicBezTo>
                <a:lnTo>
                  <a:pt x="91211" y="78936"/>
                </a:lnTo>
                <a:lnTo>
                  <a:pt x="91211" y="33860"/>
                </a:lnTo>
                <a:cubicBezTo>
                  <a:pt x="91211" y="20316"/>
                  <a:pt x="89729" y="0"/>
                  <a:pt x="63699" y="0"/>
                </a:cubicBezTo>
                <a:cubicBezTo>
                  <a:pt x="52483" y="0"/>
                  <a:pt x="43383" y="4444"/>
                  <a:pt x="35765" y="11851"/>
                </a:cubicBezTo>
                <a:lnTo>
                  <a:pt x="35765" y="8465"/>
                </a:lnTo>
                <a:cubicBezTo>
                  <a:pt x="35765" y="1481"/>
                  <a:pt x="30686" y="847"/>
                  <a:pt x="27723" y="847"/>
                </a:cubicBezTo>
                <a:lnTo>
                  <a:pt x="7619" y="847"/>
                </a:lnTo>
                <a:cubicBezTo>
                  <a:pt x="1481" y="847"/>
                  <a:pt x="0" y="4867"/>
                  <a:pt x="0" y="8253"/>
                </a:cubicBezTo>
                <a:cubicBezTo>
                  <a:pt x="0" y="16295"/>
                  <a:pt x="4656" y="16718"/>
                  <a:pt x="8465" y="16718"/>
                </a:cubicBezTo>
                <a:lnTo>
                  <a:pt x="17988" y="16718"/>
                </a:lnTo>
                <a:lnTo>
                  <a:pt x="17988" y="78936"/>
                </a:lnTo>
                <a:lnTo>
                  <a:pt x="8253" y="78936"/>
                </a:lnTo>
                <a:cubicBezTo>
                  <a:pt x="5079" y="78936"/>
                  <a:pt x="0" y="79360"/>
                  <a:pt x="0" y="86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12A49-A6B7-4519-9EC9-D7B4CF6E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880" y="2044343"/>
            <a:ext cx="89941" cy="121685"/>
          </a:xfrm>
          <a:custGeom xmlns:a="http://schemas.openxmlformats.org/drawingml/2006/main">
            <a:pathLst>
              <a:path w="89941" h="121685">
                <a:moveTo>
                  <a:pt x="0" y="35341"/>
                </a:moveTo>
                <a:cubicBezTo>
                  <a:pt x="0" y="38939"/>
                  <a:pt x="1693" y="42748"/>
                  <a:pt x="8042" y="42748"/>
                </a:cubicBezTo>
                <a:lnTo>
                  <a:pt x="25395" y="42748"/>
                </a:lnTo>
                <a:lnTo>
                  <a:pt x="25395" y="85920"/>
                </a:lnTo>
                <a:cubicBezTo>
                  <a:pt x="25395" y="89518"/>
                  <a:pt x="25607" y="92904"/>
                  <a:pt x="26030" y="96501"/>
                </a:cubicBezTo>
                <a:cubicBezTo>
                  <a:pt x="28993" y="119357"/>
                  <a:pt x="46558" y="121685"/>
                  <a:pt x="54388" y="121685"/>
                </a:cubicBezTo>
                <a:cubicBezTo>
                  <a:pt x="75762" y="121685"/>
                  <a:pt x="89941" y="104966"/>
                  <a:pt x="89941" y="89729"/>
                </a:cubicBezTo>
                <a:cubicBezTo>
                  <a:pt x="89941" y="82957"/>
                  <a:pt x="84439" y="82322"/>
                  <a:pt x="80629" y="82322"/>
                </a:cubicBezTo>
                <a:cubicBezTo>
                  <a:pt x="76608" y="82322"/>
                  <a:pt x="73646" y="83169"/>
                  <a:pt x="72376" y="87190"/>
                </a:cubicBezTo>
                <a:cubicBezTo>
                  <a:pt x="71106" y="91211"/>
                  <a:pt x="73434" y="93538"/>
                  <a:pt x="67085" y="101792"/>
                </a:cubicBezTo>
                <a:cubicBezTo>
                  <a:pt x="63911" y="104331"/>
                  <a:pt x="61371" y="105813"/>
                  <a:pt x="57350" y="105813"/>
                </a:cubicBezTo>
                <a:cubicBezTo>
                  <a:pt x="43383" y="105813"/>
                  <a:pt x="43172" y="95020"/>
                  <a:pt x="43172" y="86555"/>
                </a:cubicBezTo>
                <a:lnTo>
                  <a:pt x="43172" y="42748"/>
                </a:lnTo>
                <a:lnTo>
                  <a:pt x="77878" y="42748"/>
                </a:lnTo>
                <a:cubicBezTo>
                  <a:pt x="83380" y="42748"/>
                  <a:pt x="85285" y="38727"/>
                  <a:pt x="85285" y="34918"/>
                </a:cubicBezTo>
                <a:cubicBezTo>
                  <a:pt x="85285" y="31321"/>
                  <a:pt x="83592" y="26876"/>
                  <a:pt x="77455" y="26876"/>
                </a:cubicBezTo>
                <a:lnTo>
                  <a:pt x="43172" y="26876"/>
                </a:lnTo>
                <a:lnTo>
                  <a:pt x="43172" y="7830"/>
                </a:lnTo>
                <a:cubicBezTo>
                  <a:pt x="43172" y="212"/>
                  <a:pt x="38093" y="0"/>
                  <a:pt x="35341" y="0"/>
                </a:cubicBezTo>
                <a:lnTo>
                  <a:pt x="34283" y="0"/>
                </a:lnTo>
                <a:cubicBezTo>
                  <a:pt x="30686" y="0"/>
                  <a:pt x="25395" y="0"/>
                  <a:pt x="25395" y="7830"/>
                </a:cubicBezTo>
                <a:lnTo>
                  <a:pt x="25395" y="26876"/>
                </a:lnTo>
                <a:lnTo>
                  <a:pt x="8042" y="26876"/>
                </a:lnTo>
                <a:cubicBezTo>
                  <a:pt x="0" y="26876"/>
                  <a:pt x="0" y="32802"/>
                  <a:pt x="0" y="35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2D2D0-7B30-497C-AF12-4DB34B0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792" y="2034185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101792"/>
                </a:moveTo>
                <a:cubicBezTo>
                  <a:pt x="0" y="120415"/>
                  <a:pt x="19893" y="132689"/>
                  <a:pt x="46346" y="132689"/>
                </a:cubicBezTo>
                <a:cubicBezTo>
                  <a:pt x="76608" y="132689"/>
                  <a:pt x="92480" y="114278"/>
                  <a:pt x="92480" y="93115"/>
                </a:cubicBezTo>
                <a:cubicBezTo>
                  <a:pt x="92480" y="83380"/>
                  <a:pt x="88248" y="68355"/>
                  <a:pt x="69625" y="60948"/>
                </a:cubicBezTo>
                <a:cubicBezTo>
                  <a:pt x="84862" y="50367"/>
                  <a:pt x="86343" y="35976"/>
                  <a:pt x="86343" y="30686"/>
                </a:cubicBezTo>
                <a:cubicBezTo>
                  <a:pt x="86343" y="13967"/>
                  <a:pt x="72799" y="0"/>
                  <a:pt x="46558" y="0"/>
                </a:cubicBezTo>
                <a:cubicBezTo>
                  <a:pt x="15025" y="0"/>
                  <a:pt x="6349" y="14391"/>
                  <a:pt x="6349" y="24125"/>
                </a:cubicBezTo>
                <a:cubicBezTo>
                  <a:pt x="6349" y="29628"/>
                  <a:pt x="9100" y="34072"/>
                  <a:pt x="15025" y="34072"/>
                </a:cubicBezTo>
                <a:cubicBezTo>
                  <a:pt x="23914" y="34072"/>
                  <a:pt x="23914" y="24549"/>
                  <a:pt x="24337" y="23490"/>
                </a:cubicBezTo>
                <a:cubicBezTo>
                  <a:pt x="26665" y="16507"/>
                  <a:pt x="41479" y="15872"/>
                  <a:pt x="46558" y="15872"/>
                </a:cubicBezTo>
                <a:cubicBezTo>
                  <a:pt x="64546" y="15872"/>
                  <a:pt x="68567" y="24760"/>
                  <a:pt x="68567" y="30686"/>
                </a:cubicBezTo>
                <a:cubicBezTo>
                  <a:pt x="68567" y="42113"/>
                  <a:pt x="58620" y="51425"/>
                  <a:pt x="47404" y="52271"/>
                </a:cubicBezTo>
                <a:cubicBezTo>
                  <a:pt x="35130" y="53330"/>
                  <a:pt x="27723" y="51848"/>
                  <a:pt x="27723" y="61160"/>
                </a:cubicBezTo>
                <a:cubicBezTo>
                  <a:pt x="27723" y="67297"/>
                  <a:pt x="31109" y="69201"/>
                  <a:pt x="34707" y="69201"/>
                </a:cubicBezTo>
                <a:lnTo>
                  <a:pt x="44018" y="69201"/>
                </a:lnTo>
                <a:cubicBezTo>
                  <a:pt x="70260" y="69201"/>
                  <a:pt x="74704" y="83804"/>
                  <a:pt x="74704" y="92904"/>
                </a:cubicBezTo>
                <a:cubicBezTo>
                  <a:pt x="74704" y="102850"/>
                  <a:pt x="68567" y="116817"/>
                  <a:pt x="46346" y="116817"/>
                </a:cubicBezTo>
                <a:cubicBezTo>
                  <a:pt x="36400" y="116817"/>
                  <a:pt x="30051" y="114489"/>
                  <a:pt x="26453" y="112796"/>
                </a:cubicBezTo>
                <a:cubicBezTo>
                  <a:pt x="17142" y="108352"/>
                  <a:pt x="17988" y="102215"/>
                  <a:pt x="17565" y="99887"/>
                </a:cubicBezTo>
                <a:cubicBezTo>
                  <a:pt x="16930" y="95866"/>
                  <a:pt x="13756" y="92269"/>
                  <a:pt x="8888" y="92269"/>
                </a:cubicBezTo>
                <a:cubicBezTo>
                  <a:pt x="4656" y="92269"/>
                  <a:pt x="0" y="95231"/>
                  <a:pt x="0" y="101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9A732-123F-4424-88B6-9F41B45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800" y="2034185"/>
            <a:ext cx="89094" cy="130996"/>
          </a:xfrm>
          <a:custGeom xmlns:a="http://schemas.openxmlformats.org/drawingml/2006/main">
            <a:pathLst>
              <a:path w="89094" h="130996">
                <a:moveTo>
                  <a:pt x="0" y="123378"/>
                </a:moveTo>
                <a:cubicBezTo>
                  <a:pt x="212" y="130573"/>
                  <a:pt x="4867" y="130996"/>
                  <a:pt x="8253" y="130996"/>
                </a:cubicBezTo>
                <a:lnTo>
                  <a:pt x="80629" y="130996"/>
                </a:lnTo>
                <a:cubicBezTo>
                  <a:pt x="89094" y="130996"/>
                  <a:pt x="88883" y="125071"/>
                  <a:pt x="88883" y="121896"/>
                </a:cubicBezTo>
                <a:lnTo>
                  <a:pt x="88883" y="113220"/>
                </a:lnTo>
                <a:cubicBezTo>
                  <a:pt x="88883" y="105178"/>
                  <a:pt x="84015" y="104966"/>
                  <a:pt x="79994" y="104966"/>
                </a:cubicBezTo>
                <a:lnTo>
                  <a:pt x="79571" y="104966"/>
                </a:lnTo>
                <a:cubicBezTo>
                  <a:pt x="75762" y="104966"/>
                  <a:pt x="71106" y="105389"/>
                  <a:pt x="71106" y="113220"/>
                </a:cubicBezTo>
                <a:lnTo>
                  <a:pt x="71106" y="115124"/>
                </a:lnTo>
                <a:lnTo>
                  <a:pt x="27723" y="115124"/>
                </a:lnTo>
                <a:cubicBezTo>
                  <a:pt x="65392" y="83804"/>
                  <a:pt x="88883" y="68990"/>
                  <a:pt x="88883" y="41902"/>
                </a:cubicBezTo>
                <a:cubicBezTo>
                  <a:pt x="88883" y="16718"/>
                  <a:pt x="67932" y="0"/>
                  <a:pt x="41690" y="0"/>
                </a:cubicBezTo>
                <a:cubicBezTo>
                  <a:pt x="15660" y="0"/>
                  <a:pt x="0" y="18835"/>
                  <a:pt x="0" y="34918"/>
                </a:cubicBezTo>
                <a:cubicBezTo>
                  <a:pt x="0" y="42748"/>
                  <a:pt x="5502" y="44653"/>
                  <a:pt x="8888" y="44653"/>
                </a:cubicBezTo>
                <a:cubicBezTo>
                  <a:pt x="17988" y="44653"/>
                  <a:pt x="17777" y="35130"/>
                  <a:pt x="17777" y="34707"/>
                </a:cubicBezTo>
                <a:cubicBezTo>
                  <a:pt x="18411" y="26453"/>
                  <a:pt x="24760" y="15872"/>
                  <a:pt x="38304" y="15872"/>
                </a:cubicBezTo>
                <a:cubicBezTo>
                  <a:pt x="53330" y="15872"/>
                  <a:pt x="71106" y="23914"/>
                  <a:pt x="71106" y="42113"/>
                </a:cubicBezTo>
                <a:cubicBezTo>
                  <a:pt x="71106" y="62853"/>
                  <a:pt x="52906" y="74492"/>
                  <a:pt x="3598" y="115547"/>
                </a:cubicBezTo>
                <a:cubicBezTo>
                  <a:pt x="1270" y="117664"/>
                  <a:pt x="0" y="118722"/>
                  <a:pt x="0" y="123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52852-D6A6-4BA1-A27A-7D1C39D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50" y="2171529"/>
            <a:ext cx="87190" cy="17777"/>
          </a:xfrm>
          <a:custGeom xmlns:a="http://schemas.openxmlformats.org/drawingml/2006/main">
            <a:pathLst>
              <a:path w="87190" h="17777">
                <a:moveTo>
                  <a:pt x="0" y="8888"/>
                </a:moveTo>
                <a:cubicBezTo>
                  <a:pt x="0" y="11216"/>
                  <a:pt x="1270" y="17777"/>
                  <a:pt x="10370" y="17777"/>
                </a:cubicBezTo>
                <a:lnTo>
                  <a:pt x="76820" y="17777"/>
                </a:lnTo>
                <a:cubicBezTo>
                  <a:pt x="85920" y="17777"/>
                  <a:pt x="87190" y="11216"/>
                  <a:pt x="87190" y="8888"/>
                </a:cubicBezTo>
                <a:cubicBezTo>
                  <a:pt x="87190" y="6349"/>
                  <a:pt x="85708" y="0"/>
                  <a:pt x="76820" y="0"/>
                </a:cubicBezTo>
                <a:lnTo>
                  <a:pt x="10370" y="0"/>
                </a:lnTo>
                <a:cubicBezTo>
                  <a:pt x="1270" y="0"/>
                  <a:pt x="0" y="6349"/>
                  <a:pt x="0" y="8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46396-4E0C-4CB1-AF49-2E081EA3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93" y="2044343"/>
            <a:ext cx="89941" cy="121685"/>
          </a:xfrm>
          <a:custGeom xmlns:a="http://schemas.openxmlformats.org/drawingml/2006/main">
            <a:pathLst>
              <a:path w="89941" h="121685">
                <a:moveTo>
                  <a:pt x="0" y="35341"/>
                </a:moveTo>
                <a:cubicBezTo>
                  <a:pt x="0" y="38939"/>
                  <a:pt x="1693" y="42748"/>
                  <a:pt x="8042" y="42748"/>
                </a:cubicBezTo>
                <a:lnTo>
                  <a:pt x="25395" y="42748"/>
                </a:lnTo>
                <a:lnTo>
                  <a:pt x="25395" y="85920"/>
                </a:lnTo>
                <a:cubicBezTo>
                  <a:pt x="25395" y="89518"/>
                  <a:pt x="25607" y="92904"/>
                  <a:pt x="26030" y="96501"/>
                </a:cubicBezTo>
                <a:cubicBezTo>
                  <a:pt x="28993" y="119357"/>
                  <a:pt x="46558" y="121685"/>
                  <a:pt x="54388" y="121685"/>
                </a:cubicBezTo>
                <a:cubicBezTo>
                  <a:pt x="75762" y="121685"/>
                  <a:pt x="89941" y="104966"/>
                  <a:pt x="89941" y="89729"/>
                </a:cubicBezTo>
                <a:cubicBezTo>
                  <a:pt x="89941" y="82957"/>
                  <a:pt x="84439" y="82322"/>
                  <a:pt x="80629" y="82322"/>
                </a:cubicBezTo>
                <a:cubicBezTo>
                  <a:pt x="76608" y="82322"/>
                  <a:pt x="73646" y="83169"/>
                  <a:pt x="72376" y="87190"/>
                </a:cubicBezTo>
                <a:cubicBezTo>
                  <a:pt x="71106" y="91211"/>
                  <a:pt x="73434" y="93538"/>
                  <a:pt x="67085" y="101792"/>
                </a:cubicBezTo>
                <a:cubicBezTo>
                  <a:pt x="63911" y="104331"/>
                  <a:pt x="61371" y="105813"/>
                  <a:pt x="57350" y="105813"/>
                </a:cubicBezTo>
                <a:cubicBezTo>
                  <a:pt x="43383" y="105813"/>
                  <a:pt x="43172" y="95020"/>
                  <a:pt x="43172" y="86555"/>
                </a:cubicBezTo>
                <a:lnTo>
                  <a:pt x="43172" y="42748"/>
                </a:lnTo>
                <a:lnTo>
                  <a:pt x="77878" y="42748"/>
                </a:lnTo>
                <a:cubicBezTo>
                  <a:pt x="83380" y="42748"/>
                  <a:pt x="85285" y="38727"/>
                  <a:pt x="85285" y="34918"/>
                </a:cubicBezTo>
                <a:cubicBezTo>
                  <a:pt x="85285" y="31321"/>
                  <a:pt x="83592" y="26876"/>
                  <a:pt x="77455" y="26876"/>
                </a:cubicBezTo>
                <a:lnTo>
                  <a:pt x="43172" y="26876"/>
                </a:lnTo>
                <a:lnTo>
                  <a:pt x="43172" y="7830"/>
                </a:lnTo>
                <a:cubicBezTo>
                  <a:pt x="43172" y="212"/>
                  <a:pt x="38093" y="0"/>
                  <a:pt x="35341" y="0"/>
                </a:cubicBezTo>
                <a:lnTo>
                  <a:pt x="34283" y="0"/>
                </a:lnTo>
                <a:cubicBezTo>
                  <a:pt x="30686" y="0"/>
                  <a:pt x="25395" y="0"/>
                  <a:pt x="25395" y="7830"/>
                </a:cubicBezTo>
                <a:lnTo>
                  <a:pt x="25395" y="26876"/>
                </a:lnTo>
                <a:lnTo>
                  <a:pt x="8042" y="26876"/>
                </a:lnTo>
                <a:cubicBezTo>
                  <a:pt x="0" y="26876"/>
                  <a:pt x="0" y="32802"/>
                  <a:pt x="0" y="35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03721-4666-4558-9F88-C5A3DB52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22" y="2071219"/>
            <a:ext cx="99676" cy="93962"/>
          </a:xfrm>
          <a:custGeom xmlns:a="http://schemas.openxmlformats.org/drawingml/2006/main">
            <a:pathLst>
              <a:path w="99676" h="93962">
                <a:moveTo>
                  <a:pt x="0" y="85708"/>
                </a:moveTo>
                <a:cubicBezTo>
                  <a:pt x="0" y="89941"/>
                  <a:pt x="1058" y="93962"/>
                  <a:pt x="8042" y="93962"/>
                </a:cubicBezTo>
                <a:lnTo>
                  <a:pt x="36823" y="93962"/>
                </a:lnTo>
                <a:cubicBezTo>
                  <a:pt x="44230" y="93962"/>
                  <a:pt x="44653" y="89306"/>
                  <a:pt x="44653" y="86132"/>
                </a:cubicBezTo>
                <a:cubicBezTo>
                  <a:pt x="44653" y="79783"/>
                  <a:pt x="41479" y="78090"/>
                  <a:pt x="36400" y="78090"/>
                </a:cubicBezTo>
                <a:lnTo>
                  <a:pt x="34707" y="78090"/>
                </a:lnTo>
                <a:lnTo>
                  <a:pt x="49097" y="55657"/>
                </a:lnTo>
                <a:lnTo>
                  <a:pt x="64122" y="78090"/>
                </a:lnTo>
                <a:lnTo>
                  <a:pt x="63064" y="78090"/>
                </a:lnTo>
                <a:cubicBezTo>
                  <a:pt x="59043" y="78090"/>
                  <a:pt x="54388" y="78301"/>
                  <a:pt x="54388" y="86132"/>
                </a:cubicBezTo>
                <a:cubicBezTo>
                  <a:pt x="54388" y="88671"/>
                  <a:pt x="54811" y="93962"/>
                  <a:pt x="62006" y="93962"/>
                </a:cubicBezTo>
                <a:lnTo>
                  <a:pt x="90999" y="93962"/>
                </a:lnTo>
                <a:cubicBezTo>
                  <a:pt x="94597" y="93962"/>
                  <a:pt x="99041" y="93115"/>
                  <a:pt x="99041" y="86132"/>
                </a:cubicBezTo>
                <a:cubicBezTo>
                  <a:pt x="99041" y="84650"/>
                  <a:pt x="99676" y="77878"/>
                  <a:pt x="90999" y="77878"/>
                </a:cubicBezTo>
                <a:cubicBezTo>
                  <a:pt x="90152" y="77878"/>
                  <a:pt x="89729" y="78090"/>
                  <a:pt x="89518" y="78090"/>
                </a:cubicBezTo>
                <a:lnTo>
                  <a:pt x="83169" y="78090"/>
                </a:lnTo>
                <a:cubicBezTo>
                  <a:pt x="82111" y="78090"/>
                  <a:pt x="81053" y="77878"/>
                  <a:pt x="80206" y="77243"/>
                </a:cubicBezTo>
                <a:cubicBezTo>
                  <a:pt x="78936" y="76185"/>
                  <a:pt x="57350" y="47192"/>
                  <a:pt x="56081" y="45288"/>
                </a:cubicBezTo>
                <a:lnTo>
                  <a:pt x="74915" y="19681"/>
                </a:lnTo>
                <a:cubicBezTo>
                  <a:pt x="76820" y="17142"/>
                  <a:pt x="77032" y="15872"/>
                  <a:pt x="80206" y="15872"/>
                </a:cubicBezTo>
                <a:lnTo>
                  <a:pt x="88036" y="15872"/>
                </a:lnTo>
                <a:cubicBezTo>
                  <a:pt x="90364" y="15872"/>
                  <a:pt x="96501" y="15660"/>
                  <a:pt x="96290" y="8042"/>
                </a:cubicBezTo>
                <a:cubicBezTo>
                  <a:pt x="96290" y="847"/>
                  <a:pt x="91845" y="0"/>
                  <a:pt x="88036" y="0"/>
                </a:cubicBezTo>
                <a:lnTo>
                  <a:pt x="59467" y="0"/>
                </a:lnTo>
                <a:cubicBezTo>
                  <a:pt x="51848" y="0"/>
                  <a:pt x="51637" y="4867"/>
                  <a:pt x="51637" y="7830"/>
                </a:cubicBezTo>
                <a:cubicBezTo>
                  <a:pt x="51637" y="11851"/>
                  <a:pt x="52060" y="15872"/>
                  <a:pt x="60736" y="15872"/>
                </a:cubicBezTo>
                <a:lnTo>
                  <a:pt x="49309" y="32802"/>
                </a:lnTo>
                <a:lnTo>
                  <a:pt x="37034" y="15872"/>
                </a:lnTo>
                <a:lnTo>
                  <a:pt x="37881" y="15872"/>
                </a:lnTo>
                <a:cubicBezTo>
                  <a:pt x="41055" y="15872"/>
                  <a:pt x="45923" y="15449"/>
                  <a:pt x="45923" y="7830"/>
                </a:cubicBezTo>
                <a:cubicBezTo>
                  <a:pt x="45923" y="1481"/>
                  <a:pt x="42325" y="0"/>
                  <a:pt x="38093" y="0"/>
                </a:cubicBezTo>
                <a:lnTo>
                  <a:pt x="9312" y="0"/>
                </a:lnTo>
                <a:cubicBezTo>
                  <a:pt x="1270" y="0"/>
                  <a:pt x="1270" y="5291"/>
                  <a:pt x="1270" y="8465"/>
                </a:cubicBezTo>
                <a:cubicBezTo>
                  <a:pt x="1270" y="15449"/>
                  <a:pt x="6560" y="15872"/>
                  <a:pt x="9735" y="15872"/>
                </a:cubicBezTo>
                <a:lnTo>
                  <a:pt x="20104" y="15872"/>
                </a:lnTo>
                <a:lnTo>
                  <a:pt x="42113" y="45288"/>
                </a:lnTo>
                <a:lnTo>
                  <a:pt x="42113" y="45499"/>
                </a:lnTo>
                <a:cubicBezTo>
                  <a:pt x="39997" y="48251"/>
                  <a:pt x="38093" y="51213"/>
                  <a:pt x="21586" y="73857"/>
                </a:cubicBezTo>
                <a:cubicBezTo>
                  <a:pt x="19046" y="77032"/>
                  <a:pt x="19258" y="78090"/>
                  <a:pt x="15872" y="78090"/>
                </a:cubicBezTo>
                <a:lnTo>
                  <a:pt x="8253" y="78090"/>
                </a:lnTo>
                <a:cubicBezTo>
                  <a:pt x="5714" y="78090"/>
                  <a:pt x="0" y="78090"/>
                  <a:pt x="0" y="85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82024-0864-44F9-8B89-2A98C972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345" y="2133648"/>
            <a:ext cx="38516" cy="60736"/>
          </a:xfrm>
          <a:custGeom xmlns:a="http://schemas.openxmlformats.org/drawingml/2006/main">
            <a:pathLst>
              <a:path w="38516" h="60736">
                <a:moveTo>
                  <a:pt x="0" y="52060"/>
                </a:moveTo>
                <a:cubicBezTo>
                  <a:pt x="0" y="56081"/>
                  <a:pt x="5079" y="60736"/>
                  <a:pt x="8465" y="60736"/>
                </a:cubicBezTo>
                <a:cubicBezTo>
                  <a:pt x="15872" y="60736"/>
                  <a:pt x="38516" y="47827"/>
                  <a:pt x="38516" y="23279"/>
                </a:cubicBezTo>
                <a:cubicBezTo>
                  <a:pt x="38516" y="8677"/>
                  <a:pt x="28569" y="0"/>
                  <a:pt x="18411" y="0"/>
                </a:cubicBezTo>
                <a:cubicBezTo>
                  <a:pt x="8677" y="0"/>
                  <a:pt x="2540" y="6984"/>
                  <a:pt x="2540" y="15660"/>
                </a:cubicBezTo>
                <a:cubicBezTo>
                  <a:pt x="2540" y="23490"/>
                  <a:pt x="7619" y="31532"/>
                  <a:pt x="19046" y="31532"/>
                </a:cubicBezTo>
                <a:cubicBezTo>
                  <a:pt x="19681" y="31532"/>
                  <a:pt x="20528" y="31321"/>
                  <a:pt x="21163" y="31321"/>
                </a:cubicBezTo>
                <a:cubicBezTo>
                  <a:pt x="13967" y="49097"/>
                  <a:pt x="0" y="42960"/>
                  <a:pt x="0" y="52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1CF20-8319-4732-A535-4C80207C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019" y="2071219"/>
            <a:ext cx="100522" cy="141789"/>
          </a:xfrm>
          <a:custGeom xmlns:a="http://schemas.openxmlformats.org/drawingml/2006/main">
            <a:pathLst>
              <a:path w="100522" h="141789">
                <a:moveTo>
                  <a:pt x="0" y="8042"/>
                </a:moveTo>
                <a:cubicBezTo>
                  <a:pt x="0" y="15872"/>
                  <a:pt x="5291" y="15872"/>
                  <a:pt x="8465" y="15872"/>
                </a:cubicBezTo>
                <a:lnTo>
                  <a:pt x="15872" y="15872"/>
                </a:lnTo>
                <a:cubicBezTo>
                  <a:pt x="16718" y="18411"/>
                  <a:pt x="17988" y="20951"/>
                  <a:pt x="18835" y="23490"/>
                </a:cubicBezTo>
                <a:lnTo>
                  <a:pt x="44018" y="90787"/>
                </a:lnTo>
                <a:cubicBezTo>
                  <a:pt x="44653" y="92480"/>
                  <a:pt x="44865" y="93327"/>
                  <a:pt x="44865" y="94173"/>
                </a:cubicBezTo>
                <a:cubicBezTo>
                  <a:pt x="44865" y="95231"/>
                  <a:pt x="44653" y="96078"/>
                  <a:pt x="44018" y="97771"/>
                </a:cubicBezTo>
                <a:cubicBezTo>
                  <a:pt x="40632" y="108352"/>
                  <a:pt x="37669" y="125282"/>
                  <a:pt x="20739" y="125917"/>
                </a:cubicBezTo>
                <a:cubicBezTo>
                  <a:pt x="20951" y="125282"/>
                  <a:pt x="20951" y="124436"/>
                  <a:pt x="20951" y="123801"/>
                </a:cubicBezTo>
                <a:cubicBezTo>
                  <a:pt x="20951" y="119357"/>
                  <a:pt x="16507" y="116182"/>
                  <a:pt x="12274" y="116182"/>
                </a:cubicBezTo>
                <a:cubicBezTo>
                  <a:pt x="9100" y="116182"/>
                  <a:pt x="3386" y="118087"/>
                  <a:pt x="3386" y="125282"/>
                </a:cubicBezTo>
                <a:cubicBezTo>
                  <a:pt x="3386" y="131843"/>
                  <a:pt x="8888" y="141789"/>
                  <a:pt x="21163" y="141789"/>
                </a:cubicBezTo>
                <a:cubicBezTo>
                  <a:pt x="42748" y="141789"/>
                  <a:pt x="52271" y="118933"/>
                  <a:pt x="56504" y="105601"/>
                </a:cubicBezTo>
                <a:lnTo>
                  <a:pt x="81476" y="26665"/>
                </a:lnTo>
                <a:cubicBezTo>
                  <a:pt x="82534" y="23067"/>
                  <a:pt x="83804" y="19470"/>
                  <a:pt x="84862" y="15872"/>
                </a:cubicBezTo>
                <a:lnTo>
                  <a:pt x="92692" y="15872"/>
                </a:lnTo>
                <a:cubicBezTo>
                  <a:pt x="94808" y="15872"/>
                  <a:pt x="100522" y="15237"/>
                  <a:pt x="100522" y="8042"/>
                </a:cubicBezTo>
                <a:cubicBezTo>
                  <a:pt x="100522" y="423"/>
                  <a:pt x="95655" y="0"/>
                  <a:pt x="92480" y="0"/>
                </a:cubicBezTo>
                <a:lnTo>
                  <a:pt x="64546" y="0"/>
                </a:lnTo>
                <a:cubicBezTo>
                  <a:pt x="60313" y="0"/>
                  <a:pt x="56081" y="635"/>
                  <a:pt x="56081" y="7830"/>
                </a:cubicBezTo>
                <a:cubicBezTo>
                  <a:pt x="56081" y="15449"/>
                  <a:pt x="60948" y="15872"/>
                  <a:pt x="64546" y="15872"/>
                </a:cubicBezTo>
                <a:lnTo>
                  <a:pt x="70048" y="15872"/>
                </a:lnTo>
                <a:cubicBezTo>
                  <a:pt x="65604" y="30686"/>
                  <a:pt x="52906" y="69201"/>
                  <a:pt x="52271" y="79148"/>
                </a:cubicBezTo>
                <a:lnTo>
                  <a:pt x="51425" y="74704"/>
                </a:lnTo>
                <a:lnTo>
                  <a:pt x="48674" y="65181"/>
                </a:lnTo>
                <a:lnTo>
                  <a:pt x="44865" y="53330"/>
                </a:lnTo>
                <a:lnTo>
                  <a:pt x="31321" y="15872"/>
                </a:lnTo>
                <a:lnTo>
                  <a:pt x="35976" y="15872"/>
                </a:lnTo>
                <a:cubicBezTo>
                  <a:pt x="39362" y="15872"/>
                  <a:pt x="44441" y="15660"/>
                  <a:pt x="44441" y="8042"/>
                </a:cubicBezTo>
                <a:cubicBezTo>
                  <a:pt x="44441" y="0"/>
                  <a:pt x="38939" y="0"/>
                  <a:pt x="35976" y="0"/>
                </a:cubicBezTo>
                <a:lnTo>
                  <a:pt x="8042" y="0"/>
                </a:lnTo>
                <a:cubicBezTo>
                  <a:pt x="4021" y="0"/>
                  <a:pt x="0" y="1058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D4241-8124-48AB-AD2B-7E84FF99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655" y="2071219"/>
            <a:ext cx="38516" cy="123166"/>
          </a:xfrm>
          <a:custGeom xmlns:a="http://schemas.openxmlformats.org/drawingml/2006/main">
            <a:pathLst>
              <a:path w="38516" h="123166">
                <a:moveTo>
                  <a:pt x="2540" y="15660"/>
                </a:moveTo>
                <a:cubicBezTo>
                  <a:pt x="2540" y="24760"/>
                  <a:pt x="10158" y="31532"/>
                  <a:pt x="18411" y="31532"/>
                </a:cubicBezTo>
                <a:cubicBezTo>
                  <a:pt x="27723" y="31532"/>
                  <a:pt x="34072" y="23702"/>
                  <a:pt x="34072" y="15660"/>
                </a:cubicBezTo>
                <a:cubicBezTo>
                  <a:pt x="34072" y="6560"/>
                  <a:pt x="26665" y="0"/>
                  <a:pt x="18411" y="0"/>
                </a:cubicBezTo>
                <a:cubicBezTo>
                  <a:pt x="9100" y="0"/>
                  <a:pt x="2540" y="7619"/>
                  <a:pt x="2540" y="15660"/>
                </a:cubicBezTo>
                <a:close/>
                <a:moveTo>
                  <a:pt x="0" y="114489"/>
                </a:moveTo>
                <a:cubicBezTo>
                  <a:pt x="0" y="118510"/>
                  <a:pt x="5079" y="123166"/>
                  <a:pt x="8465" y="123166"/>
                </a:cubicBezTo>
                <a:cubicBezTo>
                  <a:pt x="15872" y="123166"/>
                  <a:pt x="38516" y="110257"/>
                  <a:pt x="38516" y="85708"/>
                </a:cubicBezTo>
                <a:cubicBezTo>
                  <a:pt x="38516" y="71106"/>
                  <a:pt x="28569" y="62429"/>
                  <a:pt x="18411" y="62429"/>
                </a:cubicBezTo>
                <a:cubicBezTo>
                  <a:pt x="8677" y="62429"/>
                  <a:pt x="2540" y="69413"/>
                  <a:pt x="2540" y="78090"/>
                </a:cubicBezTo>
                <a:cubicBezTo>
                  <a:pt x="2540" y="85920"/>
                  <a:pt x="7619" y="93962"/>
                  <a:pt x="19046" y="93962"/>
                </a:cubicBezTo>
                <a:cubicBezTo>
                  <a:pt x="19681" y="93962"/>
                  <a:pt x="20528" y="93750"/>
                  <a:pt x="21163" y="93750"/>
                </a:cubicBezTo>
                <a:cubicBezTo>
                  <a:pt x="13967" y="111527"/>
                  <a:pt x="0" y="105389"/>
                  <a:pt x="0" y="114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63583-AD84-4559-9D1B-07D2E09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230" y="2326933"/>
            <a:ext cx="109622" cy="94808"/>
          </a:xfrm>
          <a:custGeom xmlns:a="http://schemas.openxmlformats.org/drawingml/2006/main">
            <a:pathLst>
              <a:path w="109622" h="94808">
                <a:moveTo>
                  <a:pt x="0" y="8042"/>
                </a:moveTo>
                <a:cubicBezTo>
                  <a:pt x="0" y="15237"/>
                  <a:pt x="5079" y="16084"/>
                  <a:pt x="8677" y="16084"/>
                </a:cubicBezTo>
                <a:cubicBezTo>
                  <a:pt x="9735" y="16084"/>
                  <a:pt x="10370" y="15872"/>
                  <a:pt x="11005" y="15872"/>
                </a:cubicBezTo>
                <a:lnTo>
                  <a:pt x="17988" y="15872"/>
                </a:lnTo>
                <a:lnTo>
                  <a:pt x="17988" y="70048"/>
                </a:lnTo>
                <a:cubicBezTo>
                  <a:pt x="17988" y="90787"/>
                  <a:pt x="30897" y="94808"/>
                  <a:pt x="46769" y="94808"/>
                </a:cubicBezTo>
                <a:cubicBezTo>
                  <a:pt x="57139" y="94808"/>
                  <a:pt x="65604" y="92480"/>
                  <a:pt x="73646" y="86978"/>
                </a:cubicBezTo>
                <a:cubicBezTo>
                  <a:pt x="74069" y="93538"/>
                  <a:pt x="78513" y="93962"/>
                  <a:pt x="81687" y="93962"/>
                </a:cubicBezTo>
                <a:lnTo>
                  <a:pt x="100734" y="93962"/>
                </a:lnTo>
                <a:cubicBezTo>
                  <a:pt x="104331" y="93962"/>
                  <a:pt x="109622" y="93115"/>
                  <a:pt x="109199" y="85920"/>
                </a:cubicBezTo>
                <a:cubicBezTo>
                  <a:pt x="109199" y="83804"/>
                  <a:pt x="109410" y="78090"/>
                  <a:pt x="101157" y="78090"/>
                </a:cubicBezTo>
                <a:lnTo>
                  <a:pt x="91211" y="78090"/>
                </a:lnTo>
                <a:lnTo>
                  <a:pt x="91211" y="8042"/>
                </a:lnTo>
                <a:cubicBezTo>
                  <a:pt x="91211" y="4233"/>
                  <a:pt x="90364" y="0"/>
                  <a:pt x="83380" y="0"/>
                </a:cubicBezTo>
                <a:lnTo>
                  <a:pt x="63699" y="0"/>
                </a:lnTo>
                <a:cubicBezTo>
                  <a:pt x="56927" y="0"/>
                  <a:pt x="55446" y="4444"/>
                  <a:pt x="55446" y="8042"/>
                </a:cubicBezTo>
                <a:cubicBezTo>
                  <a:pt x="55446" y="15449"/>
                  <a:pt x="60525" y="15872"/>
                  <a:pt x="63699" y="15872"/>
                </a:cubicBezTo>
                <a:lnTo>
                  <a:pt x="73646" y="15872"/>
                </a:lnTo>
                <a:lnTo>
                  <a:pt x="73646" y="60736"/>
                </a:lnTo>
                <a:cubicBezTo>
                  <a:pt x="73646" y="62429"/>
                  <a:pt x="73646" y="63911"/>
                  <a:pt x="73434" y="65604"/>
                </a:cubicBezTo>
                <a:cubicBezTo>
                  <a:pt x="72376" y="71529"/>
                  <a:pt x="65392" y="78936"/>
                  <a:pt x="50790" y="78936"/>
                </a:cubicBezTo>
                <a:cubicBezTo>
                  <a:pt x="36188" y="78936"/>
                  <a:pt x="35765" y="74915"/>
                  <a:pt x="35765" y="69625"/>
                </a:cubicBezTo>
                <a:lnTo>
                  <a:pt x="35765" y="9100"/>
                </a:lnTo>
                <a:cubicBezTo>
                  <a:pt x="35765" y="5926"/>
                  <a:pt x="36188" y="0"/>
                  <a:pt x="27935" y="0"/>
                </a:cubicBezTo>
                <a:lnTo>
                  <a:pt x="7195" y="0"/>
                </a:lnTo>
                <a:cubicBezTo>
                  <a:pt x="3809" y="0"/>
                  <a:pt x="0" y="1481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5C909-F66D-4EDC-A286-1B439CE7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512" y="2291591"/>
            <a:ext cx="82957" cy="129303"/>
          </a:xfrm>
          <a:custGeom xmlns:a="http://schemas.openxmlformats.org/drawingml/2006/main">
            <a:pathLst>
              <a:path w="82957" h="129303">
                <a:moveTo>
                  <a:pt x="26665" y="9735"/>
                </a:moveTo>
                <a:cubicBezTo>
                  <a:pt x="26665" y="13544"/>
                  <a:pt x="29416" y="19258"/>
                  <a:pt x="39151" y="19258"/>
                </a:cubicBezTo>
                <a:cubicBezTo>
                  <a:pt x="49309" y="19258"/>
                  <a:pt x="51848" y="13544"/>
                  <a:pt x="51848" y="9735"/>
                </a:cubicBezTo>
                <a:cubicBezTo>
                  <a:pt x="51848" y="4021"/>
                  <a:pt x="46769" y="0"/>
                  <a:pt x="39362" y="0"/>
                </a:cubicBezTo>
                <a:cubicBezTo>
                  <a:pt x="29204" y="0"/>
                  <a:pt x="26665" y="5926"/>
                  <a:pt x="26665" y="9735"/>
                </a:cubicBezTo>
                <a:close/>
                <a:moveTo>
                  <a:pt x="0" y="121261"/>
                </a:moveTo>
                <a:cubicBezTo>
                  <a:pt x="0" y="128880"/>
                  <a:pt x="5502" y="129303"/>
                  <a:pt x="7830" y="129303"/>
                </a:cubicBezTo>
                <a:lnTo>
                  <a:pt x="74704" y="129303"/>
                </a:lnTo>
                <a:cubicBezTo>
                  <a:pt x="81687" y="129303"/>
                  <a:pt x="82746" y="125282"/>
                  <a:pt x="82746" y="121261"/>
                </a:cubicBezTo>
                <a:cubicBezTo>
                  <a:pt x="82957" y="117029"/>
                  <a:pt x="81053" y="113431"/>
                  <a:pt x="74492" y="113431"/>
                </a:cubicBezTo>
                <a:lnTo>
                  <a:pt x="51848" y="113431"/>
                </a:lnTo>
                <a:lnTo>
                  <a:pt x="51848" y="43595"/>
                </a:lnTo>
                <a:cubicBezTo>
                  <a:pt x="51848" y="39997"/>
                  <a:pt x="51425" y="35341"/>
                  <a:pt x="44230" y="35341"/>
                </a:cubicBezTo>
                <a:lnTo>
                  <a:pt x="10158" y="35341"/>
                </a:lnTo>
                <a:cubicBezTo>
                  <a:pt x="1693" y="35341"/>
                  <a:pt x="1693" y="40632"/>
                  <a:pt x="1693" y="43806"/>
                </a:cubicBezTo>
                <a:cubicBezTo>
                  <a:pt x="1693" y="51213"/>
                  <a:pt x="7195" y="51213"/>
                  <a:pt x="10370" y="51213"/>
                </a:cubicBezTo>
                <a:lnTo>
                  <a:pt x="34283" y="51213"/>
                </a:lnTo>
                <a:lnTo>
                  <a:pt x="34283" y="113431"/>
                </a:lnTo>
                <a:lnTo>
                  <a:pt x="8253" y="113431"/>
                </a:lnTo>
                <a:cubicBezTo>
                  <a:pt x="2963" y="113431"/>
                  <a:pt x="0" y="114913"/>
                  <a:pt x="0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C2B86-09A4-42DE-8827-58D4581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436" y="2326086"/>
            <a:ext cx="109199" cy="94808"/>
          </a:xfrm>
          <a:custGeom xmlns:a="http://schemas.openxmlformats.org/drawingml/2006/main">
            <a:pathLst>
              <a:path w="109199" h="94808">
                <a:moveTo>
                  <a:pt x="0" y="86978"/>
                </a:moveTo>
                <a:cubicBezTo>
                  <a:pt x="0" y="91211"/>
                  <a:pt x="1270" y="94808"/>
                  <a:pt x="8042" y="94808"/>
                </a:cubicBezTo>
                <a:lnTo>
                  <a:pt x="45499" y="94808"/>
                </a:lnTo>
                <a:cubicBezTo>
                  <a:pt x="50578" y="94808"/>
                  <a:pt x="53753" y="93115"/>
                  <a:pt x="53753" y="86766"/>
                </a:cubicBezTo>
                <a:cubicBezTo>
                  <a:pt x="53753" y="79148"/>
                  <a:pt x="48251" y="78936"/>
                  <a:pt x="45499" y="78936"/>
                </a:cubicBezTo>
                <a:lnTo>
                  <a:pt x="35765" y="78936"/>
                </a:lnTo>
                <a:lnTo>
                  <a:pt x="35765" y="45923"/>
                </a:lnTo>
                <a:cubicBezTo>
                  <a:pt x="35765" y="22432"/>
                  <a:pt x="51213" y="15872"/>
                  <a:pt x="60313" y="15872"/>
                </a:cubicBezTo>
                <a:cubicBezTo>
                  <a:pt x="72587" y="15872"/>
                  <a:pt x="73646" y="23490"/>
                  <a:pt x="73646" y="34072"/>
                </a:cubicBezTo>
                <a:lnTo>
                  <a:pt x="73646" y="78936"/>
                </a:lnTo>
                <a:lnTo>
                  <a:pt x="67720" y="78936"/>
                </a:lnTo>
                <a:cubicBezTo>
                  <a:pt x="59043" y="78936"/>
                  <a:pt x="59255" y="84227"/>
                  <a:pt x="59255" y="87401"/>
                </a:cubicBezTo>
                <a:cubicBezTo>
                  <a:pt x="59255" y="94597"/>
                  <a:pt x="65181" y="94808"/>
                  <a:pt x="67508" y="94808"/>
                </a:cubicBezTo>
                <a:lnTo>
                  <a:pt x="101369" y="94808"/>
                </a:lnTo>
                <a:cubicBezTo>
                  <a:pt x="103908" y="94808"/>
                  <a:pt x="109199" y="94597"/>
                  <a:pt x="109199" y="86766"/>
                </a:cubicBezTo>
                <a:cubicBezTo>
                  <a:pt x="109199" y="79360"/>
                  <a:pt x="103908" y="78936"/>
                  <a:pt x="101157" y="78936"/>
                </a:cubicBezTo>
                <a:lnTo>
                  <a:pt x="91211" y="78936"/>
                </a:lnTo>
                <a:lnTo>
                  <a:pt x="91211" y="33860"/>
                </a:lnTo>
                <a:cubicBezTo>
                  <a:pt x="91211" y="20316"/>
                  <a:pt x="89729" y="0"/>
                  <a:pt x="63699" y="0"/>
                </a:cubicBezTo>
                <a:cubicBezTo>
                  <a:pt x="52483" y="0"/>
                  <a:pt x="43383" y="4444"/>
                  <a:pt x="35765" y="11851"/>
                </a:cubicBezTo>
                <a:lnTo>
                  <a:pt x="35765" y="8465"/>
                </a:lnTo>
                <a:cubicBezTo>
                  <a:pt x="35765" y="1481"/>
                  <a:pt x="30686" y="847"/>
                  <a:pt x="27723" y="847"/>
                </a:cubicBezTo>
                <a:lnTo>
                  <a:pt x="7619" y="847"/>
                </a:lnTo>
                <a:cubicBezTo>
                  <a:pt x="1481" y="847"/>
                  <a:pt x="0" y="4867"/>
                  <a:pt x="0" y="8253"/>
                </a:cubicBezTo>
                <a:cubicBezTo>
                  <a:pt x="0" y="16295"/>
                  <a:pt x="4656" y="16718"/>
                  <a:pt x="8465" y="16718"/>
                </a:cubicBezTo>
                <a:lnTo>
                  <a:pt x="17988" y="16718"/>
                </a:lnTo>
                <a:lnTo>
                  <a:pt x="17988" y="78936"/>
                </a:lnTo>
                <a:lnTo>
                  <a:pt x="8253" y="78936"/>
                </a:lnTo>
                <a:cubicBezTo>
                  <a:pt x="5079" y="78936"/>
                  <a:pt x="0" y="79360"/>
                  <a:pt x="0" y="86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96F4A-D0D2-4D0A-AE24-FC8CA8D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983" y="2300057"/>
            <a:ext cx="89941" cy="121685"/>
          </a:xfrm>
          <a:custGeom xmlns:a="http://schemas.openxmlformats.org/drawingml/2006/main">
            <a:pathLst>
              <a:path w="89941" h="121685">
                <a:moveTo>
                  <a:pt x="0" y="35341"/>
                </a:moveTo>
                <a:cubicBezTo>
                  <a:pt x="0" y="38939"/>
                  <a:pt x="1693" y="42748"/>
                  <a:pt x="8042" y="42748"/>
                </a:cubicBezTo>
                <a:lnTo>
                  <a:pt x="25395" y="42748"/>
                </a:lnTo>
                <a:lnTo>
                  <a:pt x="25395" y="85920"/>
                </a:lnTo>
                <a:cubicBezTo>
                  <a:pt x="25395" y="89518"/>
                  <a:pt x="25607" y="92904"/>
                  <a:pt x="26030" y="96501"/>
                </a:cubicBezTo>
                <a:cubicBezTo>
                  <a:pt x="28993" y="119357"/>
                  <a:pt x="46558" y="121685"/>
                  <a:pt x="54388" y="121685"/>
                </a:cubicBezTo>
                <a:cubicBezTo>
                  <a:pt x="75762" y="121685"/>
                  <a:pt x="89941" y="104966"/>
                  <a:pt x="89941" y="89729"/>
                </a:cubicBezTo>
                <a:cubicBezTo>
                  <a:pt x="89941" y="82957"/>
                  <a:pt x="84439" y="82322"/>
                  <a:pt x="80629" y="82322"/>
                </a:cubicBezTo>
                <a:cubicBezTo>
                  <a:pt x="76608" y="82322"/>
                  <a:pt x="73646" y="83169"/>
                  <a:pt x="72376" y="87190"/>
                </a:cubicBezTo>
                <a:cubicBezTo>
                  <a:pt x="71106" y="91211"/>
                  <a:pt x="73434" y="93538"/>
                  <a:pt x="67085" y="101792"/>
                </a:cubicBezTo>
                <a:cubicBezTo>
                  <a:pt x="63911" y="104331"/>
                  <a:pt x="61371" y="105813"/>
                  <a:pt x="57350" y="105813"/>
                </a:cubicBezTo>
                <a:cubicBezTo>
                  <a:pt x="43383" y="105813"/>
                  <a:pt x="43172" y="95020"/>
                  <a:pt x="43172" y="86555"/>
                </a:cubicBezTo>
                <a:lnTo>
                  <a:pt x="43172" y="42748"/>
                </a:lnTo>
                <a:lnTo>
                  <a:pt x="77878" y="42748"/>
                </a:lnTo>
                <a:cubicBezTo>
                  <a:pt x="83380" y="42748"/>
                  <a:pt x="85285" y="38727"/>
                  <a:pt x="85285" y="34918"/>
                </a:cubicBezTo>
                <a:cubicBezTo>
                  <a:pt x="85285" y="31321"/>
                  <a:pt x="83592" y="26876"/>
                  <a:pt x="77455" y="26876"/>
                </a:cubicBezTo>
                <a:lnTo>
                  <a:pt x="43172" y="26876"/>
                </a:lnTo>
                <a:lnTo>
                  <a:pt x="43172" y="7830"/>
                </a:lnTo>
                <a:cubicBezTo>
                  <a:pt x="43172" y="212"/>
                  <a:pt x="38093" y="0"/>
                  <a:pt x="35341" y="0"/>
                </a:cubicBezTo>
                <a:lnTo>
                  <a:pt x="34283" y="0"/>
                </a:lnTo>
                <a:cubicBezTo>
                  <a:pt x="30686" y="0"/>
                  <a:pt x="25395" y="0"/>
                  <a:pt x="25395" y="7830"/>
                </a:cubicBezTo>
                <a:lnTo>
                  <a:pt x="25395" y="26876"/>
                </a:lnTo>
                <a:lnTo>
                  <a:pt x="8042" y="26876"/>
                </a:lnTo>
                <a:cubicBezTo>
                  <a:pt x="0" y="26876"/>
                  <a:pt x="0" y="32802"/>
                  <a:pt x="0" y="35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0197F-DCB9-4526-8268-D75536B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19" y="2289898"/>
            <a:ext cx="91845" cy="132689"/>
          </a:xfrm>
          <a:custGeom xmlns:a="http://schemas.openxmlformats.org/drawingml/2006/main">
            <a:pathLst>
              <a:path w="91845" h="132689">
                <a:moveTo>
                  <a:pt x="0" y="67297"/>
                </a:moveTo>
                <a:cubicBezTo>
                  <a:pt x="0" y="123589"/>
                  <a:pt x="27935" y="132689"/>
                  <a:pt x="46558" y="132689"/>
                </a:cubicBezTo>
                <a:cubicBezTo>
                  <a:pt x="54176" y="132689"/>
                  <a:pt x="64122" y="131843"/>
                  <a:pt x="73222" y="125705"/>
                </a:cubicBezTo>
                <a:cubicBezTo>
                  <a:pt x="86555" y="116606"/>
                  <a:pt x="91845" y="105389"/>
                  <a:pt x="91845" y="89729"/>
                </a:cubicBezTo>
                <a:cubicBezTo>
                  <a:pt x="91845" y="76397"/>
                  <a:pt x="88671" y="66874"/>
                  <a:pt x="80206" y="58197"/>
                </a:cubicBezTo>
                <a:cubicBezTo>
                  <a:pt x="72799" y="50367"/>
                  <a:pt x="63911" y="46769"/>
                  <a:pt x="51002" y="46769"/>
                </a:cubicBezTo>
                <a:cubicBezTo>
                  <a:pt x="36823" y="46769"/>
                  <a:pt x="26030" y="51848"/>
                  <a:pt x="17988" y="59043"/>
                </a:cubicBezTo>
                <a:cubicBezTo>
                  <a:pt x="20528" y="24760"/>
                  <a:pt x="44018" y="15872"/>
                  <a:pt x="57985" y="15872"/>
                </a:cubicBezTo>
                <a:cubicBezTo>
                  <a:pt x="62853" y="15872"/>
                  <a:pt x="67508" y="16718"/>
                  <a:pt x="68567" y="20528"/>
                </a:cubicBezTo>
                <a:cubicBezTo>
                  <a:pt x="68567" y="20739"/>
                  <a:pt x="68778" y="30474"/>
                  <a:pt x="77666" y="30474"/>
                </a:cubicBezTo>
                <a:cubicBezTo>
                  <a:pt x="80418" y="30474"/>
                  <a:pt x="86555" y="28569"/>
                  <a:pt x="86555" y="21163"/>
                </a:cubicBezTo>
                <a:cubicBezTo>
                  <a:pt x="86555" y="12698"/>
                  <a:pt x="80841" y="0"/>
                  <a:pt x="58409" y="0"/>
                </a:cubicBezTo>
                <a:cubicBezTo>
                  <a:pt x="33860" y="0"/>
                  <a:pt x="0" y="15449"/>
                  <a:pt x="0" y="67297"/>
                </a:cubicBezTo>
                <a:close/>
                <a:moveTo>
                  <a:pt x="19470" y="84439"/>
                </a:moveTo>
                <a:cubicBezTo>
                  <a:pt x="19470" y="73222"/>
                  <a:pt x="31109" y="62641"/>
                  <a:pt x="47192" y="62641"/>
                </a:cubicBezTo>
                <a:cubicBezTo>
                  <a:pt x="56716" y="62641"/>
                  <a:pt x="60525" y="64969"/>
                  <a:pt x="63064" y="66662"/>
                </a:cubicBezTo>
                <a:cubicBezTo>
                  <a:pt x="73857" y="74492"/>
                  <a:pt x="74069" y="83592"/>
                  <a:pt x="74069" y="89306"/>
                </a:cubicBezTo>
                <a:cubicBezTo>
                  <a:pt x="74069" y="98617"/>
                  <a:pt x="72164" y="103908"/>
                  <a:pt x="66662" y="109199"/>
                </a:cubicBezTo>
                <a:cubicBezTo>
                  <a:pt x="60948" y="114701"/>
                  <a:pt x="55446" y="116817"/>
                  <a:pt x="46346" y="116817"/>
                </a:cubicBezTo>
                <a:cubicBezTo>
                  <a:pt x="24549" y="116817"/>
                  <a:pt x="19470" y="94808"/>
                  <a:pt x="19470" y="84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9FF15-9900-4D5C-A736-3A2FEBB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36" y="2289898"/>
            <a:ext cx="98617" cy="130996"/>
          </a:xfrm>
          <a:custGeom xmlns:a="http://schemas.openxmlformats.org/drawingml/2006/main">
            <a:pathLst>
              <a:path w="98617" h="130996">
                <a:moveTo>
                  <a:pt x="0" y="87190"/>
                </a:moveTo>
                <a:cubicBezTo>
                  <a:pt x="0" y="95020"/>
                  <a:pt x="4444" y="95443"/>
                  <a:pt x="8042" y="95443"/>
                </a:cubicBezTo>
                <a:lnTo>
                  <a:pt x="60736" y="95443"/>
                </a:lnTo>
                <a:lnTo>
                  <a:pt x="60736" y="115124"/>
                </a:lnTo>
                <a:lnTo>
                  <a:pt x="49097" y="115124"/>
                </a:lnTo>
                <a:cubicBezTo>
                  <a:pt x="48462" y="115124"/>
                  <a:pt x="47827" y="114913"/>
                  <a:pt x="47192" y="114913"/>
                </a:cubicBezTo>
                <a:cubicBezTo>
                  <a:pt x="42748" y="114913"/>
                  <a:pt x="39151" y="116606"/>
                  <a:pt x="39151" y="122954"/>
                </a:cubicBezTo>
                <a:cubicBezTo>
                  <a:pt x="39151" y="130573"/>
                  <a:pt x="43806" y="130996"/>
                  <a:pt x="47192" y="130996"/>
                </a:cubicBezTo>
                <a:lnTo>
                  <a:pt x="88459" y="130996"/>
                </a:lnTo>
                <a:cubicBezTo>
                  <a:pt x="96078" y="130996"/>
                  <a:pt x="96713" y="126340"/>
                  <a:pt x="96713" y="122954"/>
                </a:cubicBezTo>
                <a:cubicBezTo>
                  <a:pt x="96924" y="118933"/>
                  <a:pt x="95020" y="114913"/>
                  <a:pt x="88671" y="114913"/>
                </a:cubicBezTo>
                <a:cubicBezTo>
                  <a:pt x="88036" y="114913"/>
                  <a:pt x="87401" y="115124"/>
                  <a:pt x="86766" y="115124"/>
                </a:cubicBezTo>
                <a:lnTo>
                  <a:pt x="75127" y="115124"/>
                </a:lnTo>
                <a:lnTo>
                  <a:pt x="75127" y="95443"/>
                </a:lnTo>
                <a:lnTo>
                  <a:pt x="90787" y="95443"/>
                </a:lnTo>
                <a:cubicBezTo>
                  <a:pt x="98406" y="95231"/>
                  <a:pt x="98617" y="90364"/>
                  <a:pt x="98617" y="87401"/>
                </a:cubicBezTo>
                <a:cubicBezTo>
                  <a:pt x="98617" y="83380"/>
                  <a:pt x="97559" y="79571"/>
                  <a:pt x="90999" y="79571"/>
                </a:cubicBezTo>
                <a:lnTo>
                  <a:pt x="75127" y="79571"/>
                </a:lnTo>
                <a:lnTo>
                  <a:pt x="75127" y="9312"/>
                </a:lnTo>
                <a:cubicBezTo>
                  <a:pt x="75127" y="4444"/>
                  <a:pt x="74704" y="0"/>
                  <a:pt x="67085" y="0"/>
                </a:cubicBezTo>
                <a:lnTo>
                  <a:pt x="56081" y="0"/>
                </a:lnTo>
                <a:cubicBezTo>
                  <a:pt x="51425" y="0"/>
                  <a:pt x="49944" y="635"/>
                  <a:pt x="46981" y="5291"/>
                </a:cubicBezTo>
                <a:lnTo>
                  <a:pt x="3386" y="74069"/>
                </a:lnTo>
                <a:cubicBezTo>
                  <a:pt x="635" y="78725"/>
                  <a:pt x="0" y="78301"/>
                  <a:pt x="0" y="82746"/>
                </a:cubicBezTo>
                <a:lnTo>
                  <a:pt x="0" y="87190"/>
                </a:lnTo>
                <a:close/>
                <a:moveTo>
                  <a:pt x="18200" y="79571"/>
                </a:moveTo>
                <a:lnTo>
                  <a:pt x="60736" y="12486"/>
                </a:lnTo>
                <a:lnTo>
                  <a:pt x="60736" y="79571"/>
                </a:lnTo>
                <a:lnTo>
                  <a:pt x="18200" y="79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95962-0096-42BE-9283-09F5A8A3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53" y="2427243"/>
            <a:ext cx="87190" cy="17777"/>
          </a:xfrm>
          <a:custGeom xmlns:a="http://schemas.openxmlformats.org/drawingml/2006/main">
            <a:pathLst>
              <a:path w="87190" h="17777">
                <a:moveTo>
                  <a:pt x="0" y="8888"/>
                </a:moveTo>
                <a:cubicBezTo>
                  <a:pt x="0" y="11216"/>
                  <a:pt x="1270" y="17777"/>
                  <a:pt x="10370" y="17777"/>
                </a:cubicBezTo>
                <a:lnTo>
                  <a:pt x="76820" y="17777"/>
                </a:lnTo>
                <a:cubicBezTo>
                  <a:pt x="85920" y="17777"/>
                  <a:pt x="87190" y="11216"/>
                  <a:pt x="87190" y="8888"/>
                </a:cubicBezTo>
                <a:cubicBezTo>
                  <a:pt x="87190" y="6349"/>
                  <a:pt x="85708" y="0"/>
                  <a:pt x="76820" y="0"/>
                </a:cubicBezTo>
                <a:lnTo>
                  <a:pt x="10370" y="0"/>
                </a:lnTo>
                <a:cubicBezTo>
                  <a:pt x="1270" y="0"/>
                  <a:pt x="0" y="6349"/>
                  <a:pt x="0" y="8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96EDB-8075-4020-8F81-8ED8BEE0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395" y="2300057"/>
            <a:ext cx="89941" cy="121685"/>
          </a:xfrm>
          <a:custGeom xmlns:a="http://schemas.openxmlformats.org/drawingml/2006/main">
            <a:pathLst>
              <a:path w="89941" h="121685">
                <a:moveTo>
                  <a:pt x="0" y="35341"/>
                </a:moveTo>
                <a:cubicBezTo>
                  <a:pt x="0" y="38939"/>
                  <a:pt x="1693" y="42748"/>
                  <a:pt x="8042" y="42748"/>
                </a:cubicBezTo>
                <a:lnTo>
                  <a:pt x="25395" y="42748"/>
                </a:lnTo>
                <a:lnTo>
                  <a:pt x="25395" y="85920"/>
                </a:lnTo>
                <a:cubicBezTo>
                  <a:pt x="25395" y="89518"/>
                  <a:pt x="25607" y="92904"/>
                  <a:pt x="26030" y="96501"/>
                </a:cubicBezTo>
                <a:cubicBezTo>
                  <a:pt x="28993" y="119357"/>
                  <a:pt x="46558" y="121685"/>
                  <a:pt x="54388" y="121685"/>
                </a:cubicBezTo>
                <a:cubicBezTo>
                  <a:pt x="75762" y="121685"/>
                  <a:pt x="89941" y="104966"/>
                  <a:pt x="89941" y="89729"/>
                </a:cubicBezTo>
                <a:cubicBezTo>
                  <a:pt x="89941" y="82957"/>
                  <a:pt x="84439" y="82322"/>
                  <a:pt x="80629" y="82322"/>
                </a:cubicBezTo>
                <a:cubicBezTo>
                  <a:pt x="76608" y="82322"/>
                  <a:pt x="73646" y="83169"/>
                  <a:pt x="72376" y="87190"/>
                </a:cubicBezTo>
                <a:cubicBezTo>
                  <a:pt x="71106" y="91211"/>
                  <a:pt x="73434" y="93538"/>
                  <a:pt x="67085" y="101792"/>
                </a:cubicBezTo>
                <a:cubicBezTo>
                  <a:pt x="63911" y="104331"/>
                  <a:pt x="61371" y="105813"/>
                  <a:pt x="57350" y="105813"/>
                </a:cubicBezTo>
                <a:cubicBezTo>
                  <a:pt x="43383" y="105813"/>
                  <a:pt x="43172" y="95020"/>
                  <a:pt x="43172" y="86555"/>
                </a:cubicBezTo>
                <a:lnTo>
                  <a:pt x="43172" y="42748"/>
                </a:lnTo>
                <a:lnTo>
                  <a:pt x="77878" y="42748"/>
                </a:lnTo>
                <a:cubicBezTo>
                  <a:pt x="83380" y="42748"/>
                  <a:pt x="85285" y="38727"/>
                  <a:pt x="85285" y="34918"/>
                </a:cubicBezTo>
                <a:cubicBezTo>
                  <a:pt x="85285" y="31321"/>
                  <a:pt x="83592" y="26876"/>
                  <a:pt x="77455" y="26876"/>
                </a:cubicBezTo>
                <a:lnTo>
                  <a:pt x="43172" y="26876"/>
                </a:lnTo>
                <a:lnTo>
                  <a:pt x="43172" y="7830"/>
                </a:lnTo>
                <a:cubicBezTo>
                  <a:pt x="43172" y="212"/>
                  <a:pt x="38093" y="0"/>
                  <a:pt x="35341" y="0"/>
                </a:cubicBezTo>
                <a:lnTo>
                  <a:pt x="34283" y="0"/>
                </a:lnTo>
                <a:cubicBezTo>
                  <a:pt x="30686" y="0"/>
                  <a:pt x="25395" y="0"/>
                  <a:pt x="25395" y="7830"/>
                </a:cubicBezTo>
                <a:lnTo>
                  <a:pt x="25395" y="26876"/>
                </a:lnTo>
                <a:lnTo>
                  <a:pt x="8042" y="26876"/>
                </a:lnTo>
                <a:cubicBezTo>
                  <a:pt x="0" y="26876"/>
                  <a:pt x="0" y="32802"/>
                  <a:pt x="0" y="35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E4EA4-DE65-4D67-94E8-BE6CF24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871" y="2326933"/>
            <a:ext cx="93962" cy="93962"/>
          </a:xfrm>
          <a:custGeom xmlns:a="http://schemas.openxmlformats.org/drawingml/2006/main">
            <a:pathLst>
              <a:path w="93962" h="93962">
                <a:moveTo>
                  <a:pt x="212" y="85708"/>
                </a:moveTo>
                <a:cubicBezTo>
                  <a:pt x="212" y="87825"/>
                  <a:pt x="0" y="93750"/>
                  <a:pt x="7830" y="93962"/>
                </a:cubicBezTo>
                <a:lnTo>
                  <a:pt x="85708" y="93962"/>
                </a:lnTo>
                <a:cubicBezTo>
                  <a:pt x="90364" y="93962"/>
                  <a:pt x="93962" y="92480"/>
                  <a:pt x="93962" y="85920"/>
                </a:cubicBezTo>
                <a:cubicBezTo>
                  <a:pt x="93962" y="85285"/>
                  <a:pt x="93750" y="84650"/>
                  <a:pt x="93750" y="84015"/>
                </a:cubicBezTo>
                <a:lnTo>
                  <a:pt x="93750" y="70894"/>
                </a:lnTo>
                <a:cubicBezTo>
                  <a:pt x="93750" y="70260"/>
                  <a:pt x="93962" y="69836"/>
                  <a:pt x="93962" y="69201"/>
                </a:cubicBezTo>
                <a:cubicBezTo>
                  <a:pt x="93962" y="61371"/>
                  <a:pt x="88459" y="61371"/>
                  <a:pt x="85073" y="61371"/>
                </a:cubicBezTo>
                <a:cubicBezTo>
                  <a:pt x="76397" y="61371"/>
                  <a:pt x="76185" y="65392"/>
                  <a:pt x="76185" y="69625"/>
                </a:cubicBezTo>
                <a:lnTo>
                  <a:pt x="76185" y="78090"/>
                </a:lnTo>
                <a:lnTo>
                  <a:pt x="27300" y="78090"/>
                </a:lnTo>
                <a:lnTo>
                  <a:pt x="86555" y="19681"/>
                </a:lnTo>
                <a:cubicBezTo>
                  <a:pt x="91422" y="14814"/>
                  <a:pt x="93115" y="14602"/>
                  <a:pt x="93115" y="8253"/>
                </a:cubicBezTo>
                <a:cubicBezTo>
                  <a:pt x="93115" y="4867"/>
                  <a:pt x="92904" y="0"/>
                  <a:pt x="85073" y="0"/>
                </a:cubicBezTo>
                <a:lnTo>
                  <a:pt x="11851" y="0"/>
                </a:lnTo>
                <a:cubicBezTo>
                  <a:pt x="3386" y="0"/>
                  <a:pt x="3598" y="5502"/>
                  <a:pt x="3598" y="9523"/>
                </a:cubicBezTo>
                <a:lnTo>
                  <a:pt x="3598" y="20951"/>
                </a:lnTo>
                <a:cubicBezTo>
                  <a:pt x="3598" y="24760"/>
                  <a:pt x="3174" y="30262"/>
                  <a:pt x="12063" y="30262"/>
                </a:cubicBezTo>
                <a:lnTo>
                  <a:pt x="12698" y="30262"/>
                </a:lnTo>
                <a:cubicBezTo>
                  <a:pt x="16930" y="30262"/>
                  <a:pt x="21374" y="30051"/>
                  <a:pt x="21374" y="21797"/>
                </a:cubicBezTo>
                <a:lnTo>
                  <a:pt x="21374" y="15872"/>
                </a:lnTo>
                <a:lnTo>
                  <a:pt x="66239" y="15872"/>
                </a:lnTo>
                <a:lnTo>
                  <a:pt x="3809" y="77032"/>
                </a:lnTo>
                <a:cubicBezTo>
                  <a:pt x="1270" y="79571"/>
                  <a:pt x="212" y="80206"/>
                  <a:pt x="212" y="85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98C94-7044-45F6-8C1A-B8540435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448" y="2326933"/>
            <a:ext cx="38516" cy="123166"/>
          </a:xfrm>
          <a:custGeom xmlns:a="http://schemas.openxmlformats.org/drawingml/2006/main">
            <a:pathLst>
              <a:path w="38516" h="123166">
                <a:moveTo>
                  <a:pt x="2540" y="15660"/>
                </a:moveTo>
                <a:cubicBezTo>
                  <a:pt x="2540" y="24760"/>
                  <a:pt x="10158" y="31532"/>
                  <a:pt x="18411" y="31532"/>
                </a:cubicBezTo>
                <a:cubicBezTo>
                  <a:pt x="27723" y="31532"/>
                  <a:pt x="34072" y="23702"/>
                  <a:pt x="34072" y="15660"/>
                </a:cubicBezTo>
                <a:cubicBezTo>
                  <a:pt x="34072" y="6560"/>
                  <a:pt x="26665" y="0"/>
                  <a:pt x="18411" y="0"/>
                </a:cubicBezTo>
                <a:cubicBezTo>
                  <a:pt x="9100" y="0"/>
                  <a:pt x="2540" y="7619"/>
                  <a:pt x="2540" y="15660"/>
                </a:cubicBezTo>
                <a:close/>
                <a:moveTo>
                  <a:pt x="0" y="114489"/>
                </a:moveTo>
                <a:cubicBezTo>
                  <a:pt x="0" y="118510"/>
                  <a:pt x="5079" y="123166"/>
                  <a:pt x="8465" y="123166"/>
                </a:cubicBezTo>
                <a:cubicBezTo>
                  <a:pt x="15872" y="123166"/>
                  <a:pt x="38516" y="110257"/>
                  <a:pt x="38516" y="85708"/>
                </a:cubicBezTo>
                <a:cubicBezTo>
                  <a:pt x="38516" y="71106"/>
                  <a:pt x="28569" y="62429"/>
                  <a:pt x="18411" y="62429"/>
                </a:cubicBezTo>
                <a:cubicBezTo>
                  <a:pt x="8677" y="62429"/>
                  <a:pt x="2540" y="69413"/>
                  <a:pt x="2540" y="78090"/>
                </a:cubicBezTo>
                <a:cubicBezTo>
                  <a:pt x="2540" y="85920"/>
                  <a:pt x="7619" y="93962"/>
                  <a:pt x="19046" y="93962"/>
                </a:cubicBezTo>
                <a:cubicBezTo>
                  <a:pt x="19681" y="93962"/>
                  <a:pt x="20528" y="93750"/>
                  <a:pt x="21163" y="93750"/>
                </a:cubicBezTo>
                <a:cubicBezTo>
                  <a:pt x="13967" y="111527"/>
                  <a:pt x="0" y="105389"/>
                  <a:pt x="0" y="114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7D749-BF06-4DD2-83FA-9ED6BB2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09" y="2794202"/>
            <a:ext cx="82957" cy="129303"/>
          </a:xfrm>
          <a:custGeom xmlns:a="http://schemas.openxmlformats.org/drawingml/2006/main">
            <a:pathLst>
              <a:path w="82957" h="129303">
                <a:moveTo>
                  <a:pt x="26665" y="9735"/>
                </a:moveTo>
                <a:cubicBezTo>
                  <a:pt x="26665" y="13544"/>
                  <a:pt x="29416" y="19258"/>
                  <a:pt x="39151" y="19258"/>
                </a:cubicBezTo>
                <a:cubicBezTo>
                  <a:pt x="49309" y="19258"/>
                  <a:pt x="51848" y="13544"/>
                  <a:pt x="51848" y="9735"/>
                </a:cubicBezTo>
                <a:cubicBezTo>
                  <a:pt x="51848" y="4021"/>
                  <a:pt x="46769" y="0"/>
                  <a:pt x="39362" y="0"/>
                </a:cubicBezTo>
                <a:cubicBezTo>
                  <a:pt x="29204" y="0"/>
                  <a:pt x="26665" y="5926"/>
                  <a:pt x="26665" y="9735"/>
                </a:cubicBezTo>
                <a:close/>
                <a:moveTo>
                  <a:pt x="0" y="121261"/>
                </a:moveTo>
                <a:cubicBezTo>
                  <a:pt x="0" y="128880"/>
                  <a:pt x="5502" y="129303"/>
                  <a:pt x="7830" y="129303"/>
                </a:cubicBezTo>
                <a:lnTo>
                  <a:pt x="74704" y="129303"/>
                </a:lnTo>
                <a:cubicBezTo>
                  <a:pt x="81687" y="129303"/>
                  <a:pt x="82746" y="125282"/>
                  <a:pt x="82746" y="121261"/>
                </a:cubicBezTo>
                <a:cubicBezTo>
                  <a:pt x="82957" y="117029"/>
                  <a:pt x="81053" y="113431"/>
                  <a:pt x="74492" y="113431"/>
                </a:cubicBezTo>
                <a:lnTo>
                  <a:pt x="51848" y="113431"/>
                </a:lnTo>
                <a:lnTo>
                  <a:pt x="51848" y="43595"/>
                </a:lnTo>
                <a:cubicBezTo>
                  <a:pt x="51848" y="39997"/>
                  <a:pt x="51425" y="35341"/>
                  <a:pt x="44230" y="35341"/>
                </a:cubicBezTo>
                <a:lnTo>
                  <a:pt x="10158" y="35341"/>
                </a:lnTo>
                <a:cubicBezTo>
                  <a:pt x="1693" y="35341"/>
                  <a:pt x="1693" y="40632"/>
                  <a:pt x="1693" y="43806"/>
                </a:cubicBezTo>
                <a:cubicBezTo>
                  <a:pt x="1693" y="51213"/>
                  <a:pt x="7195" y="51213"/>
                  <a:pt x="10370" y="51213"/>
                </a:cubicBezTo>
                <a:lnTo>
                  <a:pt x="34283" y="51213"/>
                </a:lnTo>
                <a:lnTo>
                  <a:pt x="34283" y="113431"/>
                </a:lnTo>
                <a:lnTo>
                  <a:pt x="8253" y="113431"/>
                </a:lnTo>
                <a:cubicBezTo>
                  <a:pt x="2963" y="113431"/>
                  <a:pt x="0" y="114913"/>
                  <a:pt x="0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FA69F-5571-42B2-AEEC-D4356D8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93" y="2793355"/>
            <a:ext cx="85073" cy="130150"/>
          </a:xfrm>
          <a:custGeom xmlns:a="http://schemas.openxmlformats.org/drawingml/2006/main">
            <a:pathLst>
              <a:path w="85073" h="130150">
                <a:moveTo>
                  <a:pt x="0" y="122108"/>
                </a:moveTo>
                <a:cubicBezTo>
                  <a:pt x="0" y="129515"/>
                  <a:pt x="4656" y="130150"/>
                  <a:pt x="7830" y="130150"/>
                </a:cubicBezTo>
                <a:lnTo>
                  <a:pt x="69201" y="130150"/>
                </a:lnTo>
                <a:cubicBezTo>
                  <a:pt x="72587" y="130150"/>
                  <a:pt x="77666" y="129726"/>
                  <a:pt x="77666" y="122319"/>
                </a:cubicBezTo>
                <a:cubicBezTo>
                  <a:pt x="77666" y="114278"/>
                  <a:pt x="72164" y="114278"/>
                  <a:pt x="69836" y="114278"/>
                </a:cubicBezTo>
                <a:lnTo>
                  <a:pt x="47616" y="114278"/>
                </a:lnTo>
                <a:lnTo>
                  <a:pt x="47616" y="52060"/>
                </a:lnTo>
                <a:lnTo>
                  <a:pt x="72164" y="52060"/>
                </a:lnTo>
                <a:cubicBezTo>
                  <a:pt x="76397" y="52060"/>
                  <a:pt x="80629" y="51002"/>
                  <a:pt x="80629" y="44441"/>
                </a:cubicBezTo>
                <a:cubicBezTo>
                  <a:pt x="80629" y="36400"/>
                  <a:pt x="75550" y="36188"/>
                  <a:pt x="72164" y="36188"/>
                </a:cubicBezTo>
                <a:lnTo>
                  <a:pt x="47616" y="36188"/>
                </a:lnTo>
                <a:lnTo>
                  <a:pt x="47616" y="28993"/>
                </a:lnTo>
                <a:cubicBezTo>
                  <a:pt x="47616" y="25607"/>
                  <a:pt x="46981" y="15872"/>
                  <a:pt x="63911" y="15872"/>
                </a:cubicBezTo>
                <a:cubicBezTo>
                  <a:pt x="65392" y="15872"/>
                  <a:pt x="66450" y="15872"/>
                  <a:pt x="68355" y="16084"/>
                </a:cubicBezTo>
                <a:cubicBezTo>
                  <a:pt x="70683" y="20528"/>
                  <a:pt x="74280" y="21374"/>
                  <a:pt x="76397" y="21374"/>
                </a:cubicBezTo>
                <a:cubicBezTo>
                  <a:pt x="80841" y="21374"/>
                  <a:pt x="85073" y="17565"/>
                  <a:pt x="85073" y="12274"/>
                </a:cubicBezTo>
                <a:cubicBezTo>
                  <a:pt x="85073" y="7407"/>
                  <a:pt x="81687" y="0"/>
                  <a:pt x="67297" y="0"/>
                </a:cubicBezTo>
                <a:cubicBezTo>
                  <a:pt x="50578" y="0"/>
                  <a:pt x="30051" y="5926"/>
                  <a:pt x="30051" y="29204"/>
                </a:cubicBezTo>
                <a:lnTo>
                  <a:pt x="30051" y="36188"/>
                </a:lnTo>
                <a:lnTo>
                  <a:pt x="9735" y="36188"/>
                </a:lnTo>
                <a:cubicBezTo>
                  <a:pt x="2540" y="36188"/>
                  <a:pt x="1693" y="40420"/>
                  <a:pt x="1693" y="44653"/>
                </a:cubicBezTo>
                <a:cubicBezTo>
                  <a:pt x="1693" y="48462"/>
                  <a:pt x="3386" y="52060"/>
                  <a:pt x="9735" y="52060"/>
                </a:cubicBezTo>
                <a:lnTo>
                  <a:pt x="30051" y="52060"/>
                </a:lnTo>
                <a:lnTo>
                  <a:pt x="30051" y="114278"/>
                </a:lnTo>
                <a:lnTo>
                  <a:pt x="8042" y="114278"/>
                </a:lnTo>
                <a:cubicBezTo>
                  <a:pt x="4656" y="114278"/>
                  <a:pt x="0" y="114701"/>
                  <a:pt x="0" y="1221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86C84-2D44-46D7-8447-4CF90396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822" y="2776637"/>
            <a:ext cx="57139" cy="164433"/>
          </a:xfrm>
          <a:custGeom xmlns:a="http://schemas.openxmlformats.org/drawingml/2006/main">
            <a:pathLst>
              <a:path w="57139" h="164433">
                <a:moveTo>
                  <a:pt x="0" y="82111"/>
                </a:moveTo>
                <a:cubicBezTo>
                  <a:pt x="0" y="114701"/>
                  <a:pt x="15660" y="144752"/>
                  <a:pt x="42113" y="162105"/>
                </a:cubicBezTo>
                <a:cubicBezTo>
                  <a:pt x="44018" y="163375"/>
                  <a:pt x="45288" y="164433"/>
                  <a:pt x="49097" y="164433"/>
                </a:cubicBezTo>
                <a:lnTo>
                  <a:pt x="49944" y="164433"/>
                </a:lnTo>
                <a:cubicBezTo>
                  <a:pt x="56504" y="164221"/>
                  <a:pt x="57139" y="160200"/>
                  <a:pt x="57139" y="158296"/>
                </a:cubicBezTo>
                <a:cubicBezTo>
                  <a:pt x="57139" y="154910"/>
                  <a:pt x="55023" y="153428"/>
                  <a:pt x="52906" y="151947"/>
                </a:cubicBezTo>
                <a:cubicBezTo>
                  <a:pt x="30262" y="136498"/>
                  <a:pt x="17777" y="110045"/>
                  <a:pt x="17777" y="82111"/>
                </a:cubicBezTo>
                <a:cubicBezTo>
                  <a:pt x="17777" y="54388"/>
                  <a:pt x="29628" y="28781"/>
                  <a:pt x="51848" y="13121"/>
                </a:cubicBezTo>
                <a:cubicBezTo>
                  <a:pt x="54176" y="11428"/>
                  <a:pt x="57139" y="9946"/>
                  <a:pt x="57139" y="6137"/>
                </a:cubicBezTo>
                <a:cubicBezTo>
                  <a:pt x="57139" y="3809"/>
                  <a:pt x="56081" y="0"/>
                  <a:pt x="49520" y="0"/>
                </a:cubicBezTo>
                <a:lnTo>
                  <a:pt x="49097" y="0"/>
                </a:lnTo>
                <a:cubicBezTo>
                  <a:pt x="46346" y="0"/>
                  <a:pt x="45288" y="212"/>
                  <a:pt x="42325" y="2116"/>
                </a:cubicBezTo>
                <a:cubicBezTo>
                  <a:pt x="15660" y="19470"/>
                  <a:pt x="0" y="49520"/>
                  <a:pt x="0" y="821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439F2-284E-48CF-BB0A-86E54E16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509" y="2829543"/>
            <a:ext cx="99676" cy="93962"/>
          </a:xfrm>
          <a:custGeom xmlns:a="http://schemas.openxmlformats.org/drawingml/2006/main">
            <a:pathLst>
              <a:path w="99676" h="93962">
                <a:moveTo>
                  <a:pt x="0" y="85708"/>
                </a:moveTo>
                <a:cubicBezTo>
                  <a:pt x="0" y="89941"/>
                  <a:pt x="1058" y="93962"/>
                  <a:pt x="8042" y="93962"/>
                </a:cubicBezTo>
                <a:lnTo>
                  <a:pt x="36823" y="93962"/>
                </a:lnTo>
                <a:cubicBezTo>
                  <a:pt x="44230" y="93962"/>
                  <a:pt x="44653" y="89306"/>
                  <a:pt x="44653" y="86132"/>
                </a:cubicBezTo>
                <a:cubicBezTo>
                  <a:pt x="44653" y="79783"/>
                  <a:pt x="41479" y="78090"/>
                  <a:pt x="36400" y="78090"/>
                </a:cubicBezTo>
                <a:lnTo>
                  <a:pt x="34707" y="78090"/>
                </a:lnTo>
                <a:lnTo>
                  <a:pt x="49097" y="55657"/>
                </a:lnTo>
                <a:lnTo>
                  <a:pt x="64122" y="78090"/>
                </a:lnTo>
                <a:lnTo>
                  <a:pt x="63064" y="78090"/>
                </a:lnTo>
                <a:cubicBezTo>
                  <a:pt x="59043" y="78090"/>
                  <a:pt x="54388" y="78301"/>
                  <a:pt x="54388" y="86132"/>
                </a:cubicBezTo>
                <a:cubicBezTo>
                  <a:pt x="54388" y="88671"/>
                  <a:pt x="54811" y="93962"/>
                  <a:pt x="62006" y="93962"/>
                </a:cubicBezTo>
                <a:lnTo>
                  <a:pt x="90999" y="93962"/>
                </a:lnTo>
                <a:cubicBezTo>
                  <a:pt x="94597" y="93962"/>
                  <a:pt x="99041" y="93115"/>
                  <a:pt x="99041" y="86132"/>
                </a:cubicBezTo>
                <a:cubicBezTo>
                  <a:pt x="99041" y="84650"/>
                  <a:pt x="99676" y="77878"/>
                  <a:pt x="90999" y="77878"/>
                </a:cubicBezTo>
                <a:cubicBezTo>
                  <a:pt x="90152" y="77878"/>
                  <a:pt x="89729" y="78090"/>
                  <a:pt x="89518" y="78090"/>
                </a:cubicBezTo>
                <a:lnTo>
                  <a:pt x="83169" y="78090"/>
                </a:lnTo>
                <a:cubicBezTo>
                  <a:pt x="82111" y="78090"/>
                  <a:pt x="81053" y="77878"/>
                  <a:pt x="80206" y="77243"/>
                </a:cubicBezTo>
                <a:cubicBezTo>
                  <a:pt x="78936" y="76185"/>
                  <a:pt x="57350" y="47192"/>
                  <a:pt x="56081" y="45288"/>
                </a:cubicBezTo>
                <a:lnTo>
                  <a:pt x="74915" y="19681"/>
                </a:lnTo>
                <a:cubicBezTo>
                  <a:pt x="76820" y="17142"/>
                  <a:pt x="77032" y="15872"/>
                  <a:pt x="80206" y="15872"/>
                </a:cubicBezTo>
                <a:lnTo>
                  <a:pt x="88036" y="15872"/>
                </a:lnTo>
                <a:cubicBezTo>
                  <a:pt x="90364" y="15872"/>
                  <a:pt x="96501" y="15660"/>
                  <a:pt x="96290" y="8042"/>
                </a:cubicBezTo>
                <a:cubicBezTo>
                  <a:pt x="96290" y="847"/>
                  <a:pt x="91845" y="0"/>
                  <a:pt x="88036" y="0"/>
                </a:cubicBezTo>
                <a:lnTo>
                  <a:pt x="59467" y="0"/>
                </a:lnTo>
                <a:cubicBezTo>
                  <a:pt x="51848" y="0"/>
                  <a:pt x="51637" y="4867"/>
                  <a:pt x="51637" y="7830"/>
                </a:cubicBezTo>
                <a:cubicBezTo>
                  <a:pt x="51637" y="11851"/>
                  <a:pt x="52060" y="15872"/>
                  <a:pt x="60736" y="15872"/>
                </a:cubicBezTo>
                <a:lnTo>
                  <a:pt x="49309" y="32802"/>
                </a:lnTo>
                <a:lnTo>
                  <a:pt x="37034" y="15872"/>
                </a:lnTo>
                <a:lnTo>
                  <a:pt x="37881" y="15872"/>
                </a:lnTo>
                <a:cubicBezTo>
                  <a:pt x="41055" y="15872"/>
                  <a:pt x="45923" y="15449"/>
                  <a:pt x="45923" y="7830"/>
                </a:cubicBezTo>
                <a:cubicBezTo>
                  <a:pt x="45923" y="1481"/>
                  <a:pt x="42325" y="0"/>
                  <a:pt x="38093" y="0"/>
                </a:cubicBezTo>
                <a:lnTo>
                  <a:pt x="9312" y="0"/>
                </a:lnTo>
                <a:cubicBezTo>
                  <a:pt x="1270" y="0"/>
                  <a:pt x="1270" y="5291"/>
                  <a:pt x="1270" y="8465"/>
                </a:cubicBezTo>
                <a:cubicBezTo>
                  <a:pt x="1270" y="15449"/>
                  <a:pt x="6560" y="15872"/>
                  <a:pt x="9735" y="15872"/>
                </a:cubicBezTo>
                <a:lnTo>
                  <a:pt x="20104" y="15872"/>
                </a:lnTo>
                <a:lnTo>
                  <a:pt x="42113" y="45288"/>
                </a:lnTo>
                <a:lnTo>
                  <a:pt x="42113" y="45499"/>
                </a:lnTo>
                <a:cubicBezTo>
                  <a:pt x="39997" y="48251"/>
                  <a:pt x="38093" y="51213"/>
                  <a:pt x="21586" y="73857"/>
                </a:cubicBezTo>
                <a:cubicBezTo>
                  <a:pt x="19046" y="77032"/>
                  <a:pt x="19258" y="78090"/>
                  <a:pt x="15872" y="78090"/>
                </a:cubicBezTo>
                <a:lnTo>
                  <a:pt x="8253" y="78090"/>
                </a:lnTo>
                <a:cubicBezTo>
                  <a:pt x="5714" y="78090"/>
                  <a:pt x="0" y="78090"/>
                  <a:pt x="0" y="85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8D1A2-49F9-43E1-92F5-CD494997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53" y="2803936"/>
            <a:ext cx="87190" cy="109834"/>
          </a:xfrm>
          <a:custGeom xmlns:a="http://schemas.openxmlformats.org/drawingml/2006/main">
            <a:pathLst>
              <a:path w="87190" h="109834">
                <a:moveTo>
                  <a:pt x="0" y="102003"/>
                </a:moveTo>
                <a:cubicBezTo>
                  <a:pt x="0" y="106659"/>
                  <a:pt x="4021" y="109834"/>
                  <a:pt x="8042" y="109834"/>
                </a:cubicBezTo>
                <a:cubicBezTo>
                  <a:pt x="10581" y="109834"/>
                  <a:pt x="12486" y="108564"/>
                  <a:pt x="13756" y="107717"/>
                </a:cubicBezTo>
                <a:lnTo>
                  <a:pt x="81053" y="63276"/>
                </a:lnTo>
                <a:cubicBezTo>
                  <a:pt x="82746" y="62218"/>
                  <a:pt x="87190" y="60102"/>
                  <a:pt x="87190" y="55023"/>
                </a:cubicBezTo>
                <a:cubicBezTo>
                  <a:pt x="87190" y="49944"/>
                  <a:pt x="82746" y="47616"/>
                  <a:pt x="81053" y="46558"/>
                </a:cubicBezTo>
                <a:lnTo>
                  <a:pt x="16507" y="3809"/>
                </a:lnTo>
                <a:cubicBezTo>
                  <a:pt x="13967" y="2328"/>
                  <a:pt x="11428" y="0"/>
                  <a:pt x="8042" y="0"/>
                </a:cubicBezTo>
                <a:cubicBezTo>
                  <a:pt x="4021" y="0"/>
                  <a:pt x="0" y="3174"/>
                  <a:pt x="0" y="7830"/>
                </a:cubicBezTo>
                <a:cubicBezTo>
                  <a:pt x="0" y="13121"/>
                  <a:pt x="4867" y="15449"/>
                  <a:pt x="7407" y="17142"/>
                </a:cubicBezTo>
                <a:lnTo>
                  <a:pt x="64546" y="54811"/>
                </a:lnTo>
                <a:lnTo>
                  <a:pt x="64546" y="55023"/>
                </a:lnTo>
                <a:lnTo>
                  <a:pt x="7407" y="92904"/>
                </a:lnTo>
                <a:cubicBezTo>
                  <a:pt x="5079" y="94597"/>
                  <a:pt x="0" y="96924"/>
                  <a:pt x="0" y="102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1C49F-1399-4936-B193-AEAF8A7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57" y="2792509"/>
            <a:ext cx="98617" cy="130996"/>
          </a:xfrm>
          <a:custGeom xmlns:a="http://schemas.openxmlformats.org/drawingml/2006/main">
            <a:pathLst>
              <a:path w="98617" h="130996">
                <a:moveTo>
                  <a:pt x="0" y="87190"/>
                </a:moveTo>
                <a:cubicBezTo>
                  <a:pt x="0" y="95020"/>
                  <a:pt x="4444" y="95443"/>
                  <a:pt x="8042" y="95443"/>
                </a:cubicBezTo>
                <a:lnTo>
                  <a:pt x="60736" y="95443"/>
                </a:lnTo>
                <a:lnTo>
                  <a:pt x="60736" y="115124"/>
                </a:lnTo>
                <a:lnTo>
                  <a:pt x="49097" y="115124"/>
                </a:lnTo>
                <a:cubicBezTo>
                  <a:pt x="48462" y="115124"/>
                  <a:pt x="47827" y="114913"/>
                  <a:pt x="47192" y="114913"/>
                </a:cubicBezTo>
                <a:cubicBezTo>
                  <a:pt x="42748" y="114913"/>
                  <a:pt x="39151" y="116606"/>
                  <a:pt x="39151" y="122954"/>
                </a:cubicBezTo>
                <a:cubicBezTo>
                  <a:pt x="39151" y="130573"/>
                  <a:pt x="43806" y="130996"/>
                  <a:pt x="47192" y="130996"/>
                </a:cubicBezTo>
                <a:lnTo>
                  <a:pt x="88459" y="130996"/>
                </a:lnTo>
                <a:cubicBezTo>
                  <a:pt x="96078" y="130996"/>
                  <a:pt x="96713" y="126340"/>
                  <a:pt x="96713" y="122954"/>
                </a:cubicBezTo>
                <a:cubicBezTo>
                  <a:pt x="96924" y="118933"/>
                  <a:pt x="95020" y="114913"/>
                  <a:pt x="88671" y="114913"/>
                </a:cubicBezTo>
                <a:cubicBezTo>
                  <a:pt x="88036" y="114913"/>
                  <a:pt x="87401" y="115124"/>
                  <a:pt x="86766" y="115124"/>
                </a:cubicBezTo>
                <a:lnTo>
                  <a:pt x="75127" y="115124"/>
                </a:lnTo>
                <a:lnTo>
                  <a:pt x="75127" y="95443"/>
                </a:lnTo>
                <a:lnTo>
                  <a:pt x="90787" y="95443"/>
                </a:lnTo>
                <a:cubicBezTo>
                  <a:pt x="98406" y="95231"/>
                  <a:pt x="98617" y="90364"/>
                  <a:pt x="98617" y="87401"/>
                </a:cubicBezTo>
                <a:cubicBezTo>
                  <a:pt x="98617" y="83380"/>
                  <a:pt x="97559" y="79571"/>
                  <a:pt x="90999" y="79571"/>
                </a:cubicBezTo>
                <a:lnTo>
                  <a:pt x="75127" y="79571"/>
                </a:lnTo>
                <a:lnTo>
                  <a:pt x="75127" y="9312"/>
                </a:lnTo>
                <a:cubicBezTo>
                  <a:pt x="75127" y="4444"/>
                  <a:pt x="74704" y="0"/>
                  <a:pt x="67085" y="0"/>
                </a:cubicBezTo>
                <a:lnTo>
                  <a:pt x="56081" y="0"/>
                </a:lnTo>
                <a:cubicBezTo>
                  <a:pt x="51425" y="0"/>
                  <a:pt x="49944" y="635"/>
                  <a:pt x="46981" y="5291"/>
                </a:cubicBezTo>
                <a:lnTo>
                  <a:pt x="3386" y="74069"/>
                </a:lnTo>
                <a:cubicBezTo>
                  <a:pt x="635" y="78725"/>
                  <a:pt x="0" y="78301"/>
                  <a:pt x="0" y="82746"/>
                </a:cubicBezTo>
                <a:lnTo>
                  <a:pt x="0" y="87190"/>
                </a:lnTo>
                <a:close/>
                <a:moveTo>
                  <a:pt x="18200" y="79571"/>
                </a:moveTo>
                <a:lnTo>
                  <a:pt x="60736" y="12486"/>
                </a:lnTo>
                <a:lnTo>
                  <a:pt x="60736" y="79571"/>
                </a:lnTo>
                <a:lnTo>
                  <a:pt x="18200" y="79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E40AC-FD93-4BB0-971F-3EA9C28F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27" y="2792509"/>
            <a:ext cx="89094" cy="130996"/>
          </a:xfrm>
          <a:custGeom xmlns:a="http://schemas.openxmlformats.org/drawingml/2006/main">
            <a:pathLst>
              <a:path w="89094" h="130996">
                <a:moveTo>
                  <a:pt x="0" y="123378"/>
                </a:moveTo>
                <a:cubicBezTo>
                  <a:pt x="212" y="130573"/>
                  <a:pt x="4867" y="130996"/>
                  <a:pt x="8253" y="130996"/>
                </a:cubicBezTo>
                <a:lnTo>
                  <a:pt x="80629" y="130996"/>
                </a:lnTo>
                <a:cubicBezTo>
                  <a:pt x="89094" y="130996"/>
                  <a:pt x="88883" y="125071"/>
                  <a:pt x="88883" y="121896"/>
                </a:cubicBezTo>
                <a:lnTo>
                  <a:pt x="88883" y="113220"/>
                </a:lnTo>
                <a:cubicBezTo>
                  <a:pt x="88883" y="105178"/>
                  <a:pt x="84015" y="104966"/>
                  <a:pt x="79994" y="104966"/>
                </a:cubicBezTo>
                <a:lnTo>
                  <a:pt x="79571" y="104966"/>
                </a:lnTo>
                <a:cubicBezTo>
                  <a:pt x="75762" y="104966"/>
                  <a:pt x="71106" y="105389"/>
                  <a:pt x="71106" y="113220"/>
                </a:cubicBezTo>
                <a:lnTo>
                  <a:pt x="71106" y="115124"/>
                </a:lnTo>
                <a:lnTo>
                  <a:pt x="27723" y="115124"/>
                </a:lnTo>
                <a:cubicBezTo>
                  <a:pt x="65392" y="83804"/>
                  <a:pt x="88883" y="68990"/>
                  <a:pt x="88883" y="41902"/>
                </a:cubicBezTo>
                <a:cubicBezTo>
                  <a:pt x="88883" y="16718"/>
                  <a:pt x="67932" y="0"/>
                  <a:pt x="41690" y="0"/>
                </a:cubicBezTo>
                <a:cubicBezTo>
                  <a:pt x="15660" y="0"/>
                  <a:pt x="0" y="18835"/>
                  <a:pt x="0" y="34918"/>
                </a:cubicBezTo>
                <a:cubicBezTo>
                  <a:pt x="0" y="42748"/>
                  <a:pt x="5502" y="44653"/>
                  <a:pt x="8888" y="44653"/>
                </a:cubicBezTo>
                <a:cubicBezTo>
                  <a:pt x="17988" y="44653"/>
                  <a:pt x="17777" y="35130"/>
                  <a:pt x="17777" y="34707"/>
                </a:cubicBezTo>
                <a:cubicBezTo>
                  <a:pt x="18411" y="26453"/>
                  <a:pt x="24760" y="15872"/>
                  <a:pt x="38304" y="15872"/>
                </a:cubicBezTo>
                <a:cubicBezTo>
                  <a:pt x="53330" y="15872"/>
                  <a:pt x="71106" y="23914"/>
                  <a:pt x="71106" y="42113"/>
                </a:cubicBezTo>
                <a:cubicBezTo>
                  <a:pt x="71106" y="62853"/>
                  <a:pt x="52906" y="74492"/>
                  <a:pt x="3598" y="115547"/>
                </a:cubicBezTo>
                <a:cubicBezTo>
                  <a:pt x="1270" y="117664"/>
                  <a:pt x="0" y="118722"/>
                  <a:pt x="0" y="123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5594C-6D8B-43C9-8E75-65FC8E81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531" y="2794202"/>
            <a:ext cx="88883" cy="130996"/>
          </a:xfrm>
          <a:custGeom xmlns:a="http://schemas.openxmlformats.org/drawingml/2006/main">
            <a:pathLst>
              <a:path w="88883" h="130996">
                <a:moveTo>
                  <a:pt x="0" y="100310"/>
                </a:moveTo>
                <a:cubicBezTo>
                  <a:pt x="0" y="117664"/>
                  <a:pt x="17565" y="130996"/>
                  <a:pt x="40844" y="130996"/>
                </a:cubicBezTo>
                <a:cubicBezTo>
                  <a:pt x="69201" y="130996"/>
                  <a:pt x="88883" y="114278"/>
                  <a:pt x="88883" y="89306"/>
                </a:cubicBezTo>
                <a:cubicBezTo>
                  <a:pt x="88883" y="65815"/>
                  <a:pt x="73434" y="47616"/>
                  <a:pt x="46981" y="47616"/>
                </a:cubicBezTo>
                <a:cubicBezTo>
                  <a:pt x="41055" y="47616"/>
                  <a:pt x="31955" y="48674"/>
                  <a:pt x="23702" y="53118"/>
                </a:cubicBezTo>
                <a:lnTo>
                  <a:pt x="23702" y="16084"/>
                </a:lnTo>
                <a:lnTo>
                  <a:pt x="73646" y="16084"/>
                </a:lnTo>
                <a:cubicBezTo>
                  <a:pt x="81053" y="16084"/>
                  <a:pt x="81476" y="10581"/>
                  <a:pt x="81476" y="7830"/>
                </a:cubicBezTo>
                <a:cubicBezTo>
                  <a:pt x="81476" y="635"/>
                  <a:pt x="77032" y="0"/>
                  <a:pt x="73011" y="0"/>
                </a:cubicBezTo>
                <a:lnTo>
                  <a:pt x="14179" y="0"/>
                </a:lnTo>
                <a:cubicBezTo>
                  <a:pt x="11428" y="0"/>
                  <a:pt x="5714" y="212"/>
                  <a:pt x="5926" y="8253"/>
                </a:cubicBezTo>
                <a:lnTo>
                  <a:pt x="5926" y="67085"/>
                </a:lnTo>
                <a:cubicBezTo>
                  <a:pt x="5926" y="71318"/>
                  <a:pt x="5714" y="76820"/>
                  <a:pt x="14179" y="76820"/>
                </a:cubicBezTo>
                <a:cubicBezTo>
                  <a:pt x="18411" y="76820"/>
                  <a:pt x="19258" y="76820"/>
                  <a:pt x="22644" y="72799"/>
                </a:cubicBezTo>
                <a:cubicBezTo>
                  <a:pt x="25607" y="69413"/>
                  <a:pt x="32379" y="63699"/>
                  <a:pt x="46769" y="63699"/>
                </a:cubicBezTo>
                <a:cubicBezTo>
                  <a:pt x="66027" y="63699"/>
                  <a:pt x="71106" y="78725"/>
                  <a:pt x="71106" y="89094"/>
                </a:cubicBezTo>
                <a:cubicBezTo>
                  <a:pt x="71106" y="106448"/>
                  <a:pt x="57562" y="115124"/>
                  <a:pt x="40844" y="115124"/>
                </a:cubicBezTo>
                <a:cubicBezTo>
                  <a:pt x="28993" y="115124"/>
                  <a:pt x="20104" y="109834"/>
                  <a:pt x="18200" y="102850"/>
                </a:cubicBezTo>
                <a:cubicBezTo>
                  <a:pt x="17777" y="100945"/>
                  <a:pt x="18200" y="90999"/>
                  <a:pt x="8888" y="90999"/>
                </a:cubicBezTo>
                <a:cubicBezTo>
                  <a:pt x="4021" y="90999"/>
                  <a:pt x="0" y="94808"/>
                  <a:pt x="0" y="10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ACF49-F5DA-421A-859E-30A5A747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152" y="2792509"/>
            <a:ext cx="91845" cy="132689"/>
          </a:xfrm>
          <a:custGeom xmlns:a="http://schemas.openxmlformats.org/drawingml/2006/main">
            <a:pathLst>
              <a:path w="91845" h="132689">
                <a:moveTo>
                  <a:pt x="0" y="42960"/>
                </a:moveTo>
                <a:cubicBezTo>
                  <a:pt x="0" y="50367"/>
                  <a:pt x="212" y="67297"/>
                  <a:pt x="17565" y="79571"/>
                </a:cubicBezTo>
                <a:cubicBezTo>
                  <a:pt x="20316" y="81476"/>
                  <a:pt x="26665" y="86132"/>
                  <a:pt x="40632" y="86132"/>
                </a:cubicBezTo>
                <a:cubicBezTo>
                  <a:pt x="55023" y="86132"/>
                  <a:pt x="65815" y="80841"/>
                  <a:pt x="73857" y="73646"/>
                </a:cubicBezTo>
                <a:cubicBezTo>
                  <a:pt x="70683" y="108352"/>
                  <a:pt x="50790" y="116817"/>
                  <a:pt x="36188" y="116817"/>
                </a:cubicBezTo>
                <a:cubicBezTo>
                  <a:pt x="25395" y="116817"/>
                  <a:pt x="23702" y="113854"/>
                  <a:pt x="23279" y="112161"/>
                </a:cubicBezTo>
                <a:cubicBezTo>
                  <a:pt x="23279" y="111950"/>
                  <a:pt x="22856" y="102215"/>
                  <a:pt x="13967" y="102215"/>
                </a:cubicBezTo>
                <a:cubicBezTo>
                  <a:pt x="11216" y="102215"/>
                  <a:pt x="5291" y="104120"/>
                  <a:pt x="5291" y="111527"/>
                </a:cubicBezTo>
                <a:cubicBezTo>
                  <a:pt x="5291" y="119992"/>
                  <a:pt x="10581" y="132689"/>
                  <a:pt x="35976" y="132689"/>
                </a:cubicBezTo>
                <a:cubicBezTo>
                  <a:pt x="59467" y="132689"/>
                  <a:pt x="91845" y="117875"/>
                  <a:pt x="91845" y="65392"/>
                </a:cubicBezTo>
                <a:cubicBezTo>
                  <a:pt x="91845" y="8888"/>
                  <a:pt x="64757" y="0"/>
                  <a:pt x="46558" y="0"/>
                </a:cubicBezTo>
                <a:cubicBezTo>
                  <a:pt x="29628" y="0"/>
                  <a:pt x="21797" y="5079"/>
                  <a:pt x="18411" y="7407"/>
                </a:cubicBezTo>
                <a:cubicBezTo>
                  <a:pt x="5079" y="16507"/>
                  <a:pt x="0" y="27723"/>
                  <a:pt x="0" y="42960"/>
                </a:cubicBezTo>
                <a:close/>
                <a:moveTo>
                  <a:pt x="17777" y="43383"/>
                </a:moveTo>
                <a:lnTo>
                  <a:pt x="17777" y="41690"/>
                </a:lnTo>
                <a:cubicBezTo>
                  <a:pt x="17777" y="29204"/>
                  <a:pt x="25818" y="15872"/>
                  <a:pt x="46346" y="15872"/>
                </a:cubicBezTo>
                <a:cubicBezTo>
                  <a:pt x="67085" y="15872"/>
                  <a:pt x="72376" y="37669"/>
                  <a:pt x="72376" y="48251"/>
                </a:cubicBezTo>
                <a:cubicBezTo>
                  <a:pt x="72376" y="59043"/>
                  <a:pt x="61583" y="70048"/>
                  <a:pt x="44018" y="70048"/>
                </a:cubicBezTo>
                <a:cubicBezTo>
                  <a:pt x="36611" y="70048"/>
                  <a:pt x="30897" y="68567"/>
                  <a:pt x="25395" y="63276"/>
                </a:cubicBezTo>
                <a:cubicBezTo>
                  <a:pt x="19893" y="57985"/>
                  <a:pt x="17777" y="52271"/>
                  <a:pt x="17777" y="433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92338-DAEF-46C4-88E7-6931FB51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32" y="2792509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101792"/>
                </a:moveTo>
                <a:cubicBezTo>
                  <a:pt x="0" y="120415"/>
                  <a:pt x="19893" y="132689"/>
                  <a:pt x="46346" y="132689"/>
                </a:cubicBezTo>
                <a:cubicBezTo>
                  <a:pt x="76608" y="132689"/>
                  <a:pt x="92480" y="114278"/>
                  <a:pt x="92480" y="93115"/>
                </a:cubicBezTo>
                <a:cubicBezTo>
                  <a:pt x="92480" y="83380"/>
                  <a:pt x="88248" y="68355"/>
                  <a:pt x="69625" y="60948"/>
                </a:cubicBezTo>
                <a:cubicBezTo>
                  <a:pt x="84862" y="50367"/>
                  <a:pt x="86343" y="35976"/>
                  <a:pt x="86343" y="30686"/>
                </a:cubicBezTo>
                <a:cubicBezTo>
                  <a:pt x="86343" y="13967"/>
                  <a:pt x="72799" y="0"/>
                  <a:pt x="46558" y="0"/>
                </a:cubicBezTo>
                <a:cubicBezTo>
                  <a:pt x="15025" y="0"/>
                  <a:pt x="6349" y="14391"/>
                  <a:pt x="6349" y="24125"/>
                </a:cubicBezTo>
                <a:cubicBezTo>
                  <a:pt x="6349" y="29628"/>
                  <a:pt x="9100" y="34072"/>
                  <a:pt x="15025" y="34072"/>
                </a:cubicBezTo>
                <a:cubicBezTo>
                  <a:pt x="23914" y="34072"/>
                  <a:pt x="23914" y="24549"/>
                  <a:pt x="24337" y="23490"/>
                </a:cubicBezTo>
                <a:cubicBezTo>
                  <a:pt x="26665" y="16507"/>
                  <a:pt x="41479" y="15872"/>
                  <a:pt x="46558" y="15872"/>
                </a:cubicBezTo>
                <a:cubicBezTo>
                  <a:pt x="64546" y="15872"/>
                  <a:pt x="68567" y="24760"/>
                  <a:pt x="68567" y="30686"/>
                </a:cubicBezTo>
                <a:cubicBezTo>
                  <a:pt x="68567" y="42113"/>
                  <a:pt x="58620" y="51425"/>
                  <a:pt x="47404" y="52271"/>
                </a:cubicBezTo>
                <a:cubicBezTo>
                  <a:pt x="35130" y="53330"/>
                  <a:pt x="27723" y="51848"/>
                  <a:pt x="27723" y="61160"/>
                </a:cubicBezTo>
                <a:cubicBezTo>
                  <a:pt x="27723" y="67297"/>
                  <a:pt x="31109" y="69201"/>
                  <a:pt x="34707" y="69201"/>
                </a:cubicBezTo>
                <a:lnTo>
                  <a:pt x="44018" y="69201"/>
                </a:lnTo>
                <a:cubicBezTo>
                  <a:pt x="70260" y="69201"/>
                  <a:pt x="74704" y="83804"/>
                  <a:pt x="74704" y="92904"/>
                </a:cubicBezTo>
                <a:cubicBezTo>
                  <a:pt x="74704" y="102850"/>
                  <a:pt x="68567" y="116817"/>
                  <a:pt x="46346" y="116817"/>
                </a:cubicBezTo>
                <a:cubicBezTo>
                  <a:pt x="36400" y="116817"/>
                  <a:pt x="30051" y="114489"/>
                  <a:pt x="26453" y="112796"/>
                </a:cubicBezTo>
                <a:cubicBezTo>
                  <a:pt x="17142" y="108352"/>
                  <a:pt x="17988" y="102215"/>
                  <a:pt x="17565" y="99887"/>
                </a:cubicBezTo>
                <a:cubicBezTo>
                  <a:pt x="16930" y="95866"/>
                  <a:pt x="13756" y="92269"/>
                  <a:pt x="8888" y="92269"/>
                </a:cubicBezTo>
                <a:cubicBezTo>
                  <a:pt x="4656" y="92269"/>
                  <a:pt x="0" y="95231"/>
                  <a:pt x="0" y="101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C1427-DA33-4AEF-B838-BE1DE1C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247" y="2776637"/>
            <a:ext cx="57350" cy="164433"/>
          </a:xfrm>
          <a:custGeom xmlns:a="http://schemas.openxmlformats.org/drawingml/2006/main">
            <a:pathLst>
              <a:path w="57350" h="164433">
                <a:moveTo>
                  <a:pt x="0" y="158296"/>
                </a:moveTo>
                <a:cubicBezTo>
                  <a:pt x="0" y="160835"/>
                  <a:pt x="1270" y="164433"/>
                  <a:pt x="8042" y="164433"/>
                </a:cubicBezTo>
                <a:cubicBezTo>
                  <a:pt x="10793" y="164433"/>
                  <a:pt x="12063" y="164221"/>
                  <a:pt x="15025" y="162317"/>
                </a:cubicBezTo>
                <a:cubicBezTo>
                  <a:pt x="41479" y="144963"/>
                  <a:pt x="57350" y="114701"/>
                  <a:pt x="57350" y="82111"/>
                </a:cubicBezTo>
                <a:cubicBezTo>
                  <a:pt x="57350" y="51213"/>
                  <a:pt x="42960" y="20528"/>
                  <a:pt x="15237" y="2328"/>
                </a:cubicBezTo>
                <a:cubicBezTo>
                  <a:pt x="11639" y="0"/>
                  <a:pt x="11005" y="0"/>
                  <a:pt x="8042" y="0"/>
                </a:cubicBezTo>
                <a:lnTo>
                  <a:pt x="7830" y="0"/>
                </a:lnTo>
                <a:cubicBezTo>
                  <a:pt x="847" y="0"/>
                  <a:pt x="0" y="4656"/>
                  <a:pt x="0" y="6137"/>
                </a:cubicBezTo>
                <a:cubicBezTo>
                  <a:pt x="0" y="9946"/>
                  <a:pt x="3174" y="11639"/>
                  <a:pt x="4444" y="12486"/>
                </a:cubicBezTo>
                <a:cubicBezTo>
                  <a:pt x="27088" y="27935"/>
                  <a:pt x="39574" y="54176"/>
                  <a:pt x="39574" y="82111"/>
                </a:cubicBezTo>
                <a:cubicBezTo>
                  <a:pt x="39574" y="108775"/>
                  <a:pt x="28146" y="135017"/>
                  <a:pt x="6349" y="150677"/>
                </a:cubicBezTo>
                <a:cubicBezTo>
                  <a:pt x="4444" y="152159"/>
                  <a:pt x="0" y="154063"/>
                  <a:pt x="0" y="158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624DF-8EEE-4006-8B68-5A6D137B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821" y="3049916"/>
            <a:ext cx="82957" cy="129303"/>
          </a:xfrm>
          <a:custGeom xmlns:a="http://schemas.openxmlformats.org/drawingml/2006/main">
            <a:pathLst>
              <a:path w="82957" h="129303">
                <a:moveTo>
                  <a:pt x="26665" y="9735"/>
                </a:moveTo>
                <a:cubicBezTo>
                  <a:pt x="26665" y="13544"/>
                  <a:pt x="29416" y="19258"/>
                  <a:pt x="39151" y="19258"/>
                </a:cubicBezTo>
                <a:cubicBezTo>
                  <a:pt x="49309" y="19258"/>
                  <a:pt x="51848" y="13544"/>
                  <a:pt x="51848" y="9735"/>
                </a:cubicBezTo>
                <a:cubicBezTo>
                  <a:pt x="51848" y="4021"/>
                  <a:pt x="46769" y="0"/>
                  <a:pt x="39362" y="0"/>
                </a:cubicBezTo>
                <a:cubicBezTo>
                  <a:pt x="29204" y="0"/>
                  <a:pt x="26665" y="5926"/>
                  <a:pt x="26665" y="9735"/>
                </a:cubicBezTo>
                <a:close/>
                <a:moveTo>
                  <a:pt x="0" y="121261"/>
                </a:moveTo>
                <a:cubicBezTo>
                  <a:pt x="0" y="128880"/>
                  <a:pt x="5502" y="129303"/>
                  <a:pt x="7830" y="129303"/>
                </a:cubicBezTo>
                <a:lnTo>
                  <a:pt x="74704" y="129303"/>
                </a:lnTo>
                <a:cubicBezTo>
                  <a:pt x="81687" y="129303"/>
                  <a:pt x="82746" y="125282"/>
                  <a:pt x="82746" y="121261"/>
                </a:cubicBezTo>
                <a:cubicBezTo>
                  <a:pt x="82957" y="117029"/>
                  <a:pt x="81053" y="113431"/>
                  <a:pt x="74492" y="113431"/>
                </a:cubicBezTo>
                <a:lnTo>
                  <a:pt x="51848" y="113431"/>
                </a:lnTo>
                <a:lnTo>
                  <a:pt x="51848" y="43595"/>
                </a:lnTo>
                <a:cubicBezTo>
                  <a:pt x="51848" y="39997"/>
                  <a:pt x="51425" y="35341"/>
                  <a:pt x="44230" y="35341"/>
                </a:cubicBezTo>
                <a:lnTo>
                  <a:pt x="10158" y="35341"/>
                </a:lnTo>
                <a:cubicBezTo>
                  <a:pt x="1693" y="35341"/>
                  <a:pt x="1693" y="40632"/>
                  <a:pt x="1693" y="43806"/>
                </a:cubicBezTo>
                <a:cubicBezTo>
                  <a:pt x="1693" y="51213"/>
                  <a:pt x="7195" y="51213"/>
                  <a:pt x="10370" y="51213"/>
                </a:cubicBezTo>
                <a:lnTo>
                  <a:pt x="34283" y="51213"/>
                </a:lnTo>
                <a:lnTo>
                  <a:pt x="34283" y="113431"/>
                </a:lnTo>
                <a:lnTo>
                  <a:pt x="8253" y="113431"/>
                </a:lnTo>
                <a:cubicBezTo>
                  <a:pt x="2963" y="113431"/>
                  <a:pt x="0" y="114913"/>
                  <a:pt x="0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6E2FA-441B-48B2-8325-F7961C3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06" y="3049069"/>
            <a:ext cx="85073" cy="130150"/>
          </a:xfrm>
          <a:custGeom xmlns:a="http://schemas.openxmlformats.org/drawingml/2006/main">
            <a:pathLst>
              <a:path w="85073" h="130150">
                <a:moveTo>
                  <a:pt x="0" y="122108"/>
                </a:moveTo>
                <a:cubicBezTo>
                  <a:pt x="0" y="129515"/>
                  <a:pt x="4656" y="130150"/>
                  <a:pt x="7830" y="130150"/>
                </a:cubicBezTo>
                <a:lnTo>
                  <a:pt x="69201" y="130150"/>
                </a:lnTo>
                <a:cubicBezTo>
                  <a:pt x="72587" y="130150"/>
                  <a:pt x="77666" y="129726"/>
                  <a:pt x="77666" y="122319"/>
                </a:cubicBezTo>
                <a:cubicBezTo>
                  <a:pt x="77666" y="114278"/>
                  <a:pt x="72164" y="114278"/>
                  <a:pt x="69836" y="114278"/>
                </a:cubicBezTo>
                <a:lnTo>
                  <a:pt x="47616" y="114278"/>
                </a:lnTo>
                <a:lnTo>
                  <a:pt x="47616" y="52060"/>
                </a:lnTo>
                <a:lnTo>
                  <a:pt x="72164" y="52060"/>
                </a:lnTo>
                <a:cubicBezTo>
                  <a:pt x="76397" y="52060"/>
                  <a:pt x="80629" y="51002"/>
                  <a:pt x="80629" y="44441"/>
                </a:cubicBezTo>
                <a:cubicBezTo>
                  <a:pt x="80629" y="36400"/>
                  <a:pt x="75550" y="36188"/>
                  <a:pt x="72164" y="36188"/>
                </a:cubicBezTo>
                <a:lnTo>
                  <a:pt x="47616" y="36188"/>
                </a:lnTo>
                <a:lnTo>
                  <a:pt x="47616" y="28993"/>
                </a:lnTo>
                <a:cubicBezTo>
                  <a:pt x="47616" y="25607"/>
                  <a:pt x="46981" y="15872"/>
                  <a:pt x="63911" y="15872"/>
                </a:cubicBezTo>
                <a:cubicBezTo>
                  <a:pt x="65392" y="15872"/>
                  <a:pt x="66450" y="15872"/>
                  <a:pt x="68355" y="16084"/>
                </a:cubicBezTo>
                <a:cubicBezTo>
                  <a:pt x="70683" y="20528"/>
                  <a:pt x="74280" y="21374"/>
                  <a:pt x="76397" y="21374"/>
                </a:cubicBezTo>
                <a:cubicBezTo>
                  <a:pt x="80841" y="21374"/>
                  <a:pt x="85073" y="17565"/>
                  <a:pt x="85073" y="12274"/>
                </a:cubicBezTo>
                <a:cubicBezTo>
                  <a:pt x="85073" y="7407"/>
                  <a:pt x="81687" y="0"/>
                  <a:pt x="67297" y="0"/>
                </a:cubicBezTo>
                <a:cubicBezTo>
                  <a:pt x="50578" y="0"/>
                  <a:pt x="30051" y="5926"/>
                  <a:pt x="30051" y="29204"/>
                </a:cubicBezTo>
                <a:lnTo>
                  <a:pt x="30051" y="36188"/>
                </a:lnTo>
                <a:lnTo>
                  <a:pt x="9735" y="36188"/>
                </a:lnTo>
                <a:cubicBezTo>
                  <a:pt x="2540" y="36188"/>
                  <a:pt x="1693" y="40420"/>
                  <a:pt x="1693" y="44653"/>
                </a:cubicBezTo>
                <a:cubicBezTo>
                  <a:pt x="1693" y="48462"/>
                  <a:pt x="3386" y="52060"/>
                  <a:pt x="9735" y="52060"/>
                </a:cubicBezTo>
                <a:lnTo>
                  <a:pt x="30051" y="52060"/>
                </a:lnTo>
                <a:lnTo>
                  <a:pt x="30051" y="114278"/>
                </a:lnTo>
                <a:lnTo>
                  <a:pt x="8042" y="114278"/>
                </a:lnTo>
                <a:cubicBezTo>
                  <a:pt x="4656" y="114278"/>
                  <a:pt x="0" y="114701"/>
                  <a:pt x="0" y="1221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A2B6E-281C-4E67-8897-0864AEA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234" y="3032351"/>
            <a:ext cx="57139" cy="164433"/>
          </a:xfrm>
          <a:custGeom xmlns:a="http://schemas.openxmlformats.org/drawingml/2006/main">
            <a:pathLst>
              <a:path w="57139" h="164433">
                <a:moveTo>
                  <a:pt x="0" y="82111"/>
                </a:moveTo>
                <a:cubicBezTo>
                  <a:pt x="0" y="114701"/>
                  <a:pt x="15660" y="144752"/>
                  <a:pt x="42113" y="162105"/>
                </a:cubicBezTo>
                <a:cubicBezTo>
                  <a:pt x="44018" y="163375"/>
                  <a:pt x="45288" y="164433"/>
                  <a:pt x="49097" y="164433"/>
                </a:cubicBezTo>
                <a:lnTo>
                  <a:pt x="49944" y="164433"/>
                </a:lnTo>
                <a:cubicBezTo>
                  <a:pt x="56504" y="164221"/>
                  <a:pt x="57139" y="160200"/>
                  <a:pt x="57139" y="158296"/>
                </a:cubicBezTo>
                <a:cubicBezTo>
                  <a:pt x="57139" y="154910"/>
                  <a:pt x="55023" y="153428"/>
                  <a:pt x="52906" y="151947"/>
                </a:cubicBezTo>
                <a:cubicBezTo>
                  <a:pt x="30262" y="136498"/>
                  <a:pt x="17777" y="110045"/>
                  <a:pt x="17777" y="82111"/>
                </a:cubicBezTo>
                <a:cubicBezTo>
                  <a:pt x="17777" y="54388"/>
                  <a:pt x="29628" y="28781"/>
                  <a:pt x="51848" y="13121"/>
                </a:cubicBezTo>
                <a:cubicBezTo>
                  <a:pt x="54176" y="11428"/>
                  <a:pt x="57139" y="9946"/>
                  <a:pt x="57139" y="6137"/>
                </a:cubicBezTo>
                <a:cubicBezTo>
                  <a:pt x="57139" y="3809"/>
                  <a:pt x="56081" y="0"/>
                  <a:pt x="49520" y="0"/>
                </a:cubicBezTo>
                <a:lnTo>
                  <a:pt x="49097" y="0"/>
                </a:lnTo>
                <a:cubicBezTo>
                  <a:pt x="46346" y="0"/>
                  <a:pt x="45288" y="212"/>
                  <a:pt x="42325" y="2116"/>
                </a:cubicBezTo>
                <a:cubicBezTo>
                  <a:pt x="15660" y="19470"/>
                  <a:pt x="0" y="49520"/>
                  <a:pt x="0" y="821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64043-48E9-4F29-ACB4-B1F9EA57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710" y="3085257"/>
            <a:ext cx="100522" cy="141789"/>
          </a:xfrm>
          <a:custGeom xmlns:a="http://schemas.openxmlformats.org/drawingml/2006/main">
            <a:pathLst>
              <a:path w="100522" h="141789">
                <a:moveTo>
                  <a:pt x="0" y="8042"/>
                </a:moveTo>
                <a:cubicBezTo>
                  <a:pt x="0" y="15872"/>
                  <a:pt x="5291" y="15872"/>
                  <a:pt x="8465" y="15872"/>
                </a:cubicBezTo>
                <a:lnTo>
                  <a:pt x="15872" y="15872"/>
                </a:lnTo>
                <a:cubicBezTo>
                  <a:pt x="16718" y="18411"/>
                  <a:pt x="17988" y="20951"/>
                  <a:pt x="18835" y="23490"/>
                </a:cubicBezTo>
                <a:lnTo>
                  <a:pt x="44018" y="90787"/>
                </a:lnTo>
                <a:cubicBezTo>
                  <a:pt x="44653" y="92480"/>
                  <a:pt x="44865" y="93327"/>
                  <a:pt x="44865" y="94173"/>
                </a:cubicBezTo>
                <a:cubicBezTo>
                  <a:pt x="44865" y="95231"/>
                  <a:pt x="44653" y="96078"/>
                  <a:pt x="44018" y="97771"/>
                </a:cubicBezTo>
                <a:cubicBezTo>
                  <a:pt x="40632" y="108352"/>
                  <a:pt x="37669" y="125282"/>
                  <a:pt x="20739" y="125917"/>
                </a:cubicBezTo>
                <a:cubicBezTo>
                  <a:pt x="20951" y="125282"/>
                  <a:pt x="20951" y="124436"/>
                  <a:pt x="20951" y="123801"/>
                </a:cubicBezTo>
                <a:cubicBezTo>
                  <a:pt x="20951" y="119357"/>
                  <a:pt x="16507" y="116182"/>
                  <a:pt x="12274" y="116182"/>
                </a:cubicBezTo>
                <a:cubicBezTo>
                  <a:pt x="9100" y="116182"/>
                  <a:pt x="3386" y="118087"/>
                  <a:pt x="3386" y="125282"/>
                </a:cubicBezTo>
                <a:cubicBezTo>
                  <a:pt x="3386" y="131843"/>
                  <a:pt x="8888" y="141789"/>
                  <a:pt x="21163" y="141789"/>
                </a:cubicBezTo>
                <a:cubicBezTo>
                  <a:pt x="42748" y="141789"/>
                  <a:pt x="52271" y="118933"/>
                  <a:pt x="56504" y="105601"/>
                </a:cubicBezTo>
                <a:lnTo>
                  <a:pt x="81476" y="26665"/>
                </a:lnTo>
                <a:cubicBezTo>
                  <a:pt x="82534" y="23067"/>
                  <a:pt x="83804" y="19470"/>
                  <a:pt x="84862" y="15872"/>
                </a:cubicBezTo>
                <a:lnTo>
                  <a:pt x="92692" y="15872"/>
                </a:lnTo>
                <a:cubicBezTo>
                  <a:pt x="94808" y="15872"/>
                  <a:pt x="100522" y="15237"/>
                  <a:pt x="100522" y="8042"/>
                </a:cubicBezTo>
                <a:cubicBezTo>
                  <a:pt x="100522" y="423"/>
                  <a:pt x="95655" y="0"/>
                  <a:pt x="92480" y="0"/>
                </a:cubicBezTo>
                <a:lnTo>
                  <a:pt x="64546" y="0"/>
                </a:lnTo>
                <a:cubicBezTo>
                  <a:pt x="60313" y="0"/>
                  <a:pt x="56081" y="635"/>
                  <a:pt x="56081" y="7830"/>
                </a:cubicBezTo>
                <a:cubicBezTo>
                  <a:pt x="56081" y="15449"/>
                  <a:pt x="60948" y="15872"/>
                  <a:pt x="64546" y="15872"/>
                </a:cubicBezTo>
                <a:lnTo>
                  <a:pt x="70048" y="15872"/>
                </a:lnTo>
                <a:cubicBezTo>
                  <a:pt x="65604" y="30686"/>
                  <a:pt x="52906" y="69201"/>
                  <a:pt x="52271" y="79148"/>
                </a:cubicBezTo>
                <a:lnTo>
                  <a:pt x="51425" y="74704"/>
                </a:lnTo>
                <a:lnTo>
                  <a:pt x="48674" y="65181"/>
                </a:lnTo>
                <a:lnTo>
                  <a:pt x="44865" y="53330"/>
                </a:lnTo>
                <a:lnTo>
                  <a:pt x="31321" y="15872"/>
                </a:lnTo>
                <a:lnTo>
                  <a:pt x="35976" y="15872"/>
                </a:lnTo>
                <a:cubicBezTo>
                  <a:pt x="39362" y="15872"/>
                  <a:pt x="44441" y="15660"/>
                  <a:pt x="44441" y="8042"/>
                </a:cubicBezTo>
                <a:cubicBezTo>
                  <a:pt x="44441" y="0"/>
                  <a:pt x="38939" y="0"/>
                  <a:pt x="35976" y="0"/>
                </a:cubicBezTo>
                <a:lnTo>
                  <a:pt x="8042" y="0"/>
                </a:lnTo>
                <a:cubicBezTo>
                  <a:pt x="4021" y="0"/>
                  <a:pt x="0" y="1058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64E9D-5EA8-4458-A4EA-D0C0EA7E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244" y="3090125"/>
            <a:ext cx="95020" cy="48885"/>
          </a:xfrm>
          <a:custGeom xmlns:a="http://schemas.openxmlformats.org/drawingml/2006/main">
            <a:pathLst>
              <a:path w="95020" h="48885">
                <a:moveTo>
                  <a:pt x="0" y="40844"/>
                </a:moveTo>
                <a:cubicBezTo>
                  <a:pt x="0" y="43172"/>
                  <a:pt x="1270" y="48674"/>
                  <a:pt x="9523" y="48885"/>
                </a:cubicBezTo>
                <a:lnTo>
                  <a:pt x="85285" y="48885"/>
                </a:lnTo>
                <a:cubicBezTo>
                  <a:pt x="94173" y="48885"/>
                  <a:pt x="95020" y="43172"/>
                  <a:pt x="95020" y="40844"/>
                </a:cubicBezTo>
                <a:cubicBezTo>
                  <a:pt x="95020" y="39151"/>
                  <a:pt x="94385" y="33014"/>
                  <a:pt x="85920" y="33014"/>
                </a:cubicBezTo>
                <a:lnTo>
                  <a:pt x="11428" y="33014"/>
                </a:lnTo>
                <a:cubicBezTo>
                  <a:pt x="9946" y="33014"/>
                  <a:pt x="8253" y="33014"/>
                  <a:pt x="6772" y="33225"/>
                </a:cubicBezTo>
                <a:cubicBezTo>
                  <a:pt x="3174" y="33860"/>
                  <a:pt x="0" y="36611"/>
                  <a:pt x="0" y="40844"/>
                </a:cubicBezTo>
                <a:close/>
                <a:moveTo>
                  <a:pt x="0" y="8042"/>
                </a:moveTo>
                <a:cubicBezTo>
                  <a:pt x="0" y="9946"/>
                  <a:pt x="1058" y="15872"/>
                  <a:pt x="9100" y="15872"/>
                </a:cubicBezTo>
                <a:lnTo>
                  <a:pt x="85708" y="15872"/>
                </a:lnTo>
                <a:cubicBezTo>
                  <a:pt x="94173" y="15872"/>
                  <a:pt x="95020" y="10158"/>
                  <a:pt x="95020" y="8042"/>
                </a:cubicBezTo>
                <a:cubicBezTo>
                  <a:pt x="95020" y="4867"/>
                  <a:pt x="93750" y="0"/>
                  <a:pt x="84862" y="0"/>
                </a:cubicBezTo>
                <a:lnTo>
                  <a:pt x="10158" y="0"/>
                </a:lnTo>
                <a:cubicBezTo>
                  <a:pt x="1058" y="0"/>
                  <a:pt x="0" y="5714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83565-8C21-4C46-B01C-CA9D01C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47" y="3090125"/>
            <a:ext cx="95020" cy="48885"/>
          </a:xfrm>
          <a:custGeom xmlns:a="http://schemas.openxmlformats.org/drawingml/2006/main">
            <a:pathLst>
              <a:path w="95020" h="48885">
                <a:moveTo>
                  <a:pt x="0" y="40844"/>
                </a:moveTo>
                <a:cubicBezTo>
                  <a:pt x="0" y="43172"/>
                  <a:pt x="1270" y="48674"/>
                  <a:pt x="9523" y="48885"/>
                </a:cubicBezTo>
                <a:lnTo>
                  <a:pt x="85285" y="48885"/>
                </a:lnTo>
                <a:cubicBezTo>
                  <a:pt x="94173" y="48885"/>
                  <a:pt x="95020" y="43172"/>
                  <a:pt x="95020" y="40844"/>
                </a:cubicBezTo>
                <a:cubicBezTo>
                  <a:pt x="95020" y="39151"/>
                  <a:pt x="94385" y="33014"/>
                  <a:pt x="85920" y="33014"/>
                </a:cubicBezTo>
                <a:lnTo>
                  <a:pt x="11428" y="33014"/>
                </a:lnTo>
                <a:cubicBezTo>
                  <a:pt x="9946" y="33014"/>
                  <a:pt x="8253" y="33014"/>
                  <a:pt x="6772" y="33225"/>
                </a:cubicBezTo>
                <a:cubicBezTo>
                  <a:pt x="3174" y="33860"/>
                  <a:pt x="0" y="36611"/>
                  <a:pt x="0" y="40844"/>
                </a:cubicBezTo>
                <a:close/>
                <a:moveTo>
                  <a:pt x="0" y="8042"/>
                </a:moveTo>
                <a:cubicBezTo>
                  <a:pt x="0" y="9946"/>
                  <a:pt x="1058" y="15872"/>
                  <a:pt x="9100" y="15872"/>
                </a:cubicBezTo>
                <a:lnTo>
                  <a:pt x="85708" y="15872"/>
                </a:lnTo>
                <a:cubicBezTo>
                  <a:pt x="94173" y="15872"/>
                  <a:pt x="95020" y="10158"/>
                  <a:pt x="95020" y="8042"/>
                </a:cubicBezTo>
                <a:cubicBezTo>
                  <a:pt x="95020" y="4867"/>
                  <a:pt x="93750" y="0"/>
                  <a:pt x="84862" y="0"/>
                </a:cubicBezTo>
                <a:lnTo>
                  <a:pt x="10158" y="0"/>
                </a:lnTo>
                <a:cubicBezTo>
                  <a:pt x="1058" y="0"/>
                  <a:pt x="0" y="5714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6874D-21DB-40BE-88EC-12AFBD06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923" y="3124196"/>
            <a:ext cx="74492" cy="15872"/>
          </a:xfrm>
          <a:custGeom xmlns:a="http://schemas.openxmlformats.org/drawingml/2006/main">
            <a:pathLst>
              <a:path w="74492" h="15872">
                <a:moveTo>
                  <a:pt x="212" y="8677"/>
                </a:moveTo>
                <a:cubicBezTo>
                  <a:pt x="212" y="11851"/>
                  <a:pt x="1481" y="15660"/>
                  <a:pt x="7619" y="15872"/>
                </a:cubicBezTo>
                <a:lnTo>
                  <a:pt x="66662" y="15872"/>
                </a:lnTo>
                <a:cubicBezTo>
                  <a:pt x="74492" y="15660"/>
                  <a:pt x="74280" y="9946"/>
                  <a:pt x="74280" y="7830"/>
                </a:cubicBezTo>
                <a:cubicBezTo>
                  <a:pt x="74280" y="3598"/>
                  <a:pt x="72587" y="0"/>
                  <a:pt x="66239" y="0"/>
                </a:cubicBezTo>
                <a:lnTo>
                  <a:pt x="8465" y="0"/>
                </a:lnTo>
                <a:cubicBezTo>
                  <a:pt x="0" y="0"/>
                  <a:pt x="212" y="5926"/>
                  <a:pt x="212" y="86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F20D1-D9B4-40B1-8091-D82DFAEA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49" y="3048223"/>
            <a:ext cx="91845" cy="132689"/>
          </a:xfrm>
          <a:custGeom xmlns:a="http://schemas.openxmlformats.org/drawingml/2006/main">
            <a:pathLst>
              <a:path w="91845" h="132689">
                <a:moveTo>
                  <a:pt x="0" y="42960"/>
                </a:moveTo>
                <a:cubicBezTo>
                  <a:pt x="0" y="50367"/>
                  <a:pt x="212" y="67297"/>
                  <a:pt x="17565" y="79571"/>
                </a:cubicBezTo>
                <a:cubicBezTo>
                  <a:pt x="20316" y="81476"/>
                  <a:pt x="26665" y="86132"/>
                  <a:pt x="40632" y="86132"/>
                </a:cubicBezTo>
                <a:cubicBezTo>
                  <a:pt x="55023" y="86132"/>
                  <a:pt x="65815" y="80841"/>
                  <a:pt x="73857" y="73646"/>
                </a:cubicBezTo>
                <a:cubicBezTo>
                  <a:pt x="70683" y="108352"/>
                  <a:pt x="50790" y="116817"/>
                  <a:pt x="36188" y="116817"/>
                </a:cubicBezTo>
                <a:cubicBezTo>
                  <a:pt x="25395" y="116817"/>
                  <a:pt x="23702" y="113854"/>
                  <a:pt x="23279" y="112161"/>
                </a:cubicBezTo>
                <a:cubicBezTo>
                  <a:pt x="23279" y="111950"/>
                  <a:pt x="22856" y="102215"/>
                  <a:pt x="13967" y="102215"/>
                </a:cubicBezTo>
                <a:cubicBezTo>
                  <a:pt x="11216" y="102215"/>
                  <a:pt x="5291" y="104120"/>
                  <a:pt x="5291" y="111527"/>
                </a:cubicBezTo>
                <a:cubicBezTo>
                  <a:pt x="5291" y="119992"/>
                  <a:pt x="10581" y="132689"/>
                  <a:pt x="35976" y="132689"/>
                </a:cubicBezTo>
                <a:cubicBezTo>
                  <a:pt x="59467" y="132689"/>
                  <a:pt x="91845" y="117875"/>
                  <a:pt x="91845" y="65392"/>
                </a:cubicBezTo>
                <a:cubicBezTo>
                  <a:pt x="91845" y="8888"/>
                  <a:pt x="64757" y="0"/>
                  <a:pt x="46558" y="0"/>
                </a:cubicBezTo>
                <a:cubicBezTo>
                  <a:pt x="29628" y="0"/>
                  <a:pt x="21797" y="5079"/>
                  <a:pt x="18411" y="7407"/>
                </a:cubicBezTo>
                <a:cubicBezTo>
                  <a:pt x="5079" y="16507"/>
                  <a:pt x="0" y="27723"/>
                  <a:pt x="0" y="42960"/>
                </a:cubicBezTo>
                <a:close/>
                <a:moveTo>
                  <a:pt x="17777" y="43383"/>
                </a:moveTo>
                <a:lnTo>
                  <a:pt x="17777" y="41690"/>
                </a:lnTo>
                <a:cubicBezTo>
                  <a:pt x="17777" y="29204"/>
                  <a:pt x="25818" y="15872"/>
                  <a:pt x="46346" y="15872"/>
                </a:cubicBezTo>
                <a:cubicBezTo>
                  <a:pt x="67085" y="15872"/>
                  <a:pt x="72376" y="37669"/>
                  <a:pt x="72376" y="48251"/>
                </a:cubicBezTo>
                <a:cubicBezTo>
                  <a:pt x="72376" y="59043"/>
                  <a:pt x="61583" y="70048"/>
                  <a:pt x="44018" y="70048"/>
                </a:cubicBezTo>
                <a:cubicBezTo>
                  <a:pt x="36611" y="70048"/>
                  <a:pt x="30897" y="68567"/>
                  <a:pt x="25395" y="63276"/>
                </a:cubicBezTo>
                <a:cubicBezTo>
                  <a:pt x="19893" y="57985"/>
                  <a:pt x="17777" y="52271"/>
                  <a:pt x="17777" y="433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08976-0570-43E3-8F6B-6C7D36E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029" y="3048223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93115"/>
                </a:moveTo>
                <a:cubicBezTo>
                  <a:pt x="0" y="114489"/>
                  <a:pt x="15660" y="132689"/>
                  <a:pt x="46346" y="132689"/>
                </a:cubicBezTo>
                <a:cubicBezTo>
                  <a:pt x="76185" y="132689"/>
                  <a:pt x="92480" y="115124"/>
                  <a:pt x="92480" y="93115"/>
                </a:cubicBezTo>
                <a:cubicBezTo>
                  <a:pt x="92480" y="80418"/>
                  <a:pt x="85285" y="66874"/>
                  <a:pt x="66450" y="61160"/>
                </a:cubicBezTo>
                <a:cubicBezTo>
                  <a:pt x="82957" y="55657"/>
                  <a:pt x="89306" y="45076"/>
                  <a:pt x="89306" y="34283"/>
                </a:cubicBezTo>
                <a:cubicBezTo>
                  <a:pt x="89306" y="20316"/>
                  <a:pt x="79783" y="0"/>
                  <a:pt x="46134" y="0"/>
                </a:cubicBezTo>
                <a:cubicBezTo>
                  <a:pt x="17353" y="0"/>
                  <a:pt x="3174" y="16084"/>
                  <a:pt x="3174" y="34283"/>
                </a:cubicBezTo>
                <a:cubicBezTo>
                  <a:pt x="3174" y="45076"/>
                  <a:pt x="9946" y="56504"/>
                  <a:pt x="26030" y="61160"/>
                </a:cubicBezTo>
                <a:cubicBezTo>
                  <a:pt x="6349" y="68143"/>
                  <a:pt x="0" y="80206"/>
                  <a:pt x="0" y="93115"/>
                </a:cubicBezTo>
                <a:close/>
                <a:moveTo>
                  <a:pt x="17777" y="92904"/>
                </a:moveTo>
                <a:cubicBezTo>
                  <a:pt x="17777" y="79148"/>
                  <a:pt x="28358" y="69201"/>
                  <a:pt x="46346" y="69201"/>
                </a:cubicBezTo>
                <a:cubicBezTo>
                  <a:pt x="63699" y="69201"/>
                  <a:pt x="74704" y="78725"/>
                  <a:pt x="74704" y="93115"/>
                </a:cubicBezTo>
                <a:cubicBezTo>
                  <a:pt x="74704" y="107929"/>
                  <a:pt x="62853" y="116817"/>
                  <a:pt x="46346" y="116817"/>
                </a:cubicBezTo>
                <a:cubicBezTo>
                  <a:pt x="32167" y="116817"/>
                  <a:pt x="17777" y="109410"/>
                  <a:pt x="17777" y="92904"/>
                </a:cubicBezTo>
                <a:close/>
                <a:moveTo>
                  <a:pt x="20951" y="34495"/>
                </a:moveTo>
                <a:cubicBezTo>
                  <a:pt x="20951" y="22009"/>
                  <a:pt x="32802" y="15872"/>
                  <a:pt x="46346" y="15872"/>
                </a:cubicBezTo>
                <a:cubicBezTo>
                  <a:pt x="58832" y="15872"/>
                  <a:pt x="71741" y="21586"/>
                  <a:pt x="71741" y="34495"/>
                </a:cubicBezTo>
                <a:cubicBezTo>
                  <a:pt x="71741" y="46981"/>
                  <a:pt x="59890" y="53330"/>
                  <a:pt x="46346" y="53330"/>
                </a:cubicBezTo>
                <a:cubicBezTo>
                  <a:pt x="33860" y="53330"/>
                  <a:pt x="20951" y="47404"/>
                  <a:pt x="20951" y="34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2221E-1FE6-4A0F-A152-B7CC5BF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921" y="3046530"/>
            <a:ext cx="92692" cy="134382"/>
          </a:xfrm>
          <a:custGeom xmlns:a="http://schemas.openxmlformats.org/drawingml/2006/main">
            <a:pathLst>
              <a:path w="92692" h="134382">
                <a:moveTo>
                  <a:pt x="212" y="20104"/>
                </a:moveTo>
                <a:cubicBezTo>
                  <a:pt x="212" y="23702"/>
                  <a:pt x="0" y="29416"/>
                  <a:pt x="8677" y="29416"/>
                </a:cubicBezTo>
                <a:lnTo>
                  <a:pt x="9523" y="29416"/>
                </a:lnTo>
                <a:cubicBezTo>
                  <a:pt x="13332" y="29416"/>
                  <a:pt x="17988" y="28993"/>
                  <a:pt x="17988" y="21163"/>
                </a:cubicBezTo>
                <a:lnTo>
                  <a:pt x="17988" y="19470"/>
                </a:lnTo>
                <a:lnTo>
                  <a:pt x="68143" y="19470"/>
                </a:lnTo>
                <a:cubicBezTo>
                  <a:pt x="39151" y="49732"/>
                  <a:pt x="25607" y="87613"/>
                  <a:pt x="25183" y="123801"/>
                </a:cubicBezTo>
                <a:cubicBezTo>
                  <a:pt x="25183" y="133324"/>
                  <a:pt x="31744" y="134382"/>
                  <a:pt x="34072" y="134382"/>
                </a:cubicBezTo>
                <a:cubicBezTo>
                  <a:pt x="38304" y="134382"/>
                  <a:pt x="41479" y="131419"/>
                  <a:pt x="42537" y="128245"/>
                </a:cubicBezTo>
                <a:cubicBezTo>
                  <a:pt x="44018" y="123801"/>
                  <a:pt x="39786" y="78301"/>
                  <a:pt x="75339" y="34072"/>
                </a:cubicBezTo>
                <a:cubicBezTo>
                  <a:pt x="89306" y="16718"/>
                  <a:pt x="92692" y="19046"/>
                  <a:pt x="92692" y="11216"/>
                </a:cubicBezTo>
                <a:cubicBezTo>
                  <a:pt x="92692" y="4021"/>
                  <a:pt x="87613" y="3386"/>
                  <a:pt x="84227" y="3386"/>
                </a:cubicBezTo>
                <a:lnTo>
                  <a:pt x="19470" y="3386"/>
                </a:lnTo>
                <a:cubicBezTo>
                  <a:pt x="14391" y="3174"/>
                  <a:pt x="17988" y="0"/>
                  <a:pt x="8465" y="0"/>
                </a:cubicBezTo>
                <a:cubicBezTo>
                  <a:pt x="423" y="0"/>
                  <a:pt x="212" y="4867"/>
                  <a:pt x="212" y="8465"/>
                </a:cubicBezTo>
                <a:lnTo>
                  <a:pt x="212" y="20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1480B-DA04-4E82-9AF0-8CB37C3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547" y="3032351"/>
            <a:ext cx="57350" cy="164433"/>
          </a:xfrm>
          <a:custGeom xmlns:a="http://schemas.openxmlformats.org/drawingml/2006/main">
            <a:pathLst>
              <a:path w="57350" h="164433">
                <a:moveTo>
                  <a:pt x="0" y="158296"/>
                </a:moveTo>
                <a:cubicBezTo>
                  <a:pt x="0" y="160835"/>
                  <a:pt x="1270" y="164433"/>
                  <a:pt x="8042" y="164433"/>
                </a:cubicBezTo>
                <a:cubicBezTo>
                  <a:pt x="10793" y="164433"/>
                  <a:pt x="12063" y="164221"/>
                  <a:pt x="15025" y="162317"/>
                </a:cubicBezTo>
                <a:cubicBezTo>
                  <a:pt x="41479" y="144963"/>
                  <a:pt x="57350" y="114701"/>
                  <a:pt x="57350" y="82111"/>
                </a:cubicBezTo>
                <a:cubicBezTo>
                  <a:pt x="57350" y="51213"/>
                  <a:pt x="42960" y="20528"/>
                  <a:pt x="15237" y="2328"/>
                </a:cubicBezTo>
                <a:cubicBezTo>
                  <a:pt x="11639" y="0"/>
                  <a:pt x="11005" y="0"/>
                  <a:pt x="8042" y="0"/>
                </a:cubicBezTo>
                <a:lnTo>
                  <a:pt x="7830" y="0"/>
                </a:lnTo>
                <a:cubicBezTo>
                  <a:pt x="847" y="0"/>
                  <a:pt x="0" y="4656"/>
                  <a:pt x="0" y="6137"/>
                </a:cubicBezTo>
                <a:cubicBezTo>
                  <a:pt x="0" y="9946"/>
                  <a:pt x="3174" y="11639"/>
                  <a:pt x="4444" y="12486"/>
                </a:cubicBezTo>
                <a:cubicBezTo>
                  <a:pt x="27088" y="27935"/>
                  <a:pt x="39574" y="54176"/>
                  <a:pt x="39574" y="82111"/>
                </a:cubicBezTo>
                <a:cubicBezTo>
                  <a:pt x="39574" y="108775"/>
                  <a:pt x="28146" y="135017"/>
                  <a:pt x="6349" y="150677"/>
                </a:cubicBezTo>
                <a:cubicBezTo>
                  <a:pt x="4444" y="152159"/>
                  <a:pt x="0" y="154063"/>
                  <a:pt x="0" y="158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8BE04-3DA6-4BC9-8292-71648C07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233" y="3305630"/>
            <a:ext cx="82957" cy="129303"/>
          </a:xfrm>
          <a:custGeom xmlns:a="http://schemas.openxmlformats.org/drawingml/2006/main">
            <a:pathLst>
              <a:path w="82957" h="129303">
                <a:moveTo>
                  <a:pt x="26665" y="9735"/>
                </a:moveTo>
                <a:cubicBezTo>
                  <a:pt x="26665" y="13544"/>
                  <a:pt x="29416" y="19258"/>
                  <a:pt x="39151" y="19258"/>
                </a:cubicBezTo>
                <a:cubicBezTo>
                  <a:pt x="49309" y="19258"/>
                  <a:pt x="51848" y="13544"/>
                  <a:pt x="51848" y="9735"/>
                </a:cubicBezTo>
                <a:cubicBezTo>
                  <a:pt x="51848" y="4021"/>
                  <a:pt x="46769" y="0"/>
                  <a:pt x="39362" y="0"/>
                </a:cubicBezTo>
                <a:cubicBezTo>
                  <a:pt x="29204" y="0"/>
                  <a:pt x="26665" y="5926"/>
                  <a:pt x="26665" y="9735"/>
                </a:cubicBezTo>
                <a:close/>
                <a:moveTo>
                  <a:pt x="0" y="121261"/>
                </a:moveTo>
                <a:cubicBezTo>
                  <a:pt x="0" y="128880"/>
                  <a:pt x="5502" y="129303"/>
                  <a:pt x="7830" y="129303"/>
                </a:cubicBezTo>
                <a:lnTo>
                  <a:pt x="74704" y="129303"/>
                </a:lnTo>
                <a:cubicBezTo>
                  <a:pt x="81687" y="129303"/>
                  <a:pt x="82746" y="125282"/>
                  <a:pt x="82746" y="121261"/>
                </a:cubicBezTo>
                <a:cubicBezTo>
                  <a:pt x="82957" y="117029"/>
                  <a:pt x="81053" y="113431"/>
                  <a:pt x="74492" y="113431"/>
                </a:cubicBezTo>
                <a:lnTo>
                  <a:pt x="51848" y="113431"/>
                </a:lnTo>
                <a:lnTo>
                  <a:pt x="51848" y="43595"/>
                </a:lnTo>
                <a:cubicBezTo>
                  <a:pt x="51848" y="39997"/>
                  <a:pt x="51425" y="35341"/>
                  <a:pt x="44230" y="35341"/>
                </a:cubicBezTo>
                <a:lnTo>
                  <a:pt x="10158" y="35341"/>
                </a:lnTo>
                <a:cubicBezTo>
                  <a:pt x="1693" y="35341"/>
                  <a:pt x="1693" y="40632"/>
                  <a:pt x="1693" y="43806"/>
                </a:cubicBezTo>
                <a:cubicBezTo>
                  <a:pt x="1693" y="51213"/>
                  <a:pt x="7195" y="51213"/>
                  <a:pt x="10370" y="51213"/>
                </a:cubicBezTo>
                <a:lnTo>
                  <a:pt x="34283" y="51213"/>
                </a:lnTo>
                <a:lnTo>
                  <a:pt x="34283" y="113431"/>
                </a:lnTo>
                <a:lnTo>
                  <a:pt x="8253" y="113431"/>
                </a:lnTo>
                <a:cubicBezTo>
                  <a:pt x="2963" y="113431"/>
                  <a:pt x="0" y="114913"/>
                  <a:pt x="0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A7DD8-FCE1-462B-86B7-78FCE85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718" y="3304783"/>
            <a:ext cx="85073" cy="130150"/>
          </a:xfrm>
          <a:custGeom xmlns:a="http://schemas.openxmlformats.org/drawingml/2006/main">
            <a:pathLst>
              <a:path w="85073" h="130150">
                <a:moveTo>
                  <a:pt x="0" y="122108"/>
                </a:moveTo>
                <a:cubicBezTo>
                  <a:pt x="0" y="129515"/>
                  <a:pt x="4656" y="130150"/>
                  <a:pt x="7830" y="130150"/>
                </a:cubicBezTo>
                <a:lnTo>
                  <a:pt x="69201" y="130150"/>
                </a:lnTo>
                <a:cubicBezTo>
                  <a:pt x="72587" y="130150"/>
                  <a:pt x="77666" y="129726"/>
                  <a:pt x="77666" y="122319"/>
                </a:cubicBezTo>
                <a:cubicBezTo>
                  <a:pt x="77666" y="114278"/>
                  <a:pt x="72164" y="114278"/>
                  <a:pt x="69836" y="114278"/>
                </a:cubicBezTo>
                <a:lnTo>
                  <a:pt x="47616" y="114278"/>
                </a:lnTo>
                <a:lnTo>
                  <a:pt x="47616" y="52060"/>
                </a:lnTo>
                <a:lnTo>
                  <a:pt x="72164" y="52060"/>
                </a:lnTo>
                <a:cubicBezTo>
                  <a:pt x="76397" y="52060"/>
                  <a:pt x="80629" y="51002"/>
                  <a:pt x="80629" y="44441"/>
                </a:cubicBezTo>
                <a:cubicBezTo>
                  <a:pt x="80629" y="36400"/>
                  <a:pt x="75550" y="36188"/>
                  <a:pt x="72164" y="36188"/>
                </a:cubicBezTo>
                <a:lnTo>
                  <a:pt x="47616" y="36188"/>
                </a:lnTo>
                <a:lnTo>
                  <a:pt x="47616" y="28993"/>
                </a:lnTo>
                <a:cubicBezTo>
                  <a:pt x="47616" y="25607"/>
                  <a:pt x="46981" y="15872"/>
                  <a:pt x="63911" y="15872"/>
                </a:cubicBezTo>
                <a:cubicBezTo>
                  <a:pt x="65392" y="15872"/>
                  <a:pt x="66450" y="15872"/>
                  <a:pt x="68355" y="16084"/>
                </a:cubicBezTo>
                <a:cubicBezTo>
                  <a:pt x="70683" y="20528"/>
                  <a:pt x="74280" y="21374"/>
                  <a:pt x="76397" y="21374"/>
                </a:cubicBezTo>
                <a:cubicBezTo>
                  <a:pt x="80841" y="21374"/>
                  <a:pt x="85073" y="17565"/>
                  <a:pt x="85073" y="12274"/>
                </a:cubicBezTo>
                <a:cubicBezTo>
                  <a:pt x="85073" y="7407"/>
                  <a:pt x="81687" y="0"/>
                  <a:pt x="67297" y="0"/>
                </a:cubicBezTo>
                <a:cubicBezTo>
                  <a:pt x="50578" y="0"/>
                  <a:pt x="30051" y="5926"/>
                  <a:pt x="30051" y="29204"/>
                </a:cubicBezTo>
                <a:lnTo>
                  <a:pt x="30051" y="36188"/>
                </a:lnTo>
                <a:lnTo>
                  <a:pt x="9735" y="36188"/>
                </a:lnTo>
                <a:cubicBezTo>
                  <a:pt x="2540" y="36188"/>
                  <a:pt x="1693" y="40420"/>
                  <a:pt x="1693" y="44653"/>
                </a:cubicBezTo>
                <a:cubicBezTo>
                  <a:pt x="1693" y="48462"/>
                  <a:pt x="3386" y="52060"/>
                  <a:pt x="9735" y="52060"/>
                </a:cubicBezTo>
                <a:lnTo>
                  <a:pt x="30051" y="52060"/>
                </a:lnTo>
                <a:lnTo>
                  <a:pt x="30051" y="114278"/>
                </a:lnTo>
                <a:lnTo>
                  <a:pt x="8042" y="114278"/>
                </a:lnTo>
                <a:cubicBezTo>
                  <a:pt x="4656" y="114278"/>
                  <a:pt x="0" y="114701"/>
                  <a:pt x="0" y="1221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CE789-4C82-43CA-B8F9-E1D5F724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647" y="3288065"/>
            <a:ext cx="57139" cy="164433"/>
          </a:xfrm>
          <a:custGeom xmlns:a="http://schemas.openxmlformats.org/drawingml/2006/main">
            <a:pathLst>
              <a:path w="57139" h="164433">
                <a:moveTo>
                  <a:pt x="0" y="82111"/>
                </a:moveTo>
                <a:cubicBezTo>
                  <a:pt x="0" y="114701"/>
                  <a:pt x="15660" y="144752"/>
                  <a:pt x="42113" y="162105"/>
                </a:cubicBezTo>
                <a:cubicBezTo>
                  <a:pt x="44018" y="163375"/>
                  <a:pt x="45288" y="164433"/>
                  <a:pt x="49097" y="164433"/>
                </a:cubicBezTo>
                <a:lnTo>
                  <a:pt x="49944" y="164433"/>
                </a:lnTo>
                <a:cubicBezTo>
                  <a:pt x="56504" y="164221"/>
                  <a:pt x="57139" y="160200"/>
                  <a:pt x="57139" y="158296"/>
                </a:cubicBezTo>
                <a:cubicBezTo>
                  <a:pt x="57139" y="154910"/>
                  <a:pt x="55023" y="153428"/>
                  <a:pt x="52906" y="151947"/>
                </a:cubicBezTo>
                <a:cubicBezTo>
                  <a:pt x="30262" y="136498"/>
                  <a:pt x="17777" y="110045"/>
                  <a:pt x="17777" y="82111"/>
                </a:cubicBezTo>
                <a:cubicBezTo>
                  <a:pt x="17777" y="54388"/>
                  <a:pt x="29628" y="28781"/>
                  <a:pt x="51848" y="13121"/>
                </a:cubicBezTo>
                <a:cubicBezTo>
                  <a:pt x="54176" y="11428"/>
                  <a:pt x="57139" y="9946"/>
                  <a:pt x="57139" y="6137"/>
                </a:cubicBezTo>
                <a:cubicBezTo>
                  <a:pt x="57139" y="3809"/>
                  <a:pt x="56081" y="0"/>
                  <a:pt x="49520" y="0"/>
                </a:cubicBezTo>
                <a:lnTo>
                  <a:pt x="49097" y="0"/>
                </a:lnTo>
                <a:cubicBezTo>
                  <a:pt x="46346" y="0"/>
                  <a:pt x="45288" y="212"/>
                  <a:pt x="42325" y="2116"/>
                </a:cubicBezTo>
                <a:cubicBezTo>
                  <a:pt x="15660" y="19470"/>
                  <a:pt x="0" y="49520"/>
                  <a:pt x="0" y="821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ED095-AA7E-4FA5-99EC-A112C6B4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181" y="3340971"/>
            <a:ext cx="93962" cy="93962"/>
          </a:xfrm>
          <a:custGeom xmlns:a="http://schemas.openxmlformats.org/drawingml/2006/main">
            <a:pathLst>
              <a:path w="93962" h="93962">
                <a:moveTo>
                  <a:pt x="212" y="85708"/>
                </a:moveTo>
                <a:cubicBezTo>
                  <a:pt x="212" y="87825"/>
                  <a:pt x="0" y="93750"/>
                  <a:pt x="7830" y="93962"/>
                </a:cubicBezTo>
                <a:lnTo>
                  <a:pt x="85708" y="93962"/>
                </a:lnTo>
                <a:cubicBezTo>
                  <a:pt x="90364" y="93962"/>
                  <a:pt x="93962" y="92480"/>
                  <a:pt x="93962" y="85920"/>
                </a:cubicBezTo>
                <a:cubicBezTo>
                  <a:pt x="93962" y="85285"/>
                  <a:pt x="93750" y="84650"/>
                  <a:pt x="93750" y="84015"/>
                </a:cubicBezTo>
                <a:lnTo>
                  <a:pt x="93750" y="70894"/>
                </a:lnTo>
                <a:cubicBezTo>
                  <a:pt x="93750" y="70260"/>
                  <a:pt x="93962" y="69836"/>
                  <a:pt x="93962" y="69201"/>
                </a:cubicBezTo>
                <a:cubicBezTo>
                  <a:pt x="93962" y="61371"/>
                  <a:pt x="88459" y="61371"/>
                  <a:pt x="85073" y="61371"/>
                </a:cubicBezTo>
                <a:cubicBezTo>
                  <a:pt x="76397" y="61371"/>
                  <a:pt x="76185" y="65392"/>
                  <a:pt x="76185" y="69625"/>
                </a:cubicBezTo>
                <a:lnTo>
                  <a:pt x="76185" y="78090"/>
                </a:lnTo>
                <a:lnTo>
                  <a:pt x="27300" y="78090"/>
                </a:lnTo>
                <a:lnTo>
                  <a:pt x="86555" y="19681"/>
                </a:lnTo>
                <a:cubicBezTo>
                  <a:pt x="91422" y="14814"/>
                  <a:pt x="93115" y="14602"/>
                  <a:pt x="93115" y="8253"/>
                </a:cubicBezTo>
                <a:cubicBezTo>
                  <a:pt x="93115" y="4867"/>
                  <a:pt x="92904" y="0"/>
                  <a:pt x="85073" y="0"/>
                </a:cubicBezTo>
                <a:lnTo>
                  <a:pt x="11851" y="0"/>
                </a:lnTo>
                <a:cubicBezTo>
                  <a:pt x="3386" y="0"/>
                  <a:pt x="3598" y="5502"/>
                  <a:pt x="3598" y="9523"/>
                </a:cubicBezTo>
                <a:lnTo>
                  <a:pt x="3598" y="20951"/>
                </a:lnTo>
                <a:cubicBezTo>
                  <a:pt x="3598" y="24760"/>
                  <a:pt x="3174" y="30262"/>
                  <a:pt x="12063" y="30262"/>
                </a:cubicBezTo>
                <a:lnTo>
                  <a:pt x="12698" y="30262"/>
                </a:lnTo>
                <a:cubicBezTo>
                  <a:pt x="16930" y="30262"/>
                  <a:pt x="21374" y="30051"/>
                  <a:pt x="21374" y="21797"/>
                </a:cubicBezTo>
                <a:lnTo>
                  <a:pt x="21374" y="15872"/>
                </a:lnTo>
                <a:lnTo>
                  <a:pt x="66239" y="15872"/>
                </a:lnTo>
                <a:lnTo>
                  <a:pt x="3809" y="77032"/>
                </a:lnTo>
                <a:cubicBezTo>
                  <a:pt x="1270" y="79571"/>
                  <a:pt x="212" y="80206"/>
                  <a:pt x="212" y="85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BC30E-9EF9-4A1E-AC4F-D7F4A33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656" y="3345839"/>
            <a:ext cx="95020" cy="48885"/>
          </a:xfrm>
          <a:custGeom xmlns:a="http://schemas.openxmlformats.org/drawingml/2006/main">
            <a:pathLst>
              <a:path w="95020" h="48885">
                <a:moveTo>
                  <a:pt x="0" y="40844"/>
                </a:moveTo>
                <a:cubicBezTo>
                  <a:pt x="0" y="43172"/>
                  <a:pt x="1270" y="48674"/>
                  <a:pt x="9523" y="48885"/>
                </a:cubicBezTo>
                <a:lnTo>
                  <a:pt x="85285" y="48885"/>
                </a:lnTo>
                <a:cubicBezTo>
                  <a:pt x="94173" y="48885"/>
                  <a:pt x="95020" y="43172"/>
                  <a:pt x="95020" y="40844"/>
                </a:cubicBezTo>
                <a:cubicBezTo>
                  <a:pt x="95020" y="39151"/>
                  <a:pt x="94385" y="33014"/>
                  <a:pt x="85920" y="33014"/>
                </a:cubicBezTo>
                <a:lnTo>
                  <a:pt x="11428" y="33014"/>
                </a:lnTo>
                <a:cubicBezTo>
                  <a:pt x="9946" y="33014"/>
                  <a:pt x="8253" y="33014"/>
                  <a:pt x="6772" y="33225"/>
                </a:cubicBezTo>
                <a:cubicBezTo>
                  <a:pt x="3174" y="33860"/>
                  <a:pt x="0" y="36611"/>
                  <a:pt x="0" y="40844"/>
                </a:cubicBezTo>
                <a:close/>
                <a:moveTo>
                  <a:pt x="0" y="8042"/>
                </a:moveTo>
                <a:cubicBezTo>
                  <a:pt x="0" y="9946"/>
                  <a:pt x="1058" y="15872"/>
                  <a:pt x="9100" y="15872"/>
                </a:cubicBezTo>
                <a:lnTo>
                  <a:pt x="85708" y="15872"/>
                </a:lnTo>
                <a:cubicBezTo>
                  <a:pt x="94173" y="15872"/>
                  <a:pt x="95020" y="10158"/>
                  <a:pt x="95020" y="8042"/>
                </a:cubicBezTo>
                <a:cubicBezTo>
                  <a:pt x="95020" y="4867"/>
                  <a:pt x="93750" y="0"/>
                  <a:pt x="84862" y="0"/>
                </a:cubicBezTo>
                <a:lnTo>
                  <a:pt x="10158" y="0"/>
                </a:lnTo>
                <a:cubicBezTo>
                  <a:pt x="1058" y="0"/>
                  <a:pt x="0" y="5714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E64FF-3AFE-4658-A9F8-9B7CAC6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760" y="3345839"/>
            <a:ext cx="95020" cy="48885"/>
          </a:xfrm>
          <a:custGeom xmlns:a="http://schemas.openxmlformats.org/drawingml/2006/main">
            <a:pathLst>
              <a:path w="95020" h="48885">
                <a:moveTo>
                  <a:pt x="0" y="40844"/>
                </a:moveTo>
                <a:cubicBezTo>
                  <a:pt x="0" y="43172"/>
                  <a:pt x="1270" y="48674"/>
                  <a:pt x="9523" y="48885"/>
                </a:cubicBezTo>
                <a:lnTo>
                  <a:pt x="85285" y="48885"/>
                </a:lnTo>
                <a:cubicBezTo>
                  <a:pt x="94173" y="48885"/>
                  <a:pt x="95020" y="43172"/>
                  <a:pt x="95020" y="40844"/>
                </a:cubicBezTo>
                <a:cubicBezTo>
                  <a:pt x="95020" y="39151"/>
                  <a:pt x="94385" y="33014"/>
                  <a:pt x="85920" y="33014"/>
                </a:cubicBezTo>
                <a:lnTo>
                  <a:pt x="11428" y="33014"/>
                </a:lnTo>
                <a:cubicBezTo>
                  <a:pt x="9946" y="33014"/>
                  <a:pt x="8253" y="33014"/>
                  <a:pt x="6772" y="33225"/>
                </a:cubicBezTo>
                <a:cubicBezTo>
                  <a:pt x="3174" y="33860"/>
                  <a:pt x="0" y="36611"/>
                  <a:pt x="0" y="40844"/>
                </a:cubicBezTo>
                <a:close/>
                <a:moveTo>
                  <a:pt x="0" y="8042"/>
                </a:moveTo>
                <a:cubicBezTo>
                  <a:pt x="0" y="9946"/>
                  <a:pt x="1058" y="15872"/>
                  <a:pt x="9100" y="15872"/>
                </a:cubicBezTo>
                <a:lnTo>
                  <a:pt x="85708" y="15872"/>
                </a:lnTo>
                <a:cubicBezTo>
                  <a:pt x="94173" y="15872"/>
                  <a:pt x="95020" y="10158"/>
                  <a:pt x="95020" y="8042"/>
                </a:cubicBezTo>
                <a:cubicBezTo>
                  <a:pt x="95020" y="4867"/>
                  <a:pt x="93750" y="0"/>
                  <a:pt x="84862" y="0"/>
                </a:cubicBezTo>
                <a:lnTo>
                  <a:pt x="10158" y="0"/>
                </a:lnTo>
                <a:cubicBezTo>
                  <a:pt x="1058" y="0"/>
                  <a:pt x="0" y="5714"/>
                  <a:pt x="0" y="8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E19FE-BF06-4FF8-AD8F-321DA5C3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140" y="3305630"/>
            <a:ext cx="88883" cy="130996"/>
          </a:xfrm>
          <a:custGeom xmlns:a="http://schemas.openxmlformats.org/drawingml/2006/main">
            <a:pathLst>
              <a:path w="88883" h="130996">
                <a:moveTo>
                  <a:pt x="0" y="100310"/>
                </a:moveTo>
                <a:cubicBezTo>
                  <a:pt x="0" y="117664"/>
                  <a:pt x="17565" y="130996"/>
                  <a:pt x="40844" y="130996"/>
                </a:cubicBezTo>
                <a:cubicBezTo>
                  <a:pt x="69201" y="130996"/>
                  <a:pt x="88883" y="114278"/>
                  <a:pt x="88883" y="89306"/>
                </a:cubicBezTo>
                <a:cubicBezTo>
                  <a:pt x="88883" y="65815"/>
                  <a:pt x="73434" y="47616"/>
                  <a:pt x="46981" y="47616"/>
                </a:cubicBezTo>
                <a:cubicBezTo>
                  <a:pt x="41055" y="47616"/>
                  <a:pt x="31955" y="48674"/>
                  <a:pt x="23702" y="53118"/>
                </a:cubicBezTo>
                <a:lnTo>
                  <a:pt x="23702" y="16084"/>
                </a:lnTo>
                <a:lnTo>
                  <a:pt x="73646" y="16084"/>
                </a:lnTo>
                <a:cubicBezTo>
                  <a:pt x="81053" y="16084"/>
                  <a:pt x="81476" y="10581"/>
                  <a:pt x="81476" y="7830"/>
                </a:cubicBezTo>
                <a:cubicBezTo>
                  <a:pt x="81476" y="635"/>
                  <a:pt x="77032" y="0"/>
                  <a:pt x="73011" y="0"/>
                </a:cubicBezTo>
                <a:lnTo>
                  <a:pt x="14179" y="0"/>
                </a:lnTo>
                <a:cubicBezTo>
                  <a:pt x="11428" y="0"/>
                  <a:pt x="5714" y="212"/>
                  <a:pt x="5926" y="8253"/>
                </a:cubicBezTo>
                <a:lnTo>
                  <a:pt x="5926" y="67085"/>
                </a:lnTo>
                <a:cubicBezTo>
                  <a:pt x="5926" y="71318"/>
                  <a:pt x="5714" y="76820"/>
                  <a:pt x="14179" y="76820"/>
                </a:cubicBezTo>
                <a:cubicBezTo>
                  <a:pt x="18411" y="76820"/>
                  <a:pt x="19258" y="76820"/>
                  <a:pt x="22644" y="72799"/>
                </a:cubicBezTo>
                <a:cubicBezTo>
                  <a:pt x="25607" y="69413"/>
                  <a:pt x="32379" y="63699"/>
                  <a:pt x="46769" y="63699"/>
                </a:cubicBezTo>
                <a:cubicBezTo>
                  <a:pt x="66027" y="63699"/>
                  <a:pt x="71106" y="78725"/>
                  <a:pt x="71106" y="89094"/>
                </a:cubicBezTo>
                <a:cubicBezTo>
                  <a:pt x="71106" y="106448"/>
                  <a:pt x="57562" y="115124"/>
                  <a:pt x="40844" y="115124"/>
                </a:cubicBezTo>
                <a:cubicBezTo>
                  <a:pt x="28993" y="115124"/>
                  <a:pt x="20104" y="109834"/>
                  <a:pt x="18200" y="102850"/>
                </a:cubicBezTo>
                <a:cubicBezTo>
                  <a:pt x="17777" y="100945"/>
                  <a:pt x="18200" y="90999"/>
                  <a:pt x="8888" y="90999"/>
                </a:cubicBezTo>
                <a:cubicBezTo>
                  <a:pt x="4021" y="90999"/>
                  <a:pt x="0" y="94808"/>
                  <a:pt x="0" y="10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E9055-370C-443C-A44D-044037FB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243" y="3303937"/>
            <a:ext cx="89094" cy="130996"/>
          </a:xfrm>
          <a:custGeom xmlns:a="http://schemas.openxmlformats.org/drawingml/2006/main">
            <a:pathLst>
              <a:path w="89094" h="130996">
                <a:moveTo>
                  <a:pt x="0" y="123378"/>
                </a:moveTo>
                <a:cubicBezTo>
                  <a:pt x="212" y="130573"/>
                  <a:pt x="4867" y="130996"/>
                  <a:pt x="8253" y="130996"/>
                </a:cubicBezTo>
                <a:lnTo>
                  <a:pt x="80629" y="130996"/>
                </a:lnTo>
                <a:cubicBezTo>
                  <a:pt x="89094" y="130996"/>
                  <a:pt x="88883" y="125071"/>
                  <a:pt x="88883" y="121896"/>
                </a:cubicBezTo>
                <a:lnTo>
                  <a:pt x="88883" y="113220"/>
                </a:lnTo>
                <a:cubicBezTo>
                  <a:pt x="88883" y="105178"/>
                  <a:pt x="84015" y="104966"/>
                  <a:pt x="79994" y="104966"/>
                </a:cubicBezTo>
                <a:lnTo>
                  <a:pt x="79571" y="104966"/>
                </a:lnTo>
                <a:cubicBezTo>
                  <a:pt x="75762" y="104966"/>
                  <a:pt x="71106" y="105389"/>
                  <a:pt x="71106" y="113220"/>
                </a:cubicBezTo>
                <a:lnTo>
                  <a:pt x="71106" y="115124"/>
                </a:lnTo>
                <a:lnTo>
                  <a:pt x="27723" y="115124"/>
                </a:lnTo>
                <a:cubicBezTo>
                  <a:pt x="65392" y="83804"/>
                  <a:pt x="88883" y="68990"/>
                  <a:pt x="88883" y="41902"/>
                </a:cubicBezTo>
                <a:cubicBezTo>
                  <a:pt x="88883" y="16718"/>
                  <a:pt x="67932" y="0"/>
                  <a:pt x="41690" y="0"/>
                </a:cubicBezTo>
                <a:cubicBezTo>
                  <a:pt x="15660" y="0"/>
                  <a:pt x="0" y="18835"/>
                  <a:pt x="0" y="34918"/>
                </a:cubicBezTo>
                <a:cubicBezTo>
                  <a:pt x="0" y="42748"/>
                  <a:pt x="5502" y="44653"/>
                  <a:pt x="8888" y="44653"/>
                </a:cubicBezTo>
                <a:cubicBezTo>
                  <a:pt x="17988" y="44653"/>
                  <a:pt x="17777" y="35130"/>
                  <a:pt x="17777" y="34707"/>
                </a:cubicBezTo>
                <a:cubicBezTo>
                  <a:pt x="18411" y="26453"/>
                  <a:pt x="24760" y="15872"/>
                  <a:pt x="38304" y="15872"/>
                </a:cubicBezTo>
                <a:cubicBezTo>
                  <a:pt x="53330" y="15872"/>
                  <a:pt x="71106" y="23914"/>
                  <a:pt x="71106" y="42113"/>
                </a:cubicBezTo>
                <a:cubicBezTo>
                  <a:pt x="71106" y="62853"/>
                  <a:pt x="52906" y="74492"/>
                  <a:pt x="3598" y="115547"/>
                </a:cubicBezTo>
                <a:cubicBezTo>
                  <a:pt x="1270" y="117664"/>
                  <a:pt x="0" y="118722"/>
                  <a:pt x="0" y="123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00677-F002-4410-B2F2-EA7A9D9D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479" y="3303937"/>
            <a:ext cx="98617" cy="130996"/>
          </a:xfrm>
          <a:custGeom xmlns:a="http://schemas.openxmlformats.org/drawingml/2006/main">
            <a:pathLst>
              <a:path w="98617" h="130996">
                <a:moveTo>
                  <a:pt x="0" y="87190"/>
                </a:moveTo>
                <a:cubicBezTo>
                  <a:pt x="0" y="95020"/>
                  <a:pt x="4444" y="95443"/>
                  <a:pt x="8042" y="95443"/>
                </a:cubicBezTo>
                <a:lnTo>
                  <a:pt x="60736" y="95443"/>
                </a:lnTo>
                <a:lnTo>
                  <a:pt x="60736" y="115124"/>
                </a:lnTo>
                <a:lnTo>
                  <a:pt x="49097" y="115124"/>
                </a:lnTo>
                <a:cubicBezTo>
                  <a:pt x="48462" y="115124"/>
                  <a:pt x="47827" y="114913"/>
                  <a:pt x="47192" y="114913"/>
                </a:cubicBezTo>
                <a:cubicBezTo>
                  <a:pt x="42748" y="114913"/>
                  <a:pt x="39151" y="116606"/>
                  <a:pt x="39151" y="122954"/>
                </a:cubicBezTo>
                <a:cubicBezTo>
                  <a:pt x="39151" y="130573"/>
                  <a:pt x="43806" y="130996"/>
                  <a:pt x="47192" y="130996"/>
                </a:cubicBezTo>
                <a:lnTo>
                  <a:pt x="88459" y="130996"/>
                </a:lnTo>
                <a:cubicBezTo>
                  <a:pt x="96078" y="130996"/>
                  <a:pt x="96713" y="126340"/>
                  <a:pt x="96713" y="122954"/>
                </a:cubicBezTo>
                <a:cubicBezTo>
                  <a:pt x="96924" y="118933"/>
                  <a:pt x="95020" y="114913"/>
                  <a:pt x="88671" y="114913"/>
                </a:cubicBezTo>
                <a:cubicBezTo>
                  <a:pt x="88036" y="114913"/>
                  <a:pt x="87401" y="115124"/>
                  <a:pt x="86766" y="115124"/>
                </a:cubicBezTo>
                <a:lnTo>
                  <a:pt x="75127" y="115124"/>
                </a:lnTo>
                <a:lnTo>
                  <a:pt x="75127" y="95443"/>
                </a:lnTo>
                <a:lnTo>
                  <a:pt x="90787" y="95443"/>
                </a:lnTo>
                <a:cubicBezTo>
                  <a:pt x="98406" y="95231"/>
                  <a:pt x="98617" y="90364"/>
                  <a:pt x="98617" y="87401"/>
                </a:cubicBezTo>
                <a:cubicBezTo>
                  <a:pt x="98617" y="83380"/>
                  <a:pt x="97559" y="79571"/>
                  <a:pt x="90999" y="79571"/>
                </a:cubicBezTo>
                <a:lnTo>
                  <a:pt x="75127" y="79571"/>
                </a:lnTo>
                <a:lnTo>
                  <a:pt x="75127" y="9312"/>
                </a:lnTo>
                <a:cubicBezTo>
                  <a:pt x="75127" y="4444"/>
                  <a:pt x="74704" y="0"/>
                  <a:pt x="67085" y="0"/>
                </a:cubicBezTo>
                <a:lnTo>
                  <a:pt x="56081" y="0"/>
                </a:lnTo>
                <a:cubicBezTo>
                  <a:pt x="51425" y="0"/>
                  <a:pt x="49944" y="635"/>
                  <a:pt x="46981" y="5291"/>
                </a:cubicBezTo>
                <a:lnTo>
                  <a:pt x="3386" y="74069"/>
                </a:lnTo>
                <a:cubicBezTo>
                  <a:pt x="635" y="78725"/>
                  <a:pt x="0" y="78301"/>
                  <a:pt x="0" y="82746"/>
                </a:cubicBezTo>
                <a:lnTo>
                  <a:pt x="0" y="87190"/>
                </a:lnTo>
                <a:close/>
                <a:moveTo>
                  <a:pt x="18200" y="79571"/>
                </a:moveTo>
                <a:lnTo>
                  <a:pt x="60736" y="12486"/>
                </a:lnTo>
                <a:lnTo>
                  <a:pt x="60736" y="79571"/>
                </a:lnTo>
                <a:lnTo>
                  <a:pt x="18200" y="79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7009C-4A2C-4048-A853-B67E278E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545" y="3303937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101792"/>
                </a:moveTo>
                <a:cubicBezTo>
                  <a:pt x="0" y="120415"/>
                  <a:pt x="19893" y="132689"/>
                  <a:pt x="46346" y="132689"/>
                </a:cubicBezTo>
                <a:cubicBezTo>
                  <a:pt x="76608" y="132689"/>
                  <a:pt x="92480" y="114278"/>
                  <a:pt x="92480" y="93115"/>
                </a:cubicBezTo>
                <a:cubicBezTo>
                  <a:pt x="92480" y="83380"/>
                  <a:pt x="88248" y="68355"/>
                  <a:pt x="69625" y="60948"/>
                </a:cubicBezTo>
                <a:cubicBezTo>
                  <a:pt x="84862" y="50367"/>
                  <a:pt x="86343" y="35976"/>
                  <a:pt x="86343" y="30686"/>
                </a:cubicBezTo>
                <a:cubicBezTo>
                  <a:pt x="86343" y="13967"/>
                  <a:pt x="72799" y="0"/>
                  <a:pt x="46558" y="0"/>
                </a:cubicBezTo>
                <a:cubicBezTo>
                  <a:pt x="15025" y="0"/>
                  <a:pt x="6349" y="14391"/>
                  <a:pt x="6349" y="24125"/>
                </a:cubicBezTo>
                <a:cubicBezTo>
                  <a:pt x="6349" y="29628"/>
                  <a:pt x="9100" y="34072"/>
                  <a:pt x="15025" y="34072"/>
                </a:cubicBezTo>
                <a:cubicBezTo>
                  <a:pt x="23914" y="34072"/>
                  <a:pt x="23914" y="24549"/>
                  <a:pt x="24337" y="23490"/>
                </a:cubicBezTo>
                <a:cubicBezTo>
                  <a:pt x="26665" y="16507"/>
                  <a:pt x="41479" y="15872"/>
                  <a:pt x="46558" y="15872"/>
                </a:cubicBezTo>
                <a:cubicBezTo>
                  <a:pt x="64546" y="15872"/>
                  <a:pt x="68567" y="24760"/>
                  <a:pt x="68567" y="30686"/>
                </a:cubicBezTo>
                <a:cubicBezTo>
                  <a:pt x="68567" y="42113"/>
                  <a:pt x="58620" y="51425"/>
                  <a:pt x="47404" y="52271"/>
                </a:cubicBezTo>
                <a:cubicBezTo>
                  <a:pt x="35130" y="53330"/>
                  <a:pt x="27723" y="51848"/>
                  <a:pt x="27723" y="61160"/>
                </a:cubicBezTo>
                <a:cubicBezTo>
                  <a:pt x="27723" y="67297"/>
                  <a:pt x="31109" y="69201"/>
                  <a:pt x="34707" y="69201"/>
                </a:cubicBezTo>
                <a:lnTo>
                  <a:pt x="44018" y="69201"/>
                </a:lnTo>
                <a:cubicBezTo>
                  <a:pt x="70260" y="69201"/>
                  <a:pt x="74704" y="83804"/>
                  <a:pt x="74704" y="92904"/>
                </a:cubicBezTo>
                <a:cubicBezTo>
                  <a:pt x="74704" y="102850"/>
                  <a:pt x="68567" y="116817"/>
                  <a:pt x="46346" y="116817"/>
                </a:cubicBezTo>
                <a:cubicBezTo>
                  <a:pt x="36400" y="116817"/>
                  <a:pt x="30051" y="114489"/>
                  <a:pt x="26453" y="112796"/>
                </a:cubicBezTo>
                <a:cubicBezTo>
                  <a:pt x="17142" y="108352"/>
                  <a:pt x="17988" y="102215"/>
                  <a:pt x="17565" y="99887"/>
                </a:cubicBezTo>
                <a:cubicBezTo>
                  <a:pt x="16930" y="95866"/>
                  <a:pt x="13756" y="92269"/>
                  <a:pt x="8888" y="92269"/>
                </a:cubicBezTo>
                <a:cubicBezTo>
                  <a:pt x="4656" y="92269"/>
                  <a:pt x="0" y="95231"/>
                  <a:pt x="0" y="101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27376-03A8-46CB-9F58-0881383B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071" y="3303937"/>
            <a:ext cx="91845" cy="132689"/>
          </a:xfrm>
          <a:custGeom xmlns:a="http://schemas.openxmlformats.org/drawingml/2006/main">
            <a:pathLst>
              <a:path w="91845" h="132689">
                <a:moveTo>
                  <a:pt x="0" y="67297"/>
                </a:moveTo>
                <a:cubicBezTo>
                  <a:pt x="0" y="123589"/>
                  <a:pt x="27935" y="132689"/>
                  <a:pt x="46558" y="132689"/>
                </a:cubicBezTo>
                <a:cubicBezTo>
                  <a:pt x="54176" y="132689"/>
                  <a:pt x="64122" y="131843"/>
                  <a:pt x="73222" y="125705"/>
                </a:cubicBezTo>
                <a:cubicBezTo>
                  <a:pt x="86555" y="116606"/>
                  <a:pt x="91845" y="105389"/>
                  <a:pt x="91845" y="89729"/>
                </a:cubicBezTo>
                <a:cubicBezTo>
                  <a:pt x="91845" y="76397"/>
                  <a:pt x="88671" y="66874"/>
                  <a:pt x="80206" y="58197"/>
                </a:cubicBezTo>
                <a:cubicBezTo>
                  <a:pt x="72799" y="50367"/>
                  <a:pt x="63911" y="46769"/>
                  <a:pt x="51002" y="46769"/>
                </a:cubicBezTo>
                <a:cubicBezTo>
                  <a:pt x="36823" y="46769"/>
                  <a:pt x="26030" y="51848"/>
                  <a:pt x="17988" y="59043"/>
                </a:cubicBezTo>
                <a:cubicBezTo>
                  <a:pt x="20528" y="24760"/>
                  <a:pt x="44018" y="15872"/>
                  <a:pt x="57985" y="15872"/>
                </a:cubicBezTo>
                <a:cubicBezTo>
                  <a:pt x="62853" y="15872"/>
                  <a:pt x="67508" y="16718"/>
                  <a:pt x="68567" y="20528"/>
                </a:cubicBezTo>
                <a:cubicBezTo>
                  <a:pt x="68567" y="20739"/>
                  <a:pt x="68778" y="30474"/>
                  <a:pt x="77666" y="30474"/>
                </a:cubicBezTo>
                <a:cubicBezTo>
                  <a:pt x="80418" y="30474"/>
                  <a:pt x="86555" y="28569"/>
                  <a:pt x="86555" y="21163"/>
                </a:cubicBezTo>
                <a:cubicBezTo>
                  <a:pt x="86555" y="12698"/>
                  <a:pt x="80841" y="0"/>
                  <a:pt x="58409" y="0"/>
                </a:cubicBezTo>
                <a:cubicBezTo>
                  <a:pt x="33860" y="0"/>
                  <a:pt x="0" y="15449"/>
                  <a:pt x="0" y="67297"/>
                </a:cubicBezTo>
                <a:close/>
                <a:moveTo>
                  <a:pt x="19470" y="84439"/>
                </a:moveTo>
                <a:cubicBezTo>
                  <a:pt x="19470" y="73222"/>
                  <a:pt x="31109" y="62641"/>
                  <a:pt x="47192" y="62641"/>
                </a:cubicBezTo>
                <a:cubicBezTo>
                  <a:pt x="56716" y="62641"/>
                  <a:pt x="60525" y="64969"/>
                  <a:pt x="63064" y="66662"/>
                </a:cubicBezTo>
                <a:cubicBezTo>
                  <a:pt x="73857" y="74492"/>
                  <a:pt x="74069" y="83592"/>
                  <a:pt x="74069" y="89306"/>
                </a:cubicBezTo>
                <a:cubicBezTo>
                  <a:pt x="74069" y="98617"/>
                  <a:pt x="72164" y="103908"/>
                  <a:pt x="66662" y="109199"/>
                </a:cubicBezTo>
                <a:cubicBezTo>
                  <a:pt x="60948" y="114701"/>
                  <a:pt x="55446" y="116817"/>
                  <a:pt x="46346" y="116817"/>
                </a:cubicBezTo>
                <a:cubicBezTo>
                  <a:pt x="24549" y="116817"/>
                  <a:pt x="19470" y="94808"/>
                  <a:pt x="19470" y="84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420A6-89C5-4F5C-A6DC-64C1128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751" y="3303937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93115"/>
                </a:moveTo>
                <a:cubicBezTo>
                  <a:pt x="0" y="114489"/>
                  <a:pt x="15660" y="132689"/>
                  <a:pt x="46346" y="132689"/>
                </a:cubicBezTo>
                <a:cubicBezTo>
                  <a:pt x="76185" y="132689"/>
                  <a:pt x="92480" y="115124"/>
                  <a:pt x="92480" y="93115"/>
                </a:cubicBezTo>
                <a:cubicBezTo>
                  <a:pt x="92480" y="80418"/>
                  <a:pt x="85285" y="66874"/>
                  <a:pt x="66450" y="61160"/>
                </a:cubicBezTo>
                <a:cubicBezTo>
                  <a:pt x="82957" y="55657"/>
                  <a:pt x="89306" y="45076"/>
                  <a:pt x="89306" y="34283"/>
                </a:cubicBezTo>
                <a:cubicBezTo>
                  <a:pt x="89306" y="20316"/>
                  <a:pt x="79783" y="0"/>
                  <a:pt x="46134" y="0"/>
                </a:cubicBezTo>
                <a:cubicBezTo>
                  <a:pt x="17353" y="0"/>
                  <a:pt x="3174" y="16084"/>
                  <a:pt x="3174" y="34283"/>
                </a:cubicBezTo>
                <a:cubicBezTo>
                  <a:pt x="3174" y="45076"/>
                  <a:pt x="9946" y="56504"/>
                  <a:pt x="26030" y="61160"/>
                </a:cubicBezTo>
                <a:cubicBezTo>
                  <a:pt x="6349" y="68143"/>
                  <a:pt x="0" y="80206"/>
                  <a:pt x="0" y="93115"/>
                </a:cubicBezTo>
                <a:close/>
                <a:moveTo>
                  <a:pt x="17777" y="92904"/>
                </a:moveTo>
                <a:cubicBezTo>
                  <a:pt x="17777" y="79148"/>
                  <a:pt x="28358" y="69201"/>
                  <a:pt x="46346" y="69201"/>
                </a:cubicBezTo>
                <a:cubicBezTo>
                  <a:pt x="63699" y="69201"/>
                  <a:pt x="74704" y="78725"/>
                  <a:pt x="74704" y="93115"/>
                </a:cubicBezTo>
                <a:cubicBezTo>
                  <a:pt x="74704" y="107929"/>
                  <a:pt x="62853" y="116817"/>
                  <a:pt x="46346" y="116817"/>
                </a:cubicBezTo>
                <a:cubicBezTo>
                  <a:pt x="32167" y="116817"/>
                  <a:pt x="17777" y="109410"/>
                  <a:pt x="17777" y="92904"/>
                </a:cubicBezTo>
                <a:close/>
                <a:moveTo>
                  <a:pt x="20951" y="34495"/>
                </a:moveTo>
                <a:cubicBezTo>
                  <a:pt x="20951" y="22009"/>
                  <a:pt x="32802" y="15872"/>
                  <a:pt x="46346" y="15872"/>
                </a:cubicBezTo>
                <a:cubicBezTo>
                  <a:pt x="58832" y="15872"/>
                  <a:pt x="71741" y="21586"/>
                  <a:pt x="71741" y="34495"/>
                </a:cubicBezTo>
                <a:cubicBezTo>
                  <a:pt x="71741" y="46981"/>
                  <a:pt x="59890" y="53330"/>
                  <a:pt x="46346" y="53330"/>
                </a:cubicBezTo>
                <a:cubicBezTo>
                  <a:pt x="33860" y="53330"/>
                  <a:pt x="20951" y="47404"/>
                  <a:pt x="20951" y="34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F19A6-3EE4-4374-94F3-8823534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759" y="3303937"/>
            <a:ext cx="89094" cy="130996"/>
          </a:xfrm>
          <a:custGeom xmlns:a="http://schemas.openxmlformats.org/drawingml/2006/main">
            <a:pathLst>
              <a:path w="89094" h="130996">
                <a:moveTo>
                  <a:pt x="0" y="123378"/>
                </a:moveTo>
                <a:cubicBezTo>
                  <a:pt x="212" y="130573"/>
                  <a:pt x="4867" y="130996"/>
                  <a:pt x="8253" y="130996"/>
                </a:cubicBezTo>
                <a:lnTo>
                  <a:pt x="80629" y="130996"/>
                </a:lnTo>
                <a:cubicBezTo>
                  <a:pt x="89094" y="130996"/>
                  <a:pt x="88883" y="125071"/>
                  <a:pt x="88883" y="121896"/>
                </a:cubicBezTo>
                <a:lnTo>
                  <a:pt x="88883" y="113220"/>
                </a:lnTo>
                <a:cubicBezTo>
                  <a:pt x="88883" y="105178"/>
                  <a:pt x="84015" y="104966"/>
                  <a:pt x="79994" y="104966"/>
                </a:cubicBezTo>
                <a:lnTo>
                  <a:pt x="79571" y="104966"/>
                </a:lnTo>
                <a:cubicBezTo>
                  <a:pt x="75762" y="104966"/>
                  <a:pt x="71106" y="105389"/>
                  <a:pt x="71106" y="113220"/>
                </a:cubicBezTo>
                <a:lnTo>
                  <a:pt x="71106" y="115124"/>
                </a:lnTo>
                <a:lnTo>
                  <a:pt x="27723" y="115124"/>
                </a:lnTo>
                <a:cubicBezTo>
                  <a:pt x="65392" y="83804"/>
                  <a:pt x="88883" y="68990"/>
                  <a:pt x="88883" y="41902"/>
                </a:cubicBezTo>
                <a:cubicBezTo>
                  <a:pt x="88883" y="16718"/>
                  <a:pt x="67932" y="0"/>
                  <a:pt x="41690" y="0"/>
                </a:cubicBezTo>
                <a:cubicBezTo>
                  <a:pt x="15660" y="0"/>
                  <a:pt x="0" y="18835"/>
                  <a:pt x="0" y="34918"/>
                </a:cubicBezTo>
                <a:cubicBezTo>
                  <a:pt x="0" y="42748"/>
                  <a:pt x="5502" y="44653"/>
                  <a:pt x="8888" y="44653"/>
                </a:cubicBezTo>
                <a:cubicBezTo>
                  <a:pt x="17988" y="44653"/>
                  <a:pt x="17777" y="35130"/>
                  <a:pt x="17777" y="34707"/>
                </a:cubicBezTo>
                <a:cubicBezTo>
                  <a:pt x="18411" y="26453"/>
                  <a:pt x="24760" y="15872"/>
                  <a:pt x="38304" y="15872"/>
                </a:cubicBezTo>
                <a:cubicBezTo>
                  <a:pt x="53330" y="15872"/>
                  <a:pt x="71106" y="23914"/>
                  <a:pt x="71106" y="42113"/>
                </a:cubicBezTo>
                <a:cubicBezTo>
                  <a:pt x="71106" y="62853"/>
                  <a:pt x="52906" y="74492"/>
                  <a:pt x="3598" y="115547"/>
                </a:cubicBezTo>
                <a:cubicBezTo>
                  <a:pt x="1270" y="117664"/>
                  <a:pt x="0" y="118722"/>
                  <a:pt x="0" y="123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D1627-7CFB-4CAD-B8E4-D55598E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957" y="3303937"/>
            <a:ext cx="92480" cy="132689"/>
          </a:xfrm>
          <a:custGeom xmlns:a="http://schemas.openxmlformats.org/drawingml/2006/main">
            <a:pathLst>
              <a:path w="92480" h="132689">
                <a:moveTo>
                  <a:pt x="0" y="101792"/>
                </a:moveTo>
                <a:cubicBezTo>
                  <a:pt x="0" y="120415"/>
                  <a:pt x="19893" y="132689"/>
                  <a:pt x="46346" y="132689"/>
                </a:cubicBezTo>
                <a:cubicBezTo>
                  <a:pt x="76608" y="132689"/>
                  <a:pt x="92480" y="114278"/>
                  <a:pt x="92480" y="93115"/>
                </a:cubicBezTo>
                <a:cubicBezTo>
                  <a:pt x="92480" y="83380"/>
                  <a:pt x="88248" y="68355"/>
                  <a:pt x="69625" y="60948"/>
                </a:cubicBezTo>
                <a:cubicBezTo>
                  <a:pt x="84862" y="50367"/>
                  <a:pt x="86343" y="35976"/>
                  <a:pt x="86343" y="30686"/>
                </a:cubicBezTo>
                <a:cubicBezTo>
                  <a:pt x="86343" y="13967"/>
                  <a:pt x="72799" y="0"/>
                  <a:pt x="46558" y="0"/>
                </a:cubicBezTo>
                <a:cubicBezTo>
                  <a:pt x="15025" y="0"/>
                  <a:pt x="6349" y="14391"/>
                  <a:pt x="6349" y="24125"/>
                </a:cubicBezTo>
                <a:cubicBezTo>
                  <a:pt x="6349" y="29628"/>
                  <a:pt x="9100" y="34072"/>
                  <a:pt x="15025" y="34072"/>
                </a:cubicBezTo>
                <a:cubicBezTo>
                  <a:pt x="23914" y="34072"/>
                  <a:pt x="23914" y="24549"/>
                  <a:pt x="24337" y="23490"/>
                </a:cubicBezTo>
                <a:cubicBezTo>
                  <a:pt x="26665" y="16507"/>
                  <a:pt x="41479" y="15872"/>
                  <a:pt x="46558" y="15872"/>
                </a:cubicBezTo>
                <a:cubicBezTo>
                  <a:pt x="64546" y="15872"/>
                  <a:pt x="68567" y="24760"/>
                  <a:pt x="68567" y="30686"/>
                </a:cubicBezTo>
                <a:cubicBezTo>
                  <a:pt x="68567" y="42113"/>
                  <a:pt x="58620" y="51425"/>
                  <a:pt x="47404" y="52271"/>
                </a:cubicBezTo>
                <a:cubicBezTo>
                  <a:pt x="35130" y="53330"/>
                  <a:pt x="27723" y="51848"/>
                  <a:pt x="27723" y="61160"/>
                </a:cubicBezTo>
                <a:cubicBezTo>
                  <a:pt x="27723" y="67297"/>
                  <a:pt x="31109" y="69201"/>
                  <a:pt x="34707" y="69201"/>
                </a:cubicBezTo>
                <a:lnTo>
                  <a:pt x="44018" y="69201"/>
                </a:lnTo>
                <a:cubicBezTo>
                  <a:pt x="70260" y="69201"/>
                  <a:pt x="74704" y="83804"/>
                  <a:pt x="74704" y="92904"/>
                </a:cubicBezTo>
                <a:cubicBezTo>
                  <a:pt x="74704" y="102850"/>
                  <a:pt x="68567" y="116817"/>
                  <a:pt x="46346" y="116817"/>
                </a:cubicBezTo>
                <a:cubicBezTo>
                  <a:pt x="36400" y="116817"/>
                  <a:pt x="30051" y="114489"/>
                  <a:pt x="26453" y="112796"/>
                </a:cubicBezTo>
                <a:cubicBezTo>
                  <a:pt x="17142" y="108352"/>
                  <a:pt x="17988" y="102215"/>
                  <a:pt x="17565" y="99887"/>
                </a:cubicBezTo>
                <a:cubicBezTo>
                  <a:pt x="16930" y="95866"/>
                  <a:pt x="13756" y="92269"/>
                  <a:pt x="8888" y="92269"/>
                </a:cubicBezTo>
                <a:cubicBezTo>
                  <a:pt x="4656" y="92269"/>
                  <a:pt x="0" y="95231"/>
                  <a:pt x="0" y="101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C7E4D-EF39-4201-8C28-13085CE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72" y="3288065"/>
            <a:ext cx="57350" cy="164433"/>
          </a:xfrm>
          <a:custGeom xmlns:a="http://schemas.openxmlformats.org/drawingml/2006/main">
            <a:pathLst>
              <a:path w="57350" h="164433">
                <a:moveTo>
                  <a:pt x="0" y="158296"/>
                </a:moveTo>
                <a:cubicBezTo>
                  <a:pt x="0" y="160835"/>
                  <a:pt x="1270" y="164433"/>
                  <a:pt x="8042" y="164433"/>
                </a:cubicBezTo>
                <a:cubicBezTo>
                  <a:pt x="10793" y="164433"/>
                  <a:pt x="12063" y="164221"/>
                  <a:pt x="15025" y="162317"/>
                </a:cubicBezTo>
                <a:cubicBezTo>
                  <a:pt x="41479" y="144963"/>
                  <a:pt x="57350" y="114701"/>
                  <a:pt x="57350" y="82111"/>
                </a:cubicBezTo>
                <a:cubicBezTo>
                  <a:pt x="57350" y="51213"/>
                  <a:pt x="42960" y="20528"/>
                  <a:pt x="15237" y="2328"/>
                </a:cubicBezTo>
                <a:cubicBezTo>
                  <a:pt x="11639" y="0"/>
                  <a:pt x="11005" y="0"/>
                  <a:pt x="8042" y="0"/>
                </a:cubicBezTo>
                <a:lnTo>
                  <a:pt x="7830" y="0"/>
                </a:lnTo>
                <a:cubicBezTo>
                  <a:pt x="847" y="0"/>
                  <a:pt x="0" y="4656"/>
                  <a:pt x="0" y="6137"/>
                </a:cubicBezTo>
                <a:cubicBezTo>
                  <a:pt x="0" y="9946"/>
                  <a:pt x="3174" y="11639"/>
                  <a:pt x="4444" y="12486"/>
                </a:cubicBezTo>
                <a:cubicBezTo>
                  <a:pt x="27088" y="27935"/>
                  <a:pt x="39574" y="54176"/>
                  <a:pt x="39574" y="82111"/>
                </a:cubicBezTo>
                <a:cubicBezTo>
                  <a:pt x="39574" y="108775"/>
                  <a:pt x="28146" y="135017"/>
                  <a:pt x="6349" y="150677"/>
                </a:cubicBezTo>
                <a:cubicBezTo>
                  <a:pt x="4444" y="152159"/>
                  <a:pt x="0" y="154063"/>
                  <a:pt x="0" y="158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43E63-8C1C-49C0-9403-617763F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794" y="3561344"/>
            <a:ext cx="98829" cy="129303"/>
          </a:xfrm>
          <a:custGeom xmlns:a="http://schemas.openxmlformats.org/drawingml/2006/main">
            <a:pathLst>
              <a:path w="98829" h="129303">
                <a:moveTo>
                  <a:pt x="212" y="120838"/>
                </a:moveTo>
                <a:cubicBezTo>
                  <a:pt x="212" y="123378"/>
                  <a:pt x="0" y="129091"/>
                  <a:pt x="8042" y="129303"/>
                </a:cubicBezTo>
                <a:lnTo>
                  <a:pt x="62218" y="129303"/>
                </a:lnTo>
                <a:cubicBezTo>
                  <a:pt x="91634" y="129303"/>
                  <a:pt x="98829" y="107929"/>
                  <a:pt x="98829" y="93538"/>
                </a:cubicBezTo>
                <a:cubicBezTo>
                  <a:pt x="98829" y="77666"/>
                  <a:pt x="90364" y="65392"/>
                  <a:pt x="73857" y="61583"/>
                </a:cubicBezTo>
                <a:cubicBezTo>
                  <a:pt x="90364" y="55446"/>
                  <a:pt x="94385" y="43595"/>
                  <a:pt x="94385" y="33225"/>
                </a:cubicBezTo>
                <a:cubicBezTo>
                  <a:pt x="94385" y="20316"/>
                  <a:pt x="87190" y="0"/>
                  <a:pt x="57774" y="0"/>
                </a:cubicBezTo>
                <a:lnTo>
                  <a:pt x="8042" y="0"/>
                </a:lnTo>
                <a:cubicBezTo>
                  <a:pt x="635" y="0"/>
                  <a:pt x="212" y="5291"/>
                  <a:pt x="212" y="8253"/>
                </a:cubicBezTo>
                <a:cubicBezTo>
                  <a:pt x="212" y="15872"/>
                  <a:pt x="5291" y="16084"/>
                  <a:pt x="8888" y="16084"/>
                </a:cubicBezTo>
                <a:lnTo>
                  <a:pt x="14602" y="16084"/>
                </a:lnTo>
                <a:lnTo>
                  <a:pt x="14602" y="113431"/>
                </a:lnTo>
                <a:lnTo>
                  <a:pt x="8042" y="113431"/>
                </a:lnTo>
                <a:cubicBezTo>
                  <a:pt x="5714" y="113431"/>
                  <a:pt x="212" y="113854"/>
                  <a:pt x="212" y="120838"/>
                </a:cubicBezTo>
                <a:close/>
                <a:moveTo>
                  <a:pt x="32379" y="113431"/>
                </a:moveTo>
                <a:lnTo>
                  <a:pt x="32379" y="70048"/>
                </a:lnTo>
                <a:lnTo>
                  <a:pt x="59255" y="70048"/>
                </a:lnTo>
                <a:cubicBezTo>
                  <a:pt x="76820" y="70048"/>
                  <a:pt x="81053" y="82746"/>
                  <a:pt x="81053" y="92904"/>
                </a:cubicBezTo>
                <a:cubicBezTo>
                  <a:pt x="81053" y="100734"/>
                  <a:pt x="77666" y="113431"/>
                  <a:pt x="57562" y="113431"/>
                </a:cubicBezTo>
                <a:lnTo>
                  <a:pt x="32379" y="113431"/>
                </a:lnTo>
                <a:close/>
                <a:moveTo>
                  <a:pt x="32379" y="54176"/>
                </a:moveTo>
                <a:lnTo>
                  <a:pt x="32379" y="16084"/>
                </a:lnTo>
                <a:lnTo>
                  <a:pt x="57985" y="16084"/>
                </a:lnTo>
                <a:cubicBezTo>
                  <a:pt x="73011" y="16084"/>
                  <a:pt x="76820" y="26030"/>
                  <a:pt x="76820" y="33437"/>
                </a:cubicBezTo>
                <a:cubicBezTo>
                  <a:pt x="76820" y="41055"/>
                  <a:pt x="73011" y="54176"/>
                  <a:pt x="53330" y="54176"/>
                </a:cubicBezTo>
                <a:lnTo>
                  <a:pt x="32379" y="54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7BB9E-3621-46E0-A803-4AD6E27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574" y="3559651"/>
            <a:ext cx="87401" cy="132689"/>
          </a:xfrm>
          <a:custGeom xmlns:a="http://schemas.openxmlformats.org/drawingml/2006/main">
            <a:pathLst>
              <a:path w="87401" h="132689">
                <a:moveTo>
                  <a:pt x="0" y="72799"/>
                </a:moveTo>
                <a:cubicBezTo>
                  <a:pt x="0" y="84015"/>
                  <a:pt x="423" y="103696"/>
                  <a:pt x="3386" y="115124"/>
                </a:cubicBezTo>
                <a:cubicBezTo>
                  <a:pt x="6560" y="127187"/>
                  <a:pt x="12486" y="132689"/>
                  <a:pt x="40844" y="132689"/>
                </a:cubicBezTo>
                <a:lnTo>
                  <a:pt x="44018" y="132689"/>
                </a:lnTo>
                <a:cubicBezTo>
                  <a:pt x="83804" y="132689"/>
                  <a:pt x="87190" y="128457"/>
                  <a:pt x="87190" y="66450"/>
                </a:cubicBezTo>
                <a:cubicBezTo>
                  <a:pt x="87190" y="56081"/>
                  <a:pt x="87401" y="45499"/>
                  <a:pt x="86555" y="35130"/>
                </a:cubicBezTo>
                <a:cubicBezTo>
                  <a:pt x="84227" y="4444"/>
                  <a:pt x="78725" y="0"/>
                  <a:pt x="43383" y="0"/>
                </a:cubicBezTo>
                <a:lnTo>
                  <a:pt x="40209" y="0"/>
                </a:lnTo>
                <a:cubicBezTo>
                  <a:pt x="30686" y="0"/>
                  <a:pt x="14391" y="0"/>
                  <a:pt x="7407" y="8465"/>
                </a:cubicBezTo>
                <a:cubicBezTo>
                  <a:pt x="1270" y="15872"/>
                  <a:pt x="0" y="33648"/>
                  <a:pt x="0" y="64757"/>
                </a:cubicBezTo>
                <a:lnTo>
                  <a:pt x="0" y="72799"/>
                </a:lnTo>
                <a:close/>
                <a:moveTo>
                  <a:pt x="17777" y="64122"/>
                </a:moveTo>
                <a:lnTo>
                  <a:pt x="17777" y="62641"/>
                </a:lnTo>
                <a:cubicBezTo>
                  <a:pt x="17777" y="18200"/>
                  <a:pt x="20104" y="15872"/>
                  <a:pt x="45076" y="15872"/>
                </a:cubicBezTo>
                <a:cubicBezTo>
                  <a:pt x="67297" y="15872"/>
                  <a:pt x="69413" y="20739"/>
                  <a:pt x="69413" y="61160"/>
                </a:cubicBezTo>
                <a:lnTo>
                  <a:pt x="69413" y="73434"/>
                </a:lnTo>
                <a:cubicBezTo>
                  <a:pt x="68567" y="108987"/>
                  <a:pt x="68990" y="116817"/>
                  <a:pt x="43806" y="116817"/>
                </a:cubicBezTo>
                <a:cubicBezTo>
                  <a:pt x="18411" y="116817"/>
                  <a:pt x="17777" y="111103"/>
                  <a:pt x="17777" y="64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8D9B7-5B11-4B91-8A91-A00B413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677" y="3559651"/>
            <a:ext cx="87401" cy="132689"/>
          </a:xfrm>
          <a:custGeom xmlns:a="http://schemas.openxmlformats.org/drawingml/2006/main">
            <a:pathLst>
              <a:path w="87401" h="132689">
                <a:moveTo>
                  <a:pt x="0" y="72799"/>
                </a:moveTo>
                <a:cubicBezTo>
                  <a:pt x="0" y="84015"/>
                  <a:pt x="423" y="103696"/>
                  <a:pt x="3386" y="115124"/>
                </a:cubicBezTo>
                <a:cubicBezTo>
                  <a:pt x="6560" y="127187"/>
                  <a:pt x="12486" y="132689"/>
                  <a:pt x="40844" y="132689"/>
                </a:cubicBezTo>
                <a:lnTo>
                  <a:pt x="44018" y="132689"/>
                </a:lnTo>
                <a:cubicBezTo>
                  <a:pt x="83804" y="132689"/>
                  <a:pt x="87190" y="128457"/>
                  <a:pt x="87190" y="66450"/>
                </a:cubicBezTo>
                <a:cubicBezTo>
                  <a:pt x="87190" y="56081"/>
                  <a:pt x="87401" y="45499"/>
                  <a:pt x="86555" y="35130"/>
                </a:cubicBezTo>
                <a:cubicBezTo>
                  <a:pt x="84227" y="4444"/>
                  <a:pt x="78725" y="0"/>
                  <a:pt x="43383" y="0"/>
                </a:cubicBezTo>
                <a:lnTo>
                  <a:pt x="40209" y="0"/>
                </a:lnTo>
                <a:cubicBezTo>
                  <a:pt x="30686" y="0"/>
                  <a:pt x="14391" y="0"/>
                  <a:pt x="7407" y="8465"/>
                </a:cubicBezTo>
                <a:cubicBezTo>
                  <a:pt x="1270" y="15872"/>
                  <a:pt x="0" y="33648"/>
                  <a:pt x="0" y="64757"/>
                </a:cubicBezTo>
                <a:lnTo>
                  <a:pt x="0" y="72799"/>
                </a:lnTo>
                <a:close/>
                <a:moveTo>
                  <a:pt x="17777" y="64122"/>
                </a:moveTo>
                <a:lnTo>
                  <a:pt x="17777" y="62641"/>
                </a:lnTo>
                <a:cubicBezTo>
                  <a:pt x="17777" y="18200"/>
                  <a:pt x="20104" y="15872"/>
                  <a:pt x="45076" y="15872"/>
                </a:cubicBezTo>
                <a:cubicBezTo>
                  <a:pt x="67297" y="15872"/>
                  <a:pt x="69413" y="20739"/>
                  <a:pt x="69413" y="61160"/>
                </a:cubicBezTo>
                <a:lnTo>
                  <a:pt x="69413" y="73434"/>
                </a:lnTo>
                <a:cubicBezTo>
                  <a:pt x="68567" y="108987"/>
                  <a:pt x="68990" y="116817"/>
                  <a:pt x="43806" y="116817"/>
                </a:cubicBezTo>
                <a:cubicBezTo>
                  <a:pt x="18411" y="116817"/>
                  <a:pt x="17777" y="111103"/>
                  <a:pt x="17777" y="641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952D2-B1E0-47B6-8D97-576041CB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257" y="3561344"/>
            <a:ext cx="106236" cy="129303"/>
          </a:xfrm>
          <a:custGeom xmlns:a="http://schemas.openxmlformats.org/drawingml/2006/main">
            <a:pathLst>
              <a:path w="106236" h="129303">
                <a:moveTo>
                  <a:pt x="212" y="121261"/>
                </a:moveTo>
                <a:cubicBezTo>
                  <a:pt x="212" y="123166"/>
                  <a:pt x="0" y="129303"/>
                  <a:pt x="8253" y="129303"/>
                </a:cubicBezTo>
                <a:lnTo>
                  <a:pt x="28781" y="129303"/>
                </a:lnTo>
                <a:cubicBezTo>
                  <a:pt x="37034" y="129303"/>
                  <a:pt x="37034" y="123589"/>
                  <a:pt x="37034" y="121261"/>
                </a:cubicBezTo>
                <a:cubicBezTo>
                  <a:pt x="37246" y="116817"/>
                  <a:pt x="35341" y="113431"/>
                  <a:pt x="29204" y="113431"/>
                </a:cubicBezTo>
                <a:lnTo>
                  <a:pt x="25818" y="113431"/>
                </a:lnTo>
                <a:lnTo>
                  <a:pt x="25818" y="14814"/>
                </a:lnTo>
                <a:cubicBezTo>
                  <a:pt x="27088" y="25818"/>
                  <a:pt x="33648" y="47616"/>
                  <a:pt x="40420" y="68990"/>
                </a:cubicBezTo>
                <a:cubicBezTo>
                  <a:pt x="43595" y="79148"/>
                  <a:pt x="44653" y="86132"/>
                  <a:pt x="53118" y="86132"/>
                </a:cubicBezTo>
                <a:cubicBezTo>
                  <a:pt x="57350" y="86132"/>
                  <a:pt x="59890" y="84015"/>
                  <a:pt x="61583" y="81053"/>
                </a:cubicBezTo>
                <a:cubicBezTo>
                  <a:pt x="62429" y="79571"/>
                  <a:pt x="79360" y="27511"/>
                  <a:pt x="80206" y="14814"/>
                </a:cubicBezTo>
                <a:lnTo>
                  <a:pt x="80418" y="20316"/>
                </a:lnTo>
                <a:lnTo>
                  <a:pt x="80418" y="113431"/>
                </a:lnTo>
                <a:lnTo>
                  <a:pt x="76820" y="113431"/>
                </a:lnTo>
                <a:cubicBezTo>
                  <a:pt x="69201" y="113431"/>
                  <a:pt x="69201" y="119145"/>
                  <a:pt x="69201" y="121261"/>
                </a:cubicBezTo>
                <a:cubicBezTo>
                  <a:pt x="69201" y="123166"/>
                  <a:pt x="68778" y="129303"/>
                  <a:pt x="77032" y="129303"/>
                </a:cubicBezTo>
                <a:lnTo>
                  <a:pt x="97771" y="129303"/>
                </a:lnTo>
                <a:cubicBezTo>
                  <a:pt x="106024" y="129303"/>
                  <a:pt x="106024" y="123589"/>
                  <a:pt x="106024" y="121261"/>
                </a:cubicBezTo>
                <a:cubicBezTo>
                  <a:pt x="106236" y="116817"/>
                  <a:pt x="104331" y="113431"/>
                  <a:pt x="98194" y="113431"/>
                </a:cubicBezTo>
                <a:lnTo>
                  <a:pt x="94808" y="113431"/>
                </a:lnTo>
                <a:lnTo>
                  <a:pt x="94808" y="16084"/>
                </a:lnTo>
                <a:lnTo>
                  <a:pt x="98194" y="16084"/>
                </a:lnTo>
                <a:cubicBezTo>
                  <a:pt x="103273" y="16084"/>
                  <a:pt x="106024" y="13332"/>
                  <a:pt x="106024" y="8465"/>
                </a:cubicBezTo>
                <a:cubicBezTo>
                  <a:pt x="106024" y="635"/>
                  <a:pt x="101792" y="0"/>
                  <a:pt x="97983" y="0"/>
                </a:cubicBezTo>
                <a:lnTo>
                  <a:pt x="81264" y="0"/>
                </a:lnTo>
                <a:cubicBezTo>
                  <a:pt x="72376" y="0"/>
                  <a:pt x="71106" y="6560"/>
                  <a:pt x="69836" y="10581"/>
                </a:cubicBezTo>
                <a:cubicBezTo>
                  <a:pt x="63276" y="31532"/>
                  <a:pt x="53753" y="61371"/>
                  <a:pt x="53118" y="71318"/>
                </a:cubicBezTo>
                <a:cubicBezTo>
                  <a:pt x="51848" y="59043"/>
                  <a:pt x="42113" y="28781"/>
                  <a:pt x="36400" y="10793"/>
                </a:cubicBezTo>
                <a:cubicBezTo>
                  <a:pt x="35130" y="6984"/>
                  <a:pt x="34072" y="0"/>
                  <a:pt x="24972" y="0"/>
                </a:cubicBezTo>
                <a:lnTo>
                  <a:pt x="8253" y="0"/>
                </a:lnTo>
                <a:cubicBezTo>
                  <a:pt x="423" y="0"/>
                  <a:pt x="212" y="5079"/>
                  <a:pt x="212" y="7830"/>
                </a:cubicBezTo>
                <a:cubicBezTo>
                  <a:pt x="212" y="10370"/>
                  <a:pt x="423" y="16084"/>
                  <a:pt x="8042" y="16084"/>
                </a:cubicBezTo>
                <a:lnTo>
                  <a:pt x="11428" y="16084"/>
                </a:lnTo>
                <a:lnTo>
                  <a:pt x="11428" y="113431"/>
                </a:lnTo>
                <a:lnTo>
                  <a:pt x="7830" y="113431"/>
                </a:lnTo>
                <a:cubicBezTo>
                  <a:pt x="212" y="113431"/>
                  <a:pt x="212" y="119145"/>
                  <a:pt x="212" y="1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F8637-6100-4587-8CE5-46114BB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162" y="3543779"/>
            <a:ext cx="57139" cy="164433"/>
          </a:xfrm>
          <a:custGeom xmlns:a="http://schemas.openxmlformats.org/drawingml/2006/main">
            <a:pathLst>
              <a:path w="57139" h="164433">
                <a:moveTo>
                  <a:pt x="0" y="82111"/>
                </a:moveTo>
                <a:cubicBezTo>
                  <a:pt x="0" y="114701"/>
                  <a:pt x="15660" y="144752"/>
                  <a:pt x="42113" y="162105"/>
                </a:cubicBezTo>
                <a:cubicBezTo>
                  <a:pt x="44018" y="163375"/>
                  <a:pt x="45288" y="164433"/>
                  <a:pt x="49097" y="164433"/>
                </a:cubicBezTo>
                <a:lnTo>
                  <a:pt x="49944" y="164433"/>
                </a:lnTo>
                <a:cubicBezTo>
                  <a:pt x="56504" y="164221"/>
                  <a:pt x="57139" y="160200"/>
                  <a:pt x="57139" y="158296"/>
                </a:cubicBezTo>
                <a:cubicBezTo>
                  <a:pt x="57139" y="154910"/>
                  <a:pt x="55023" y="153428"/>
                  <a:pt x="52906" y="151947"/>
                </a:cubicBezTo>
                <a:cubicBezTo>
                  <a:pt x="30262" y="136498"/>
                  <a:pt x="17777" y="110045"/>
                  <a:pt x="17777" y="82111"/>
                </a:cubicBezTo>
                <a:cubicBezTo>
                  <a:pt x="17777" y="54388"/>
                  <a:pt x="29628" y="28781"/>
                  <a:pt x="51848" y="13121"/>
                </a:cubicBezTo>
                <a:cubicBezTo>
                  <a:pt x="54176" y="11428"/>
                  <a:pt x="57139" y="9946"/>
                  <a:pt x="57139" y="6137"/>
                </a:cubicBezTo>
                <a:cubicBezTo>
                  <a:pt x="57139" y="3809"/>
                  <a:pt x="56081" y="0"/>
                  <a:pt x="49520" y="0"/>
                </a:cubicBezTo>
                <a:lnTo>
                  <a:pt x="49097" y="0"/>
                </a:lnTo>
                <a:cubicBezTo>
                  <a:pt x="46346" y="0"/>
                  <a:pt x="45288" y="212"/>
                  <a:pt x="42325" y="2116"/>
                </a:cubicBezTo>
                <a:cubicBezTo>
                  <a:pt x="15660" y="19470"/>
                  <a:pt x="0" y="49520"/>
                  <a:pt x="0" y="821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122A7-6421-42C7-88B2-4468759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547" y="3543779"/>
            <a:ext cx="57350" cy="164433"/>
          </a:xfrm>
          <a:custGeom xmlns:a="http://schemas.openxmlformats.org/drawingml/2006/main">
            <a:pathLst>
              <a:path w="57350" h="164433">
                <a:moveTo>
                  <a:pt x="0" y="158296"/>
                </a:moveTo>
                <a:cubicBezTo>
                  <a:pt x="0" y="160835"/>
                  <a:pt x="1270" y="164433"/>
                  <a:pt x="8042" y="164433"/>
                </a:cubicBezTo>
                <a:cubicBezTo>
                  <a:pt x="10793" y="164433"/>
                  <a:pt x="12063" y="164221"/>
                  <a:pt x="15025" y="162317"/>
                </a:cubicBezTo>
                <a:cubicBezTo>
                  <a:pt x="41479" y="144963"/>
                  <a:pt x="57350" y="114701"/>
                  <a:pt x="57350" y="82111"/>
                </a:cubicBezTo>
                <a:cubicBezTo>
                  <a:pt x="57350" y="51213"/>
                  <a:pt x="42960" y="20528"/>
                  <a:pt x="15237" y="2328"/>
                </a:cubicBezTo>
                <a:cubicBezTo>
                  <a:pt x="11639" y="0"/>
                  <a:pt x="11005" y="0"/>
                  <a:pt x="8042" y="0"/>
                </a:cubicBezTo>
                <a:lnTo>
                  <a:pt x="7830" y="0"/>
                </a:lnTo>
                <a:cubicBezTo>
                  <a:pt x="847" y="0"/>
                  <a:pt x="0" y="4656"/>
                  <a:pt x="0" y="6137"/>
                </a:cubicBezTo>
                <a:cubicBezTo>
                  <a:pt x="0" y="9946"/>
                  <a:pt x="3174" y="11639"/>
                  <a:pt x="4444" y="12486"/>
                </a:cubicBezTo>
                <a:cubicBezTo>
                  <a:pt x="27088" y="27935"/>
                  <a:pt x="39574" y="54176"/>
                  <a:pt x="39574" y="82111"/>
                </a:cubicBezTo>
                <a:cubicBezTo>
                  <a:pt x="39574" y="108775"/>
                  <a:pt x="28146" y="135017"/>
                  <a:pt x="6349" y="150677"/>
                </a:cubicBezTo>
                <a:cubicBezTo>
                  <a:pt x="4444" y="152159"/>
                  <a:pt x="0" y="154063"/>
                  <a:pt x="0" y="1582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49A5A-ECC2-4B6A-855D-500ED2E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273" y="3596685"/>
            <a:ext cx="38516" cy="123166"/>
          </a:xfrm>
          <a:custGeom xmlns:a="http://schemas.openxmlformats.org/drawingml/2006/main">
            <a:pathLst>
              <a:path w="38516" h="123166">
                <a:moveTo>
                  <a:pt x="2540" y="15660"/>
                </a:moveTo>
                <a:cubicBezTo>
                  <a:pt x="2540" y="24760"/>
                  <a:pt x="10158" y="31532"/>
                  <a:pt x="18411" y="31532"/>
                </a:cubicBezTo>
                <a:cubicBezTo>
                  <a:pt x="27723" y="31532"/>
                  <a:pt x="34072" y="23702"/>
                  <a:pt x="34072" y="15660"/>
                </a:cubicBezTo>
                <a:cubicBezTo>
                  <a:pt x="34072" y="6560"/>
                  <a:pt x="26665" y="0"/>
                  <a:pt x="18411" y="0"/>
                </a:cubicBezTo>
                <a:cubicBezTo>
                  <a:pt x="9100" y="0"/>
                  <a:pt x="2540" y="7619"/>
                  <a:pt x="2540" y="15660"/>
                </a:cubicBezTo>
                <a:close/>
                <a:moveTo>
                  <a:pt x="0" y="114489"/>
                </a:moveTo>
                <a:cubicBezTo>
                  <a:pt x="0" y="118510"/>
                  <a:pt x="5079" y="123166"/>
                  <a:pt x="8465" y="123166"/>
                </a:cubicBezTo>
                <a:cubicBezTo>
                  <a:pt x="15872" y="123166"/>
                  <a:pt x="38516" y="110257"/>
                  <a:pt x="38516" y="85708"/>
                </a:cubicBezTo>
                <a:cubicBezTo>
                  <a:pt x="38516" y="71106"/>
                  <a:pt x="28569" y="62429"/>
                  <a:pt x="18411" y="62429"/>
                </a:cubicBezTo>
                <a:cubicBezTo>
                  <a:pt x="8677" y="62429"/>
                  <a:pt x="2540" y="69413"/>
                  <a:pt x="2540" y="78090"/>
                </a:cubicBezTo>
                <a:cubicBezTo>
                  <a:pt x="2540" y="85920"/>
                  <a:pt x="7619" y="93962"/>
                  <a:pt x="19046" y="93962"/>
                </a:cubicBezTo>
                <a:cubicBezTo>
                  <a:pt x="19681" y="93962"/>
                  <a:pt x="20528" y="93750"/>
                  <a:pt x="21163" y="93750"/>
                </a:cubicBezTo>
                <a:cubicBezTo>
                  <a:pt x="13967" y="111527"/>
                  <a:pt x="0" y="105389"/>
                  <a:pt x="0" y="114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7204E-8B81-4B9F-98F1-6A64D794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827" y="1014468"/>
            <a:ext cx="1058127" cy="264532"/>
          </a:xfrm>
          <a:custGeom xmlns:a="http://schemas.openxmlformats.org/drawingml/2006/main">
            <a:pathLst>
              <a:path w="1058127" h="264532">
                <a:moveTo>
                  <a:pt x="0" y="0"/>
                </a:moveTo>
                <a:lnTo>
                  <a:pt x="1058127" y="0"/>
                </a:lnTo>
                <a:lnTo>
                  <a:pt x="1058127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71CF0-1958-430A-AD0D-DE5EB7E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827" y="1014468"/>
            <a:ext cx="1058127" cy="264532"/>
          </a:xfrm>
          <a:custGeom xmlns:a="http://schemas.openxmlformats.org/drawingml/2006/main">
            <a:pathLst>
              <a:path w="1058127" h="264532" fill="none">
                <a:moveTo>
                  <a:pt x="0" y="0"/>
                </a:moveTo>
                <a:lnTo>
                  <a:pt x="1058127" y="0"/>
                </a:lnTo>
                <a:lnTo>
                  <a:pt x="1058127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C8EBF"/>
            </a:solidFill>
            <a:miter/>
          </a:ln>
        </p:spPr>
      </p:sp>
      <p:sp>
        <p:nvSpPr>
          <p:cNvPr id="94" name="Text type→int16|int32|uint64|...|">
            <a:extLst xmlns:a="http://schemas.openxmlformats.org/drawingml/2006/main">
              <a:ext uri="{FF2B5EF4-FFF2-40B4-BE49-F238E27FC236}">
                <a16:creationId xmlns:a16="http://schemas.microsoft.com/office/drawing/2014/main" id="{FF6667EE-8EDA-43C9-A8C5-F5C362CB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58" y="2305799"/>
            <a:ext cx="3003173" cy="208663"/>
          </a:xfrm>
          <a:custGeom xmlns:a="http://schemas.openxmlformats.org/drawingml/2006/main">
            <a:pathLst>
              <a:path w="3003173" h="208663">
                <a:moveTo>
                  <a:pt x="34703" y="22837"/>
                </a:moveTo>
                <a:lnTo>
                  <a:pt x="34703" y="56644"/>
                </a:lnTo>
                <a:lnTo>
                  <a:pt x="58659" y="56644"/>
                </a:lnTo>
                <a:lnTo>
                  <a:pt x="58659" y="64256"/>
                </a:lnTo>
                <a:lnTo>
                  <a:pt x="34703" y="64480"/>
                </a:lnTo>
                <a:lnTo>
                  <a:pt x="34703" y="131065"/>
                </a:lnTo>
                <a:cubicBezTo>
                  <a:pt x="34703" y="137714"/>
                  <a:pt x="35654" y="142198"/>
                  <a:pt x="37557" y="144516"/>
                </a:cubicBezTo>
                <a:cubicBezTo>
                  <a:pt x="39460" y="146832"/>
                  <a:pt x="41904" y="147990"/>
                  <a:pt x="44889" y="147990"/>
                </a:cubicBezTo>
                <a:cubicBezTo>
                  <a:pt x="47352" y="147990"/>
                  <a:pt x="49740" y="147215"/>
                  <a:pt x="52054" y="145667"/>
                </a:cubicBezTo>
                <a:cubicBezTo>
                  <a:pt x="54367" y="144118"/>
                  <a:pt x="56158" y="141833"/>
                  <a:pt x="57427" y="138810"/>
                </a:cubicBezTo>
                <a:lnTo>
                  <a:pt x="61793" y="138810"/>
                </a:lnTo>
                <a:cubicBezTo>
                  <a:pt x="59181" y="146161"/>
                  <a:pt x="55487" y="151693"/>
                  <a:pt x="50711" y="155406"/>
                </a:cubicBezTo>
                <a:cubicBezTo>
                  <a:pt x="45934" y="159119"/>
                  <a:pt x="41009" y="160975"/>
                  <a:pt x="35934" y="160975"/>
                </a:cubicBezTo>
                <a:cubicBezTo>
                  <a:pt x="32501" y="160975"/>
                  <a:pt x="29143" y="160020"/>
                  <a:pt x="25859" y="158110"/>
                </a:cubicBezTo>
                <a:cubicBezTo>
                  <a:pt x="22575" y="156200"/>
                  <a:pt x="20150" y="153467"/>
                  <a:pt x="18583" y="149910"/>
                </a:cubicBezTo>
                <a:cubicBezTo>
                  <a:pt x="17015" y="146354"/>
                  <a:pt x="16232" y="140868"/>
                  <a:pt x="16232" y="133454"/>
                </a:cubicBezTo>
                <a:lnTo>
                  <a:pt x="16232" y="64256"/>
                </a:lnTo>
                <a:lnTo>
                  <a:pt x="0" y="64256"/>
                </a:lnTo>
                <a:lnTo>
                  <a:pt x="0" y="60667"/>
                </a:lnTo>
                <a:cubicBezTo>
                  <a:pt x="4105" y="59034"/>
                  <a:pt x="8302" y="56270"/>
                  <a:pt x="12594" y="52376"/>
                </a:cubicBezTo>
                <a:cubicBezTo>
                  <a:pt x="16885" y="48481"/>
                  <a:pt x="20710" y="43839"/>
                  <a:pt x="24068" y="38449"/>
                </a:cubicBezTo>
                <a:cubicBezTo>
                  <a:pt x="25784" y="35604"/>
                  <a:pt x="28173" y="30400"/>
                  <a:pt x="31232" y="22837"/>
                </a:cubicBezTo>
                <a:lnTo>
                  <a:pt x="34703" y="22837"/>
                </a:lnTo>
                <a:close/>
                <a:moveTo>
                  <a:pt x="62839" y="56644"/>
                </a:moveTo>
                <a:lnTo>
                  <a:pt x="110639" y="56644"/>
                </a:lnTo>
                <a:lnTo>
                  <a:pt x="110639" y="60674"/>
                </a:lnTo>
                <a:lnTo>
                  <a:pt x="108288" y="60674"/>
                </a:lnTo>
                <a:cubicBezTo>
                  <a:pt x="104930" y="60674"/>
                  <a:pt x="102411" y="61405"/>
                  <a:pt x="100732" y="62867"/>
                </a:cubicBezTo>
                <a:cubicBezTo>
                  <a:pt x="99053" y="64329"/>
                  <a:pt x="98213" y="66147"/>
                  <a:pt x="98213" y="68321"/>
                </a:cubicBezTo>
                <a:cubicBezTo>
                  <a:pt x="98213" y="71245"/>
                  <a:pt x="99445" y="75294"/>
                  <a:pt x="101907" y="80467"/>
                </a:cubicBezTo>
                <a:lnTo>
                  <a:pt x="126871" y="132318"/>
                </a:lnTo>
                <a:lnTo>
                  <a:pt x="149819" y="75545"/>
                </a:lnTo>
                <a:cubicBezTo>
                  <a:pt x="151088" y="72466"/>
                  <a:pt x="151722" y="69424"/>
                  <a:pt x="151722" y="66418"/>
                </a:cubicBezTo>
                <a:cubicBezTo>
                  <a:pt x="151722" y="65067"/>
                  <a:pt x="151461" y="64054"/>
                  <a:pt x="150939" y="63378"/>
                </a:cubicBezTo>
                <a:cubicBezTo>
                  <a:pt x="150342" y="62552"/>
                  <a:pt x="149409" y="61896"/>
                  <a:pt x="148140" y="61408"/>
                </a:cubicBezTo>
                <a:cubicBezTo>
                  <a:pt x="146871" y="60918"/>
                  <a:pt x="144633" y="60674"/>
                  <a:pt x="141423" y="60674"/>
                </a:cubicBezTo>
                <a:lnTo>
                  <a:pt x="141423" y="56644"/>
                </a:lnTo>
                <a:lnTo>
                  <a:pt x="174783" y="56644"/>
                </a:lnTo>
                <a:lnTo>
                  <a:pt x="174783" y="60674"/>
                </a:lnTo>
                <a:cubicBezTo>
                  <a:pt x="172021" y="60972"/>
                  <a:pt x="169894" y="61571"/>
                  <a:pt x="168402" y="62472"/>
                </a:cubicBezTo>
                <a:cubicBezTo>
                  <a:pt x="166909" y="63369"/>
                  <a:pt x="165267" y="65054"/>
                  <a:pt x="163476" y="67527"/>
                </a:cubicBezTo>
                <a:cubicBezTo>
                  <a:pt x="162805" y="68576"/>
                  <a:pt x="161536" y="71460"/>
                  <a:pt x="159670" y="76178"/>
                </a:cubicBezTo>
                <a:lnTo>
                  <a:pt x="117915" y="178445"/>
                </a:lnTo>
                <a:cubicBezTo>
                  <a:pt x="113885" y="188406"/>
                  <a:pt x="108605" y="195932"/>
                  <a:pt x="102075" y="201023"/>
                </a:cubicBezTo>
                <a:cubicBezTo>
                  <a:pt x="95545" y="206116"/>
                  <a:pt x="89258" y="208663"/>
                  <a:pt x="83213" y="208663"/>
                </a:cubicBezTo>
                <a:cubicBezTo>
                  <a:pt x="78810" y="208663"/>
                  <a:pt x="75190" y="207387"/>
                  <a:pt x="72354" y="204836"/>
                </a:cubicBezTo>
                <a:cubicBezTo>
                  <a:pt x="69518" y="202287"/>
                  <a:pt x="68100" y="199364"/>
                  <a:pt x="68100" y="196066"/>
                </a:cubicBezTo>
                <a:cubicBezTo>
                  <a:pt x="68100" y="192915"/>
                  <a:pt x="69126" y="190384"/>
                  <a:pt x="71179" y="188471"/>
                </a:cubicBezTo>
                <a:cubicBezTo>
                  <a:pt x="73231" y="186559"/>
                  <a:pt x="76048" y="185603"/>
                  <a:pt x="79631" y="185603"/>
                </a:cubicBezTo>
                <a:cubicBezTo>
                  <a:pt x="82093" y="185603"/>
                  <a:pt x="85452" y="186402"/>
                  <a:pt x="89705" y="187999"/>
                </a:cubicBezTo>
                <a:cubicBezTo>
                  <a:pt x="92691" y="189088"/>
                  <a:pt x="94556" y="189633"/>
                  <a:pt x="95303" y="189633"/>
                </a:cubicBezTo>
                <a:cubicBezTo>
                  <a:pt x="97542" y="189633"/>
                  <a:pt x="99986" y="188484"/>
                  <a:pt x="102635" y="186187"/>
                </a:cubicBezTo>
                <a:cubicBezTo>
                  <a:pt x="105284" y="183890"/>
                  <a:pt x="107952" y="179445"/>
                  <a:pt x="110639" y="172852"/>
                </a:cubicBezTo>
                <a:lnTo>
                  <a:pt x="117915" y="154941"/>
                </a:lnTo>
                <a:lnTo>
                  <a:pt x="81086" y="77790"/>
                </a:lnTo>
                <a:cubicBezTo>
                  <a:pt x="79966" y="75463"/>
                  <a:pt x="78175" y="72572"/>
                  <a:pt x="75712" y="69118"/>
                </a:cubicBezTo>
                <a:cubicBezTo>
                  <a:pt x="73847" y="66492"/>
                  <a:pt x="72317" y="64728"/>
                  <a:pt x="71123" y="63825"/>
                </a:cubicBezTo>
                <a:cubicBezTo>
                  <a:pt x="69406" y="62624"/>
                  <a:pt x="66645" y="61574"/>
                  <a:pt x="62839" y="60674"/>
                </a:cubicBezTo>
                <a:lnTo>
                  <a:pt x="62839" y="56644"/>
                </a:lnTo>
                <a:close/>
                <a:moveTo>
                  <a:pt x="175902" y="66495"/>
                </a:moveTo>
                <a:lnTo>
                  <a:pt x="207470" y="53957"/>
                </a:lnTo>
                <a:lnTo>
                  <a:pt x="211724" y="53957"/>
                </a:lnTo>
                <a:lnTo>
                  <a:pt x="211724" y="78025"/>
                </a:lnTo>
                <a:cubicBezTo>
                  <a:pt x="217023" y="69037"/>
                  <a:pt x="222340" y="62741"/>
                  <a:pt x="227676" y="59138"/>
                </a:cubicBezTo>
                <a:cubicBezTo>
                  <a:pt x="233012" y="55535"/>
                  <a:pt x="238628" y="53733"/>
                  <a:pt x="244524" y="53733"/>
                </a:cubicBezTo>
                <a:cubicBezTo>
                  <a:pt x="254822" y="53733"/>
                  <a:pt x="263405" y="57758"/>
                  <a:pt x="270271" y="65809"/>
                </a:cubicBezTo>
                <a:cubicBezTo>
                  <a:pt x="278704" y="75651"/>
                  <a:pt x="282920" y="88474"/>
                  <a:pt x="282920" y="104279"/>
                </a:cubicBezTo>
                <a:cubicBezTo>
                  <a:pt x="282920" y="121948"/>
                  <a:pt x="277846" y="136560"/>
                  <a:pt x="267696" y="148116"/>
                </a:cubicBezTo>
                <a:cubicBezTo>
                  <a:pt x="259338" y="157584"/>
                  <a:pt x="248815" y="162318"/>
                  <a:pt x="236128" y="162318"/>
                </a:cubicBezTo>
                <a:cubicBezTo>
                  <a:pt x="230605" y="162318"/>
                  <a:pt x="225829" y="161535"/>
                  <a:pt x="221799" y="159968"/>
                </a:cubicBezTo>
                <a:cubicBezTo>
                  <a:pt x="218814" y="158848"/>
                  <a:pt x="215456" y="156609"/>
                  <a:pt x="211724" y="153251"/>
                </a:cubicBezTo>
                <a:lnTo>
                  <a:pt x="211724" y="184483"/>
                </a:lnTo>
                <a:cubicBezTo>
                  <a:pt x="211724" y="191538"/>
                  <a:pt x="212153" y="196023"/>
                  <a:pt x="213011" y="197938"/>
                </a:cubicBezTo>
                <a:cubicBezTo>
                  <a:pt x="213870" y="199852"/>
                  <a:pt x="215362" y="201372"/>
                  <a:pt x="217489" y="202496"/>
                </a:cubicBezTo>
                <a:cubicBezTo>
                  <a:pt x="219616" y="203622"/>
                  <a:pt x="223478" y="204185"/>
                  <a:pt x="229075" y="204185"/>
                </a:cubicBezTo>
                <a:lnTo>
                  <a:pt x="229075" y="208215"/>
                </a:lnTo>
                <a:lnTo>
                  <a:pt x="175342" y="208215"/>
                </a:lnTo>
                <a:lnTo>
                  <a:pt x="175342" y="204185"/>
                </a:lnTo>
                <a:lnTo>
                  <a:pt x="178141" y="204185"/>
                </a:lnTo>
                <a:cubicBezTo>
                  <a:pt x="182246" y="204260"/>
                  <a:pt x="185753" y="203472"/>
                  <a:pt x="188664" y="201821"/>
                </a:cubicBezTo>
                <a:cubicBezTo>
                  <a:pt x="190082" y="200995"/>
                  <a:pt x="191182" y="199663"/>
                  <a:pt x="191966" y="197826"/>
                </a:cubicBezTo>
                <a:cubicBezTo>
                  <a:pt x="192750" y="195988"/>
                  <a:pt x="193141" y="191317"/>
                  <a:pt x="193141" y="183812"/>
                </a:cubicBezTo>
                <a:lnTo>
                  <a:pt x="193141" y="86644"/>
                </a:lnTo>
                <a:cubicBezTo>
                  <a:pt x="193141" y="79958"/>
                  <a:pt x="192843" y="75714"/>
                  <a:pt x="192246" y="73911"/>
                </a:cubicBezTo>
                <a:cubicBezTo>
                  <a:pt x="191649" y="72106"/>
                  <a:pt x="190697" y="70754"/>
                  <a:pt x="189391" y="69856"/>
                </a:cubicBezTo>
                <a:cubicBezTo>
                  <a:pt x="188085" y="68959"/>
                  <a:pt x="186313" y="68510"/>
                  <a:pt x="184074" y="68510"/>
                </a:cubicBezTo>
                <a:cubicBezTo>
                  <a:pt x="182283" y="68510"/>
                  <a:pt x="180007" y="69032"/>
                  <a:pt x="177245" y="70077"/>
                </a:cubicBezTo>
                <a:lnTo>
                  <a:pt x="175902" y="66495"/>
                </a:lnTo>
                <a:moveTo>
                  <a:pt x="211724" y="84629"/>
                </a:moveTo>
                <a:lnTo>
                  <a:pt x="211724" y="122914"/>
                </a:lnTo>
                <a:cubicBezTo>
                  <a:pt x="211724" y="131198"/>
                  <a:pt x="212060" y="136646"/>
                  <a:pt x="212732" y="139258"/>
                </a:cubicBezTo>
                <a:cubicBezTo>
                  <a:pt x="213776" y="143587"/>
                  <a:pt x="216332" y="147393"/>
                  <a:pt x="220400" y="150676"/>
                </a:cubicBezTo>
                <a:cubicBezTo>
                  <a:pt x="224467" y="153960"/>
                  <a:pt x="229598" y="155602"/>
                  <a:pt x="235792" y="155602"/>
                </a:cubicBezTo>
                <a:cubicBezTo>
                  <a:pt x="243255" y="155602"/>
                  <a:pt x="249300" y="152691"/>
                  <a:pt x="253927" y="146870"/>
                </a:cubicBezTo>
                <a:cubicBezTo>
                  <a:pt x="259972" y="139258"/>
                  <a:pt x="262994" y="128549"/>
                  <a:pt x="262994" y="114742"/>
                </a:cubicBezTo>
                <a:cubicBezTo>
                  <a:pt x="262994" y="99070"/>
                  <a:pt x="259561" y="87018"/>
                  <a:pt x="252696" y="78585"/>
                </a:cubicBezTo>
                <a:cubicBezTo>
                  <a:pt x="247919" y="72763"/>
                  <a:pt x="242247" y="69853"/>
                  <a:pt x="235680" y="69853"/>
                </a:cubicBezTo>
                <a:cubicBezTo>
                  <a:pt x="232098" y="69853"/>
                  <a:pt x="228553" y="70748"/>
                  <a:pt x="225045" y="72540"/>
                </a:cubicBezTo>
                <a:cubicBezTo>
                  <a:pt x="222359" y="73883"/>
                  <a:pt x="217918" y="77913"/>
                  <a:pt x="211724" y="84629"/>
                </a:cubicBezTo>
                <a:close/>
                <a:moveTo>
                  <a:pt x="315160" y="95376"/>
                </a:moveTo>
                <a:cubicBezTo>
                  <a:pt x="315085" y="110530"/>
                  <a:pt x="318780" y="122416"/>
                  <a:pt x="326243" y="131034"/>
                </a:cubicBezTo>
                <a:cubicBezTo>
                  <a:pt x="333705" y="139651"/>
                  <a:pt x="342474" y="143960"/>
                  <a:pt x="352549" y="143960"/>
                </a:cubicBezTo>
                <a:cubicBezTo>
                  <a:pt x="359266" y="143960"/>
                  <a:pt x="365106" y="142104"/>
                  <a:pt x="370069" y="138394"/>
                </a:cubicBezTo>
                <a:cubicBezTo>
                  <a:pt x="375031" y="134683"/>
                  <a:pt x="379192" y="128330"/>
                  <a:pt x="382550" y="119332"/>
                </a:cubicBezTo>
                <a:lnTo>
                  <a:pt x="386020" y="121581"/>
                </a:lnTo>
                <a:cubicBezTo>
                  <a:pt x="384453" y="131859"/>
                  <a:pt x="379901" y="141218"/>
                  <a:pt x="372363" y="149658"/>
                </a:cubicBezTo>
                <a:cubicBezTo>
                  <a:pt x="364826" y="158098"/>
                  <a:pt x="355385" y="162318"/>
                  <a:pt x="344042" y="162318"/>
                </a:cubicBezTo>
                <a:cubicBezTo>
                  <a:pt x="331728" y="162318"/>
                  <a:pt x="321186" y="157534"/>
                  <a:pt x="312417" y="147965"/>
                </a:cubicBezTo>
                <a:cubicBezTo>
                  <a:pt x="303649" y="138394"/>
                  <a:pt x="299264" y="125527"/>
                  <a:pt x="299264" y="109366"/>
                </a:cubicBezTo>
                <a:cubicBezTo>
                  <a:pt x="299264" y="91865"/>
                  <a:pt x="303760" y="78218"/>
                  <a:pt x="312753" y="68426"/>
                </a:cubicBezTo>
                <a:cubicBezTo>
                  <a:pt x="321746" y="58631"/>
                  <a:pt x="333034" y="53733"/>
                  <a:pt x="346616" y="53733"/>
                </a:cubicBezTo>
                <a:cubicBezTo>
                  <a:pt x="358109" y="53733"/>
                  <a:pt x="367550" y="57511"/>
                  <a:pt x="374938" y="65067"/>
                </a:cubicBezTo>
                <a:cubicBezTo>
                  <a:pt x="382326" y="72621"/>
                  <a:pt x="386020" y="82724"/>
                  <a:pt x="386020" y="95376"/>
                </a:cubicBezTo>
                <a:lnTo>
                  <a:pt x="315160" y="95376"/>
                </a:lnTo>
                <a:moveTo>
                  <a:pt x="315160" y="88883"/>
                </a:moveTo>
                <a:lnTo>
                  <a:pt x="362624" y="88883"/>
                </a:lnTo>
                <a:cubicBezTo>
                  <a:pt x="362251" y="82370"/>
                  <a:pt x="361467" y="77781"/>
                  <a:pt x="360273" y="75118"/>
                </a:cubicBezTo>
                <a:cubicBezTo>
                  <a:pt x="358408" y="70971"/>
                  <a:pt x="355628" y="67714"/>
                  <a:pt x="351934" y="65347"/>
                </a:cubicBezTo>
                <a:cubicBezTo>
                  <a:pt x="348239" y="62978"/>
                  <a:pt x="344377" y="61793"/>
                  <a:pt x="340347" y="61793"/>
                </a:cubicBezTo>
                <a:cubicBezTo>
                  <a:pt x="334153" y="61793"/>
                  <a:pt x="328612" y="64180"/>
                  <a:pt x="323724" y="68954"/>
                </a:cubicBezTo>
                <a:cubicBezTo>
                  <a:pt x="318836" y="73728"/>
                  <a:pt x="315981" y="80371"/>
                  <a:pt x="315160" y="88883"/>
                </a:cubicBezTo>
                <a:close/>
                <a:moveTo>
                  <a:pt x="623936" y="61121"/>
                </a:moveTo>
                <a:cubicBezTo>
                  <a:pt x="633862" y="71982"/>
                  <a:pt x="642444" y="80242"/>
                  <a:pt x="649683" y="85899"/>
                </a:cubicBezTo>
                <a:cubicBezTo>
                  <a:pt x="656922" y="91555"/>
                  <a:pt x="663751" y="95768"/>
                  <a:pt x="670169" y="98538"/>
                </a:cubicBezTo>
                <a:lnTo>
                  <a:pt x="670169" y="103625"/>
                </a:lnTo>
                <a:cubicBezTo>
                  <a:pt x="662780" y="107221"/>
                  <a:pt x="655616" y="111810"/>
                  <a:pt x="648675" y="117391"/>
                </a:cubicBezTo>
                <a:cubicBezTo>
                  <a:pt x="641735" y="122971"/>
                  <a:pt x="633451" y="131156"/>
                  <a:pt x="623824" y="141945"/>
                </a:cubicBezTo>
                <a:lnTo>
                  <a:pt x="615204" y="141945"/>
                </a:lnTo>
                <a:cubicBezTo>
                  <a:pt x="622219" y="126895"/>
                  <a:pt x="629570" y="115328"/>
                  <a:pt x="637257" y="107242"/>
                </a:cubicBezTo>
                <a:lnTo>
                  <a:pt x="458707" y="107242"/>
                </a:lnTo>
                <a:lnTo>
                  <a:pt x="458707" y="95824"/>
                </a:lnTo>
                <a:lnTo>
                  <a:pt x="637257" y="95824"/>
                </a:lnTo>
                <a:cubicBezTo>
                  <a:pt x="631585" y="88562"/>
                  <a:pt x="627630" y="83171"/>
                  <a:pt x="625391" y="79651"/>
                </a:cubicBezTo>
                <a:cubicBezTo>
                  <a:pt x="623152" y="76132"/>
                  <a:pt x="619831" y="69956"/>
                  <a:pt x="615428" y="61121"/>
                </a:cubicBezTo>
                <a:lnTo>
                  <a:pt x="623936" y="61121"/>
                </a:lnTo>
                <a:close/>
                <a:moveTo>
                  <a:pt x="769687" y="0"/>
                </a:moveTo>
                <a:cubicBezTo>
                  <a:pt x="772821" y="0"/>
                  <a:pt x="775489" y="1107"/>
                  <a:pt x="777691" y="3320"/>
                </a:cubicBezTo>
                <a:cubicBezTo>
                  <a:pt x="779892" y="5531"/>
                  <a:pt x="780993" y="8212"/>
                  <a:pt x="780993" y="11362"/>
                </a:cubicBezTo>
                <a:cubicBezTo>
                  <a:pt x="780993" y="14513"/>
                  <a:pt x="779892" y="17214"/>
                  <a:pt x="777691" y="19464"/>
                </a:cubicBezTo>
                <a:cubicBezTo>
                  <a:pt x="775489" y="21712"/>
                  <a:pt x="772821" y="22837"/>
                  <a:pt x="769687" y="22837"/>
                </a:cubicBezTo>
                <a:cubicBezTo>
                  <a:pt x="766552" y="22837"/>
                  <a:pt x="763866" y="21712"/>
                  <a:pt x="761627" y="19464"/>
                </a:cubicBezTo>
                <a:cubicBezTo>
                  <a:pt x="759388" y="17214"/>
                  <a:pt x="758268" y="14513"/>
                  <a:pt x="758268" y="11362"/>
                </a:cubicBezTo>
                <a:cubicBezTo>
                  <a:pt x="758268" y="8212"/>
                  <a:pt x="759369" y="5531"/>
                  <a:pt x="761571" y="3320"/>
                </a:cubicBezTo>
                <a:cubicBezTo>
                  <a:pt x="763772" y="1107"/>
                  <a:pt x="766478" y="0"/>
                  <a:pt x="769687" y="0"/>
                </a:cubicBezTo>
                <a:moveTo>
                  <a:pt x="778978" y="53733"/>
                </a:moveTo>
                <a:lnTo>
                  <a:pt x="778978" y="135900"/>
                </a:lnTo>
                <a:cubicBezTo>
                  <a:pt x="778978" y="142355"/>
                  <a:pt x="779444" y="146653"/>
                  <a:pt x="780377" y="148794"/>
                </a:cubicBezTo>
                <a:cubicBezTo>
                  <a:pt x="781310" y="150933"/>
                  <a:pt x="782691" y="152528"/>
                  <a:pt x="784519" y="153580"/>
                </a:cubicBezTo>
                <a:cubicBezTo>
                  <a:pt x="786348" y="154629"/>
                  <a:pt x="789687" y="155154"/>
                  <a:pt x="794538" y="155154"/>
                </a:cubicBezTo>
                <a:lnTo>
                  <a:pt x="794538" y="159184"/>
                </a:lnTo>
                <a:lnTo>
                  <a:pt x="744723" y="159184"/>
                </a:lnTo>
                <a:lnTo>
                  <a:pt x="744723" y="155154"/>
                </a:lnTo>
                <a:cubicBezTo>
                  <a:pt x="749723" y="155154"/>
                  <a:pt x="753082" y="154667"/>
                  <a:pt x="754798" y="153692"/>
                </a:cubicBezTo>
                <a:cubicBezTo>
                  <a:pt x="756515" y="152715"/>
                  <a:pt x="757877" y="151101"/>
                  <a:pt x="758884" y="148850"/>
                </a:cubicBezTo>
                <a:cubicBezTo>
                  <a:pt x="759892" y="146597"/>
                  <a:pt x="760395" y="142281"/>
                  <a:pt x="760395" y="135900"/>
                </a:cubicBezTo>
                <a:lnTo>
                  <a:pt x="760395" y="96719"/>
                </a:lnTo>
                <a:cubicBezTo>
                  <a:pt x="760395" y="85553"/>
                  <a:pt x="760059" y="78321"/>
                  <a:pt x="759388" y="75023"/>
                </a:cubicBezTo>
                <a:cubicBezTo>
                  <a:pt x="758865" y="72624"/>
                  <a:pt x="758044" y="70957"/>
                  <a:pt x="756925" y="70024"/>
                </a:cubicBezTo>
                <a:cubicBezTo>
                  <a:pt x="755806" y="69089"/>
                  <a:pt x="754276" y="68622"/>
                  <a:pt x="752335" y="68622"/>
                </a:cubicBezTo>
                <a:cubicBezTo>
                  <a:pt x="750246" y="68622"/>
                  <a:pt x="747708" y="69181"/>
                  <a:pt x="744723" y="70301"/>
                </a:cubicBezTo>
                <a:lnTo>
                  <a:pt x="743156" y="66271"/>
                </a:lnTo>
                <a:lnTo>
                  <a:pt x="774052" y="53733"/>
                </a:lnTo>
                <a:lnTo>
                  <a:pt x="778978" y="53733"/>
                </a:lnTo>
                <a:close/>
                <a:moveTo>
                  <a:pt x="837227" y="75338"/>
                </a:moveTo>
                <a:cubicBezTo>
                  <a:pt x="849243" y="60935"/>
                  <a:pt x="860698" y="53733"/>
                  <a:pt x="871594" y="53733"/>
                </a:cubicBezTo>
                <a:cubicBezTo>
                  <a:pt x="877191" y="53733"/>
                  <a:pt x="882005" y="55129"/>
                  <a:pt x="886035" y="57920"/>
                </a:cubicBezTo>
                <a:cubicBezTo>
                  <a:pt x="890065" y="60710"/>
                  <a:pt x="893274" y="65305"/>
                  <a:pt x="895662" y="71707"/>
                </a:cubicBezTo>
                <a:cubicBezTo>
                  <a:pt x="897304" y="76173"/>
                  <a:pt x="898125" y="83020"/>
                  <a:pt x="898125" y="92249"/>
                </a:cubicBezTo>
                <a:lnTo>
                  <a:pt x="898125" y="135900"/>
                </a:lnTo>
                <a:cubicBezTo>
                  <a:pt x="898125" y="142430"/>
                  <a:pt x="898647" y="146859"/>
                  <a:pt x="899692" y="149186"/>
                </a:cubicBezTo>
                <a:cubicBezTo>
                  <a:pt x="900513" y="151063"/>
                  <a:pt x="901837" y="152528"/>
                  <a:pt x="903666" y="153580"/>
                </a:cubicBezTo>
                <a:cubicBezTo>
                  <a:pt x="905494" y="154629"/>
                  <a:pt x="908871" y="155154"/>
                  <a:pt x="913797" y="155154"/>
                </a:cubicBezTo>
                <a:lnTo>
                  <a:pt x="913797" y="159184"/>
                </a:lnTo>
                <a:lnTo>
                  <a:pt x="863086" y="159184"/>
                </a:lnTo>
                <a:lnTo>
                  <a:pt x="863086" y="155154"/>
                </a:lnTo>
                <a:lnTo>
                  <a:pt x="865213" y="155154"/>
                </a:lnTo>
                <a:cubicBezTo>
                  <a:pt x="869989" y="155154"/>
                  <a:pt x="873329" y="154423"/>
                  <a:pt x="875232" y="152961"/>
                </a:cubicBezTo>
                <a:cubicBezTo>
                  <a:pt x="877135" y="151496"/>
                  <a:pt x="878460" y="149338"/>
                  <a:pt x="879206" y="146485"/>
                </a:cubicBezTo>
                <a:cubicBezTo>
                  <a:pt x="879505" y="145359"/>
                  <a:pt x="879654" y="141830"/>
                  <a:pt x="879654" y="135900"/>
                </a:cubicBezTo>
                <a:lnTo>
                  <a:pt x="879654" y="93991"/>
                </a:lnTo>
                <a:cubicBezTo>
                  <a:pt x="879654" y="84676"/>
                  <a:pt x="878441" y="77914"/>
                  <a:pt x="876016" y="73704"/>
                </a:cubicBezTo>
                <a:cubicBezTo>
                  <a:pt x="873590" y="69495"/>
                  <a:pt x="869504" y="67390"/>
                  <a:pt x="863758" y="67390"/>
                </a:cubicBezTo>
                <a:cubicBezTo>
                  <a:pt x="854877" y="67390"/>
                  <a:pt x="846034" y="72241"/>
                  <a:pt x="837227" y="81943"/>
                </a:cubicBezTo>
                <a:lnTo>
                  <a:pt x="837227" y="135900"/>
                </a:lnTo>
                <a:cubicBezTo>
                  <a:pt x="837227" y="142880"/>
                  <a:pt x="837638" y="147197"/>
                  <a:pt x="838459" y="148850"/>
                </a:cubicBezTo>
                <a:cubicBezTo>
                  <a:pt x="839503" y="151026"/>
                  <a:pt x="840940" y="152621"/>
                  <a:pt x="842768" y="153636"/>
                </a:cubicBezTo>
                <a:cubicBezTo>
                  <a:pt x="844597" y="154648"/>
                  <a:pt x="848310" y="155154"/>
                  <a:pt x="853907" y="155154"/>
                </a:cubicBezTo>
                <a:lnTo>
                  <a:pt x="853907" y="159184"/>
                </a:lnTo>
                <a:lnTo>
                  <a:pt x="803196" y="159184"/>
                </a:lnTo>
                <a:lnTo>
                  <a:pt x="803196" y="155154"/>
                </a:lnTo>
                <a:lnTo>
                  <a:pt x="805435" y="155154"/>
                </a:lnTo>
                <a:cubicBezTo>
                  <a:pt x="810659" y="155154"/>
                  <a:pt x="814186" y="153822"/>
                  <a:pt x="816014" y="151159"/>
                </a:cubicBezTo>
                <a:cubicBezTo>
                  <a:pt x="817842" y="148493"/>
                  <a:pt x="818757" y="143407"/>
                  <a:pt x="818757" y="135900"/>
                </a:cubicBezTo>
                <a:lnTo>
                  <a:pt x="818757" y="98063"/>
                </a:lnTo>
                <a:cubicBezTo>
                  <a:pt x="818757" y="85749"/>
                  <a:pt x="818477" y="78249"/>
                  <a:pt x="817917" y="75562"/>
                </a:cubicBezTo>
                <a:cubicBezTo>
                  <a:pt x="817357" y="72875"/>
                  <a:pt x="816499" y="71047"/>
                  <a:pt x="815342" y="70077"/>
                </a:cubicBezTo>
                <a:cubicBezTo>
                  <a:pt x="814186" y="69107"/>
                  <a:pt x="812637" y="68622"/>
                  <a:pt x="810697" y="68622"/>
                </a:cubicBezTo>
                <a:cubicBezTo>
                  <a:pt x="808607" y="68622"/>
                  <a:pt x="806107" y="69181"/>
                  <a:pt x="803196" y="70301"/>
                </a:cubicBezTo>
                <a:lnTo>
                  <a:pt x="801517" y="66271"/>
                </a:lnTo>
                <a:lnTo>
                  <a:pt x="832414" y="53733"/>
                </a:lnTo>
                <a:lnTo>
                  <a:pt x="837227" y="53733"/>
                </a:lnTo>
                <a:lnTo>
                  <a:pt x="837227" y="75338"/>
                </a:lnTo>
                <a:close/>
                <a:moveTo>
                  <a:pt x="951746" y="22837"/>
                </a:moveTo>
                <a:lnTo>
                  <a:pt x="951746" y="56644"/>
                </a:lnTo>
                <a:lnTo>
                  <a:pt x="975702" y="56644"/>
                </a:lnTo>
                <a:lnTo>
                  <a:pt x="975702" y="64256"/>
                </a:lnTo>
                <a:lnTo>
                  <a:pt x="951746" y="64480"/>
                </a:lnTo>
                <a:lnTo>
                  <a:pt x="951746" y="131065"/>
                </a:lnTo>
                <a:cubicBezTo>
                  <a:pt x="951746" y="137714"/>
                  <a:pt x="952697" y="142198"/>
                  <a:pt x="954600" y="144516"/>
                </a:cubicBezTo>
                <a:cubicBezTo>
                  <a:pt x="956503" y="146832"/>
                  <a:pt x="958947" y="147990"/>
                  <a:pt x="961933" y="147990"/>
                </a:cubicBezTo>
                <a:cubicBezTo>
                  <a:pt x="964395" y="147990"/>
                  <a:pt x="966783" y="147215"/>
                  <a:pt x="969097" y="145667"/>
                </a:cubicBezTo>
                <a:cubicBezTo>
                  <a:pt x="971410" y="144118"/>
                  <a:pt x="973202" y="141833"/>
                  <a:pt x="974470" y="138810"/>
                </a:cubicBezTo>
                <a:lnTo>
                  <a:pt x="978836" y="138810"/>
                </a:lnTo>
                <a:cubicBezTo>
                  <a:pt x="976224" y="146161"/>
                  <a:pt x="972530" y="151693"/>
                  <a:pt x="967754" y="155406"/>
                </a:cubicBezTo>
                <a:cubicBezTo>
                  <a:pt x="962977" y="159119"/>
                  <a:pt x="958052" y="160975"/>
                  <a:pt x="952977" y="160975"/>
                </a:cubicBezTo>
                <a:cubicBezTo>
                  <a:pt x="949544" y="160975"/>
                  <a:pt x="946186" y="160020"/>
                  <a:pt x="942902" y="158110"/>
                </a:cubicBezTo>
                <a:cubicBezTo>
                  <a:pt x="939618" y="156200"/>
                  <a:pt x="937193" y="153467"/>
                  <a:pt x="935626" y="149910"/>
                </a:cubicBezTo>
                <a:cubicBezTo>
                  <a:pt x="934059" y="146354"/>
                  <a:pt x="933275" y="140868"/>
                  <a:pt x="933275" y="133454"/>
                </a:cubicBezTo>
                <a:lnTo>
                  <a:pt x="933275" y="64256"/>
                </a:lnTo>
                <a:lnTo>
                  <a:pt x="917043" y="64256"/>
                </a:lnTo>
                <a:lnTo>
                  <a:pt x="917043" y="60667"/>
                </a:lnTo>
                <a:cubicBezTo>
                  <a:pt x="921148" y="59034"/>
                  <a:pt x="925346" y="56270"/>
                  <a:pt x="929637" y="52376"/>
                </a:cubicBezTo>
                <a:cubicBezTo>
                  <a:pt x="933928" y="48481"/>
                  <a:pt x="937753" y="43839"/>
                  <a:pt x="941111" y="38449"/>
                </a:cubicBezTo>
                <a:cubicBezTo>
                  <a:pt x="942827" y="35604"/>
                  <a:pt x="945216" y="30400"/>
                  <a:pt x="948275" y="22837"/>
                </a:cubicBezTo>
                <a:lnTo>
                  <a:pt x="951746" y="22837"/>
                </a:lnTo>
                <a:close/>
                <a:moveTo>
                  <a:pt x="1005405" y="22165"/>
                </a:moveTo>
                <a:lnTo>
                  <a:pt x="1042347" y="4254"/>
                </a:lnTo>
                <a:lnTo>
                  <a:pt x="1046041" y="4254"/>
                </a:lnTo>
                <a:lnTo>
                  <a:pt x="1046041" y="132318"/>
                </a:lnTo>
                <a:cubicBezTo>
                  <a:pt x="1046041" y="140825"/>
                  <a:pt x="1046395" y="146124"/>
                  <a:pt x="1047104" y="148214"/>
                </a:cubicBezTo>
                <a:cubicBezTo>
                  <a:pt x="1047813" y="150303"/>
                  <a:pt x="1049287" y="151908"/>
                  <a:pt x="1051526" y="153027"/>
                </a:cubicBezTo>
                <a:cubicBezTo>
                  <a:pt x="1053765" y="154147"/>
                  <a:pt x="1058317" y="154781"/>
                  <a:pt x="1065183" y="154930"/>
                </a:cubicBezTo>
                <a:lnTo>
                  <a:pt x="1065183" y="159184"/>
                </a:lnTo>
                <a:lnTo>
                  <a:pt x="1008092" y="159184"/>
                </a:lnTo>
                <a:lnTo>
                  <a:pt x="1008092" y="154930"/>
                </a:lnTo>
                <a:cubicBezTo>
                  <a:pt x="1015256" y="154781"/>
                  <a:pt x="1019883" y="154165"/>
                  <a:pt x="1021973" y="153083"/>
                </a:cubicBezTo>
                <a:cubicBezTo>
                  <a:pt x="1024063" y="152001"/>
                  <a:pt x="1025518" y="150546"/>
                  <a:pt x="1026339" y="148717"/>
                </a:cubicBezTo>
                <a:cubicBezTo>
                  <a:pt x="1027160" y="146889"/>
                  <a:pt x="1027570" y="141422"/>
                  <a:pt x="1027570" y="132318"/>
                </a:cubicBezTo>
                <a:lnTo>
                  <a:pt x="1027570" y="50375"/>
                </a:lnTo>
                <a:cubicBezTo>
                  <a:pt x="1027570" y="39379"/>
                  <a:pt x="1027197" y="32321"/>
                  <a:pt x="1026451" y="29203"/>
                </a:cubicBezTo>
                <a:cubicBezTo>
                  <a:pt x="1025928" y="26825"/>
                  <a:pt x="1024977" y="25075"/>
                  <a:pt x="1023596" y="23956"/>
                </a:cubicBezTo>
                <a:cubicBezTo>
                  <a:pt x="1022215" y="22837"/>
                  <a:pt x="1020555" y="22277"/>
                  <a:pt x="1018615" y="22277"/>
                </a:cubicBezTo>
                <a:cubicBezTo>
                  <a:pt x="1015853" y="22277"/>
                  <a:pt x="1012010" y="23434"/>
                  <a:pt x="1007084" y="25747"/>
                </a:cubicBezTo>
                <a:lnTo>
                  <a:pt x="1005405" y="22165"/>
                </a:lnTo>
                <a:close/>
                <a:moveTo>
                  <a:pt x="1195933" y="4254"/>
                </a:moveTo>
                <a:lnTo>
                  <a:pt x="1195933" y="8732"/>
                </a:lnTo>
                <a:cubicBezTo>
                  <a:pt x="1186082" y="9695"/>
                  <a:pt x="1178041" y="11641"/>
                  <a:pt x="1171810" y="14570"/>
                </a:cubicBezTo>
                <a:cubicBezTo>
                  <a:pt x="1165578" y="17497"/>
                  <a:pt x="1159421" y="21963"/>
                  <a:pt x="1153339" y="27968"/>
                </a:cubicBezTo>
                <a:cubicBezTo>
                  <a:pt x="1147257" y="33971"/>
                  <a:pt x="1142219" y="40661"/>
                  <a:pt x="1138226" y="48038"/>
                </a:cubicBezTo>
                <a:cubicBezTo>
                  <a:pt x="1134234" y="55412"/>
                  <a:pt x="1130894" y="64178"/>
                  <a:pt x="1128207" y="74334"/>
                </a:cubicBezTo>
                <a:cubicBezTo>
                  <a:pt x="1138954" y="66869"/>
                  <a:pt x="1149738" y="63136"/>
                  <a:pt x="1160559" y="63136"/>
                </a:cubicBezTo>
                <a:cubicBezTo>
                  <a:pt x="1170933" y="63136"/>
                  <a:pt x="1179925" y="67325"/>
                  <a:pt x="1187538" y="75702"/>
                </a:cubicBezTo>
                <a:cubicBezTo>
                  <a:pt x="1195150" y="84079"/>
                  <a:pt x="1198956" y="94850"/>
                  <a:pt x="1198956" y="108015"/>
                </a:cubicBezTo>
                <a:cubicBezTo>
                  <a:pt x="1198956" y="120730"/>
                  <a:pt x="1195113" y="132325"/>
                  <a:pt x="1187426" y="142798"/>
                </a:cubicBezTo>
                <a:cubicBezTo>
                  <a:pt x="1178172" y="155513"/>
                  <a:pt x="1165933" y="161871"/>
                  <a:pt x="1150708" y="161871"/>
                </a:cubicBezTo>
                <a:cubicBezTo>
                  <a:pt x="1140335" y="161871"/>
                  <a:pt x="1131528" y="158438"/>
                  <a:pt x="1124289" y="151572"/>
                </a:cubicBezTo>
                <a:cubicBezTo>
                  <a:pt x="1110110" y="138213"/>
                  <a:pt x="1103020" y="120899"/>
                  <a:pt x="1103020" y="99630"/>
                </a:cubicBezTo>
                <a:cubicBezTo>
                  <a:pt x="1103020" y="86047"/>
                  <a:pt x="1105744" y="73137"/>
                  <a:pt x="1111192" y="60897"/>
                </a:cubicBezTo>
                <a:cubicBezTo>
                  <a:pt x="1116640" y="48658"/>
                  <a:pt x="1124420" y="37800"/>
                  <a:pt x="1134532" y="28322"/>
                </a:cubicBezTo>
                <a:cubicBezTo>
                  <a:pt x="1144645" y="18844"/>
                  <a:pt x="1154328" y="12463"/>
                  <a:pt x="1163582" y="9179"/>
                </a:cubicBezTo>
                <a:cubicBezTo>
                  <a:pt x="1172836" y="5896"/>
                  <a:pt x="1181455" y="4254"/>
                  <a:pt x="1189441" y="4254"/>
                </a:cubicBezTo>
                <a:lnTo>
                  <a:pt x="1195933" y="4254"/>
                </a:lnTo>
                <a:moveTo>
                  <a:pt x="1126304" y="82517"/>
                </a:moveTo>
                <a:cubicBezTo>
                  <a:pt x="1124961" y="92605"/>
                  <a:pt x="1124289" y="100751"/>
                  <a:pt x="1124289" y="106952"/>
                </a:cubicBezTo>
                <a:cubicBezTo>
                  <a:pt x="1124289" y="114125"/>
                  <a:pt x="1125614" y="121916"/>
                  <a:pt x="1128263" y="130324"/>
                </a:cubicBezTo>
                <a:cubicBezTo>
                  <a:pt x="1130913" y="138731"/>
                  <a:pt x="1134849" y="145401"/>
                  <a:pt x="1140074" y="150333"/>
                </a:cubicBezTo>
                <a:cubicBezTo>
                  <a:pt x="1143880" y="153846"/>
                  <a:pt x="1148507" y="155602"/>
                  <a:pt x="1153955" y="155602"/>
                </a:cubicBezTo>
                <a:cubicBezTo>
                  <a:pt x="1160447" y="155602"/>
                  <a:pt x="1166250" y="152539"/>
                  <a:pt x="1171362" y="146412"/>
                </a:cubicBezTo>
                <a:cubicBezTo>
                  <a:pt x="1176474" y="140283"/>
                  <a:pt x="1179030" y="131539"/>
                  <a:pt x="1179030" y="120179"/>
                </a:cubicBezTo>
                <a:cubicBezTo>
                  <a:pt x="1179030" y="107401"/>
                  <a:pt x="1176493" y="96342"/>
                  <a:pt x="1171418" y="87001"/>
                </a:cubicBezTo>
                <a:cubicBezTo>
                  <a:pt x="1166343" y="77659"/>
                  <a:pt x="1159141" y="72987"/>
                  <a:pt x="1149813" y="72987"/>
                </a:cubicBezTo>
                <a:cubicBezTo>
                  <a:pt x="1146977" y="72987"/>
                  <a:pt x="1143936" y="73586"/>
                  <a:pt x="1140689" y="74782"/>
                </a:cubicBezTo>
                <a:cubicBezTo>
                  <a:pt x="1137443" y="75976"/>
                  <a:pt x="1132648" y="78554"/>
                  <a:pt x="1126304" y="82517"/>
                </a:cubicBezTo>
                <a:close/>
                <a:moveTo>
                  <a:pt x="1292429" y="0"/>
                </a:moveTo>
                <a:lnTo>
                  <a:pt x="1292429" y="208663"/>
                </a:lnTo>
                <a:lnTo>
                  <a:pt x="1283138" y="208663"/>
                </a:lnTo>
                <a:lnTo>
                  <a:pt x="1283138" y="0"/>
                </a:lnTo>
                <a:lnTo>
                  <a:pt x="1292429" y="0"/>
                </a:lnTo>
                <a:close/>
                <a:moveTo>
                  <a:pt x="1401529" y="0"/>
                </a:moveTo>
                <a:cubicBezTo>
                  <a:pt x="1404664" y="0"/>
                  <a:pt x="1407332" y="1107"/>
                  <a:pt x="1409533" y="3320"/>
                </a:cubicBezTo>
                <a:cubicBezTo>
                  <a:pt x="1411735" y="5531"/>
                  <a:pt x="1412836" y="8212"/>
                  <a:pt x="1412836" y="11362"/>
                </a:cubicBezTo>
                <a:cubicBezTo>
                  <a:pt x="1412836" y="14513"/>
                  <a:pt x="1411735" y="17214"/>
                  <a:pt x="1409533" y="19464"/>
                </a:cubicBezTo>
                <a:cubicBezTo>
                  <a:pt x="1407332" y="21712"/>
                  <a:pt x="1404664" y="22837"/>
                  <a:pt x="1401529" y="22837"/>
                </a:cubicBezTo>
                <a:cubicBezTo>
                  <a:pt x="1398395" y="22837"/>
                  <a:pt x="1395708" y="21712"/>
                  <a:pt x="1393469" y="19464"/>
                </a:cubicBezTo>
                <a:cubicBezTo>
                  <a:pt x="1391230" y="17214"/>
                  <a:pt x="1390111" y="14513"/>
                  <a:pt x="1390111" y="11362"/>
                </a:cubicBezTo>
                <a:cubicBezTo>
                  <a:pt x="1390111" y="8212"/>
                  <a:pt x="1391212" y="5531"/>
                  <a:pt x="1393413" y="3320"/>
                </a:cubicBezTo>
                <a:cubicBezTo>
                  <a:pt x="1395615" y="1107"/>
                  <a:pt x="1398320" y="0"/>
                  <a:pt x="1401529" y="0"/>
                </a:cubicBezTo>
                <a:moveTo>
                  <a:pt x="1410821" y="53733"/>
                </a:moveTo>
                <a:lnTo>
                  <a:pt x="1410821" y="135900"/>
                </a:lnTo>
                <a:cubicBezTo>
                  <a:pt x="1410821" y="142355"/>
                  <a:pt x="1411287" y="146653"/>
                  <a:pt x="1412220" y="148794"/>
                </a:cubicBezTo>
                <a:cubicBezTo>
                  <a:pt x="1413153" y="150933"/>
                  <a:pt x="1414533" y="152528"/>
                  <a:pt x="1416362" y="153580"/>
                </a:cubicBezTo>
                <a:cubicBezTo>
                  <a:pt x="1418190" y="154629"/>
                  <a:pt x="1421530" y="155154"/>
                  <a:pt x="1426381" y="155154"/>
                </a:cubicBezTo>
                <a:lnTo>
                  <a:pt x="1426381" y="159184"/>
                </a:lnTo>
                <a:lnTo>
                  <a:pt x="1376566" y="159184"/>
                </a:lnTo>
                <a:lnTo>
                  <a:pt x="1376566" y="155154"/>
                </a:lnTo>
                <a:cubicBezTo>
                  <a:pt x="1381566" y="155154"/>
                  <a:pt x="1384924" y="154667"/>
                  <a:pt x="1386641" y="153692"/>
                </a:cubicBezTo>
                <a:cubicBezTo>
                  <a:pt x="1388357" y="152715"/>
                  <a:pt x="1389719" y="151101"/>
                  <a:pt x="1390727" y="148850"/>
                </a:cubicBezTo>
                <a:cubicBezTo>
                  <a:pt x="1391734" y="146597"/>
                  <a:pt x="1392238" y="142281"/>
                  <a:pt x="1392238" y="135900"/>
                </a:cubicBezTo>
                <a:lnTo>
                  <a:pt x="1392238" y="96719"/>
                </a:lnTo>
                <a:cubicBezTo>
                  <a:pt x="1392238" y="85553"/>
                  <a:pt x="1391902" y="78321"/>
                  <a:pt x="1391230" y="75023"/>
                </a:cubicBezTo>
                <a:cubicBezTo>
                  <a:pt x="1390708" y="72624"/>
                  <a:pt x="1389887" y="70957"/>
                  <a:pt x="1388768" y="70024"/>
                </a:cubicBezTo>
                <a:cubicBezTo>
                  <a:pt x="1387648" y="69089"/>
                  <a:pt x="1386118" y="68622"/>
                  <a:pt x="1384178" y="68622"/>
                </a:cubicBezTo>
                <a:cubicBezTo>
                  <a:pt x="1382088" y="68622"/>
                  <a:pt x="1379551" y="69181"/>
                  <a:pt x="1376566" y="70301"/>
                </a:cubicBezTo>
                <a:lnTo>
                  <a:pt x="1374999" y="66271"/>
                </a:lnTo>
                <a:lnTo>
                  <a:pt x="1405895" y="53733"/>
                </a:lnTo>
                <a:lnTo>
                  <a:pt x="1410821" y="53733"/>
                </a:lnTo>
                <a:close/>
                <a:moveTo>
                  <a:pt x="1469070" y="75338"/>
                </a:moveTo>
                <a:cubicBezTo>
                  <a:pt x="1481085" y="60935"/>
                  <a:pt x="1492541" y="53733"/>
                  <a:pt x="1503437" y="53733"/>
                </a:cubicBezTo>
                <a:cubicBezTo>
                  <a:pt x="1509034" y="53733"/>
                  <a:pt x="1513847" y="55129"/>
                  <a:pt x="1517877" y="57920"/>
                </a:cubicBezTo>
                <a:cubicBezTo>
                  <a:pt x="1521907" y="60710"/>
                  <a:pt x="1525116" y="65305"/>
                  <a:pt x="1527505" y="71707"/>
                </a:cubicBezTo>
                <a:cubicBezTo>
                  <a:pt x="1529146" y="76173"/>
                  <a:pt x="1529967" y="83020"/>
                  <a:pt x="1529967" y="92249"/>
                </a:cubicBezTo>
                <a:lnTo>
                  <a:pt x="1529967" y="135900"/>
                </a:lnTo>
                <a:cubicBezTo>
                  <a:pt x="1529967" y="142430"/>
                  <a:pt x="1530490" y="146859"/>
                  <a:pt x="1531535" y="149186"/>
                </a:cubicBezTo>
                <a:cubicBezTo>
                  <a:pt x="1532355" y="151063"/>
                  <a:pt x="1533680" y="152528"/>
                  <a:pt x="1535509" y="153580"/>
                </a:cubicBezTo>
                <a:cubicBezTo>
                  <a:pt x="1537337" y="154629"/>
                  <a:pt x="1540714" y="155154"/>
                  <a:pt x="1545639" y="155154"/>
                </a:cubicBezTo>
                <a:lnTo>
                  <a:pt x="1545639" y="159184"/>
                </a:lnTo>
                <a:lnTo>
                  <a:pt x="1494929" y="159184"/>
                </a:lnTo>
                <a:lnTo>
                  <a:pt x="1494929" y="155154"/>
                </a:lnTo>
                <a:lnTo>
                  <a:pt x="1497056" y="155154"/>
                </a:lnTo>
                <a:cubicBezTo>
                  <a:pt x="1501832" y="155154"/>
                  <a:pt x="1505172" y="154423"/>
                  <a:pt x="1507075" y="152961"/>
                </a:cubicBezTo>
                <a:cubicBezTo>
                  <a:pt x="1508978" y="151496"/>
                  <a:pt x="1510303" y="149338"/>
                  <a:pt x="1511049" y="146485"/>
                </a:cubicBezTo>
                <a:cubicBezTo>
                  <a:pt x="1511347" y="145359"/>
                  <a:pt x="1511497" y="141830"/>
                  <a:pt x="1511497" y="135900"/>
                </a:cubicBezTo>
                <a:lnTo>
                  <a:pt x="1511497" y="93991"/>
                </a:lnTo>
                <a:cubicBezTo>
                  <a:pt x="1511497" y="84676"/>
                  <a:pt x="1510284" y="77914"/>
                  <a:pt x="1507858" y="73704"/>
                </a:cubicBezTo>
                <a:cubicBezTo>
                  <a:pt x="1505433" y="69495"/>
                  <a:pt x="1501347" y="67390"/>
                  <a:pt x="1495601" y="67390"/>
                </a:cubicBezTo>
                <a:cubicBezTo>
                  <a:pt x="1486720" y="67390"/>
                  <a:pt x="1477876" y="72241"/>
                  <a:pt x="1469070" y="81943"/>
                </a:cubicBezTo>
                <a:lnTo>
                  <a:pt x="1469070" y="135900"/>
                </a:lnTo>
                <a:cubicBezTo>
                  <a:pt x="1469070" y="142880"/>
                  <a:pt x="1469480" y="147197"/>
                  <a:pt x="1470301" y="148850"/>
                </a:cubicBezTo>
                <a:cubicBezTo>
                  <a:pt x="1471346" y="151026"/>
                  <a:pt x="1472783" y="152621"/>
                  <a:pt x="1474611" y="153636"/>
                </a:cubicBezTo>
                <a:cubicBezTo>
                  <a:pt x="1476440" y="154648"/>
                  <a:pt x="1480152" y="155154"/>
                  <a:pt x="1485750" y="155154"/>
                </a:cubicBezTo>
                <a:lnTo>
                  <a:pt x="1485750" y="159184"/>
                </a:lnTo>
                <a:lnTo>
                  <a:pt x="1435039" y="159184"/>
                </a:lnTo>
                <a:lnTo>
                  <a:pt x="1435039" y="155154"/>
                </a:lnTo>
                <a:lnTo>
                  <a:pt x="1437278" y="155154"/>
                </a:lnTo>
                <a:cubicBezTo>
                  <a:pt x="1442502" y="155154"/>
                  <a:pt x="1446028" y="153822"/>
                  <a:pt x="1447857" y="151159"/>
                </a:cubicBezTo>
                <a:cubicBezTo>
                  <a:pt x="1449685" y="148493"/>
                  <a:pt x="1450599" y="143407"/>
                  <a:pt x="1450599" y="135900"/>
                </a:cubicBezTo>
                <a:lnTo>
                  <a:pt x="1450599" y="98063"/>
                </a:lnTo>
                <a:cubicBezTo>
                  <a:pt x="1450599" y="85749"/>
                  <a:pt x="1450319" y="78249"/>
                  <a:pt x="1449760" y="75562"/>
                </a:cubicBezTo>
                <a:cubicBezTo>
                  <a:pt x="1449200" y="72875"/>
                  <a:pt x="1448342" y="71047"/>
                  <a:pt x="1447185" y="70077"/>
                </a:cubicBezTo>
                <a:cubicBezTo>
                  <a:pt x="1446028" y="69107"/>
                  <a:pt x="1444480" y="68622"/>
                  <a:pt x="1442539" y="68622"/>
                </a:cubicBezTo>
                <a:cubicBezTo>
                  <a:pt x="1440450" y="68622"/>
                  <a:pt x="1437950" y="69181"/>
                  <a:pt x="1435039" y="70301"/>
                </a:cubicBezTo>
                <a:lnTo>
                  <a:pt x="1433360" y="66271"/>
                </a:lnTo>
                <a:lnTo>
                  <a:pt x="1464256" y="53733"/>
                </a:lnTo>
                <a:lnTo>
                  <a:pt x="1469070" y="53733"/>
                </a:lnTo>
                <a:lnTo>
                  <a:pt x="1469070" y="75338"/>
                </a:lnTo>
                <a:close/>
                <a:moveTo>
                  <a:pt x="1583588" y="22837"/>
                </a:moveTo>
                <a:lnTo>
                  <a:pt x="1583588" y="56644"/>
                </a:lnTo>
                <a:lnTo>
                  <a:pt x="1607544" y="56644"/>
                </a:lnTo>
                <a:lnTo>
                  <a:pt x="1607544" y="64256"/>
                </a:lnTo>
                <a:lnTo>
                  <a:pt x="1583588" y="64480"/>
                </a:lnTo>
                <a:lnTo>
                  <a:pt x="1583588" y="131065"/>
                </a:lnTo>
                <a:cubicBezTo>
                  <a:pt x="1583588" y="137714"/>
                  <a:pt x="1584540" y="142198"/>
                  <a:pt x="1586443" y="144516"/>
                </a:cubicBezTo>
                <a:cubicBezTo>
                  <a:pt x="1588346" y="146832"/>
                  <a:pt x="1590790" y="147990"/>
                  <a:pt x="1593775" y="147990"/>
                </a:cubicBezTo>
                <a:cubicBezTo>
                  <a:pt x="1596238" y="147990"/>
                  <a:pt x="1598626" y="147215"/>
                  <a:pt x="1600940" y="145667"/>
                </a:cubicBezTo>
                <a:cubicBezTo>
                  <a:pt x="1603253" y="144118"/>
                  <a:pt x="1605044" y="141833"/>
                  <a:pt x="1606313" y="138810"/>
                </a:cubicBezTo>
                <a:lnTo>
                  <a:pt x="1610679" y="138810"/>
                </a:lnTo>
                <a:cubicBezTo>
                  <a:pt x="1608067" y="146161"/>
                  <a:pt x="1604373" y="151693"/>
                  <a:pt x="1599596" y="155406"/>
                </a:cubicBezTo>
                <a:cubicBezTo>
                  <a:pt x="1594820" y="159119"/>
                  <a:pt x="1589895" y="160975"/>
                  <a:pt x="1584820" y="160975"/>
                </a:cubicBezTo>
                <a:cubicBezTo>
                  <a:pt x="1581387" y="160975"/>
                  <a:pt x="1578028" y="160020"/>
                  <a:pt x="1574745" y="158110"/>
                </a:cubicBezTo>
                <a:cubicBezTo>
                  <a:pt x="1571461" y="156200"/>
                  <a:pt x="1569036" y="153467"/>
                  <a:pt x="1567468" y="149910"/>
                </a:cubicBezTo>
                <a:cubicBezTo>
                  <a:pt x="1565901" y="146354"/>
                  <a:pt x="1565118" y="140868"/>
                  <a:pt x="1565118" y="133454"/>
                </a:cubicBezTo>
                <a:lnTo>
                  <a:pt x="1565118" y="64256"/>
                </a:lnTo>
                <a:lnTo>
                  <a:pt x="1548886" y="64256"/>
                </a:lnTo>
                <a:lnTo>
                  <a:pt x="1548886" y="60667"/>
                </a:lnTo>
                <a:cubicBezTo>
                  <a:pt x="1552990" y="59034"/>
                  <a:pt x="1557188" y="56270"/>
                  <a:pt x="1561479" y="52376"/>
                </a:cubicBezTo>
                <a:cubicBezTo>
                  <a:pt x="1565771" y="48481"/>
                  <a:pt x="1569595" y="43839"/>
                  <a:pt x="1572954" y="38449"/>
                </a:cubicBezTo>
                <a:cubicBezTo>
                  <a:pt x="1574670" y="35604"/>
                  <a:pt x="1577058" y="30400"/>
                  <a:pt x="1580118" y="22837"/>
                </a:cubicBezTo>
                <a:lnTo>
                  <a:pt x="1583588" y="22837"/>
                </a:lnTo>
                <a:close/>
                <a:moveTo>
                  <a:pt x="1622023" y="36270"/>
                </a:moveTo>
                <a:cubicBezTo>
                  <a:pt x="1626352" y="26046"/>
                  <a:pt x="1631818" y="18154"/>
                  <a:pt x="1638423" y="12594"/>
                </a:cubicBezTo>
                <a:cubicBezTo>
                  <a:pt x="1645028" y="7034"/>
                  <a:pt x="1653256" y="4254"/>
                  <a:pt x="1663107" y="4254"/>
                </a:cubicBezTo>
                <a:cubicBezTo>
                  <a:pt x="1675271" y="4254"/>
                  <a:pt x="1684600" y="8209"/>
                  <a:pt x="1691093" y="16120"/>
                </a:cubicBezTo>
                <a:cubicBezTo>
                  <a:pt x="1696018" y="22016"/>
                  <a:pt x="1698481" y="28322"/>
                  <a:pt x="1698481" y="35038"/>
                </a:cubicBezTo>
                <a:cubicBezTo>
                  <a:pt x="1698481" y="46084"/>
                  <a:pt x="1691540" y="57502"/>
                  <a:pt x="1677659" y="69293"/>
                </a:cubicBezTo>
                <a:cubicBezTo>
                  <a:pt x="1686988" y="72950"/>
                  <a:pt x="1694041" y="78174"/>
                  <a:pt x="1698817" y="84965"/>
                </a:cubicBezTo>
                <a:cubicBezTo>
                  <a:pt x="1703593" y="91757"/>
                  <a:pt x="1705981" y="99742"/>
                  <a:pt x="1705981" y="108921"/>
                </a:cubicBezTo>
                <a:cubicBezTo>
                  <a:pt x="1705981" y="122056"/>
                  <a:pt x="1701802" y="133437"/>
                  <a:pt x="1693444" y="143064"/>
                </a:cubicBezTo>
                <a:cubicBezTo>
                  <a:pt x="1682548" y="155602"/>
                  <a:pt x="1666764" y="161871"/>
                  <a:pt x="1646091" y="161871"/>
                </a:cubicBezTo>
                <a:cubicBezTo>
                  <a:pt x="1635867" y="161871"/>
                  <a:pt x="1628908" y="160602"/>
                  <a:pt x="1625214" y="158065"/>
                </a:cubicBezTo>
                <a:cubicBezTo>
                  <a:pt x="1621520" y="155527"/>
                  <a:pt x="1619673" y="152803"/>
                  <a:pt x="1619673" y="149893"/>
                </a:cubicBezTo>
                <a:cubicBezTo>
                  <a:pt x="1619673" y="147728"/>
                  <a:pt x="1620549" y="145825"/>
                  <a:pt x="1622303" y="144184"/>
                </a:cubicBezTo>
                <a:cubicBezTo>
                  <a:pt x="1624057" y="142542"/>
                  <a:pt x="1626165" y="141721"/>
                  <a:pt x="1628628" y="141721"/>
                </a:cubicBezTo>
                <a:cubicBezTo>
                  <a:pt x="1630494" y="141721"/>
                  <a:pt x="1632397" y="142016"/>
                  <a:pt x="1634337" y="142606"/>
                </a:cubicBezTo>
                <a:cubicBezTo>
                  <a:pt x="1635606" y="142977"/>
                  <a:pt x="1638479" y="144325"/>
                  <a:pt x="1642957" y="146650"/>
                </a:cubicBezTo>
                <a:cubicBezTo>
                  <a:pt x="1647435" y="148975"/>
                  <a:pt x="1650532" y="150359"/>
                  <a:pt x="1652248" y="150802"/>
                </a:cubicBezTo>
                <a:cubicBezTo>
                  <a:pt x="1655010" y="151614"/>
                  <a:pt x="1657957" y="152020"/>
                  <a:pt x="1661092" y="152020"/>
                </a:cubicBezTo>
                <a:cubicBezTo>
                  <a:pt x="1668704" y="152020"/>
                  <a:pt x="1675327" y="149072"/>
                  <a:pt x="1680962" y="143176"/>
                </a:cubicBezTo>
                <a:cubicBezTo>
                  <a:pt x="1686596" y="137280"/>
                  <a:pt x="1689414" y="130303"/>
                  <a:pt x="1689414" y="122243"/>
                </a:cubicBezTo>
                <a:cubicBezTo>
                  <a:pt x="1689414" y="116347"/>
                  <a:pt x="1688108" y="110600"/>
                  <a:pt x="1685496" y="105003"/>
                </a:cubicBezTo>
                <a:cubicBezTo>
                  <a:pt x="1683555" y="100824"/>
                  <a:pt x="1681428" y="97652"/>
                  <a:pt x="1679115" y="95488"/>
                </a:cubicBezTo>
                <a:cubicBezTo>
                  <a:pt x="1675906" y="92503"/>
                  <a:pt x="1671503" y="89798"/>
                  <a:pt x="1665905" y="87372"/>
                </a:cubicBezTo>
                <a:cubicBezTo>
                  <a:pt x="1660308" y="84947"/>
                  <a:pt x="1654599" y="83734"/>
                  <a:pt x="1648778" y="83734"/>
                </a:cubicBezTo>
                <a:lnTo>
                  <a:pt x="1645196" y="83734"/>
                </a:lnTo>
                <a:lnTo>
                  <a:pt x="1645196" y="80376"/>
                </a:lnTo>
                <a:cubicBezTo>
                  <a:pt x="1651091" y="79632"/>
                  <a:pt x="1657006" y="77509"/>
                  <a:pt x="1662939" y="74009"/>
                </a:cubicBezTo>
                <a:cubicBezTo>
                  <a:pt x="1668872" y="70506"/>
                  <a:pt x="1673182" y="66296"/>
                  <a:pt x="1675868" y="61380"/>
                </a:cubicBezTo>
                <a:cubicBezTo>
                  <a:pt x="1678555" y="56464"/>
                  <a:pt x="1679898" y="51063"/>
                  <a:pt x="1679898" y="45176"/>
                </a:cubicBezTo>
                <a:cubicBezTo>
                  <a:pt x="1679898" y="37506"/>
                  <a:pt x="1677492" y="31306"/>
                  <a:pt x="1672678" y="26576"/>
                </a:cubicBezTo>
                <a:cubicBezTo>
                  <a:pt x="1667864" y="21844"/>
                  <a:pt x="1661875" y="19478"/>
                  <a:pt x="1654711" y="19478"/>
                </a:cubicBezTo>
                <a:cubicBezTo>
                  <a:pt x="1643143" y="19478"/>
                  <a:pt x="1633479" y="25672"/>
                  <a:pt x="1625718" y="38061"/>
                </a:cubicBezTo>
                <a:lnTo>
                  <a:pt x="1622023" y="36270"/>
                </a:lnTo>
                <a:close/>
                <a:moveTo>
                  <a:pt x="1830127" y="129631"/>
                </a:moveTo>
                <a:lnTo>
                  <a:pt x="1819492" y="159184"/>
                </a:lnTo>
                <a:lnTo>
                  <a:pt x="1729937" y="159184"/>
                </a:lnTo>
                <a:lnTo>
                  <a:pt x="1729937" y="154958"/>
                </a:lnTo>
                <a:cubicBezTo>
                  <a:pt x="1756281" y="130953"/>
                  <a:pt x="1774827" y="111347"/>
                  <a:pt x="1785573" y="96139"/>
                </a:cubicBezTo>
                <a:cubicBezTo>
                  <a:pt x="1796320" y="80928"/>
                  <a:pt x="1801693" y="67017"/>
                  <a:pt x="1801693" y="54405"/>
                </a:cubicBezTo>
                <a:cubicBezTo>
                  <a:pt x="1801693" y="44810"/>
                  <a:pt x="1798745" y="36926"/>
                  <a:pt x="1792850" y="30753"/>
                </a:cubicBezTo>
                <a:cubicBezTo>
                  <a:pt x="1786954" y="24580"/>
                  <a:pt x="1779902" y="21493"/>
                  <a:pt x="1771692" y="21493"/>
                </a:cubicBezTo>
                <a:cubicBezTo>
                  <a:pt x="1764229" y="21493"/>
                  <a:pt x="1757531" y="23657"/>
                  <a:pt x="1751598" y="27986"/>
                </a:cubicBezTo>
                <a:cubicBezTo>
                  <a:pt x="1745665" y="32312"/>
                  <a:pt x="1741281" y="38656"/>
                  <a:pt x="1738445" y="47016"/>
                </a:cubicBezTo>
                <a:lnTo>
                  <a:pt x="1734303" y="47016"/>
                </a:lnTo>
                <a:cubicBezTo>
                  <a:pt x="1736169" y="33245"/>
                  <a:pt x="1740964" y="22676"/>
                  <a:pt x="1748688" y="15308"/>
                </a:cubicBezTo>
                <a:cubicBezTo>
                  <a:pt x="1756412" y="7939"/>
                  <a:pt x="1766058" y="4254"/>
                  <a:pt x="1777625" y="4254"/>
                </a:cubicBezTo>
                <a:cubicBezTo>
                  <a:pt x="1789939" y="4254"/>
                  <a:pt x="1800219" y="8209"/>
                  <a:pt x="1808466" y="16120"/>
                </a:cubicBezTo>
                <a:cubicBezTo>
                  <a:pt x="1816712" y="24031"/>
                  <a:pt x="1820836" y="33359"/>
                  <a:pt x="1820836" y="44106"/>
                </a:cubicBezTo>
                <a:cubicBezTo>
                  <a:pt x="1820836" y="51793"/>
                  <a:pt x="1819045" y="59479"/>
                  <a:pt x="1815462" y="67166"/>
                </a:cubicBezTo>
                <a:cubicBezTo>
                  <a:pt x="1809940" y="79256"/>
                  <a:pt x="1800984" y="92055"/>
                  <a:pt x="1788596" y="105563"/>
                </a:cubicBezTo>
                <a:cubicBezTo>
                  <a:pt x="1770013" y="125820"/>
                  <a:pt x="1758408" y="137947"/>
                  <a:pt x="1753781" y="141945"/>
                </a:cubicBezTo>
                <a:lnTo>
                  <a:pt x="1793409" y="141945"/>
                </a:lnTo>
                <a:cubicBezTo>
                  <a:pt x="1801469" y="141945"/>
                  <a:pt x="1807123" y="141646"/>
                  <a:pt x="1810369" y="141049"/>
                </a:cubicBezTo>
                <a:cubicBezTo>
                  <a:pt x="1813615" y="140452"/>
                  <a:pt x="1816544" y="139239"/>
                  <a:pt x="1819156" y="137411"/>
                </a:cubicBezTo>
                <a:cubicBezTo>
                  <a:pt x="1821768" y="135583"/>
                  <a:pt x="1824045" y="132989"/>
                  <a:pt x="1825985" y="129631"/>
                </a:cubicBezTo>
                <a:lnTo>
                  <a:pt x="1830127" y="129631"/>
                </a:lnTo>
                <a:close/>
                <a:moveTo>
                  <a:pt x="1924272" y="0"/>
                </a:moveTo>
                <a:lnTo>
                  <a:pt x="1924272" y="208663"/>
                </a:lnTo>
                <a:lnTo>
                  <a:pt x="1914980" y="208663"/>
                </a:lnTo>
                <a:lnTo>
                  <a:pt x="1914980" y="0"/>
                </a:lnTo>
                <a:lnTo>
                  <a:pt x="1924272" y="0"/>
                </a:lnTo>
                <a:close/>
                <a:moveTo>
                  <a:pt x="2097180" y="56644"/>
                </a:moveTo>
                <a:lnTo>
                  <a:pt x="2097180" y="119108"/>
                </a:lnTo>
                <a:cubicBezTo>
                  <a:pt x="2097180" y="130827"/>
                  <a:pt x="2097460" y="137995"/>
                  <a:pt x="2098020" y="140612"/>
                </a:cubicBezTo>
                <a:cubicBezTo>
                  <a:pt x="2098579" y="143226"/>
                  <a:pt x="2099475" y="145053"/>
                  <a:pt x="2100706" y="146094"/>
                </a:cubicBezTo>
                <a:cubicBezTo>
                  <a:pt x="2101938" y="147134"/>
                  <a:pt x="2103374" y="147654"/>
                  <a:pt x="2105016" y="147654"/>
                </a:cubicBezTo>
                <a:cubicBezTo>
                  <a:pt x="2107330" y="147654"/>
                  <a:pt x="2109942" y="147019"/>
                  <a:pt x="2112852" y="145751"/>
                </a:cubicBezTo>
                <a:lnTo>
                  <a:pt x="2114419" y="149781"/>
                </a:lnTo>
                <a:lnTo>
                  <a:pt x="2083747" y="162318"/>
                </a:lnTo>
                <a:lnTo>
                  <a:pt x="2078709" y="162318"/>
                </a:lnTo>
                <a:lnTo>
                  <a:pt x="2078709" y="140703"/>
                </a:lnTo>
                <a:cubicBezTo>
                  <a:pt x="2069903" y="150211"/>
                  <a:pt x="2063186" y="156191"/>
                  <a:pt x="2058559" y="158642"/>
                </a:cubicBezTo>
                <a:cubicBezTo>
                  <a:pt x="2053932" y="161093"/>
                  <a:pt x="2049044" y="162318"/>
                  <a:pt x="2043895" y="162318"/>
                </a:cubicBezTo>
                <a:cubicBezTo>
                  <a:pt x="2038148" y="162318"/>
                  <a:pt x="2033167" y="160658"/>
                  <a:pt x="2028950" y="157337"/>
                </a:cubicBezTo>
                <a:cubicBezTo>
                  <a:pt x="2024734" y="154016"/>
                  <a:pt x="2021804" y="149743"/>
                  <a:pt x="2020163" y="144519"/>
                </a:cubicBezTo>
                <a:cubicBezTo>
                  <a:pt x="2018521" y="139295"/>
                  <a:pt x="2017700" y="131907"/>
                  <a:pt x="2017700" y="122355"/>
                </a:cubicBezTo>
                <a:lnTo>
                  <a:pt x="2017700" y="76570"/>
                </a:lnTo>
                <a:cubicBezTo>
                  <a:pt x="2017700" y="71684"/>
                  <a:pt x="2017177" y="68302"/>
                  <a:pt x="2016133" y="66425"/>
                </a:cubicBezTo>
                <a:cubicBezTo>
                  <a:pt x="2015088" y="64545"/>
                  <a:pt x="2013539" y="63098"/>
                  <a:pt x="2011487" y="62083"/>
                </a:cubicBezTo>
                <a:cubicBezTo>
                  <a:pt x="2009435" y="61069"/>
                  <a:pt x="2005722" y="60599"/>
                  <a:pt x="2000349" y="60674"/>
                </a:cubicBezTo>
                <a:lnTo>
                  <a:pt x="2000349" y="56644"/>
                </a:lnTo>
                <a:lnTo>
                  <a:pt x="2036283" y="56644"/>
                </a:lnTo>
                <a:lnTo>
                  <a:pt x="2036283" y="125349"/>
                </a:lnTo>
                <a:cubicBezTo>
                  <a:pt x="2036283" y="134913"/>
                  <a:pt x="2037943" y="141190"/>
                  <a:pt x="2041264" y="144180"/>
                </a:cubicBezTo>
                <a:cubicBezTo>
                  <a:pt x="2044585" y="147168"/>
                  <a:pt x="2048596" y="148661"/>
                  <a:pt x="2053298" y="148661"/>
                </a:cubicBezTo>
                <a:cubicBezTo>
                  <a:pt x="2056507" y="148661"/>
                  <a:pt x="2060145" y="147653"/>
                  <a:pt x="2064213" y="145635"/>
                </a:cubicBezTo>
                <a:cubicBezTo>
                  <a:pt x="2068280" y="143618"/>
                  <a:pt x="2073112" y="139770"/>
                  <a:pt x="2078709" y="134091"/>
                </a:cubicBezTo>
                <a:lnTo>
                  <a:pt x="2078709" y="76122"/>
                </a:lnTo>
                <a:cubicBezTo>
                  <a:pt x="2078709" y="70172"/>
                  <a:pt x="2077646" y="66148"/>
                  <a:pt x="2075519" y="64049"/>
                </a:cubicBezTo>
                <a:cubicBezTo>
                  <a:pt x="2073392" y="61950"/>
                  <a:pt x="2068970" y="60825"/>
                  <a:pt x="2062253" y="60674"/>
                </a:cubicBezTo>
                <a:lnTo>
                  <a:pt x="2062253" y="56644"/>
                </a:lnTo>
                <a:lnTo>
                  <a:pt x="2097180" y="56644"/>
                </a:lnTo>
                <a:close/>
                <a:moveTo>
                  <a:pt x="2148003" y="0"/>
                </a:moveTo>
                <a:cubicBezTo>
                  <a:pt x="2151137" y="0"/>
                  <a:pt x="2153805" y="1107"/>
                  <a:pt x="2156007" y="3320"/>
                </a:cubicBezTo>
                <a:cubicBezTo>
                  <a:pt x="2158208" y="5531"/>
                  <a:pt x="2159309" y="8212"/>
                  <a:pt x="2159309" y="11362"/>
                </a:cubicBezTo>
                <a:cubicBezTo>
                  <a:pt x="2159309" y="14513"/>
                  <a:pt x="2158208" y="17214"/>
                  <a:pt x="2156007" y="19464"/>
                </a:cubicBezTo>
                <a:cubicBezTo>
                  <a:pt x="2153805" y="21712"/>
                  <a:pt x="2151137" y="22837"/>
                  <a:pt x="2148003" y="22837"/>
                </a:cubicBezTo>
                <a:cubicBezTo>
                  <a:pt x="2144868" y="22837"/>
                  <a:pt x="2142182" y="21712"/>
                  <a:pt x="2139943" y="19464"/>
                </a:cubicBezTo>
                <a:cubicBezTo>
                  <a:pt x="2137704" y="17214"/>
                  <a:pt x="2136584" y="14513"/>
                  <a:pt x="2136584" y="11362"/>
                </a:cubicBezTo>
                <a:cubicBezTo>
                  <a:pt x="2136584" y="8212"/>
                  <a:pt x="2137685" y="5531"/>
                  <a:pt x="2139887" y="3320"/>
                </a:cubicBezTo>
                <a:cubicBezTo>
                  <a:pt x="2142088" y="1107"/>
                  <a:pt x="2144794" y="0"/>
                  <a:pt x="2148003" y="0"/>
                </a:cubicBezTo>
                <a:moveTo>
                  <a:pt x="2157294" y="53733"/>
                </a:moveTo>
                <a:lnTo>
                  <a:pt x="2157294" y="135900"/>
                </a:lnTo>
                <a:cubicBezTo>
                  <a:pt x="2157294" y="142355"/>
                  <a:pt x="2157760" y="146653"/>
                  <a:pt x="2158693" y="148794"/>
                </a:cubicBezTo>
                <a:cubicBezTo>
                  <a:pt x="2159626" y="150933"/>
                  <a:pt x="2161007" y="152528"/>
                  <a:pt x="2162835" y="153580"/>
                </a:cubicBezTo>
                <a:cubicBezTo>
                  <a:pt x="2164664" y="154629"/>
                  <a:pt x="2168003" y="155154"/>
                  <a:pt x="2172854" y="155154"/>
                </a:cubicBezTo>
                <a:lnTo>
                  <a:pt x="2172854" y="159184"/>
                </a:lnTo>
                <a:lnTo>
                  <a:pt x="2123039" y="159184"/>
                </a:lnTo>
                <a:lnTo>
                  <a:pt x="2123039" y="155154"/>
                </a:lnTo>
                <a:cubicBezTo>
                  <a:pt x="2128039" y="155154"/>
                  <a:pt x="2131398" y="154667"/>
                  <a:pt x="2133114" y="153692"/>
                </a:cubicBezTo>
                <a:cubicBezTo>
                  <a:pt x="2134831" y="152715"/>
                  <a:pt x="2136193" y="151101"/>
                  <a:pt x="2137200" y="148850"/>
                </a:cubicBezTo>
                <a:cubicBezTo>
                  <a:pt x="2138208" y="146597"/>
                  <a:pt x="2138711" y="142281"/>
                  <a:pt x="2138711" y="135900"/>
                </a:cubicBezTo>
                <a:lnTo>
                  <a:pt x="2138711" y="96719"/>
                </a:lnTo>
                <a:cubicBezTo>
                  <a:pt x="2138711" y="85553"/>
                  <a:pt x="2138375" y="78321"/>
                  <a:pt x="2137704" y="75023"/>
                </a:cubicBezTo>
                <a:cubicBezTo>
                  <a:pt x="2137181" y="72624"/>
                  <a:pt x="2136360" y="70957"/>
                  <a:pt x="2135241" y="70024"/>
                </a:cubicBezTo>
                <a:cubicBezTo>
                  <a:pt x="2134122" y="69089"/>
                  <a:pt x="2132592" y="68622"/>
                  <a:pt x="2130651" y="68622"/>
                </a:cubicBezTo>
                <a:cubicBezTo>
                  <a:pt x="2128562" y="68622"/>
                  <a:pt x="2126024" y="69181"/>
                  <a:pt x="2123039" y="70301"/>
                </a:cubicBezTo>
                <a:lnTo>
                  <a:pt x="2121472" y="66271"/>
                </a:lnTo>
                <a:lnTo>
                  <a:pt x="2152368" y="53733"/>
                </a:lnTo>
                <a:lnTo>
                  <a:pt x="2157294" y="53733"/>
                </a:lnTo>
                <a:close/>
                <a:moveTo>
                  <a:pt x="2215543" y="75338"/>
                </a:moveTo>
                <a:cubicBezTo>
                  <a:pt x="2227558" y="60935"/>
                  <a:pt x="2239014" y="53733"/>
                  <a:pt x="2249910" y="53733"/>
                </a:cubicBezTo>
                <a:cubicBezTo>
                  <a:pt x="2255507" y="53733"/>
                  <a:pt x="2260320" y="55129"/>
                  <a:pt x="2264350" y="57920"/>
                </a:cubicBezTo>
                <a:cubicBezTo>
                  <a:pt x="2268380" y="60710"/>
                  <a:pt x="2271589" y="65305"/>
                  <a:pt x="2273978" y="71707"/>
                </a:cubicBezTo>
                <a:cubicBezTo>
                  <a:pt x="2275619" y="76173"/>
                  <a:pt x="2276440" y="83020"/>
                  <a:pt x="2276440" y="92249"/>
                </a:cubicBezTo>
                <a:lnTo>
                  <a:pt x="2276440" y="135900"/>
                </a:lnTo>
                <a:cubicBezTo>
                  <a:pt x="2276440" y="142430"/>
                  <a:pt x="2276963" y="146859"/>
                  <a:pt x="2278008" y="149186"/>
                </a:cubicBezTo>
                <a:cubicBezTo>
                  <a:pt x="2278828" y="151063"/>
                  <a:pt x="2280153" y="152528"/>
                  <a:pt x="2281982" y="153580"/>
                </a:cubicBezTo>
                <a:cubicBezTo>
                  <a:pt x="2283810" y="154629"/>
                  <a:pt x="2287187" y="155154"/>
                  <a:pt x="2292112" y="155154"/>
                </a:cubicBezTo>
                <a:lnTo>
                  <a:pt x="2292112" y="159184"/>
                </a:lnTo>
                <a:lnTo>
                  <a:pt x="2241402" y="159184"/>
                </a:lnTo>
                <a:lnTo>
                  <a:pt x="2241402" y="155154"/>
                </a:lnTo>
                <a:lnTo>
                  <a:pt x="2243529" y="155154"/>
                </a:lnTo>
                <a:cubicBezTo>
                  <a:pt x="2248305" y="155154"/>
                  <a:pt x="2251645" y="154423"/>
                  <a:pt x="2253548" y="152961"/>
                </a:cubicBezTo>
                <a:cubicBezTo>
                  <a:pt x="2255451" y="151496"/>
                  <a:pt x="2256776" y="149338"/>
                  <a:pt x="2257522" y="146485"/>
                </a:cubicBezTo>
                <a:cubicBezTo>
                  <a:pt x="2257820" y="145359"/>
                  <a:pt x="2257970" y="141830"/>
                  <a:pt x="2257970" y="135900"/>
                </a:cubicBezTo>
                <a:lnTo>
                  <a:pt x="2257970" y="93991"/>
                </a:lnTo>
                <a:cubicBezTo>
                  <a:pt x="2257970" y="84676"/>
                  <a:pt x="2256757" y="77914"/>
                  <a:pt x="2254331" y="73704"/>
                </a:cubicBezTo>
                <a:cubicBezTo>
                  <a:pt x="2251906" y="69495"/>
                  <a:pt x="2247820" y="67390"/>
                  <a:pt x="2242074" y="67390"/>
                </a:cubicBezTo>
                <a:cubicBezTo>
                  <a:pt x="2233193" y="67390"/>
                  <a:pt x="2224349" y="72241"/>
                  <a:pt x="2215543" y="81943"/>
                </a:cubicBezTo>
                <a:lnTo>
                  <a:pt x="2215543" y="135900"/>
                </a:lnTo>
                <a:cubicBezTo>
                  <a:pt x="2215543" y="142880"/>
                  <a:pt x="2215953" y="147197"/>
                  <a:pt x="2216774" y="148850"/>
                </a:cubicBezTo>
                <a:cubicBezTo>
                  <a:pt x="2217819" y="151026"/>
                  <a:pt x="2219256" y="152621"/>
                  <a:pt x="2221084" y="153636"/>
                </a:cubicBezTo>
                <a:cubicBezTo>
                  <a:pt x="2222913" y="154648"/>
                  <a:pt x="2226625" y="155154"/>
                  <a:pt x="2232223" y="155154"/>
                </a:cubicBezTo>
                <a:lnTo>
                  <a:pt x="2232223" y="159184"/>
                </a:lnTo>
                <a:lnTo>
                  <a:pt x="2181512" y="159184"/>
                </a:lnTo>
                <a:lnTo>
                  <a:pt x="2181512" y="155154"/>
                </a:lnTo>
                <a:lnTo>
                  <a:pt x="2183751" y="155154"/>
                </a:lnTo>
                <a:cubicBezTo>
                  <a:pt x="2188975" y="155154"/>
                  <a:pt x="2192501" y="153822"/>
                  <a:pt x="2194330" y="151159"/>
                </a:cubicBezTo>
                <a:cubicBezTo>
                  <a:pt x="2196158" y="148493"/>
                  <a:pt x="2197072" y="143407"/>
                  <a:pt x="2197072" y="135900"/>
                </a:cubicBezTo>
                <a:lnTo>
                  <a:pt x="2197072" y="98063"/>
                </a:lnTo>
                <a:cubicBezTo>
                  <a:pt x="2197072" y="85749"/>
                  <a:pt x="2196792" y="78249"/>
                  <a:pt x="2196233" y="75562"/>
                </a:cubicBezTo>
                <a:cubicBezTo>
                  <a:pt x="2195673" y="72875"/>
                  <a:pt x="2194815" y="71047"/>
                  <a:pt x="2193658" y="70077"/>
                </a:cubicBezTo>
                <a:cubicBezTo>
                  <a:pt x="2192501" y="69107"/>
                  <a:pt x="2190953" y="68622"/>
                  <a:pt x="2189012" y="68622"/>
                </a:cubicBezTo>
                <a:cubicBezTo>
                  <a:pt x="2186923" y="68622"/>
                  <a:pt x="2184423" y="69181"/>
                  <a:pt x="2181512" y="70301"/>
                </a:cubicBezTo>
                <a:lnTo>
                  <a:pt x="2179833" y="66271"/>
                </a:lnTo>
                <a:lnTo>
                  <a:pt x="2210729" y="53733"/>
                </a:lnTo>
                <a:lnTo>
                  <a:pt x="2215543" y="53733"/>
                </a:lnTo>
                <a:lnTo>
                  <a:pt x="2215543" y="75338"/>
                </a:lnTo>
                <a:close/>
                <a:moveTo>
                  <a:pt x="2330062" y="22837"/>
                </a:moveTo>
                <a:lnTo>
                  <a:pt x="2330062" y="56644"/>
                </a:lnTo>
                <a:lnTo>
                  <a:pt x="2354018" y="56644"/>
                </a:lnTo>
                <a:lnTo>
                  <a:pt x="2354018" y="64256"/>
                </a:lnTo>
                <a:lnTo>
                  <a:pt x="2330062" y="64480"/>
                </a:lnTo>
                <a:lnTo>
                  <a:pt x="2330062" y="131065"/>
                </a:lnTo>
                <a:cubicBezTo>
                  <a:pt x="2330062" y="137714"/>
                  <a:pt x="2331013" y="142198"/>
                  <a:pt x="2332916" y="144516"/>
                </a:cubicBezTo>
                <a:cubicBezTo>
                  <a:pt x="2334819" y="146832"/>
                  <a:pt x="2337263" y="147990"/>
                  <a:pt x="2340248" y="147990"/>
                </a:cubicBezTo>
                <a:cubicBezTo>
                  <a:pt x="2342711" y="147990"/>
                  <a:pt x="2345099" y="147215"/>
                  <a:pt x="2347413" y="145667"/>
                </a:cubicBezTo>
                <a:cubicBezTo>
                  <a:pt x="2349726" y="144118"/>
                  <a:pt x="2351517" y="141833"/>
                  <a:pt x="2352786" y="138810"/>
                </a:cubicBezTo>
                <a:lnTo>
                  <a:pt x="2357152" y="138810"/>
                </a:lnTo>
                <a:cubicBezTo>
                  <a:pt x="2354540" y="146161"/>
                  <a:pt x="2350846" y="151693"/>
                  <a:pt x="2346070" y="155406"/>
                </a:cubicBezTo>
                <a:cubicBezTo>
                  <a:pt x="2341293" y="159119"/>
                  <a:pt x="2336368" y="160975"/>
                  <a:pt x="2331293" y="160975"/>
                </a:cubicBezTo>
                <a:cubicBezTo>
                  <a:pt x="2327860" y="160975"/>
                  <a:pt x="2324502" y="160020"/>
                  <a:pt x="2321218" y="158110"/>
                </a:cubicBezTo>
                <a:cubicBezTo>
                  <a:pt x="2317934" y="156200"/>
                  <a:pt x="2315509" y="153467"/>
                  <a:pt x="2313942" y="149910"/>
                </a:cubicBezTo>
                <a:cubicBezTo>
                  <a:pt x="2312374" y="146354"/>
                  <a:pt x="2311591" y="140868"/>
                  <a:pt x="2311591" y="133454"/>
                </a:cubicBezTo>
                <a:lnTo>
                  <a:pt x="2311591" y="64256"/>
                </a:lnTo>
                <a:lnTo>
                  <a:pt x="2295359" y="64256"/>
                </a:lnTo>
                <a:lnTo>
                  <a:pt x="2295359" y="60667"/>
                </a:lnTo>
                <a:cubicBezTo>
                  <a:pt x="2299464" y="59034"/>
                  <a:pt x="2303662" y="56270"/>
                  <a:pt x="2307953" y="52376"/>
                </a:cubicBezTo>
                <a:cubicBezTo>
                  <a:pt x="2312244" y="48481"/>
                  <a:pt x="2316069" y="43839"/>
                  <a:pt x="2319427" y="38449"/>
                </a:cubicBezTo>
                <a:cubicBezTo>
                  <a:pt x="2321143" y="35604"/>
                  <a:pt x="2323532" y="30400"/>
                  <a:pt x="2326591" y="22837"/>
                </a:cubicBezTo>
                <a:lnTo>
                  <a:pt x="2330062" y="22837"/>
                </a:lnTo>
                <a:close/>
                <a:moveTo>
                  <a:pt x="2459619" y="4254"/>
                </a:moveTo>
                <a:lnTo>
                  <a:pt x="2459619" y="8732"/>
                </a:lnTo>
                <a:cubicBezTo>
                  <a:pt x="2449768" y="9695"/>
                  <a:pt x="2441726" y="11641"/>
                  <a:pt x="2435495" y="14570"/>
                </a:cubicBezTo>
                <a:cubicBezTo>
                  <a:pt x="2429263" y="17497"/>
                  <a:pt x="2423106" y="21963"/>
                  <a:pt x="2417024" y="27968"/>
                </a:cubicBezTo>
                <a:cubicBezTo>
                  <a:pt x="2410942" y="33971"/>
                  <a:pt x="2405904" y="40661"/>
                  <a:pt x="2401912" y="48038"/>
                </a:cubicBezTo>
                <a:cubicBezTo>
                  <a:pt x="2397919" y="55412"/>
                  <a:pt x="2394579" y="64178"/>
                  <a:pt x="2391893" y="74334"/>
                </a:cubicBezTo>
                <a:cubicBezTo>
                  <a:pt x="2402639" y="66869"/>
                  <a:pt x="2413423" y="63136"/>
                  <a:pt x="2424245" y="63136"/>
                </a:cubicBezTo>
                <a:cubicBezTo>
                  <a:pt x="2434618" y="63136"/>
                  <a:pt x="2443611" y="67325"/>
                  <a:pt x="2451223" y="75702"/>
                </a:cubicBezTo>
                <a:cubicBezTo>
                  <a:pt x="2458835" y="84079"/>
                  <a:pt x="2462641" y="94850"/>
                  <a:pt x="2462641" y="108015"/>
                </a:cubicBezTo>
                <a:cubicBezTo>
                  <a:pt x="2462641" y="120730"/>
                  <a:pt x="2458798" y="132325"/>
                  <a:pt x="2451111" y="142798"/>
                </a:cubicBezTo>
                <a:cubicBezTo>
                  <a:pt x="2441857" y="155513"/>
                  <a:pt x="2429618" y="161871"/>
                  <a:pt x="2414394" y="161871"/>
                </a:cubicBezTo>
                <a:cubicBezTo>
                  <a:pt x="2404020" y="161871"/>
                  <a:pt x="2395214" y="158438"/>
                  <a:pt x="2387975" y="151572"/>
                </a:cubicBezTo>
                <a:cubicBezTo>
                  <a:pt x="2373795" y="138213"/>
                  <a:pt x="2366705" y="120899"/>
                  <a:pt x="2366705" y="99630"/>
                </a:cubicBezTo>
                <a:cubicBezTo>
                  <a:pt x="2366705" y="86047"/>
                  <a:pt x="2369429" y="73137"/>
                  <a:pt x="2374877" y="60897"/>
                </a:cubicBezTo>
                <a:cubicBezTo>
                  <a:pt x="2380325" y="48658"/>
                  <a:pt x="2388105" y="37800"/>
                  <a:pt x="2398218" y="28322"/>
                </a:cubicBezTo>
                <a:cubicBezTo>
                  <a:pt x="2408330" y="18844"/>
                  <a:pt x="2418013" y="12463"/>
                  <a:pt x="2427267" y="9179"/>
                </a:cubicBezTo>
                <a:cubicBezTo>
                  <a:pt x="2436521" y="5896"/>
                  <a:pt x="2445141" y="4254"/>
                  <a:pt x="2453126" y="4254"/>
                </a:cubicBezTo>
                <a:lnTo>
                  <a:pt x="2459619" y="4254"/>
                </a:lnTo>
                <a:moveTo>
                  <a:pt x="2389990" y="82517"/>
                </a:moveTo>
                <a:cubicBezTo>
                  <a:pt x="2388646" y="92605"/>
                  <a:pt x="2387975" y="100751"/>
                  <a:pt x="2387975" y="106952"/>
                </a:cubicBezTo>
                <a:cubicBezTo>
                  <a:pt x="2387975" y="114125"/>
                  <a:pt x="2389299" y="121916"/>
                  <a:pt x="2391949" y="130324"/>
                </a:cubicBezTo>
                <a:cubicBezTo>
                  <a:pt x="2394598" y="138731"/>
                  <a:pt x="2398535" y="145401"/>
                  <a:pt x="2403759" y="150333"/>
                </a:cubicBezTo>
                <a:cubicBezTo>
                  <a:pt x="2407565" y="153846"/>
                  <a:pt x="2412192" y="155602"/>
                  <a:pt x="2417640" y="155602"/>
                </a:cubicBezTo>
                <a:cubicBezTo>
                  <a:pt x="2424133" y="155602"/>
                  <a:pt x="2429935" y="152539"/>
                  <a:pt x="2435047" y="146412"/>
                </a:cubicBezTo>
                <a:cubicBezTo>
                  <a:pt x="2440159" y="140283"/>
                  <a:pt x="2442715" y="131539"/>
                  <a:pt x="2442715" y="120179"/>
                </a:cubicBezTo>
                <a:cubicBezTo>
                  <a:pt x="2442715" y="107401"/>
                  <a:pt x="2440178" y="96342"/>
                  <a:pt x="2435103" y="87001"/>
                </a:cubicBezTo>
                <a:cubicBezTo>
                  <a:pt x="2430028" y="77659"/>
                  <a:pt x="2422827" y="72987"/>
                  <a:pt x="2413498" y="72987"/>
                </a:cubicBezTo>
                <a:cubicBezTo>
                  <a:pt x="2410662" y="72987"/>
                  <a:pt x="2407621" y="73586"/>
                  <a:pt x="2404375" y="74782"/>
                </a:cubicBezTo>
                <a:cubicBezTo>
                  <a:pt x="2401128" y="75976"/>
                  <a:pt x="2396333" y="78554"/>
                  <a:pt x="2389990" y="82517"/>
                </a:cubicBezTo>
                <a:close/>
                <a:moveTo>
                  <a:pt x="2578167" y="103212"/>
                </a:moveTo>
                <a:lnTo>
                  <a:pt x="2578167" y="119108"/>
                </a:lnTo>
                <a:lnTo>
                  <a:pt x="2557793" y="119108"/>
                </a:lnTo>
                <a:lnTo>
                  <a:pt x="2557793" y="159184"/>
                </a:lnTo>
                <a:lnTo>
                  <a:pt x="2539323" y="159184"/>
                </a:lnTo>
                <a:lnTo>
                  <a:pt x="2539323" y="119108"/>
                </a:lnTo>
                <a:lnTo>
                  <a:pt x="2475067" y="119108"/>
                </a:lnTo>
                <a:lnTo>
                  <a:pt x="2475067" y="104779"/>
                </a:lnTo>
                <a:lnTo>
                  <a:pt x="2545480" y="4254"/>
                </a:lnTo>
                <a:lnTo>
                  <a:pt x="2557793" y="4254"/>
                </a:lnTo>
                <a:lnTo>
                  <a:pt x="2557793" y="103212"/>
                </a:lnTo>
                <a:lnTo>
                  <a:pt x="2578167" y="103212"/>
                </a:lnTo>
                <a:moveTo>
                  <a:pt x="2539323" y="103212"/>
                </a:moveTo>
                <a:lnTo>
                  <a:pt x="2539323" y="27916"/>
                </a:lnTo>
                <a:lnTo>
                  <a:pt x="2486037" y="103212"/>
                </a:lnTo>
                <a:lnTo>
                  <a:pt x="2539323" y="103212"/>
                </a:lnTo>
                <a:close/>
                <a:moveTo>
                  <a:pt x="2670745" y="0"/>
                </a:moveTo>
                <a:lnTo>
                  <a:pt x="2670745" y="208663"/>
                </a:lnTo>
                <a:lnTo>
                  <a:pt x="2661453" y="208663"/>
                </a:lnTo>
                <a:lnTo>
                  <a:pt x="2661453" y="0"/>
                </a:lnTo>
                <a:lnTo>
                  <a:pt x="2670745" y="0"/>
                </a:lnTo>
                <a:close/>
                <a:moveTo>
                  <a:pt x="2775256" y="137467"/>
                </a:moveTo>
                <a:cubicBezTo>
                  <a:pt x="2778763" y="137467"/>
                  <a:pt x="2781711" y="138680"/>
                  <a:pt x="2784099" y="141105"/>
                </a:cubicBezTo>
                <a:cubicBezTo>
                  <a:pt x="2786487" y="143531"/>
                  <a:pt x="2787681" y="146460"/>
                  <a:pt x="2787681" y="149893"/>
                </a:cubicBezTo>
                <a:cubicBezTo>
                  <a:pt x="2787681" y="153326"/>
                  <a:pt x="2786469" y="156255"/>
                  <a:pt x="2784043" y="158680"/>
                </a:cubicBezTo>
                <a:cubicBezTo>
                  <a:pt x="2781618" y="161106"/>
                  <a:pt x="2778689" y="162318"/>
                  <a:pt x="2775256" y="162318"/>
                </a:cubicBezTo>
                <a:cubicBezTo>
                  <a:pt x="2771823" y="162318"/>
                  <a:pt x="2768893" y="161106"/>
                  <a:pt x="2766468" y="158680"/>
                </a:cubicBezTo>
                <a:cubicBezTo>
                  <a:pt x="2764043" y="156255"/>
                  <a:pt x="2762830" y="153326"/>
                  <a:pt x="2762830" y="149893"/>
                </a:cubicBezTo>
                <a:cubicBezTo>
                  <a:pt x="2762830" y="146385"/>
                  <a:pt x="2764043" y="143437"/>
                  <a:pt x="2766468" y="141049"/>
                </a:cubicBezTo>
                <a:cubicBezTo>
                  <a:pt x="2768893" y="138661"/>
                  <a:pt x="2771823" y="137467"/>
                  <a:pt x="2775256" y="137467"/>
                </a:cubicBezTo>
                <a:close/>
                <a:moveTo>
                  <a:pt x="2832570" y="137467"/>
                </a:moveTo>
                <a:cubicBezTo>
                  <a:pt x="2836078" y="137467"/>
                  <a:pt x="2839026" y="138680"/>
                  <a:pt x="2841414" y="141105"/>
                </a:cubicBezTo>
                <a:cubicBezTo>
                  <a:pt x="2843802" y="143531"/>
                  <a:pt x="2844996" y="146460"/>
                  <a:pt x="2844996" y="149893"/>
                </a:cubicBezTo>
                <a:cubicBezTo>
                  <a:pt x="2844996" y="153326"/>
                  <a:pt x="2843784" y="156255"/>
                  <a:pt x="2841358" y="158680"/>
                </a:cubicBezTo>
                <a:cubicBezTo>
                  <a:pt x="2838933" y="161106"/>
                  <a:pt x="2836003" y="162318"/>
                  <a:pt x="2832570" y="162318"/>
                </a:cubicBezTo>
                <a:cubicBezTo>
                  <a:pt x="2829138" y="162318"/>
                  <a:pt x="2826208" y="161106"/>
                  <a:pt x="2823783" y="158680"/>
                </a:cubicBezTo>
                <a:cubicBezTo>
                  <a:pt x="2821357" y="156255"/>
                  <a:pt x="2820145" y="153326"/>
                  <a:pt x="2820145" y="149893"/>
                </a:cubicBezTo>
                <a:cubicBezTo>
                  <a:pt x="2820145" y="146385"/>
                  <a:pt x="2821357" y="143437"/>
                  <a:pt x="2823783" y="141049"/>
                </a:cubicBezTo>
                <a:cubicBezTo>
                  <a:pt x="2826208" y="138661"/>
                  <a:pt x="2829138" y="137467"/>
                  <a:pt x="2832570" y="137467"/>
                </a:cubicBezTo>
                <a:close/>
                <a:moveTo>
                  <a:pt x="2889886" y="137467"/>
                </a:moveTo>
                <a:cubicBezTo>
                  <a:pt x="2893394" y="137467"/>
                  <a:pt x="2896341" y="138680"/>
                  <a:pt x="2898729" y="141105"/>
                </a:cubicBezTo>
                <a:cubicBezTo>
                  <a:pt x="2901118" y="143531"/>
                  <a:pt x="2902312" y="146460"/>
                  <a:pt x="2902312" y="149893"/>
                </a:cubicBezTo>
                <a:cubicBezTo>
                  <a:pt x="2902312" y="153326"/>
                  <a:pt x="2901099" y="156255"/>
                  <a:pt x="2898674" y="158680"/>
                </a:cubicBezTo>
                <a:cubicBezTo>
                  <a:pt x="2896248" y="161106"/>
                  <a:pt x="2893319" y="162318"/>
                  <a:pt x="2889886" y="162318"/>
                </a:cubicBezTo>
                <a:cubicBezTo>
                  <a:pt x="2886453" y="162318"/>
                  <a:pt x="2883524" y="161106"/>
                  <a:pt x="2881098" y="158680"/>
                </a:cubicBezTo>
                <a:cubicBezTo>
                  <a:pt x="2878673" y="156255"/>
                  <a:pt x="2877460" y="153326"/>
                  <a:pt x="2877460" y="149893"/>
                </a:cubicBezTo>
                <a:cubicBezTo>
                  <a:pt x="2877460" y="146385"/>
                  <a:pt x="2878673" y="143437"/>
                  <a:pt x="2881098" y="141049"/>
                </a:cubicBezTo>
                <a:cubicBezTo>
                  <a:pt x="2883524" y="138661"/>
                  <a:pt x="2886453" y="137467"/>
                  <a:pt x="2889886" y="137467"/>
                </a:cubicBezTo>
                <a:close/>
                <a:moveTo>
                  <a:pt x="3003173" y="0"/>
                </a:moveTo>
                <a:lnTo>
                  <a:pt x="3003173" y="208663"/>
                </a:lnTo>
                <a:lnTo>
                  <a:pt x="2993882" y="208663"/>
                </a:lnTo>
                <a:lnTo>
                  <a:pt x="2993882" y="0"/>
                </a:lnTo>
                <a:lnTo>
                  <a:pt x="30031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struct|class">
            <a:extLst xmlns:a="http://schemas.openxmlformats.org/drawingml/2006/main">
              <a:ext uri="{FF2B5EF4-FFF2-40B4-BE49-F238E27FC236}">
                <a16:creationId xmlns:a16="http://schemas.microsoft.com/office/drawing/2014/main" id="{13EC3686-0BB4-4CE4-A3FD-5AE437F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11" y="2579149"/>
            <a:ext cx="1096366" cy="208663"/>
          </a:xfrm>
          <a:custGeom xmlns:a="http://schemas.openxmlformats.org/drawingml/2006/main">
            <a:pathLst>
              <a:path w="1096366" h="208663">
                <a:moveTo>
                  <a:pt x="62241" y="53733"/>
                </a:moveTo>
                <a:lnTo>
                  <a:pt x="62241" y="88659"/>
                </a:lnTo>
                <a:lnTo>
                  <a:pt x="58547" y="88659"/>
                </a:lnTo>
                <a:cubicBezTo>
                  <a:pt x="55711" y="77733"/>
                  <a:pt x="52073" y="70301"/>
                  <a:pt x="47632" y="66362"/>
                </a:cubicBezTo>
                <a:cubicBezTo>
                  <a:pt x="43192" y="62420"/>
                  <a:pt x="37538" y="60450"/>
                  <a:pt x="30673" y="60450"/>
                </a:cubicBezTo>
                <a:cubicBezTo>
                  <a:pt x="25449" y="60450"/>
                  <a:pt x="21232" y="61826"/>
                  <a:pt x="18023" y="64578"/>
                </a:cubicBezTo>
                <a:cubicBezTo>
                  <a:pt x="14814" y="67330"/>
                  <a:pt x="13209" y="70379"/>
                  <a:pt x="13209" y="73725"/>
                </a:cubicBezTo>
                <a:cubicBezTo>
                  <a:pt x="13209" y="77888"/>
                  <a:pt x="14403" y="81458"/>
                  <a:pt x="16792" y="84434"/>
                </a:cubicBezTo>
                <a:cubicBezTo>
                  <a:pt x="19105" y="87482"/>
                  <a:pt x="23807" y="90716"/>
                  <a:pt x="30896" y="94138"/>
                </a:cubicBezTo>
                <a:lnTo>
                  <a:pt x="47240" y="102058"/>
                </a:lnTo>
                <a:cubicBezTo>
                  <a:pt x="62390" y="109437"/>
                  <a:pt x="69965" y="119163"/>
                  <a:pt x="69965" y="131237"/>
                </a:cubicBezTo>
                <a:cubicBezTo>
                  <a:pt x="69965" y="140554"/>
                  <a:pt x="66439" y="148063"/>
                  <a:pt x="59386" y="153765"/>
                </a:cubicBezTo>
                <a:cubicBezTo>
                  <a:pt x="52334" y="159467"/>
                  <a:pt x="44442" y="162318"/>
                  <a:pt x="35710" y="162318"/>
                </a:cubicBezTo>
                <a:cubicBezTo>
                  <a:pt x="29441" y="162318"/>
                  <a:pt x="22277" y="161255"/>
                  <a:pt x="14217" y="159128"/>
                </a:cubicBezTo>
                <a:cubicBezTo>
                  <a:pt x="11754" y="158419"/>
                  <a:pt x="9739" y="158065"/>
                  <a:pt x="8172" y="158065"/>
                </a:cubicBezTo>
                <a:cubicBezTo>
                  <a:pt x="6455" y="158065"/>
                  <a:pt x="5112" y="158960"/>
                  <a:pt x="4142" y="160751"/>
                </a:cubicBezTo>
                <a:lnTo>
                  <a:pt x="448" y="160751"/>
                </a:lnTo>
                <a:lnTo>
                  <a:pt x="448" y="124034"/>
                </a:lnTo>
                <a:lnTo>
                  <a:pt x="4142" y="124034"/>
                </a:lnTo>
                <a:cubicBezTo>
                  <a:pt x="6232" y="134482"/>
                  <a:pt x="10224" y="142355"/>
                  <a:pt x="16120" y="147654"/>
                </a:cubicBezTo>
                <a:cubicBezTo>
                  <a:pt x="22016" y="152952"/>
                  <a:pt x="28620" y="155602"/>
                  <a:pt x="35934" y="155602"/>
                </a:cubicBezTo>
                <a:cubicBezTo>
                  <a:pt x="41083" y="155602"/>
                  <a:pt x="45281" y="154099"/>
                  <a:pt x="48528" y="151093"/>
                </a:cubicBezTo>
                <a:cubicBezTo>
                  <a:pt x="51774" y="148084"/>
                  <a:pt x="53397" y="144463"/>
                  <a:pt x="53397" y="140231"/>
                </a:cubicBezTo>
                <a:cubicBezTo>
                  <a:pt x="53397" y="135107"/>
                  <a:pt x="51587" y="130800"/>
                  <a:pt x="47968" y="127312"/>
                </a:cubicBezTo>
                <a:cubicBezTo>
                  <a:pt x="44348" y="123820"/>
                  <a:pt x="37128" y="119411"/>
                  <a:pt x="26307" y="114085"/>
                </a:cubicBezTo>
                <a:cubicBezTo>
                  <a:pt x="15486" y="108756"/>
                  <a:pt x="8396" y="103923"/>
                  <a:pt x="5037" y="99588"/>
                </a:cubicBezTo>
                <a:cubicBezTo>
                  <a:pt x="1679" y="95327"/>
                  <a:pt x="0" y="89946"/>
                  <a:pt x="0" y="83444"/>
                </a:cubicBezTo>
                <a:cubicBezTo>
                  <a:pt x="0" y="74996"/>
                  <a:pt x="2892" y="67934"/>
                  <a:pt x="8676" y="62255"/>
                </a:cubicBezTo>
                <a:cubicBezTo>
                  <a:pt x="14459" y="56574"/>
                  <a:pt x="21941" y="53733"/>
                  <a:pt x="31120" y="53733"/>
                </a:cubicBezTo>
                <a:cubicBezTo>
                  <a:pt x="35150" y="53733"/>
                  <a:pt x="40039" y="54591"/>
                  <a:pt x="45785" y="56308"/>
                </a:cubicBezTo>
                <a:cubicBezTo>
                  <a:pt x="49591" y="57427"/>
                  <a:pt x="52128" y="57987"/>
                  <a:pt x="53397" y="57987"/>
                </a:cubicBezTo>
                <a:cubicBezTo>
                  <a:pt x="54591" y="57987"/>
                  <a:pt x="55524" y="57726"/>
                  <a:pt x="56196" y="57203"/>
                </a:cubicBezTo>
                <a:cubicBezTo>
                  <a:pt x="56867" y="56681"/>
                  <a:pt x="57651" y="55524"/>
                  <a:pt x="58547" y="53733"/>
                </a:cubicBezTo>
                <a:lnTo>
                  <a:pt x="62241" y="53733"/>
                </a:lnTo>
                <a:close/>
                <a:moveTo>
                  <a:pt x="114929" y="22837"/>
                </a:moveTo>
                <a:lnTo>
                  <a:pt x="114929" y="56644"/>
                </a:lnTo>
                <a:lnTo>
                  <a:pt x="138885" y="56644"/>
                </a:lnTo>
                <a:lnTo>
                  <a:pt x="138885" y="64256"/>
                </a:lnTo>
                <a:lnTo>
                  <a:pt x="114929" y="64480"/>
                </a:lnTo>
                <a:lnTo>
                  <a:pt x="114929" y="131065"/>
                </a:lnTo>
                <a:cubicBezTo>
                  <a:pt x="114929" y="137714"/>
                  <a:pt x="115881" y="142198"/>
                  <a:pt x="117784" y="144516"/>
                </a:cubicBezTo>
                <a:cubicBezTo>
                  <a:pt x="119687" y="146832"/>
                  <a:pt x="122131" y="147990"/>
                  <a:pt x="125116" y="147990"/>
                </a:cubicBezTo>
                <a:cubicBezTo>
                  <a:pt x="127579" y="147990"/>
                  <a:pt x="129967" y="147215"/>
                  <a:pt x="132281" y="145667"/>
                </a:cubicBezTo>
                <a:cubicBezTo>
                  <a:pt x="134594" y="144118"/>
                  <a:pt x="136385" y="141833"/>
                  <a:pt x="137654" y="138810"/>
                </a:cubicBezTo>
                <a:lnTo>
                  <a:pt x="142020" y="138810"/>
                </a:lnTo>
                <a:cubicBezTo>
                  <a:pt x="139408" y="146161"/>
                  <a:pt x="135714" y="151693"/>
                  <a:pt x="130937" y="155406"/>
                </a:cubicBezTo>
                <a:cubicBezTo>
                  <a:pt x="126161" y="159119"/>
                  <a:pt x="121236" y="160975"/>
                  <a:pt x="116161" y="160975"/>
                </a:cubicBezTo>
                <a:cubicBezTo>
                  <a:pt x="112728" y="160975"/>
                  <a:pt x="109370" y="160020"/>
                  <a:pt x="106086" y="158110"/>
                </a:cubicBezTo>
                <a:cubicBezTo>
                  <a:pt x="102802" y="156200"/>
                  <a:pt x="100377" y="153467"/>
                  <a:pt x="98810" y="149910"/>
                </a:cubicBezTo>
                <a:cubicBezTo>
                  <a:pt x="97242" y="146354"/>
                  <a:pt x="96459" y="140868"/>
                  <a:pt x="96459" y="133454"/>
                </a:cubicBezTo>
                <a:lnTo>
                  <a:pt x="96459" y="64256"/>
                </a:lnTo>
                <a:lnTo>
                  <a:pt x="80227" y="64256"/>
                </a:lnTo>
                <a:lnTo>
                  <a:pt x="80227" y="60667"/>
                </a:lnTo>
                <a:cubicBezTo>
                  <a:pt x="84332" y="59034"/>
                  <a:pt x="88529" y="56270"/>
                  <a:pt x="92821" y="52376"/>
                </a:cubicBezTo>
                <a:cubicBezTo>
                  <a:pt x="97112" y="48481"/>
                  <a:pt x="100936" y="43839"/>
                  <a:pt x="104295" y="38449"/>
                </a:cubicBezTo>
                <a:cubicBezTo>
                  <a:pt x="106011" y="35604"/>
                  <a:pt x="108399" y="30400"/>
                  <a:pt x="111459" y="22837"/>
                </a:cubicBezTo>
                <a:lnTo>
                  <a:pt x="114929" y="22837"/>
                </a:lnTo>
                <a:close/>
                <a:moveTo>
                  <a:pt x="178888" y="53733"/>
                </a:moveTo>
                <a:lnTo>
                  <a:pt x="178888" y="76793"/>
                </a:lnTo>
                <a:cubicBezTo>
                  <a:pt x="187470" y="61420"/>
                  <a:pt x="196276" y="53733"/>
                  <a:pt x="205307" y="53733"/>
                </a:cubicBezTo>
                <a:cubicBezTo>
                  <a:pt x="209411" y="53733"/>
                  <a:pt x="212807" y="54983"/>
                  <a:pt x="215493" y="57483"/>
                </a:cubicBezTo>
                <a:cubicBezTo>
                  <a:pt x="218180" y="59983"/>
                  <a:pt x="219523" y="62875"/>
                  <a:pt x="219523" y="66159"/>
                </a:cubicBezTo>
                <a:cubicBezTo>
                  <a:pt x="219523" y="69069"/>
                  <a:pt x="218553" y="71532"/>
                  <a:pt x="216613" y="73547"/>
                </a:cubicBezTo>
                <a:cubicBezTo>
                  <a:pt x="214673" y="75562"/>
                  <a:pt x="212359" y="76570"/>
                  <a:pt x="209672" y="76570"/>
                </a:cubicBezTo>
                <a:cubicBezTo>
                  <a:pt x="207060" y="76570"/>
                  <a:pt x="204131" y="75301"/>
                  <a:pt x="200885" y="72763"/>
                </a:cubicBezTo>
                <a:cubicBezTo>
                  <a:pt x="197638" y="70226"/>
                  <a:pt x="195232" y="68957"/>
                  <a:pt x="193664" y="68957"/>
                </a:cubicBezTo>
                <a:cubicBezTo>
                  <a:pt x="192321" y="68957"/>
                  <a:pt x="190866" y="69698"/>
                  <a:pt x="189299" y="71179"/>
                </a:cubicBezTo>
                <a:cubicBezTo>
                  <a:pt x="185940" y="74218"/>
                  <a:pt x="182470" y="79219"/>
                  <a:pt x="178888" y="86183"/>
                </a:cubicBezTo>
                <a:lnTo>
                  <a:pt x="178888" y="135228"/>
                </a:lnTo>
                <a:cubicBezTo>
                  <a:pt x="178888" y="140905"/>
                  <a:pt x="179597" y="145198"/>
                  <a:pt x="181015" y="148109"/>
                </a:cubicBezTo>
                <a:cubicBezTo>
                  <a:pt x="181985" y="150126"/>
                  <a:pt x="183701" y="151805"/>
                  <a:pt x="186164" y="153146"/>
                </a:cubicBezTo>
                <a:cubicBezTo>
                  <a:pt x="188627" y="154485"/>
                  <a:pt x="192172" y="155154"/>
                  <a:pt x="196799" y="155154"/>
                </a:cubicBezTo>
                <a:lnTo>
                  <a:pt x="196799" y="159184"/>
                </a:lnTo>
                <a:lnTo>
                  <a:pt x="144297" y="159184"/>
                </a:lnTo>
                <a:lnTo>
                  <a:pt x="144297" y="155154"/>
                </a:lnTo>
                <a:cubicBezTo>
                  <a:pt x="149521" y="155154"/>
                  <a:pt x="153402" y="154324"/>
                  <a:pt x="155939" y="152663"/>
                </a:cubicBezTo>
                <a:cubicBezTo>
                  <a:pt x="157805" y="151455"/>
                  <a:pt x="159111" y="149530"/>
                  <a:pt x="159857" y="146888"/>
                </a:cubicBezTo>
                <a:cubicBezTo>
                  <a:pt x="160231" y="145603"/>
                  <a:pt x="160417" y="141940"/>
                  <a:pt x="160417" y="135900"/>
                </a:cubicBezTo>
                <a:lnTo>
                  <a:pt x="160417" y="96496"/>
                </a:lnTo>
                <a:cubicBezTo>
                  <a:pt x="160417" y="84555"/>
                  <a:pt x="160175" y="77446"/>
                  <a:pt x="159690" y="75170"/>
                </a:cubicBezTo>
                <a:cubicBezTo>
                  <a:pt x="159204" y="72894"/>
                  <a:pt x="158309" y="71234"/>
                  <a:pt x="157003" y="70189"/>
                </a:cubicBezTo>
                <a:cubicBezTo>
                  <a:pt x="155697" y="69144"/>
                  <a:pt x="154074" y="68622"/>
                  <a:pt x="152133" y="68622"/>
                </a:cubicBezTo>
                <a:cubicBezTo>
                  <a:pt x="149820" y="68622"/>
                  <a:pt x="147208" y="69181"/>
                  <a:pt x="144297" y="70301"/>
                </a:cubicBezTo>
                <a:lnTo>
                  <a:pt x="143178" y="66271"/>
                </a:lnTo>
                <a:lnTo>
                  <a:pt x="174186" y="53733"/>
                </a:lnTo>
                <a:lnTo>
                  <a:pt x="178888" y="53733"/>
                </a:lnTo>
                <a:close/>
                <a:moveTo>
                  <a:pt x="315122" y="56644"/>
                </a:moveTo>
                <a:lnTo>
                  <a:pt x="315122" y="119108"/>
                </a:lnTo>
                <a:cubicBezTo>
                  <a:pt x="315122" y="130827"/>
                  <a:pt x="315401" y="137995"/>
                  <a:pt x="315961" y="140612"/>
                </a:cubicBezTo>
                <a:cubicBezTo>
                  <a:pt x="316521" y="143226"/>
                  <a:pt x="317416" y="145053"/>
                  <a:pt x="318648" y="146094"/>
                </a:cubicBezTo>
                <a:cubicBezTo>
                  <a:pt x="319879" y="147134"/>
                  <a:pt x="321316" y="147654"/>
                  <a:pt x="322958" y="147654"/>
                </a:cubicBezTo>
                <a:cubicBezTo>
                  <a:pt x="325271" y="147654"/>
                  <a:pt x="327883" y="147019"/>
                  <a:pt x="330794" y="145751"/>
                </a:cubicBezTo>
                <a:lnTo>
                  <a:pt x="332361" y="149781"/>
                </a:lnTo>
                <a:lnTo>
                  <a:pt x="301688" y="162318"/>
                </a:lnTo>
                <a:lnTo>
                  <a:pt x="296651" y="162318"/>
                </a:lnTo>
                <a:lnTo>
                  <a:pt x="296651" y="140703"/>
                </a:lnTo>
                <a:cubicBezTo>
                  <a:pt x="287845" y="150211"/>
                  <a:pt x="281128" y="156191"/>
                  <a:pt x="276501" y="158642"/>
                </a:cubicBezTo>
                <a:cubicBezTo>
                  <a:pt x="271874" y="161093"/>
                  <a:pt x="266986" y="162318"/>
                  <a:pt x="261836" y="162318"/>
                </a:cubicBezTo>
                <a:cubicBezTo>
                  <a:pt x="256090" y="162318"/>
                  <a:pt x="251108" y="160658"/>
                  <a:pt x="246892" y="157337"/>
                </a:cubicBezTo>
                <a:cubicBezTo>
                  <a:pt x="242675" y="154016"/>
                  <a:pt x="239746" y="149743"/>
                  <a:pt x="238104" y="144519"/>
                </a:cubicBezTo>
                <a:cubicBezTo>
                  <a:pt x="236462" y="139295"/>
                  <a:pt x="235642" y="131907"/>
                  <a:pt x="235642" y="122355"/>
                </a:cubicBezTo>
                <a:lnTo>
                  <a:pt x="235642" y="76570"/>
                </a:lnTo>
                <a:cubicBezTo>
                  <a:pt x="235642" y="71684"/>
                  <a:pt x="235119" y="68302"/>
                  <a:pt x="234074" y="66425"/>
                </a:cubicBezTo>
                <a:cubicBezTo>
                  <a:pt x="233030" y="64545"/>
                  <a:pt x="231481" y="63098"/>
                  <a:pt x="229429" y="62083"/>
                </a:cubicBezTo>
                <a:cubicBezTo>
                  <a:pt x="227376" y="61069"/>
                  <a:pt x="223664" y="60599"/>
                  <a:pt x="218290" y="60674"/>
                </a:cubicBezTo>
                <a:lnTo>
                  <a:pt x="218290" y="56644"/>
                </a:lnTo>
                <a:lnTo>
                  <a:pt x="254224" y="56644"/>
                </a:lnTo>
                <a:lnTo>
                  <a:pt x="254224" y="125349"/>
                </a:lnTo>
                <a:cubicBezTo>
                  <a:pt x="254224" y="134913"/>
                  <a:pt x="255885" y="141190"/>
                  <a:pt x="259206" y="144180"/>
                </a:cubicBezTo>
                <a:cubicBezTo>
                  <a:pt x="262527" y="147168"/>
                  <a:pt x="266538" y="148661"/>
                  <a:pt x="271240" y="148661"/>
                </a:cubicBezTo>
                <a:cubicBezTo>
                  <a:pt x="274449" y="148661"/>
                  <a:pt x="278087" y="147653"/>
                  <a:pt x="282154" y="145635"/>
                </a:cubicBezTo>
                <a:cubicBezTo>
                  <a:pt x="286221" y="143618"/>
                  <a:pt x="291054" y="139770"/>
                  <a:pt x="296651" y="134091"/>
                </a:cubicBezTo>
                <a:lnTo>
                  <a:pt x="296651" y="76122"/>
                </a:lnTo>
                <a:cubicBezTo>
                  <a:pt x="296651" y="70172"/>
                  <a:pt x="295587" y="66148"/>
                  <a:pt x="293461" y="64049"/>
                </a:cubicBezTo>
                <a:cubicBezTo>
                  <a:pt x="291334" y="61950"/>
                  <a:pt x="286912" y="60825"/>
                  <a:pt x="280195" y="60674"/>
                </a:cubicBezTo>
                <a:lnTo>
                  <a:pt x="280195" y="56644"/>
                </a:lnTo>
                <a:lnTo>
                  <a:pt x="315122" y="56644"/>
                </a:lnTo>
                <a:close/>
                <a:moveTo>
                  <a:pt x="426953" y="120228"/>
                </a:moveTo>
                <a:cubicBezTo>
                  <a:pt x="424192" y="133735"/>
                  <a:pt x="418782" y="144128"/>
                  <a:pt x="410722" y="151404"/>
                </a:cubicBezTo>
                <a:cubicBezTo>
                  <a:pt x="402662" y="158680"/>
                  <a:pt x="393743" y="162318"/>
                  <a:pt x="383967" y="162318"/>
                </a:cubicBezTo>
                <a:cubicBezTo>
                  <a:pt x="372325" y="162318"/>
                  <a:pt x="362175" y="157436"/>
                  <a:pt x="353518" y="147671"/>
                </a:cubicBezTo>
                <a:cubicBezTo>
                  <a:pt x="344861" y="137904"/>
                  <a:pt x="340533" y="124708"/>
                  <a:pt x="340533" y="108082"/>
                </a:cubicBezTo>
                <a:cubicBezTo>
                  <a:pt x="340533" y="91978"/>
                  <a:pt x="345328" y="78895"/>
                  <a:pt x="354918" y="68831"/>
                </a:cubicBezTo>
                <a:cubicBezTo>
                  <a:pt x="364508" y="58766"/>
                  <a:pt x="376019" y="53733"/>
                  <a:pt x="389452" y="53733"/>
                </a:cubicBezTo>
                <a:cubicBezTo>
                  <a:pt x="399527" y="53733"/>
                  <a:pt x="407811" y="56410"/>
                  <a:pt x="414304" y="61765"/>
                </a:cubicBezTo>
                <a:cubicBezTo>
                  <a:pt x="420797" y="67117"/>
                  <a:pt x="424043" y="72676"/>
                  <a:pt x="424043" y="78441"/>
                </a:cubicBezTo>
                <a:cubicBezTo>
                  <a:pt x="424043" y="81286"/>
                  <a:pt x="423129" y="83589"/>
                  <a:pt x="421300" y="85350"/>
                </a:cubicBezTo>
                <a:cubicBezTo>
                  <a:pt x="419472" y="87109"/>
                  <a:pt x="416916" y="87988"/>
                  <a:pt x="413632" y="87988"/>
                </a:cubicBezTo>
                <a:cubicBezTo>
                  <a:pt x="409229" y="87988"/>
                  <a:pt x="405908" y="86558"/>
                  <a:pt x="403669" y="83699"/>
                </a:cubicBezTo>
                <a:cubicBezTo>
                  <a:pt x="402400" y="82118"/>
                  <a:pt x="401561" y="79107"/>
                  <a:pt x="401150" y="74666"/>
                </a:cubicBezTo>
                <a:cubicBezTo>
                  <a:pt x="400740" y="70226"/>
                  <a:pt x="399229" y="66840"/>
                  <a:pt x="396617" y="64508"/>
                </a:cubicBezTo>
                <a:cubicBezTo>
                  <a:pt x="394005" y="62250"/>
                  <a:pt x="390385" y="61121"/>
                  <a:pt x="385758" y="61121"/>
                </a:cubicBezTo>
                <a:cubicBezTo>
                  <a:pt x="378295" y="61121"/>
                  <a:pt x="372288" y="63883"/>
                  <a:pt x="367735" y="69405"/>
                </a:cubicBezTo>
                <a:cubicBezTo>
                  <a:pt x="361690" y="76719"/>
                  <a:pt x="358668" y="86383"/>
                  <a:pt x="358668" y="98399"/>
                </a:cubicBezTo>
                <a:cubicBezTo>
                  <a:pt x="358668" y="110638"/>
                  <a:pt x="361672" y="121440"/>
                  <a:pt x="367679" y="130806"/>
                </a:cubicBezTo>
                <a:cubicBezTo>
                  <a:pt x="373687" y="140172"/>
                  <a:pt x="381803" y="144855"/>
                  <a:pt x="392027" y="144855"/>
                </a:cubicBezTo>
                <a:cubicBezTo>
                  <a:pt x="399341" y="144855"/>
                  <a:pt x="405908" y="142355"/>
                  <a:pt x="411729" y="137355"/>
                </a:cubicBezTo>
                <a:cubicBezTo>
                  <a:pt x="415834" y="133922"/>
                  <a:pt x="419826" y="127691"/>
                  <a:pt x="423707" y="118660"/>
                </a:cubicBezTo>
                <a:lnTo>
                  <a:pt x="426953" y="120228"/>
                </a:lnTo>
                <a:close/>
                <a:moveTo>
                  <a:pt x="471430" y="22837"/>
                </a:moveTo>
                <a:lnTo>
                  <a:pt x="471430" y="56644"/>
                </a:lnTo>
                <a:lnTo>
                  <a:pt x="495386" y="56644"/>
                </a:lnTo>
                <a:lnTo>
                  <a:pt x="495386" y="64256"/>
                </a:lnTo>
                <a:lnTo>
                  <a:pt x="471430" y="64480"/>
                </a:lnTo>
                <a:lnTo>
                  <a:pt x="471430" y="131065"/>
                </a:lnTo>
                <a:cubicBezTo>
                  <a:pt x="471430" y="137714"/>
                  <a:pt x="472382" y="142198"/>
                  <a:pt x="474285" y="144516"/>
                </a:cubicBezTo>
                <a:cubicBezTo>
                  <a:pt x="476188" y="146832"/>
                  <a:pt x="478632" y="147990"/>
                  <a:pt x="481617" y="147990"/>
                </a:cubicBezTo>
                <a:cubicBezTo>
                  <a:pt x="484080" y="147990"/>
                  <a:pt x="486468" y="147215"/>
                  <a:pt x="488781" y="145667"/>
                </a:cubicBezTo>
                <a:cubicBezTo>
                  <a:pt x="491095" y="144118"/>
                  <a:pt x="492886" y="141833"/>
                  <a:pt x="494155" y="138810"/>
                </a:cubicBezTo>
                <a:lnTo>
                  <a:pt x="498521" y="138810"/>
                </a:lnTo>
                <a:cubicBezTo>
                  <a:pt x="495909" y="146161"/>
                  <a:pt x="492214" y="151693"/>
                  <a:pt x="487438" y="155406"/>
                </a:cubicBezTo>
                <a:cubicBezTo>
                  <a:pt x="482662" y="159119"/>
                  <a:pt x="477736" y="160975"/>
                  <a:pt x="472662" y="160975"/>
                </a:cubicBezTo>
                <a:cubicBezTo>
                  <a:pt x="469229" y="160975"/>
                  <a:pt x="465870" y="160020"/>
                  <a:pt x="462587" y="158110"/>
                </a:cubicBezTo>
                <a:cubicBezTo>
                  <a:pt x="459303" y="156200"/>
                  <a:pt x="456877" y="153467"/>
                  <a:pt x="455310" y="149910"/>
                </a:cubicBezTo>
                <a:cubicBezTo>
                  <a:pt x="453743" y="146354"/>
                  <a:pt x="452959" y="140868"/>
                  <a:pt x="452959" y="133454"/>
                </a:cubicBezTo>
                <a:lnTo>
                  <a:pt x="452959" y="64256"/>
                </a:lnTo>
                <a:lnTo>
                  <a:pt x="436728" y="64256"/>
                </a:lnTo>
                <a:lnTo>
                  <a:pt x="436728" y="60667"/>
                </a:lnTo>
                <a:cubicBezTo>
                  <a:pt x="440832" y="59034"/>
                  <a:pt x="445030" y="56270"/>
                  <a:pt x="449321" y="52376"/>
                </a:cubicBezTo>
                <a:cubicBezTo>
                  <a:pt x="453612" y="48481"/>
                  <a:pt x="457437" y="43839"/>
                  <a:pt x="460796" y="38449"/>
                </a:cubicBezTo>
                <a:cubicBezTo>
                  <a:pt x="462512" y="35604"/>
                  <a:pt x="464900" y="30400"/>
                  <a:pt x="467960" y="22837"/>
                </a:cubicBezTo>
                <a:lnTo>
                  <a:pt x="471430" y="22837"/>
                </a:lnTo>
                <a:close/>
                <a:moveTo>
                  <a:pt x="582853" y="0"/>
                </a:moveTo>
                <a:lnTo>
                  <a:pt x="582853" y="208663"/>
                </a:lnTo>
                <a:lnTo>
                  <a:pt x="573561" y="208663"/>
                </a:lnTo>
                <a:lnTo>
                  <a:pt x="573561" y="0"/>
                </a:lnTo>
                <a:lnTo>
                  <a:pt x="582853" y="0"/>
                </a:lnTo>
                <a:close/>
                <a:moveTo>
                  <a:pt x="752962" y="120228"/>
                </a:moveTo>
                <a:cubicBezTo>
                  <a:pt x="750201" y="133735"/>
                  <a:pt x="744790" y="144128"/>
                  <a:pt x="736730" y="151404"/>
                </a:cubicBezTo>
                <a:cubicBezTo>
                  <a:pt x="728670" y="158680"/>
                  <a:pt x="719752" y="162318"/>
                  <a:pt x="709976" y="162318"/>
                </a:cubicBezTo>
                <a:cubicBezTo>
                  <a:pt x="698334" y="162318"/>
                  <a:pt x="688184" y="157436"/>
                  <a:pt x="679527" y="147671"/>
                </a:cubicBezTo>
                <a:cubicBezTo>
                  <a:pt x="670870" y="137904"/>
                  <a:pt x="666542" y="124708"/>
                  <a:pt x="666542" y="108082"/>
                </a:cubicBezTo>
                <a:cubicBezTo>
                  <a:pt x="666542" y="91978"/>
                  <a:pt x="671337" y="78895"/>
                  <a:pt x="680926" y="68831"/>
                </a:cubicBezTo>
                <a:cubicBezTo>
                  <a:pt x="690516" y="58766"/>
                  <a:pt x="702028" y="53733"/>
                  <a:pt x="715461" y="53733"/>
                </a:cubicBezTo>
                <a:cubicBezTo>
                  <a:pt x="725536" y="53733"/>
                  <a:pt x="733820" y="56410"/>
                  <a:pt x="740313" y="61765"/>
                </a:cubicBezTo>
                <a:cubicBezTo>
                  <a:pt x="746805" y="67117"/>
                  <a:pt x="750052" y="72676"/>
                  <a:pt x="750052" y="78441"/>
                </a:cubicBezTo>
                <a:cubicBezTo>
                  <a:pt x="750052" y="81286"/>
                  <a:pt x="749138" y="83589"/>
                  <a:pt x="747309" y="85350"/>
                </a:cubicBezTo>
                <a:cubicBezTo>
                  <a:pt x="745481" y="87109"/>
                  <a:pt x="742925" y="87988"/>
                  <a:pt x="739641" y="87988"/>
                </a:cubicBezTo>
                <a:cubicBezTo>
                  <a:pt x="735238" y="87988"/>
                  <a:pt x="731917" y="86558"/>
                  <a:pt x="729678" y="83699"/>
                </a:cubicBezTo>
                <a:cubicBezTo>
                  <a:pt x="728409" y="82118"/>
                  <a:pt x="727570" y="79107"/>
                  <a:pt x="727159" y="74666"/>
                </a:cubicBezTo>
                <a:cubicBezTo>
                  <a:pt x="726749" y="70226"/>
                  <a:pt x="725238" y="66840"/>
                  <a:pt x="722626" y="64508"/>
                </a:cubicBezTo>
                <a:cubicBezTo>
                  <a:pt x="720014" y="62250"/>
                  <a:pt x="716394" y="61121"/>
                  <a:pt x="711767" y="61121"/>
                </a:cubicBezTo>
                <a:cubicBezTo>
                  <a:pt x="704304" y="61121"/>
                  <a:pt x="698296" y="63883"/>
                  <a:pt x="693744" y="69405"/>
                </a:cubicBezTo>
                <a:cubicBezTo>
                  <a:pt x="687699" y="76719"/>
                  <a:pt x="684677" y="86383"/>
                  <a:pt x="684677" y="98399"/>
                </a:cubicBezTo>
                <a:cubicBezTo>
                  <a:pt x="684677" y="110638"/>
                  <a:pt x="687680" y="121440"/>
                  <a:pt x="693688" y="130806"/>
                </a:cubicBezTo>
                <a:cubicBezTo>
                  <a:pt x="699696" y="140172"/>
                  <a:pt x="707812" y="144855"/>
                  <a:pt x="718036" y="144855"/>
                </a:cubicBezTo>
                <a:cubicBezTo>
                  <a:pt x="725349" y="144855"/>
                  <a:pt x="731917" y="142355"/>
                  <a:pt x="737738" y="137355"/>
                </a:cubicBezTo>
                <a:cubicBezTo>
                  <a:pt x="741843" y="133922"/>
                  <a:pt x="745835" y="127691"/>
                  <a:pt x="749716" y="118660"/>
                </a:cubicBezTo>
                <a:lnTo>
                  <a:pt x="752962" y="120228"/>
                </a:lnTo>
                <a:close/>
                <a:moveTo>
                  <a:pt x="802924" y="0"/>
                </a:moveTo>
                <a:lnTo>
                  <a:pt x="802924" y="135900"/>
                </a:lnTo>
                <a:cubicBezTo>
                  <a:pt x="802924" y="142355"/>
                  <a:pt x="803391" y="146635"/>
                  <a:pt x="804324" y="148738"/>
                </a:cubicBezTo>
                <a:cubicBezTo>
                  <a:pt x="805256" y="150840"/>
                  <a:pt x="806693" y="152435"/>
                  <a:pt x="808633" y="153524"/>
                </a:cubicBezTo>
                <a:cubicBezTo>
                  <a:pt x="810574" y="154611"/>
                  <a:pt x="814193" y="155154"/>
                  <a:pt x="819492" y="155154"/>
                </a:cubicBezTo>
                <a:lnTo>
                  <a:pt x="819492" y="159184"/>
                </a:lnTo>
                <a:lnTo>
                  <a:pt x="769229" y="159184"/>
                </a:lnTo>
                <a:lnTo>
                  <a:pt x="769229" y="155154"/>
                </a:lnTo>
                <a:cubicBezTo>
                  <a:pt x="773931" y="155154"/>
                  <a:pt x="777140" y="154667"/>
                  <a:pt x="778856" y="153692"/>
                </a:cubicBezTo>
                <a:cubicBezTo>
                  <a:pt x="780573" y="152715"/>
                  <a:pt x="781916" y="151101"/>
                  <a:pt x="782886" y="148850"/>
                </a:cubicBezTo>
                <a:cubicBezTo>
                  <a:pt x="783856" y="146597"/>
                  <a:pt x="784342" y="142281"/>
                  <a:pt x="784342" y="135900"/>
                </a:cubicBezTo>
                <a:lnTo>
                  <a:pt x="784342" y="42986"/>
                </a:lnTo>
                <a:cubicBezTo>
                  <a:pt x="784342" y="31419"/>
                  <a:pt x="784080" y="24310"/>
                  <a:pt x="783558" y="21661"/>
                </a:cubicBezTo>
                <a:cubicBezTo>
                  <a:pt x="783036" y="19012"/>
                  <a:pt x="782196" y="17202"/>
                  <a:pt x="781039" y="16232"/>
                </a:cubicBezTo>
                <a:cubicBezTo>
                  <a:pt x="779882" y="15262"/>
                  <a:pt x="778409" y="14777"/>
                  <a:pt x="776617" y="14777"/>
                </a:cubicBezTo>
                <a:cubicBezTo>
                  <a:pt x="774677" y="14777"/>
                  <a:pt x="772214" y="15374"/>
                  <a:pt x="769229" y="16568"/>
                </a:cubicBezTo>
                <a:lnTo>
                  <a:pt x="767326" y="12538"/>
                </a:lnTo>
                <a:lnTo>
                  <a:pt x="797887" y="0"/>
                </a:lnTo>
                <a:lnTo>
                  <a:pt x="802924" y="0"/>
                </a:lnTo>
                <a:close/>
                <a:moveTo>
                  <a:pt x="889495" y="144526"/>
                </a:moveTo>
                <a:cubicBezTo>
                  <a:pt x="878972" y="152659"/>
                  <a:pt x="872368" y="157358"/>
                  <a:pt x="869681" y="158624"/>
                </a:cubicBezTo>
                <a:cubicBezTo>
                  <a:pt x="865651" y="160490"/>
                  <a:pt x="861360" y="161423"/>
                  <a:pt x="856808" y="161423"/>
                </a:cubicBezTo>
                <a:cubicBezTo>
                  <a:pt x="849718" y="161423"/>
                  <a:pt x="843878" y="158997"/>
                  <a:pt x="839288" y="154147"/>
                </a:cubicBezTo>
                <a:cubicBezTo>
                  <a:pt x="834699" y="149296"/>
                  <a:pt x="832404" y="142915"/>
                  <a:pt x="832404" y="135004"/>
                </a:cubicBezTo>
                <a:cubicBezTo>
                  <a:pt x="832404" y="130004"/>
                  <a:pt x="833523" y="125676"/>
                  <a:pt x="835762" y="122019"/>
                </a:cubicBezTo>
                <a:cubicBezTo>
                  <a:pt x="838822" y="116944"/>
                  <a:pt x="844139" y="112168"/>
                  <a:pt x="851714" y="107690"/>
                </a:cubicBezTo>
                <a:cubicBezTo>
                  <a:pt x="859289" y="103212"/>
                  <a:pt x="871883" y="97764"/>
                  <a:pt x="889495" y="91346"/>
                </a:cubicBezTo>
                <a:lnTo>
                  <a:pt x="889495" y="87330"/>
                </a:lnTo>
                <a:cubicBezTo>
                  <a:pt x="889495" y="77143"/>
                  <a:pt x="887872" y="70154"/>
                  <a:pt x="884626" y="66362"/>
                </a:cubicBezTo>
                <a:cubicBezTo>
                  <a:pt x="881379" y="62570"/>
                  <a:pt x="876659" y="60674"/>
                  <a:pt x="870465" y="60674"/>
                </a:cubicBezTo>
                <a:cubicBezTo>
                  <a:pt x="865763" y="60674"/>
                  <a:pt x="862032" y="61942"/>
                  <a:pt x="859270" y="64480"/>
                </a:cubicBezTo>
                <a:cubicBezTo>
                  <a:pt x="856434" y="67017"/>
                  <a:pt x="855017" y="69928"/>
                  <a:pt x="855017" y="73211"/>
                </a:cubicBezTo>
                <a:lnTo>
                  <a:pt x="855240" y="79704"/>
                </a:lnTo>
                <a:cubicBezTo>
                  <a:pt x="855240" y="83137"/>
                  <a:pt x="854364" y="85786"/>
                  <a:pt x="852610" y="87652"/>
                </a:cubicBezTo>
                <a:cubicBezTo>
                  <a:pt x="850856" y="89518"/>
                  <a:pt x="848561" y="90451"/>
                  <a:pt x="845725" y="90451"/>
                </a:cubicBezTo>
                <a:cubicBezTo>
                  <a:pt x="842964" y="90451"/>
                  <a:pt x="840706" y="89478"/>
                  <a:pt x="838953" y="87533"/>
                </a:cubicBezTo>
                <a:cubicBezTo>
                  <a:pt x="837199" y="85586"/>
                  <a:pt x="836322" y="82928"/>
                  <a:pt x="836322" y="79561"/>
                </a:cubicBezTo>
                <a:cubicBezTo>
                  <a:pt x="836322" y="73121"/>
                  <a:pt x="839606" y="67207"/>
                  <a:pt x="846173" y="61817"/>
                </a:cubicBezTo>
                <a:cubicBezTo>
                  <a:pt x="852740" y="56428"/>
                  <a:pt x="861957" y="53733"/>
                  <a:pt x="873823" y="53733"/>
                </a:cubicBezTo>
                <a:cubicBezTo>
                  <a:pt x="882928" y="53733"/>
                  <a:pt x="890391" y="55261"/>
                  <a:pt x="896212" y="58316"/>
                </a:cubicBezTo>
                <a:cubicBezTo>
                  <a:pt x="900615" y="60627"/>
                  <a:pt x="903861" y="64243"/>
                  <a:pt x="905951" y="69164"/>
                </a:cubicBezTo>
                <a:cubicBezTo>
                  <a:pt x="907294" y="72368"/>
                  <a:pt x="907966" y="78927"/>
                  <a:pt x="907966" y="88841"/>
                </a:cubicBezTo>
                <a:lnTo>
                  <a:pt x="907966" y="123614"/>
                </a:lnTo>
                <a:cubicBezTo>
                  <a:pt x="907966" y="133379"/>
                  <a:pt x="908152" y="139361"/>
                  <a:pt x="908526" y="141560"/>
                </a:cubicBezTo>
                <a:cubicBezTo>
                  <a:pt x="908899" y="143759"/>
                  <a:pt x="909514" y="145232"/>
                  <a:pt x="910373" y="145978"/>
                </a:cubicBezTo>
                <a:cubicBezTo>
                  <a:pt x="911231" y="146722"/>
                  <a:pt x="912220" y="147094"/>
                  <a:pt x="913339" y="147094"/>
                </a:cubicBezTo>
                <a:cubicBezTo>
                  <a:pt x="914533" y="147094"/>
                  <a:pt x="915578" y="146833"/>
                  <a:pt x="916474" y="146310"/>
                </a:cubicBezTo>
                <a:cubicBezTo>
                  <a:pt x="918041" y="145340"/>
                  <a:pt x="921063" y="142616"/>
                  <a:pt x="925541" y="138139"/>
                </a:cubicBezTo>
                <a:lnTo>
                  <a:pt x="925541" y="144407"/>
                </a:lnTo>
                <a:cubicBezTo>
                  <a:pt x="917183" y="155602"/>
                  <a:pt x="909197" y="161199"/>
                  <a:pt x="901585" y="161199"/>
                </a:cubicBezTo>
                <a:cubicBezTo>
                  <a:pt x="897928" y="161199"/>
                  <a:pt x="895018" y="159940"/>
                  <a:pt x="892853" y="157421"/>
                </a:cubicBezTo>
                <a:cubicBezTo>
                  <a:pt x="890689" y="154900"/>
                  <a:pt x="889570" y="150602"/>
                  <a:pt x="889495" y="144526"/>
                </a:cubicBezTo>
                <a:moveTo>
                  <a:pt x="889495" y="137268"/>
                </a:moveTo>
                <a:lnTo>
                  <a:pt x="889495" y="98287"/>
                </a:lnTo>
                <a:cubicBezTo>
                  <a:pt x="878226" y="102755"/>
                  <a:pt x="870950" y="105920"/>
                  <a:pt x="867666" y="107781"/>
                </a:cubicBezTo>
                <a:cubicBezTo>
                  <a:pt x="861770" y="111058"/>
                  <a:pt x="857554" y="114483"/>
                  <a:pt x="855017" y="118059"/>
                </a:cubicBezTo>
                <a:cubicBezTo>
                  <a:pt x="852479" y="121632"/>
                  <a:pt x="851210" y="125540"/>
                  <a:pt x="851210" y="129785"/>
                </a:cubicBezTo>
                <a:cubicBezTo>
                  <a:pt x="851210" y="135146"/>
                  <a:pt x="852815" y="139596"/>
                  <a:pt x="856024" y="143134"/>
                </a:cubicBezTo>
                <a:cubicBezTo>
                  <a:pt x="859233" y="146670"/>
                  <a:pt x="862927" y="148437"/>
                  <a:pt x="867106" y="148437"/>
                </a:cubicBezTo>
                <a:cubicBezTo>
                  <a:pt x="872778" y="148437"/>
                  <a:pt x="880241" y="144714"/>
                  <a:pt x="889495" y="137268"/>
                </a:cubicBezTo>
                <a:close/>
                <a:moveTo>
                  <a:pt x="999459" y="53733"/>
                </a:moveTo>
                <a:lnTo>
                  <a:pt x="999459" y="88659"/>
                </a:lnTo>
                <a:lnTo>
                  <a:pt x="995765" y="88659"/>
                </a:lnTo>
                <a:cubicBezTo>
                  <a:pt x="992929" y="77733"/>
                  <a:pt x="989291" y="70301"/>
                  <a:pt x="984850" y="66362"/>
                </a:cubicBezTo>
                <a:cubicBezTo>
                  <a:pt x="980410" y="62420"/>
                  <a:pt x="974757" y="60450"/>
                  <a:pt x="967891" y="60450"/>
                </a:cubicBezTo>
                <a:cubicBezTo>
                  <a:pt x="962667" y="60450"/>
                  <a:pt x="958450" y="61826"/>
                  <a:pt x="955241" y="64578"/>
                </a:cubicBezTo>
                <a:cubicBezTo>
                  <a:pt x="952032" y="67330"/>
                  <a:pt x="950428" y="70379"/>
                  <a:pt x="950428" y="73725"/>
                </a:cubicBezTo>
                <a:cubicBezTo>
                  <a:pt x="950428" y="77888"/>
                  <a:pt x="951622" y="81458"/>
                  <a:pt x="954010" y="84434"/>
                </a:cubicBezTo>
                <a:cubicBezTo>
                  <a:pt x="956323" y="87482"/>
                  <a:pt x="961025" y="90716"/>
                  <a:pt x="968115" y="94138"/>
                </a:cubicBezTo>
                <a:lnTo>
                  <a:pt x="984459" y="102058"/>
                </a:lnTo>
                <a:cubicBezTo>
                  <a:pt x="999608" y="109437"/>
                  <a:pt x="1007183" y="119163"/>
                  <a:pt x="1007183" y="131237"/>
                </a:cubicBezTo>
                <a:cubicBezTo>
                  <a:pt x="1007183" y="140554"/>
                  <a:pt x="1003657" y="148063"/>
                  <a:pt x="996604" y="153765"/>
                </a:cubicBezTo>
                <a:cubicBezTo>
                  <a:pt x="989552" y="159467"/>
                  <a:pt x="981660" y="162318"/>
                  <a:pt x="972928" y="162318"/>
                </a:cubicBezTo>
                <a:cubicBezTo>
                  <a:pt x="966659" y="162318"/>
                  <a:pt x="959495" y="161255"/>
                  <a:pt x="951435" y="159128"/>
                </a:cubicBezTo>
                <a:cubicBezTo>
                  <a:pt x="948972" y="158419"/>
                  <a:pt x="946957" y="158065"/>
                  <a:pt x="945390" y="158065"/>
                </a:cubicBezTo>
                <a:cubicBezTo>
                  <a:pt x="943674" y="158065"/>
                  <a:pt x="942330" y="158960"/>
                  <a:pt x="941360" y="160751"/>
                </a:cubicBezTo>
                <a:lnTo>
                  <a:pt x="937666" y="160751"/>
                </a:lnTo>
                <a:lnTo>
                  <a:pt x="937666" y="124034"/>
                </a:lnTo>
                <a:lnTo>
                  <a:pt x="941360" y="124034"/>
                </a:lnTo>
                <a:cubicBezTo>
                  <a:pt x="943450" y="134482"/>
                  <a:pt x="947442" y="142355"/>
                  <a:pt x="953338" y="147654"/>
                </a:cubicBezTo>
                <a:cubicBezTo>
                  <a:pt x="959234" y="152952"/>
                  <a:pt x="965839" y="155602"/>
                  <a:pt x="973152" y="155602"/>
                </a:cubicBezTo>
                <a:cubicBezTo>
                  <a:pt x="978302" y="155602"/>
                  <a:pt x="982499" y="154099"/>
                  <a:pt x="985746" y="151093"/>
                </a:cubicBezTo>
                <a:cubicBezTo>
                  <a:pt x="988992" y="148084"/>
                  <a:pt x="990615" y="144463"/>
                  <a:pt x="990615" y="140231"/>
                </a:cubicBezTo>
                <a:cubicBezTo>
                  <a:pt x="990615" y="135107"/>
                  <a:pt x="988806" y="130800"/>
                  <a:pt x="985186" y="127312"/>
                </a:cubicBezTo>
                <a:cubicBezTo>
                  <a:pt x="981567" y="123820"/>
                  <a:pt x="974346" y="119411"/>
                  <a:pt x="963525" y="114085"/>
                </a:cubicBezTo>
                <a:cubicBezTo>
                  <a:pt x="952704" y="108756"/>
                  <a:pt x="945614" y="103923"/>
                  <a:pt x="942256" y="99588"/>
                </a:cubicBezTo>
                <a:cubicBezTo>
                  <a:pt x="938897" y="95327"/>
                  <a:pt x="937218" y="89946"/>
                  <a:pt x="937218" y="83444"/>
                </a:cubicBezTo>
                <a:cubicBezTo>
                  <a:pt x="937218" y="74996"/>
                  <a:pt x="940110" y="67934"/>
                  <a:pt x="945894" y="62255"/>
                </a:cubicBezTo>
                <a:cubicBezTo>
                  <a:pt x="951678" y="56574"/>
                  <a:pt x="959159" y="53733"/>
                  <a:pt x="968339" y="53733"/>
                </a:cubicBezTo>
                <a:cubicBezTo>
                  <a:pt x="972369" y="53733"/>
                  <a:pt x="977257" y="54591"/>
                  <a:pt x="983003" y="56308"/>
                </a:cubicBezTo>
                <a:cubicBezTo>
                  <a:pt x="986809" y="57427"/>
                  <a:pt x="989347" y="57987"/>
                  <a:pt x="990615" y="57987"/>
                </a:cubicBezTo>
                <a:cubicBezTo>
                  <a:pt x="991809" y="57987"/>
                  <a:pt x="992742" y="57726"/>
                  <a:pt x="993414" y="57203"/>
                </a:cubicBezTo>
                <a:cubicBezTo>
                  <a:pt x="994086" y="56681"/>
                  <a:pt x="994869" y="55524"/>
                  <a:pt x="995765" y="53733"/>
                </a:cubicBezTo>
                <a:lnTo>
                  <a:pt x="999459" y="53733"/>
                </a:lnTo>
                <a:close/>
                <a:moveTo>
                  <a:pt x="1088641" y="53733"/>
                </a:moveTo>
                <a:lnTo>
                  <a:pt x="1088641" y="88659"/>
                </a:lnTo>
                <a:lnTo>
                  <a:pt x="1084947" y="88659"/>
                </a:lnTo>
                <a:cubicBezTo>
                  <a:pt x="1082111" y="77733"/>
                  <a:pt x="1078473" y="70301"/>
                  <a:pt x="1074033" y="66362"/>
                </a:cubicBezTo>
                <a:cubicBezTo>
                  <a:pt x="1069592" y="62420"/>
                  <a:pt x="1063939" y="60450"/>
                  <a:pt x="1057073" y="60450"/>
                </a:cubicBezTo>
                <a:cubicBezTo>
                  <a:pt x="1051849" y="60450"/>
                  <a:pt x="1047633" y="61826"/>
                  <a:pt x="1044424" y="64578"/>
                </a:cubicBezTo>
                <a:cubicBezTo>
                  <a:pt x="1041215" y="67330"/>
                  <a:pt x="1039610" y="70379"/>
                  <a:pt x="1039610" y="73725"/>
                </a:cubicBezTo>
                <a:cubicBezTo>
                  <a:pt x="1039610" y="77888"/>
                  <a:pt x="1040804" y="81458"/>
                  <a:pt x="1043192" y="84434"/>
                </a:cubicBezTo>
                <a:cubicBezTo>
                  <a:pt x="1045506" y="87482"/>
                  <a:pt x="1050207" y="90716"/>
                  <a:pt x="1057297" y="94138"/>
                </a:cubicBezTo>
                <a:lnTo>
                  <a:pt x="1073641" y="102058"/>
                </a:lnTo>
                <a:cubicBezTo>
                  <a:pt x="1088791" y="109437"/>
                  <a:pt x="1096366" y="119163"/>
                  <a:pt x="1096366" y="131237"/>
                </a:cubicBezTo>
                <a:cubicBezTo>
                  <a:pt x="1096366" y="140554"/>
                  <a:pt x="1092839" y="148063"/>
                  <a:pt x="1085787" y="153765"/>
                </a:cubicBezTo>
                <a:cubicBezTo>
                  <a:pt x="1078734" y="159467"/>
                  <a:pt x="1070842" y="162318"/>
                  <a:pt x="1062111" y="162318"/>
                </a:cubicBezTo>
                <a:cubicBezTo>
                  <a:pt x="1055842" y="162318"/>
                  <a:pt x="1048677" y="161255"/>
                  <a:pt x="1040618" y="159128"/>
                </a:cubicBezTo>
                <a:cubicBezTo>
                  <a:pt x="1038155" y="158419"/>
                  <a:pt x="1036140" y="158065"/>
                  <a:pt x="1034573" y="158065"/>
                </a:cubicBezTo>
                <a:cubicBezTo>
                  <a:pt x="1032856" y="158065"/>
                  <a:pt x="1031513" y="158960"/>
                  <a:pt x="1030543" y="160751"/>
                </a:cubicBezTo>
                <a:lnTo>
                  <a:pt x="1026848" y="160751"/>
                </a:lnTo>
                <a:lnTo>
                  <a:pt x="1026848" y="124034"/>
                </a:lnTo>
                <a:lnTo>
                  <a:pt x="1030543" y="124034"/>
                </a:lnTo>
                <a:cubicBezTo>
                  <a:pt x="1032632" y="134482"/>
                  <a:pt x="1036625" y="142355"/>
                  <a:pt x="1042521" y="147654"/>
                </a:cubicBezTo>
                <a:cubicBezTo>
                  <a:pt x="1048416" y="152952"/>
                  <a:pt x="1055021" y="155602"/>
                  <a:pt x="1062335" y="155602"/>
                </a:cubicBezTo>
                <a:cubicBezTo>
                  <a:pt x="1067484" y="155602"/>
                  <a:pt x="1071682" y="154099"/>
                  <a:pt x="1074928" y="151093"/>
                </a:cubicBezTo>
                <a:cubicBezTo>
                  <a:pt x="1078175" y="148084"/>
                  <a:pt x="1079798" y="144463"/>
                  <a:pt x="1079798" y="140231"/>
                </a:cubicBezTo>
                <a:cubicBezTo>
                  <a:pt x="1079798" y="135107"/>
                  <a:pt x="1077988" y="130800"/>
                  <a:pt x="1074369" y="127312"/>
                </a:cubicBezTo>
                <a:cubicBezTo>
                  <a:pt x="1070749" y="123820"/>
                  <a:pt x="1063529" y="119411"/>
                  <a:pt x="1052707" y="114085"/>
                </a:cubicBezTo>
                <a:cubicBezTo>
                  <a:pt x="1041886" y="108756"/>
                  <a:pt x="1034796" y="103923"/>
                  <a:pt x="1031438" y="99588"/>
                </a:cubicBezTo>
                <a:cubicBezTo>
                  <a:pt x="1028080" y="95327"/>
                  <a:pt x="1026401" y="89946"/>
                  <a:pt x="1026401" y="83444"/>
                </a:cubicBezTo>
                <a:cubicBezTo>
                  <a:pt x="1026401" y="74996"/>
                  <a:pt x="1029293" y="67934"/>
                  <a:pt x="1035076" y="62255"/>
                </a:cubicBezTo>
                <a:cubicBezTo>
                  <a:pt x="1040860" y="56574"/>
                  <a:pt x="1048342" y="53733"/>
                  <a:pt x="1057521" y="53733"/>
                </a:cubicBezTo>
                <a:cubicBezTo>
                  <a:pt x="1061551" y="53733"/>
                  <a:pt x="1066439" y="54591"/>
                  <a:pt x="1072186" y="56308"/>
                </a:cubicBezTo>
                <a:cubicBezTo>
                  <a:pt x="1075992" y="57427"/>
                  <a:pt x="1078529" y="57987"/>
                  <a:pt x="1079798" y="57987"/>
                </a:cubicBezTo>
                <a:cubicBezTo>
                  <a:pt x="1080992" y="57987"/>
                  <a:pt x="1081925" y="57726"/>
                  <a:pt x="1082596" y="57203"/>
                </a:cubicBezTo>
                <a:cubicBezTo>
                  <a:pt x="1083268" y="56681"/>
                  <a:pt x="1084052" y="55524"/>
                  <a:pt x="1084947" y="53733"/>
                </a:cubicBezTo>
                <a:lnTo>
                  <a:pt x="1088641" y="53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V→x|y|z|...">
            <a:extLst xmlns:a="http://schemas.openxmlformats.org/drawingml/2006/main">
              <a:ext uri="{FF2B5EF4-FFF2-40B4-BE49-F238E27FC236}">
                <a16:creationId xmlns:a16="http://schemas.microsoft.com/office/drawing/2014/main" id="{C6564661-6B7E-40E3-BFA5-D42509CE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35" y="2852498"/>
            <a:ext cx="1471565" cy="208663"/>
          </a:xfrm>
          <a:custGeom xmlns:a="http://schemas.openxmlformats.org/drawingml/2006/main">
            <a:pathLst>
              <a:path w="1471565" h="208663">
                <a:moveTo>
                  <a:pt x="160751" y="7388"/>
                </a:moveTo>
                <a:lnTo>
                  <a:pt x="160751" y="11642"/>
                </a:lnTo>
                <a:cubicBezTo>
                  <a:pt x="155378" y="12605"/>
                  <a:pt x="151311" y="14310"/>
                  <a:pt x="148549" y="16757"/>
                </a:cubicBezTo>
                <a:cubicBezTo>
                  <a:pt x="144594" y="20390"/>
                  <a:pt x="141086" y="25951"/>
                  <a:pt x="138027" y="33440"/>
                </a:cubicBezTo>
                <a:lnTo>
                  <a:pt x="85077" y="162542"/>
                </a:lnTo>
                <a:lnTo>
                  <a:pt x="80935" y="162542"/>
                </a:lnTo>
                <a:lnTo>
                  <a:pt x="24068" y="31747"/>
                </a:lnTo>
                <a:cubicBezTo>
                  <a:pt x="21157" y="25081"/>
                  <a:pt x="19105" y="21008"/>
                  <a:pt x="17911" y="19527"/>
                </a:cubicBezTo>
                <a:cubicBezTo>
                  <a:pt x="16045" y="17232"/>
                  <a:pt x="13750" y="15438"/>
                  <a:pt x="11026" y="14143"/>
                </a:cubicBezTo>
                <a:cubicBezTo>
                  <a:pt x="8302" y="12847"/>
                  <a:pt x="4627" y="12013"/>
                  <a:pt x="0" y="11642"/>
                </a:cubicBezTo>
                <a:lnTo>
                  <a:pt x="0" y="7388"/>
                </a:lnTo>
                <a:lnTo>
                  <a:pt x="62017" y="7388"/>
                </a:lnTo>
                <a:lnTo>
                  <a:pt x="62017" y="11642"/>
                </a:lnTo>
                <a:cubicBezTo>
                  <a:pt x="55002" y="12314"/>
                  <a:pt x="50449" y="13508"/>
                  <a:pt x="48360" y="15224"/>
                </a:cubicBezTo>
                <a:cubicBezTo>
                  <a:pt x="46270" y="16941"/>
                  <a:pt x="45225" y="19142"/>
                  <a:pt x="45225" y="21829"/>
                </a:cubicBezTo>
                <a:cubicBezTo>
                  <a:pt x="45225" y="25560"/>
                  <a:pt x="46942" y="31382"/>
                  <a:pt x="50375" y="39292"/>
                </a:cubicBezTo>
                <a:lnTo>
                  <a:pt x="88995" y="128288"/>
                </a:lnTo>
                <a:lnTo>
                  <a:pt x="124817" y="40412"/>
                </a:lnTo>
                <a:cubicBezTo>
                  <a:pt x="128325" y="31755"/>
                  <a:pt x="130079" y="25747"/>
                  <a:pt x="130079" y="22389"/>
                </a:cubicBezTo>
                <a:cubicBezTo>
                  <a:pt x="130079" y="20225"/>
                  <a:pt x="128997" y="18154"/>
                  <a:pt x="126832" y="16176"/>
                </a:cubicBezTo>
                <a:cubicBezTo>
                  <a:pt x="124668" y="14198"/>
                  <a:pt x="121011" y="12799"/>
                  <a:pt x="115862" y="11978"/>
                </a:cubicBezTo>
                <a:cubicBezTo>
                  <a:pt x="115489" y="11903"/>
                  <a:pt x="114854" y="11791"/>
                  <a:pt x="113959" y="11642"/>
                </a:cubicBezTo>
                <a:lnTo>
                  <a:pt x="113959" y="7388"/>
                </a:lnTo>
                <a:lnTo>
                  <a:pt x="160751" y="7388"/>
                </a:lnTo>
                <a:close/>
                <a:moveTo>
                  <a:pt x="390847" y="61121"/>
                </a:moveTo>
                <a:cubicBezTo>
                  <a:pt x="400773" y="71982"/>
                  <a:pt x="409355" y="80242"/>
                  <a:pt x="416594" y="85899"/>
                </a:cubicBezTo>
                <a:cubicBezTo>
                  <a:pt x="423833" y="91555"/>
                  <a:pt x="430662" y="95768"/>
                  <a:pt x="437080" y="98538"/>
                </a:cubicBezTo>
                <a:lnTo>
                  <a:pt x="437080" y="103625"/>
                </a:lnTo>
                <a:cubicBezTo>
                  <a:pt x="429692" y="107221"/>
                  <a:pt x="422527" y="111810"/>
                  <a:pt x="415587" y="117391"/>
                </a:cubicBezTo>
                <a:cubicBezTo>
                  <a:pt x="408646" y="122971"/>
                  <a:pt x="400362" y="131156"/>
                  <a:pt x="390735" y="141945"/>
                </a:cubicBezTo>
                <a:lnTo>
                  <a:pt x="382116" y="141945"/>
                </a:lnTo>
                <a:cubicBezTo>
                  <a:pt x="389131" y="126895"/>
                  <a:pt x="396482" y="115328"/>
                  <a:pt x="404169" y="107242"/>
                </a:cubicBezTo>
                <a:lnTo>
                  <a:pt x="225618" y="107242"/>
                </a:lnTo>
                <a:lnTo>
                  <a:pt x="225618" y="95824"/>
                </a:lnTo>
                <a:lnTo>
                  <a:pt x="404169" y="95824"/>
                </a:lnTo>
                <a:cubicBezTo>
                  <a:pt x="398497" y="88562"/>
                  <a:pt x="394541" y="83171"/>
                  <a:pt x="392303" y="79651"/>
                </a:cubicBezTo>
                <a:cubicBezTo>
                  <a:pt x="390064" y="76132"/>
                  <a:pt x="386743" y="69956"/>
                  <a:pt x="382340" y="61121"/>
                </a:cubicBezTo>
                <a:lnTo>
                  <a:pt x="390847" y="61121"/>
                </a:lnTo>
                <a:close/>
                <a:moveTo>
                  <a:pt x="506373" y="56644"/>
                </a:moveTo>
                <a:lnTo>
                  <a:pt x="554621" y="56644"/>
                </a:lnTo>
                <a:lnTo>
                  <a:pt x="554621" y="60674"/>
                </a:lnTo>
                <a:cubicBezTo>
                  <a:pt x="551561" y="60674"/>
                  <a:pt x="549416" y="61202"/>
                  <a:pt x="548184" y="62258"/>
                </a:cubicBezTo>
                <a:cubicBezTo>
                  <a:pt x="546953" y="63312"/>
                  <a:pt x="546337" y="64706"/>
                  <a:pt x="546337" y="66439"/>
                </a:cubicBezTo>
                <a:cubicBezTo>
                  <a:pt x="546337" y="68248"/>
                  <a:pt x="547643" y="71038"/>
                  <a:pt x="550255" y="74806"/>
                </a:cubicBezTo>
                <a:cubicBezTo>
                  <a:pt x="551076" y="75975"/>
                  <a:pt x="552307" y="77802"/>
                  <a:pt x="553949" y="80288"/>
                </a:cubicBezTo>
                <a:lnTo>
                  <a:pt x="561226" y="91972"/>
                </a:lnTo>
                <a:lnTo>
                  <a:pt x="569621" y="80330"/>
                </a:lnTo>
                <a:cubicBezTo>
                  <a:pt x="574995" y="73014"/>
                  <a:pt x="577681" y="68366"/>
                  <a:pt x="577681" y="66386"/>
                </a:cubicBezTo>
                <a:cubicBezTo>
                  <a:pt x="577681" y="64786"/>
                  <a:pt x="577047" y="63435"/>
                  <a:pt x="575778" y="62332"/>
                </a:cubicBezTo>
                <a:cubicBezTo>
                  <a:pt x="574510" y="61226"/>
                  <a:pt x="572457" y="60674"/>
                  <a:pt x="569621" y="60674"/>
                </a:cubicBezTo>
                <a:lnTo>
                  <a:pt x="569621" y="56644"/>
                </a:lnTo>
                <a:lnTo>
                  <a:pt x="604324" y="56644"/>
                </a:lnTo>
                <a:lnTo>
                  <a:pt x="604324" y="60674"/>
                </a:lnTo>
                <a:cubicBezTo>
                  <a:pt x="600667" y="60897"/>
                  <a:pt x="597495" y="61906"/>
                  <a:pt x="594809" y="63699"/>
                </a:cubicBezTo>
                <a:cubicBezTo>
                  <a:pt x="591152" y="66239"/>
                  <a:pt x="586152" y="71766"/>
                  <a:pt x="579808" y="80281"/>
                </a:cubicBezTo>
                <a:lnTo>
                  <a:pt x="565815" y="98955"/>
                </a:lnTo>
                <a:lnTo>
                  <a:pt x="591338" y="135763"/>
                </a:lnTo>
                <a:cubicBezTo>
                  <a:pt x="597607" y="144805"/>
                  <a:pt x="602085" y="150241"/>
                  <a:pt x="604772" y="152072"/>
                </a:cubicBezTo>
                <a:cubicBezTo>
                  <a:pt x="607458" y="153903"/>
                  <a:pt x="610929" y="154930"/>
                  <a:pt x="615183" y="155154"/>
                </a:cubicBezTo>
                <a:lnTo>
                  <a:pt x="615183" y="159184"/>
                </a:lnTo>
                <a:lnTo>
                  <a:pt x="566823" y="159184"/>
                </a:lnTo>
                <a:lnTo>
                  <a:pt x="566823" y="155154"/>
                </a:lnTo>
                <a:cubicBezTo>
                  <a:pt x="570181" y="155154"/>
                  <a:pt x="572793" y="154407"/>
                  <a:pt x="574659" y="152912"/>
                </a:cubicBezTo>
                <a:cubicBezTo>
                  <a:pt x="576077" y="151865"/>
                  <a:pt x="576786" y="150480"/>
                  <a:pt x="576786" y="148759"/>
                </a:cubicBezTo>
                <a:cubicBezTo>
                  <a:pt x="576786" y="147040"/>
                  <a:pt x="574398" y="142704"/>
                  <a:pt x="569621" y="135749"/>
                </a:cubicBezTo>
                <a:lnTo>
                  <a:pt x="554621" y="113815"/>
                </a:lnTo>
                <a:lnTo>
                  <a:pt x="538165" y="135658"/>
                </a:lnTo>
                <a:cubicBezTo>
                  <a:pt x="533090" y="142494"/>
                  <a:pt x="530553" y="146551"/>
                  <a:pt x="530553" y="147829"/>
                </a:cubicBezTo>
                <a:cubicBezTo>
                  <a:pt x="530553" y="149631"/>
                  <a:pt x="531393" y="151266"/>
                  <a:pt x="533072" y="152733"/>
                </a:cubicBezTo>
                <a:cubicBezTo>
                  <a:pt x="534751" y="154198"/>
                  <a:pt x="537270" y="155005"/>
                  <a:pt x="540628" y="155154"/>
                </a:cubicBezTo>
                <a:lnTo>
                  <a:pt x="540628" y="159184"/>
                </a:lnTo>
                <a:lnTo>
                  <a:pt x="507157" y="159184"/>
                </a:lnTo>
                <a:lnTo>
                  <a:pt x="507157" y="155154"/>
                </a:lnTo>
                <a:cubicBezTo>
                  <a:pt x="509843" y="154781"/>
                  <a:pt x="512194" y="153847"/>
                  <a:pt x="514209" y="152352"/>
                </a:cubicBezTo>
                <a:cubicBezTo>
                  <a:pt x="517045" y="150185"/>
                  <a:pt x="521821" y="144656"/>
                  <a:pt x="528538" y="135763"/>
                </a:cubicBezTo>
                <a:lnTo>
                  <a:pt x="550031" y="107158"/>
                </a:lnTo>
                <a:lnTo>
                  <a:pt x="530553" y="78941"/>
                </a:lnTo>
                <a:cubicBezTo>
                  <a:pt x="525030" y="70872"/>
                  <a:pt x="520758" y="65810"/>
                  <a:pt x="517735" y="63755"/>
                </a:cubicBezTo>
                <a:cubicBezTo>
                  <a:pt x="514713" y="61701"/>
                  <a:pt x="510926" y="60674"/>
                  <a:pt x="506373" y="60674"/>
                </a:cubicBezTo>
                <a:lnTo>
                  <a:pt x="506373" y="56644"/>
                </a:lnTo>
                <a:close/>
                <a:moveTo>
                  <a:pt x="702611" y="0"/>
                </a:moveTo>
                <a:lnTo>
                  <a:pt x="702611" y="208663"/>
                </a:lnTo>
                <a:lnTo>
                  <a:pt x="693319" y="208663"/>
                </a:lnTo>
                <a:lnTo>
                  <a:pt x="693319" y="0"/>
                </a:lnTo>
                <a:lnTo>
                  <a:pt x="702611" y="0"/>
                </a:lnTo>
                <a:close/>
                <a:moveTo>
                  <a:pt x="779807" y="56644"/>
                </a:moveTo>
                <a:lnTo>
                  <a:pt x="827607" y="56644"/>
                </a:lnTo>
                <a:lnTo>
                  <a:pt x="827607" y="60674"/>
                </a:lnTo>
                <a:lnTo>
                  <a:pt x="825256" y="60674"/>
                </a:lnTo>
                <a:cubicBezTo>
                  <a:pt x="821898" y="60674"/>
                  <a:pt x="819379" y="61405"/>
                  <a:pt x="817700" y="62867"/>
                </a:cubicBezTo>
                <a:cubicBezTo>
                  <a:pt x="816021" y="64329"/>
                  <a:pt x="815181" y="66147"/>
                  <a:pt x="815181" y="68321"/>
                </a:cubicBezTo>
                <a:cubicBezTo>
                  <a:pt x="815181" y="71245"/>
                  <a:pt x="816413" y="75294"/>
                  <a:pt x="818875" y="80467"/>
                </a:cubicBezTo>
                <a:lnTo>
                  <a:pt x="843839" y="132318"/>
                </a:lnTo>
                <a:lnTo>
                  <a:pt x="866787" y="75545"/>
                </a:lnTo>
                <a:cubicBezTo>
                  <a:pt x="868056" y="72466"/>
                  <a:pt x="868690" y="69424"/>
                  <a:pt x="868690" y="66418"/>
                </a:cubicBezTo>
                <a:cubicBezTo>
                  <a:pt x="868690" y="65067"/>
                  <a:pt x="868429" y="64054"/>
                  <a:pt x="867907" y="63378"/>
                </a:cubicBezTo>
                <a:cubicBezTo>
                  <a:pt x="867310" y="62552"/>
                  <a:pt x="866377" y="61896"/>
                  <a:pt x="865108" y="61408"/>
                </a:cubicBezTo>
                <a:cubicBezTo>
                  <a:pt x="863839" y="60918"/>
                  <a:pt x="861600" y="60674"/>
                  <a:pt x="858391" y="60674"/>
                </a:cubicBezTo>
                <a:lnTo>
                  <a:pt x="858391" y="56644"/>
                </a:lnTo>
                <a:lnTo>
                  <a:pt x="891751" y="56644"/>
                </a:lnTo>
                <a:lnTo>
                  <a:pt x="891751" y="60674"/>
                </a:lnTo>
                <a:cubicBezTo>
                  <a:pt x="888989" y="60972"/>
                  <a:pt x="886862" y="61571"/>
                  <a:pt x="885370" y="62472"/>
                </a:cubicBezTo>
                <a:cubicBezTo>
                  <a:pt x="883877" y="63369"/>
                  <a:pt x="882235" y="65054"/>
                  <a:pt x="880444" y="67527"/>
                </a:cubicBezTo>
                <a:cubicBezTo>
                  <a:pt x="879773" y="68576"/>
                  <a:pt x="878504" y="71460"/>
                  <a:pt x="876638" y="76178"/>
                </a:cubicBezTo>
                <a:lnTo>
                  <a:pt x="834883" y="178445"/>
                </a:lnTo>
                <a:cubicBezTo>
                  <a:pt x="830853" y="188406"/>
                  <a:pt x="825573" y="195932"/>
                  <a:pt x="819043" y="201023"/>
                </a:cubicBezTo>
                <a:cubicBezTo>
                  <a:pt x="812513" y="206116"/>
                  <a:pt x="806226" y="208663"/>
                  <a:pt x="800181" y="208663"/>
                </a:cubicBezTo>
                <a:cubicBezTo>
                  <a:pt x="795778" y="208663"/>
                  <a:pt x="792158" y="207387"/>
                  <a:pt x="789322" y="204836"/>
                </a:cubicBezTo>
                <a:cubicBezTo>
                  <a:pt x="786486" y="202287"/>
                  <a:pt x="785068" y="199364"/>
                  <a:pt x="785068" y="196066"/>
                </a:cubicBezTo>
                <a:cubicBezTo>
                  <a:pt x="785068" y="192915"/>
                  <a:pt x="786094" y="190384"/>
                  <a:pt x="788147" y="188471"/>
                </a:cubicBezTo>
                <a:cubicBezTo>
                  <a:pt x="790199" y="186559"/>
                  <a:pt x="793016" y="185603"/>
                  <a:pt x="796598" y="185603"/>
                </a:cubicBezTo>
                <a:cubicBezTo>
                  <a:pt x="799061" y="185603"/>
                  <a:pt x="802420" y="186402"/>
                  <a:pt x="806673" y="187999"/>
                </a:cubicBezTo>
                <a:cubicBezTo>
                  <a:pt x="809659" y="189088"/>
                  <a:pt x="811524" y="189633"/>
                  <a:pt x="812271" y="189633"/>
                </a:cubicBezTo>
                <a:cubicBezTo>
                  <a:pt x="814509" y="189633"/>
                  <a:pt x="816954" y="188484"/>
                  <a:pt x="819603" y="186187"/>
                </a:cubicBezTo>
                <a:cubicBezTo>
                  <a:pt x="822252" y="183890"/>
                  <a:pt x="824920" y="179445"/>
                  <a:pt x="827607" y="172852"/>
                </a:cubicBezTo>
                <a:lnTo>
                  <a:pt x="834883" y="154941"/>
                </a:lnTo>
                <a:lnTo>
                  <a:pt x="798054" y="77790"/>
                </a:lnTo>
                <a:cubicBezTo>
                  <a:pt x="796934" y="75463"/>
                  <a:pt x="795143" y="72572"/>
                  <a:pt x="792680" y="69118"/>
                </a:cubicBezTo>
                <a:cubicBezTo>
                  <a:pt x="790815" y="66492"/>
                  <a:pt x="789285" y="64728"/>
                  <a:pt x="788091" y="63825"/>
                </a:cubicBezTo>
                <a:cubicBezTo>
                  <a:pt x="786374" y="62624"/>
                  <a:pt x="783613" y="61574"/>
                  <a:pt x="779807" y="60674"/>
                </a:cubicBezTo>
                <a:lnTo>
                  <a:pt x="779807" y="56644"/>
                </a:lnTo>
                <a:close/>
                <a:moveTo>
                  <a:pt x="977724" y="0"/>
                </a:moveTo>
                <a:lnTo>
                  <a:pt x="977724" y="208663"/>
                </a:lnTo>
                <a:lnTo>
                  <a:pt x="968432" y="208663"/>
                </a:lnTo>
                <a:lnTo>
                  <a:pt x="968432" y="0"/>
                </a:lnTo>
                <a:lnTo>
                  <a:pt x="977724" y="0"/>
                </a:lnTo>
                <a:close/>
                <a:moveTo>
                  <a:pt x="1149848" y="127616"/>
                </a:moveTo>
                <a:lnTo>
                  <a:pt x="1148617" y="159184"/>
                </a:lnTo>
                <a:lnTo>
                  <a:pt x="1058166" y="159184"/>
                </a:lnTo>
                <a:lnTo>
                  <a:pt x="1058166" y="155095"/>
                </a:lnTo>
                <a:lnTo>
                  <a:pt x="1126228" y="64256"/>
                </a:lnTo>
                <a:lnTo>
                  <a:pt x="1092645" y="64256"/>
                </a:lnTo>
                <a:cubicBezTo>
                  <a:pt x="1085406" y="64256"/>
                  <a:pt x="1080667" y="64722"/>
                  <a:pt x="1078428" y="65655"/>
                </a:cubicBezTo>
                <a:cubicBezTo>
                  <a:pt x="1076189" y="66588"/>
                  <a:pt x="1074361" y="68360"/>
                  <a:pt x="1072943" y="70972"/>
                </a:cubicBezTo>
                <a:cubicBezTo>
                  <a:pt x="1070928" y="74704"/>
                  <a:pt x="1069771" y="79331"/>
                  <a:pt x="1069473" y="84853"/>
                </a:cubicBezTo>
                <a:lnTo>
                  <a:pt x="1064995" y="84853"/>
                </a:lnTo>
                <a:lnTo>
                  <a:pt x="1065666" y="56644"/>
                </a:lnTo>
                <a:lnTo>
                  <a:pt x="1151639" y="56644"/>
                </a:lnTo>
                <a:lnTo>
                  <a:pt x="1151639" y="60667"/>
                </a:lnTo>
                <a:lnTo>
                  <a:pt x="1082906" y="151572"/>
                </a:lnTo>
                <a:lnTo>
                  <a:pt x="1120295" y="151572"/>
                </a:lnTo>
                <a:cubicBezTo>
                  <a:pt x="1128131" y="151572"/>
                  <a:pt x="1133448" y="150919"/>
                  <a:pt x="1136247" y="149613"/>
                </a:cubicBezTo>
                <a:cubicBezTo>
                  <a:pt x="1139046" y="148307"/>
                  <a:pt x="1141303" y="146012"/>
                  <a:pt x="1143020" y="142728"/>
                </a:cubicBezTo>
                <a:cubicBezTo>
                  <a:pt x="1144214" y="140340"/>
                  <a:pt x="1145221" y="135303"/>
                  <a:pt x="1146042" y="127616"/>
                </a:cubicBezTo>
                <a:lnTo>
                  <a:pt x="1149848" y="127616"/>
                </a:lnTo>
                <a:close/>
                <a:moveTo>
                  <a:pt x="1239998" y="0"/>
                </a:moveTo>
                <a:lnTo>
                  <a:pt x="1239998" y="208663"/>
                </a:lnTo>
                <a:lnTo>
                  <a:pt x="1230707" y="208663"/>
                </a:lnTo>
                <a:lnTo>
                  <a:pt x="1230707" y="0"/>
                </a:lnTo>
                <a:lnTo>
                  <a:pt x="1239998" y="0"/>
                </a:lnTo>
                <a:close/>
                <a:moveTo>
                  <a:pt x="1344509" y="137467"/>
                </a:moveTo>
                <a:cubicBezTo>
                  <a:pt x="1348016" y="137467"/>
                  <a:pt x="1350964" y="138680"/>
                  <a:pt x="1353352" y="141105"/>
                </a:cubicBezTo>
                <a:cubicBezTo>
                  <a:pt x="1355740" y="143531"/>
                  <a:pt x="1356934" y="146460"/>
                  <a:pt x="1356934" y="149893"/>
                </a:cubicBezTo>
                <a:cubicBezTo>
                  <a:pt x="1356934" y="153326"/>
                  <a:pt x="1355722" y="156255"/>
                  <a:pt x="1353296" y="158680"/>
                </a:cubicBezTo>
                <a:cubicBezTo>
                  <a:pt x="1350871" y="161106"/>
                  <a:pt x="1347941" y="162318"/>
                  <a:pt x="1344509" y="162318"/>
                </a:cubicBezTo>
                <a:cubicBezTo>
                  <a:pt x="1341076" y="162318"/>
                  <a:pt x="1338146" y="161106"/>
                  <a:pt x="1335721" y="158680"/>
                </a:cubicBezTo>
                <a:cubicBezTo>
                  <a:pt x="1333295" y="156255"/>
                  <a:pt x="1332083" y="153326"/>
                  <a:pt x="1332083" y="149893"/>
                </a:cubicBezTo>
                <a:cubicBezTo>
                  <a:pt x="1332083" y="146385"/>
                  <a:pt x="1333295" y="143437"/>
                  <a:pt x="1335721" y="141049"/>
                </a:cubicBezTo>
                <a:cubicBezTo>
                  <a:pt x="1338146" y="138661"/>
                  <a:pt x="1341076" y="137467"/>
                  <a:pt x="1344509" y="137467"/>
                </a:cubicBezTo>
                <a:close/>
                <a:moveTo>
                  <a:pt x="1401824" y="137467"/>
                </a:moveTo>
                <a:cubicBezTo>
                  <a:pt x="1405331" y="137467"/>
                  <a:pt x="1408279" y="138680"/>
                  <a:pt x="1410667" y="141105"/>
                </a:cubicBezTo>
                <a:cubicBezTo>
                  <a:pt x="1413055" y="143531"/>
                  <a:pt x="1414250" y="146460"/>
                  <a:pt x="1414250" y="149893"/>
                </a:cubicBezTo>
                <a:cubicBezTo>
                  <a:pt x="1414250" y="153326"/>
                  <a:pt x="1413037" y="156255"/>
                  <a:pt x="1410611" y="158680"/>
                </a:cubicBezTo>
                <a:cubicBezTo>
                  <a:pt x="1408186" y="161106"/>
                  <a:pt x="1405257" y="162318"/>
                  <a:pt x="1401824" y="162318"/>
                </a:cubicBezTo>
                <a:cubicBezTo>
                  <a:pt x="1398391" y="162318"/>
                  <a:pt x="1395462" y="161106"/>
                  <a:pt x="1393036" y="158680"/>
                </a:cubicBezTo>
                <a:cubicBezTo>
                  <a:pt x="1390611" y="156255"/>
                  <a:pt x="1389398" y="153326"/>
                  <a:pt x="1389398" y="149893"/>
                </a:cubicBezTo>
                <a:cubicBezTo>
                  <a:pt x="1389398" y="146385"/>
                  <a:pt x="1390611" y="143437"/>
                  <a:pt x="1393036" y="141049"/>
                </a:cubicBezTo>
                <a:cubicBezTo>
                  <a:pt x="1395462" y="138661"/>
                  <a:pt x="1398391" y="137467"/>
                  <a:pt x="1401824" y="137467"/>
                </a:cubicBezTo>
                <a:close/>
                <a:moveTo>
                  <a:pt x="1459139" y="137467"/>
                </a:moveTo>
                <a:cubicBezTo>
                  <a:pt x="1462646" y="137467"/>
                  <a:pt x="1465594" y="138680"/>
                  <a:pt x="1467982" y="141105"/>
                </a:cubicBezTo>
                <a:cubicBezTo>
                  <a:pt x="1470371" y="143531"/>
                  <a:pt x="1471565" y="146460"/>
                  <a:pt x="1471565" y="149893"/>
                </a:cubicBezTo>
                <a:cubicBezTo>
                  <a:pt x="1471565" y="153326"/>
                  <a:pt x="1470352" y="156255"/>
                  <a:pt x="1467926" y="158680"/>
                </a:cubicBezTo>
                <a:cubicBezTo>
                  <a:pt x="1465501" y="161106"/>
                  <a:pt x="1462572" y="162318"/>
                  <a:pt x="1459139" y="162318"/>
                </a:cubicBezTo>
                <a:cubicBezTo>
                  <a:pt x="1455706" y="162318"/>
                  <a:pt x="1452777" y="161106"/>
                  <a:pt x="1450351" y="158680"/>
                </a:cubicBezTo>
                <a:cubicBezTo>
                  <a:pt x="1447926" y="156255"/>
                  <a:pt x="1446713" y="153326"/>
                  <a:pt x="1446713" y="149893"/>
                </a:cubicBezTo>
                <a:cubicBezTo>
                  <a:pt x="1446713" y="146385"/>
                  <a:pt x="1447926" y="143437"/>
                  <a:pt x="1450351" y="141049"/>
                </a:cubicBezTo>
                <a:cubicBezTo>
                  <a:pt x="1452777" y="138661"/>
                  <a:pt x="1455706" y="137467"/>
                  <a:pt x="1459139" y="1374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→while(V&lt;C)|if(V&gt;C)|">
            <a:extLst xmlns:a="http://schemas.openxmlformats.org/drawingml/2006/main">
              <a:ext uri="{FF2B5EF4-FFF2-40B4-BE49-F238E27FC236}">
                <a16:creationId xmlns:a16="http://schemas.microsoft.com/office/drawing/2014/main" id="{54FF37D8-3F7B-44C2-9D30-28E8275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0" y="3125847"/>
            <a:ext cx="2904139" cy="208663"/>
          </a:xfrm>
          <a:custGeom xmlns:a="http://schemas.openxmlformats.org/drawingml/2006/main">
            <a:pathLst>
              <a:path w="2904139" h="208663">
                <a:moveTo>
                  <a:pt x="125713" y="7388"/>
                </a:moveTo>
                <a:lnTo>
                  <a:pt x="127392" y="43098"/>
                </a:lnTo>
                <a:lnTo>
                  <a:pt x="123138" y="43098"/>
                </a:lnTo>
                <a:cubicBezTo>
                  <a:pt x="122317" y="36829"/>
                  <a:pt x="121198" y="32352"/>
                  <a:pt x="119780" y="29665"/>
                </a:cubicBezTo>
                <a:cubicBezTo>
                  <a:pt x="117466" y="25337"/>
                  <a:pt x="114388" y="22146"/>
                  <a:pt x="110544" y="20094"/>
                </a:cubicBezTo>
                <a:cubicBezTo>
                  <a:pt x="106701" y="18042"/>
                  <a:pt x="101645" y="17015"/>
                  <a:pt x="95376" y="17015"/>
                </a:cubicBezTo>
                <a:lnTo>
                  <a:pt x="73995" y="17015"/>
                </a:lnTo>
                <a:lnTo>
                  <a:pt x="73995" y="132765"/>
                </a:lnTo>
                <a:cubicBezTo>
                  <a:pt x="73995" y="142094"/>
                  <a:pt x="75002" y="147915"/>
                  <a:pt x="77017" y="150229"/>
                </a:cubicBezTo>
                <a:cubicBezTo>
                  <a:pt x="79853" y="153363"/>
                  <a:pt x="84219" y="154930"/>
                  <a:pt x="90115" y="154930"/>
                </a:cubicBezTo>
                <a:lnTo>
                  <a:pt x="95376" y="154930"/>
                </a:lnTo>
                <a:lnTo>
                  <a:pt x="95376" y="159184"/>
                </a:lnTo>
                <a:lnTo>
                  <a:pt x="31008" y="159184"/>
                </a:lnTo>
                <a:lnTo>
                  <a:pt x="31008" y="154930"/>
                </a:lnTo>
                <a:lnTo>
                  <a:pt x="36382" y="154930"/>
                </a:lnTo>
                <a:cubicBezTo>
                  <a:pt x="42800" y="154930"/>
                  <a:pt x="47352" y="152990"/>
                  <a:pt x="50039" y="149109"/>
                </a:cubicBezTo>
                <a:cubicBezTo>
                  <a:pt x="51681" y="146721"/>
                  <a:pt x="52502" y="141273"/>
                  <a:pt x="52502" y="132765"/>
                </a:cubicBezTo>
                <a:lnTo>
                  <a:pt x="52502" y="17015"/>
                </a:lnTo>
                <a:lnTo>
                  <a:pt x="34255" y="17015"/>
                </a:lnTo>
                <a:cubicBezTo>
                  <a:pt x="27165" y="17015"/>
                  <a:pt x="22128" y="17538"/>
                  <a:pt x="19142" y="18583"/>
                </a:cubicBezTo>
                <a:cubicBezTo>
                  <a:pt x="15262" y="20001"/>
                  <a:pt x="11941" y="22725"/>
                  <a:pt x="9179" y="26755"/>
                </a:cubicBezTo>
                <a:cubicBezTo>
                  <a:pt x="6418" y="30785"/>
                  <a:pt x="4776" y="36232"/>
                  <a:pt x="4254" y="43098"/>
                </a:cubicBezTo>
                <a:lnTo>
                  <a:pt x="0" y="43098"/>
                </a:lnTo>
                <a:lnTo>
                  <a:pt x="1791" y="7388"/>
                </a:lnTo>
                <a:lnTo>
                  <a:pt x="125713" y="7388"/>
                </a:lnTo>
                <a:close/>
                <a:moveTo>
                  <a:pt x="360433" y="61121"/>
                </a:moveTo>
                <a:cubicBezTo>
                  <a:pt x="370359" y="71982"/>
                  <a:pt x="378941" y="80242"/>
                  <a:pt x="386180" y="85899"/>
                </a:cubicBezTo>
                <a:cubicBezTo>
                  <a:pt x="393419" y="91555"/>
                  <a:pt x="400248" y="95768"/>
                  <a:pt x="406666" y="98538"/>
                </a:cubicBezTo>
                <a:lnTo>
                  <a:pt x="406666" y="103625"/>
                </a:lnTo>
                <a:cubicBezTo>
                  <a:pt x="399278" y="107221"/>
                  <a:pt x="392113" y="111810"/>
                  <a:pt x="385173" y="117391"/>
                </a:cubicBezTo>
                <a:cubicBezTo>
                  <a:pt x="378232" y="122971"/>
                  <a:pt x="369948" y="131156"/>
                  <a:pt x="360321" y="141945"/>
                </a:cubicBezTo>
                <a:lnTo>
                  <a:pt x="351701" y="141945"/>
                </a:lnTo>
                <a:cubicBezTo>
                  <a:pt x="358717" y="126895"/>
                  <a:pt x="366068" y="115328"/>
                  <a:pt x="373754" y="107242"/>
                </a:cubicBezTo>
                <a:lnTo>
                  <a:pt x="195204" y="107242"/>
                </a:lnTo>
                <a:lnTo>
                  <a:pt x="195204" y="95824"/>
                </a:lnTo>
                <a:lnTo>
                  <a:pt x="373754" y="95824"/>
                </a:lnTo>
                <a:cubicBezTo>
                  <a:pt x="368083" y="88562"/>
                  <a:pt x="364127" y="83171"/>
                  <a:pt x="361888" y="79651"/>
                </a:cubicBezTo>
                <a:cubicBezTo>
                  <a:pt x="359649" y="76132"/>
                  <a:pt x="356328" y="69956"/>
                  <a:pt x="351925" y="61121"/>
                </a:cubicBezTo>
                <a:lnTo>
                  <a:pt x="360433" y="61121"/>
                </a:lnTo>
                <a:close/>
                <a:moveTo>
                  <a:pt x="474392" y="56644"/>
                </a:moveTo>
                <a:lnTo>
                  <a:pt x="517378" y="56644"/>
                </a:lnTo>
                <a:lnTo>
                  <a:pt x="517378" y="60674"/>
                </a:lnTo>
                <a:cubicBezTo>
                  <a:pt x="513423" y="60974"/>
                  <a:pt x="510829" y="61689"/>
                  <a:pt x="509598" y="62818"/>
                </a:cubicBezTo>
                <a:cubicBezTo>
                  <a:pt x="508367" y="63944"/>
                  <a:pt x="507751" y="65559"/>
                  <a:pt x="507751" y="67663"/>
                </a:cubicBezTo>
                <a:cubicBezTo>
                  <a:pt x="507751" y="69995"/>
                  <a:pt x="508385" y="72815"/>
                  <a:pt x="509654" y="76122"/>
                </a:cubicBezTo>
                <a:lnTo>
                  <a:pt x="531595" y="134990"/>
                </a:lnTo>
                <a:lnTo>
                  <a:pt x="553648" y="86973"/>
                </a:lnTo>
                <a:lnTo>
                  <a:pt x="547827" y="71980"/>
                </a:lnTo>
                <a:cubicBezTo>
                  <a:pt x="546036" y="67458"/>
                  <a:pt x="543685" y="64329"/>
                  <a:pt x="540774" y="62594"/>
                </a:cubicBezTo>
                <a:cubicBezTo>
                  <a:pt x="539132" y="61540"/>
                  <a:pt x="536073" y="60900"/>
                  <a:pt x="531595" y="60674"/>
                </a:cubicBezTo>
                <a:lnTo>
                  <a:pt x="531595" y="56644"/>
                </a:lnTo>
                <a:lnTo>
                  <a:pt x="580402" y="56644"/>
                </a:lnTo>
                <a:lnTo>
                  <a:pt x="580402" y="60674"/>
                </a:lnTo>
                <a:cubicBezTo>
                  <a:pt x="575029" y="60900"/>
                  <a:pt x="571223" y="61882"/>
                  <a:pt x="568984" y="63619"/>
                </a:cubicBezTo>
                <a:cubicBezTo>
                  <a:pt x="567492" y="64829"/>
                  <a:pt x="566745" y="66757"/>
                  <a:pt x="566745" y="69402"/>
                </a:cubicBezTo>
                <a:cubicBezTo>
                  <a:pt x="566745" y="70894"/>
                  <a:pt x="567044" y="72425"/>
                  <a:pt x="567641" y="73995"/>
                </a:cubicBezTo>
                <a:lnTo>
                  <a:pt x="590925" y="132940"/>
                </a:lnTo>
                <a:lnTo>
                  <a:pt x="612530" y="76122"/>
                </a:lnTo>
                <a:cubicBezTo>
                  <a:pt x="614023" y="72061"/>
                  <a:pt x="614769" y="68829"/>
                  <a:pt x="614769" y="66425"/>
                </a:cubicBezTo>
                <a:cubicBezTo>
                  <a:pt x="614769" y="64995"/>
                  <a:pt x="614042" y="63717"/>
                  <a:pt x="612586" y="62591"/>
                </a:cubicBezTo>
                <a:cubicBezTo>
                  <a:pt x="611131" y="61462"/>
                  <a:pt x="608276" y="60823"/>
                  <a:pt x="604023" y="60674"/>
                </a:cubicBezTo>
                <a:lnTo>
                  <a:pt x="604023" y="56644"/>
                </a:lnTo>
                <a:lnTo>
                  <a:pt x="636374" y="56644"/>
                </a:lnTo>
                <a:lnTo>
                  <a:pt x="636374" y="60674"/>
                </a:lnTo>
                <a:cubicBezTo>
                  <a:pt x="629882" y="61648"/>
                  <a:pt x="625105" y="66071"/>
                  <a:pt x="622045" y="73942"/>
                </a:cubicBezTo>
                <a:lnTo>
                  <a:pt x="587791" y="162318"/>
                </a:lnTo>
                <a:lnTo>
                  <a:pt x="583201" y="162318"/>
                </a:lnTo>
                <a:lnTo>
                  <a:pt x="557566" y="96950"/>
                </a:lnTo>
                <a:lnTo>
                  <a:pt x="527677" y="162318"/>
                </a:lnTo>
                <a:lnTo>
                  <a:pt x="523535" y="162318"/>
                </a:lnTo>
                <a:lnTo>
                  <a:pt x="490624" y="76122"/>
                </a:lnTo>
                <a:cubicBezTo>
                  <a:pt x="488459" y="70634"/>
                  <a:pt x="486332" y="66932"/>
                  <a:pt x="484243" y="65015"/>
                </a:cubicBezTo>
                <a:cubicBezTo>
                  <a:pt x="482153" y="63098"/>
                  <a:pt x="478869" y="61651"/>
                  <a:pt x="474392" y="60674"/>
                </a:cubicBezTo>
                <a:lnTo>
                  <a:pt x="474392" y="56644"/>
                </a:lnTo>
                <a:close/>
                <a:moveTo>
                  <a:pt x="675740" y="0"/>
                </a:moveTo>
                <a:lnTo>
                  <a:pt x="675740" y="75209"/>
                </a:lnTo>
                <a:cubicBezTo>
                  <a:pt x="684024" y="66064"/>
                  <a:pt x="690591" y="60199"/>
                  <a:pt x="695442" y="57613"/>
                </a:cubicBezTo>
                <a:cubicBezTo>
                  <a:pt x="700293" y="55026"/>
                  <a:pt x="705144" y="53733"/>
                  <a:pt x="709995" y="53733"/>
                </a:cubicBezTo>
                <a:cubicBezTo>
                  <a:pt x="715816" y="53733"/>
                  <a:pt x="720816" y="55334"/>
                  <a:pt x="724995" y="58536"/>
                </a:cubicBezTo>
                <a:cubicBezTo>
                  <a:pt x="729175" y="61736"/>
                  <a:pt x="732272" y="66759"/>
                  <a:pt x="734287" y="73607"/>
                </a:cubicBezTo>
                <a:cubicBezTo>
                  <a:pt x="735705" y="78369"/>
                  <a:pt x="736414" y="87076"/>
                  <a:pt x="736414" y="99728"/>
                </a:cubicBezTo>
                <a:lnTo>
                  <a:pt x="736414" y="135900"/>
                </a:lnTo>
                <a:cubicBezTo>
                  <a:pt x="736414" y="142430"/>
                  <a:pt x="736936" y="146896"/>
                  <a:pt x="737981" y="149298"/>
                </a:cubicBezTo>
                <a:cubicBezTo>
                  <a:pt x="738727" y="151101"/>
                  <a:pt x="739996" y="152528"/>
                  <a:pt x="741787" y="153580"/>
                </a:cubicBezTo>
                <a:cubicBezTo>
                  <a:pt x="743578" y="154629"/>
                  <a:pt x="746862" y="155154"/>
                  <a:pt x="751638" y="155154"/>
                </a:cubicBezTo>
                <a:lnTo>
                  <a:pt x="751638" y="159184"/>
                </a:lnTo>
                <a:lnTo>
                  <a:pt x="701263" y="159184"/>
                </a:lnTo>
                <a:lnTo>
                  <a:pt x="701263" y="155154"/>
                </a:lnTo>
                <a:lnTo>
                  <a:pt x="703614" y="155154"/>
                </a:lnTo>
                <a:cubicBezTo>
                  <a:pt x="708390" y="155154"/>
                  <a:pt x="711711" y="154423"/>
                  <a:pt x="713577" y="152961"/>
                </a:cubicBezTo>
                <a:cubicBezTo>
                  <a:pt x="715443" y="151496"/>
                  <a:pt x="716749" y="149338"/>
                  <a:pt x="717495" y="146485"/>
                </a:cubicBezTo>
                <a:cubicBezTo>
                  <a:pt x="717719" y="145284"/>
                  <a:pt x="717831" y="141756"/>
                  <a:pt x="717831" y="135900"/>
                </a:cubicBezTo>
                <a:lnTo>
                  <a:pt x="717831" y="99808"/>
                </a:lnTo>
                <a:cubicBezTo>
                  <a:pt x="717831" y="88668"/>
                  <a:pt x="717253" y="81353"/>
                  <a:pt x="716096" y="77864"/>
                </a:cubicBezTo>
                <a:cubicBezTo>
                  <a:pt x="714939" y="74373"/>
                  <a:pt x="713092" y="71755"/>
                  <a:pt x="710555" y="70010"/>
                </a:cubicBezTo>
                <a:cubicBezTo>
                  <a:pt x="708017" y="68264"/>
                  <a:pt x="704957" y="67390"/>
                  <a:pt x="701375" y="67390"/>
                </a:cubicBezTo>
                <a:cubicBezTo>
                  <a:pt x="697718" y="67390"/>
                  <a:pt x="693912" y="68358"/>
                  <a:pt x="689957" y="70294"/>
                </a:cubicBezTo>
                <a:cubicBezTo>
                  <a:pt x="686002" y="72229"/>
                  <a:pt x="681263" y="76138"/>
                  <a:pt x="675740" y="82020"/>
                </a:cubicBezTo>
                <a:lnTo>
                  <a:pt x="675740" y="135900"/>
                </a:lnTo>
                <a:cubicBezTo>
                  <a:pt x="675740" y="142957"/>
                  <a:pt x="676132" y="147348"/>
                  <a:pt x="676915" y="149074"/>
                </a:cubicBezTo>
                <a:cubicBezTo>
                  <a:pt x="677699" y="150800"/>
                  <a:pt x="679154" y="152245"/>
                  <a:pt x="681281" y="153408"/>
                </a:cubicBezTo>
                <a:cubicBezTo>
                  <a:pt x="683408" y="154572"/>
                  <a:pt x="687084" y="155154"/>
                  <a:pt x="692308" y="155154"/>
                </a:cubicBezTo>
                <a:lnTo>
                  <a:pt x="692308" y="159184"/>
                </a:lnTo>
                <a:lnTo>
                  <a:pt x="641485" y="159184"/>
                </a:lnTo>
                <a:lnTo>
                  <a:pt x="641485" y="155154"/>
                </a:lnTo>
                <a:cubicBezTo>
                  <a:pt x="646038" y="155154"/>
                  <a:pt x="649620" y="154440"/>
                  <a:pt x="652232" y="153013"/>
                </a:cubicBezTo>
                <a:cubicBezTo>
                  <a:pt x="653724" y="152264"/>
                  <a:pt x="654918" y="150840"/>
                  <a:pt x="655814" y="148738"/>
                </a:cubicBezTo>
                <a:cubicBezTo>
                  <a:pt x="656710" y="146635"/>
                  <a:pt x="657157" y="142355"/>
                  <a:pt x="657157" y="135900"/>
                </a:cubicBezTo>
                <a:lnTo>
                  <a:pt x="657157" y="43210"/>
                </a:lnTo>
                <a:cubicBezTo>
                  <a:pt x="657157" y="31542"/>
                  <a:pt x="656878" y="24371"/>
                  <a:pt x="656318" y="21696"/>
                </a:cubicBezTo>
                <a:cubicBezTo>
                  <a:pt x="655758" y="19021"/>
                  <a:pt x="654900" y="17200"/>
                  <a:pt x="653743" y="16232"/>
                </a:cubicBezTo>
                <a:cubicBezTo>
                  <a:pt x="652586" y="15262"/>
                  <a:pt x="651038" y="14777"/>
                  <a:pt x="649097" y="14777"/>
                </a:cubicBezTo>
                <a:cubicBezTo>
                  <a:pt x="647530" y="14777"/>
                  <a:pt x="644993" y="15374"/>
                  <a:pt x="641485" y="16568"/>
                </a:cubicBezTo>
                <a:lnTo>
                  <a:pt x="639918" y="12538"/>
                </a:lnTo>
                <a:lnTo>
                  <a:pt x="670591" y="0"/>
                </a:lnTo>
                <a:lnTo>
                  <a:pt x="675740" y="0"/>
                </a:lnTo>
                <a:close/>
                <a:moveTo>
                  <a:pt x="786340" y="0"/>
                </a:moveTo>
                <a:cubicBezTo>
                  <a:pt x="789475" y="0"/>
                  <a:pt x="792143" y="1107"/>
                  <a:pt x="794344" y="3320"/>
                </a:cubicBezTo>
                <a:cubicBezTo>
                  <a:pt x="796546" y="5531"/>
                  <a:pt x="797647" y="8212"/>
                  <a:pt x="797647" y="11362"/>
                </a:cubicBezTo>
                <a:cubicBezTo>
                  <a:pt x="797647" y="14513"/>
                  <a:pt x="796546" y="17214"/>
                  <a:pt x="794344" y="19464"/>
                </a:cubicBezTo>
                <a:cubicBezTo>
                  <a:pt x="792143" y="21712"/>
                  <a:pt x="789475" y="22837"/>
                  <a:pt x="786340" y="22837"/>
                </a:cubicBezTo>
                <a:cubicBezTo>
                  <a:pt x="783206" y="22837"/>
                  <a:pt x="780519" y="21712"/>
                  <a:pt x="778280" y="19464"/>
                </a:cubicBezTo>
                <a:cubicBezTo>
                  <a:pt x="776042" y="17214"/>
                  <a:pt x="774922" y="14513"/>
                  <a:pt x="774922" y="11362"/>
                </a:cubicBezTo>
                <a:cubicBezTo>
                  <a:pt x="774922" y="8212"/>
                  <a:pt x="776023" y="5531"/>
                  <a:pt x="778225" y="3320"/>
                </a:cubicBezTo>
                <a:cubicBezTo>
                  <a:pt x="780426" y="1107"/>
                  <a:pt x="783131" y="0"/>
                  <a:pt x="786340" y="0"/>
                </a:cubicBezTo>
                <a:moveTo>
                  <a:pt x="795632" y="53733"/>
                </a:moveTo>
                <a:lnTo>
                  <a:pt x="795632" y="135900"/>
                </a:lnTo>
                <a:cubicBezTo>
                  <a:pt x="795632" y="142355"/>
                  <a:pt x="796098" y="146653"/>
                  <a:pt x="797031" y="148794"/>
                </a:cubicBezTo>
                <a:cubicBezTo>
                  <a:pt x="797964" y="150933"/>
                  <a:pt x="799345" y="152528"/>
                  <a:pt x="801173" y="153580"/>
                </a:cubicBezTo>
                <a:cubicBezTo>
                  <a:pt x="803001" y="154629"/>
                  <a:pt x="806341" y="155154"/>
                  <a:pt x="811192" y="155154"/>
                </a:cubicBezTo>
                <a:lnTo>
                  <a:pt x="811192" y="159184"/>
                </a:lnTo>
                <a:lnTo>
                  <a:pt x="761377" y="159184"/>
                </a:lnTo>
                <a:lnTo>
                  <a:pt x="761377" y="155154"/>
                </a:lnTo>
                <a:cubicBezTo>
                  <a:pt x="766377" y="155154"/>
                  <a:pt x="769735" y="154667"/>
                  <a:pt x="771452" y="153692"/>
                </a:cubicBezTo>
                <a:cubicBezTo>
                  <a:pt x="773168" y="152715"/>
                  <a:pt x="774530" y="151101"/>
                  <a:pt x="775538" y="148850"/>
                </a:cubicBezTo>
                <a:cubicBezTo>
                  <a:pt x="776545" y="146597"/>
                  <a:pt x="777049" y="142281"/>
                  <a:pt x="777049" y="135900"/>
                </a:cubicBezTo>
                <a:lnTo>
                  <a:pt x="777049" y="96719"/>
                </a:lnTo>
                <a:cubicBezTo>
                  <a:pt x="777049" y="85553"/>
                  <a:pt x="776713" y="78321"/>
                  <a:pt x="776042" y="75023"/>
                </a:cubicBezTo>
                <a:cubicBezTo>
                  <a:pt x="775519" y="72624"/>
                  <a:pt x="774698" y="70957"/>
                  <a:pt x="773579" y="70024"/>
                </a:cubicBezTo>
                <a:cubicBezTo>
                  <a:pt x="772459" y="69089"/>
                  <a:pt x="770930" y="68622"/>
                  <a:pt x="768989" y="68622"/>
                </a:cubicBezTo>
                <a:cubicBezTo>
                  <a:pt x="766900" y="68622"/>
                  <a:pt x="764362" y="69181"/>
                  <a:pt x="761377" y="70301"/>
                </a:cubicBezTo>
                <a:lnTo>
                  <a:pt x="759810" y="66271"/>
                </a:lnTo>
                <a:lnTo>
                  <a:pt x="790706" y="53733"/>
                </a:lnTo>
                <a:lnTo>
                  <a:pt x="795632" y="53733"/>
                </a:lnTo>
                <a:close/>
                <a:moveTo>
                  <a:pt x="859254" y="0"/>
                </a:moveTo>
                <a:lnTo>
                  <a:pt x="859254" y="135900"/>
                </a:lnTo>
                <a:cubicBezTo>
                  <a:pt x="859254" y="142355"/>
                  <a:pt x="859721" y="146635"/>
                  <a:pt x="860654" y="148738"/>
                </a:cubicBezTo>
                <a:cubicBezTo>
                  <a:pt x="861586" y="150840"/>
                  <a:pt x="863023" y="152435"/>
                  <a:pt x="864963" y="153524"/>
                </a:cubicBezTo>
                <a:cubicBezTo>
                  <a:pt x="866904" y="154611"/>
                  <a:pt x="870523" y="155154"/>
                  <a:pt x="875822" y="155154"/>
                </a:cubicBezTo>
                <a:lnTo>
                  <a:pt x="875822" y="159184"/>
                </a:lnTo>
                <a:lnTo>
                  <a:pt x="825559" y="159184"/>
                </a:lnTo>
                <a:lnTo>
                  <a:pt x="825559" y="155154"/>
                </a:lnTo>
                <a:cubicBezTo>
                  <a:pt x="830261" y="155154"/>
                  <a:pt x="833470" y="154667"/>
                  <a:pt x="835186" y="153692"/>
                </a:cubicBezTo>
                <a:cubicBezTo>
                  <a:pt x="836903" y="152715"/>
                  <a:pt x="838246" y="151101"/>
                  <a:pt x="839216" y="148850"/>
                </a:cubicBezTo>
                <a:cubicBezTo>
                  <a:pt x="840187" y="146597"/>
                  <a:pt x="840672" y="142281"/>
                  <a:pt x="840672" y="135900"/>
                </a:cubicBezTo>
                <a:lnTo>
                  <a:pt x="840672" y="42986"/>
                </a:lnTo>
                <a:cubicBezTo>
                  <a:pt x="840672" y="31419"/>
                  <a:pt x="840410" y="24310"/>
                  <a:pt x="839888" y="21661"/>
                </a:cubicBezTo>
                <a:cubicBezTo>
                  <a:pt x="839366" y="19012"/>
                  <a:pt x="838526" y="17202"/>
                  <a:pt x="837369" y="16232"/>
                </a:cubicBezTo>
                <a:cubicBezTo>
                  <a:pt x="836213" y="15262"/>
                  <a:pt x="834739" y="14777"/>
                  <a:pt x="832948" y="14777"/>
                </a:cubicBezTo>
                <a:cubicBezTo>
                  <a:pt x="831007" y="14777"/>
                  <a:pt x="828544" y="15374"/>
                  <a:pt x="825559" y="16568"/>
                </a:cubicBezTo>
                <a:lnTo>
                  <a:pt x="823656" y="12538"/>
                </a:lnTo>
                <a:lnTo>
                  <a:pt x="854217" y="0"/>
                </a:lnTo>
                <a:lnTo>
                  <a:pt x="859254" y="0"/>
                </a:lnTo>
                <a:close/>
                <a:moveTo>
                  <a:pt x="904966" y="95376"/>
                </a:moveTo>
                <a:cubicBezTo>
                  <a:pt x="904891" y="110530"/>
                  <a:pt x="908585" y="122416"/>
                  <a:pt x="916048" y="131034"/>
                </a:cubicBezTo>
                <a:cubicBezTo>
                  <a:pt x="923511" y="139651"/>
                  <a:pt x="932280" y="143960"/>
                  <a:pt x="942355" y="143960"/>
                </a:cubicBezTo>
                <a:cubicBezTo>
                  <a:pt x="949072" y="143960"/>
                  <a:pt x="954911" y="142104"/>
                  <a:pt x="959874" y="138394"/>
                </a:cubicBezTo>
                <a:cubicBezTo>
                  <a:pt x="964837" y="134683"/>
                  <a:pt x="968998" y="128330"/>
                  <a:pt x="972356" y="119332"/>
                </a:cubicBezTo>
                <a:lnTo>
                  <a:pt x="975826" y="121581"/>
                </a:lnTo>
                <a:cubicBezTo>
                  <a:pt x="974259" y="131859"/>
                  <a:pt x="969707" y="141218"/>
                  <a:pt x="962169" y="149658"/>
                </a:cubicBezTo>
                <a:cubicBezTo>
                  <a:pt x="954631" y="158098"/>
                  <a:pt x="945191" y="162318"/>
                  <a:pt x="933847" y="162318"/>
                </a:cubicBezTo>
                <a:cubicBezTo>
                  <a:pt x="921533" y="162318"/>
                  <a:pt x="910992" y="157534"/>
                  <a:pt x="902223" y="147965"/>
                </a:cubicBezTo>
                <a:cubicBezTo>
                  <a:pt x="893454" y="138394"/>
                  <a:pt x="889070" y="125527"/>
                  <a:pt x="889070" y="109366"/>
                </a:cubicBezTo>
                <a:cubicBezTo>
                  <a:pt x="889070" y="91865"/>
                  <a:pt x="893566" y="78218"/>
                  <a:pt x="902559" y="68426"/>
                </a:cubicBezTo>
                <a:cubicBezTo>
                  <a:pt x="911552" y="58631"/>
                  <a:pt x="922839" y="53733"/>
                  <a:pt x="936422" y="53733"/>
                </a:cubicBezTo>
                <a:cubicBezTo>
                  <a:pt x="947915" y="53733"/>
                  <a:pt x="957355" y="57511"/>
                  <a:pt x="964744" y="65067"/>
                </a:cubicBezTo>
                <a:cubicBezTo>
                  <a:pt x="972132" y="72621"/>
                  <a:pt x="975826" y="82724"/>
                  <a:pt x="975826" y="95376"/>
                </a:cubicBezTo>
                <a:lnTo>
                  <a:pt x="904966" y="95376"/>
                </a:lnTo>
                <a:moveTo>
                  <a:pt x="904966" y="88883"/>
                </a:moveTo>
                <a:lnTo>
                  <a:pt x="952430" y="88883"/>
                </a:lnTo>
                <a:cubicBezTo>
                  <a:pt x="952057" y="82370"/>
                  <a:pt x="951273" y="77781"/>
                  <a:pt x="950079" y="75118"/>
                </a:cubicBezTo>
                <a:cubicBezTo>
                  <a:pt x="948213" y="70971"/>
                  <a:pt x="945433" y="67714"/>
                  <a:pt x="941739" y="65347"/>
                </a:cubicBezTo>
                <a:cubicBezTo>
                  <a:pt x="938045" y="62978"/>
                  <a:pt x="934183" y="61793"/>
                  <a:pt x="930153" y="61793"/>
                </a:cubicBezTo>
                <a:cubicBezTo>
                  <a:pt x="923959" y="61793"/>
                  <a:pt x="918418" y="64180"/>
                  <a:pt x="913529" y="68954"/>
                </a:cubicBezTo>
                <a:cubicBezTo>
                  <a:pt x="908641" y="73728"/>
                  <a:pt x="905787" y="80371"/>
                  <a:pt x="904966" y="88883"/>
                </a:cubicBezTo>
                <a:close/>
                <a:moveTo>
                  <a:pt x="1110865" y="203962"/>
                </a:moveTo>
                <a:lnTo>
                  <a:pt x="1110865" y="208215"/>
                </a:lnTo>
                <a:cubicBezTo>
                  <a:pt x="1099596" y="202544"/>
                  <a:pt x="1090193" y="195902"/>
                  <a:pt x="1082655" y="188289"/>
                </a:cubicBezTo>
                <a:cubicBezTo>
                  <a:pt x="1071909" y="177468"/>
                  <a:pt x="1063625" y="164707"/>
                  <a:pt x="1057804" y="150005"/>
                </a:cubicBezTo>
                <a:cubicBezTo>
                  <a:pt x="1051983" y="135303"/>
                  <a:pt x="1049072" y="120041"/>
                  <a:pt x="1049072" y="104220"/>
                </a:cubicBezTo>
                <a:cubicBezTo>
                  <a:pt x="1049072" y="81085"/>
                  <a:pt x="1054781" y="59983"/>
                  <a:pt x="1066200" y="40915"/>
                </a:cubicBezTo>
                <a:cubicBezTo>
                  <a:pt x="1077618" y="21848"/>
                  <a:pt x="1092507" y="8209"/>
                  <a:pt x="1110865" y="0"/>
                </a:cubicBezTo>
                <a:lnTo>
                  <a:pt x="1110865" y="4702"/>
                </a:lnTo>
                <a:cubicBezTo>
                  <a:pt x="1101686" y="9774"/>
                  <a:pt x="1094148" y="16711"/>
                  <a:pt x="1088253" y="25513"/>
                </a:cubicBezTo>
                <a:cubicBezTo>
                  <a:pt x="1082357" y="34314"/>
                  <a:pt x="1077954" y="45465"/>
                  <a:pt x="1075043" y="58966"/>
                </a:cubicBezTo>
                <a:cubicBezTo>
                  <a:pt x="1072133" y="72465"/>
                  <a:pt x="1070677" y="86562"/>
                  <a:pt x="1070677" y="101257"/>
                </a:cubicBezTo>
                <a:cubicBezTo>
                  <a:pt x="1070677" y="117218"/>
                  <a:pt x="1071909" y="131725"/>
                  <a:pt x="1074372" y="144778"/>
                </a:cubicBezTo>
                <a:cubicBezTo>
                  <a:pt x="1076312" y="155070"/>
                  <a:pt x="1078663" y="163329"/>
                  <a:pt x="1081424" y="169556"/>
                </a:cubicBezTo>
                <a:cubicBezTo>
                  <a:pt x="1084185" y="175786"/>
                  <a:pt x="1087898" y="181771"/>
                  <a:pt x="1092562" y="187513"/>
                </a:cubicBezTo>
                <a:cubicBezTo>
                  <a:pt x="1097227" y="193257"/>
                  <a:pt x="1103328" y="198740"/>
                  <a:pt x="1110865" y="203962"/>
                </a:cubicBezTo>
                <a:close/>
                <a:moveTo>
                  <a:pt x="1278779" y="7388"/>
                </a:moveTo>
                <a:lnTo>
                  <a:pt x="1278779" y="11642"/>
                </a:lnTo>
                <a:cubicBezTo>
                  <a:pt x="1273406" y="12605"/>
                  <a:pt x="1269339" y="14310"/>
                  <a:pt x="1266577" y="16757"/>
                </a:cubicBezTo>
                <a:cubicBezTo>
                  <a:pt x="1262622" y="20390"/>
                  <a:pt x="1259114" y="25951"/>
                  <a:pt x="1256055" y="33440"/>
                </a:cubicBezTo>
                <a:lnTo>
                  <a:pt x="1203105" y="162542"/>
                </a:lnTo>
                <a:lnTo>
                  <a:pt x="1198963" y="162542"/>
                </a:lnTo>
                <a:lnTo>
                  <a:pt x="1142096" y="31747"/>
                </a:lnTo>
                <a:cubicBezTo>
                  <a:pt x="1139185" y="25081"/>
                  <a:pt x="1137133" y="21008"/>
                  <a:pt x="1135939" y="19527"/>
                </a:cubicBezTo>
                <a:cubicBezTo>
                  <a:pt x="1134073" y="17232"/>
                  <a:pt x="1131778" y="15438"/>
                  <a:pt x="1129055" y="14143"/>
                </a:cubicBezTo>
                <a:cubicBezTo>
                  <a:pt x="1126331" y="12847"/>
                  <a:pt x="1122655" y="12013"/>
                  <a:pt x="1118028" y="11642"/>
                </a:cubicBezTo>
                <a:lnTo>
                  <a:pt x="1118028" y="7388"/>
                </a:lnTo>
                <a:lnTo>
                  <a:pt x="1180045" y="7388"/>
                </a:lnTo>
                <a:lnTo>
                  <a:pt x="1180045" y="11642"/>
                </a:lnTo>
                <a:cubicBezTo>
                  <a:pt x="1173030" y="12314"/>
                  <a:pt x="1168477" y="13508"/>
                  <a:pt x="1166388" y="15224"/>
                </a:cubicBezTo>
                <a:cubicBezTo>
                  <a:pt x="1164298" y="16941"/>
                  <a:pt x="1163253" y="19142"/>
                  <a:pt x="1163253" y="21829"/>
                </a:cubicBezTo>
                <a:cubicBezTo>
                  <a:pt x="1163253" y="25560"/>
                  <a:pt x="1164970" y="31382"/>
                  <a:pt x="1168403" y="39292"/>
                </a:cubicBezTo>
                <a:lnTo>
                  <a:pt x="1207023" y="128288"/>
                </a:lnTo>
                <a:lnTo>
                  <a:pt x="1242845" y="40412"/>
                </a:lnTo>
                <a:cubicBezTo>
                  <a:pt x="1246353" y="31755"/>
                  <a:pt x="1248107" y="25747"/>
                  <a:pt x="1248107" y="22389"/>
                </a:cubicBezTo>
                <a:cubicBezTo>
                  <a:pt x="1248107" y="20225"/>
                  <a:pt x="1247025" y="18154"/>
                  <a:pt x="1244860" y="16176"/>
                </a:cubicBezTo>
                <a:cubicBezTo>
                  <a:pt x="1242696" y="14198"/>
                  <a:pt x="1239039" y="12799"/>
                  <a:pt x="1233890" y="11978"/>
                </a:cubicBezTo>
                <a:cubicBezTo>
                  <a:pt x="1233517" y="11903"/>
                  <a:pt x="1232882" y="11791"/>
                  <a:pt x="1231987" y="11642"/>
                </a:cubicBezTo>
                <a:lnTo>
                  <a:pt x="1231987" y="7388"/>
                </a:lnTo>
                <a:lnTo>
                  <a:pt x="1278779" y="7388"/>
                </a:lnTo>
                <a:close/>
                <a:moveTo>
                  <a:pt x="1338821" y="79928"/>
                </a:moveTo>
                <a:lnTo>
                  <a:pt x="1459273" y="27762"/>
                </a:lnTo>
                <a:lnTo>
                  <a:pt x="1459273" y="37673"/>
                </a:lnTo>
                <a:lnTo>
                  <a:pt x="1355613" y="82716"/>
                </a:lnTo>
                <a:lnTo>
                  <a:pt x="1459273" y="127994"/>
                </a:lnTo>
                <a:lnTo>
                  <a:pt x="1459273" y="138139"/>
                </a:lnTo>
                <a:lnTo>
                  <a:pt x="1338821" y="85525"/>
                </a:lnTo>
                <a:lnTo>
                  <a:pt x="1338821" y="79928"/>
                </a:lnTo>
                <a:close/>
                <a:moveTo>
                  <a:pt x="1659324" y="4030"/>
                </a:moveTo>
                <a:lnTo>
                  <a:pt x="1662795" y="55748"/>
                </a:lnTo>
                <a:lnTo>
                  <a:pt x="1659324" y="55748"/>
                </a:lnTo>
                <a:cubicBezTo>
                  <a:pt x="1654697" y="40260"/>
                  <a:pt x="1648093" y="29112"/>
                  <a:pt x="1639510" y="22305"/>
                </a:cubicBezTo>
                <a:cubicBezTo>
                  <a:pt x="1630928" y="15495"/>
                  <a:pt x="1620629" y="12090"/>
                  <a:pt x="1608614" y="12090"/>
                </a:cubicBezTo>
                <a:cubicBezTo>
                  <a:pt x="1598539" y="12090"/>
                  <a:pt x="1589434" y="14642"/>
                  <a:pt x="1581300" y="19748"/>
                </a:cubicBezTo>
                <a:cubicBezTo>
                  <a:pt x="1573165" y="24850"/>
                  <a:pt x="1566765" y="32991"/>
                  <a:pt x="1562101" y="44169"/>
                </a:cubicBezTo>
                <a:cubicBezTo>
                  <a:pt x="1557437" y="55345"/>
                  <a:pt x="1555105" y="69240"/>
                  <a:pt x="1555105" y="85854"/>
                </a:cubicBezTo>
                <a:cubicBezTo>
                  <a:pt x="1555105" y="99565"/>
                  <a:pt x="1557306" y="111449"/>
                  <a:pt x="1561709" y="121508"/>
                </a:cubicBezTo>
                <a:cubicBezTo>
                  <a:pt x="1566112" y="131567"/>
                  <a:pt x="1572736" y="139279"/>
                  <a:pt x="1581579" y="144645"/>
                </a:cubicBezTo>
                <a:cubicBezTo>
                  <a:pt x="1590423" y="150009"/>
                  <a:pt x="1600517" y="152691"/>
                  <a:pt x="1611860" y="152691"/>
                </a:cubicBezTo>
                <a:cubicBezTo>
                  <a:pt x="1621711" y="152691"/>
                  <a:pt x="1630406" y="150576"/>
                  <a:pt x="1637943" y="146345"/>
                </a:cubicBezTo>
                <a:cubicBezTo>
                  <a:pt x="1645481" y="142113"/>
                  <a:pt x="1653764" y="133705"/>
                  <a:pt x="1662795" y="121123"/>
                </a:cubicBezTo>
                <a:lnTo>
                  <a:pt x="1666265" y="123362"/>
                </a:lnTo>
                <a:cubicBezTo>
                  <a:pt x="1658653" y="136910"/>
                  <a:pt x="1649772" y="146827"/>
                  <a:pt x="1639622" y="153115"/>
                </a:cubicBezTo>
                <a:cubicBezTo>
                  <a:pt x="1629473" y="159400"/>
                  <a:pt x="1617420" y="162542"/>
                  <a:pt x="1603464" y="162542"/>
                </a:cubicBezTo>
                <a:cubicBezTo>
                  <a:pt x="1578314" y="162542"/>
                  <a:pt x="1558836" y="153227"/>
                  <a:pt x="1545030" y="134595"/>
                </a:cubicBezTo>
                <a:cubicBezTo>
                  <a:pt x="1534731" y="120735"/>
                  <a:pt x="1529582" y="104414"/>
                  <a:pt x="1529582" y="85633"/>
                </a:cubicBezTo>
                <a:cubicBezTo>
                  <a:pt x="1529582" y="70505"/>
                  <a:pt x="1532977" y="56606"/>
                  <a:pt x="1539768" y="43938"/>
                </a:cubicBezTo>
                <a:cubicBezTo>
                  <a:pt x="1546560" y="31270"/>
                  <a:pt x="1555907" y="21451"/>
                  <a:pt x="1567810" y="14483"/>
                </a:cubicBezTo>
                <a:cubicBezTo>
                  <a:pt x="1579714" y="7514"/>
                  <a:pt x="1592718" y="4030"/>
                  <a:pt x="1606823" y="4030"/>
                </a:cubicBezTo>
                <a:cubicBezTo>
                  <a:pt x="1617793" y="4030"/>
                  <a:pt x="1628614" y="6717"/>
                  <a:pt x="1639286" y="12090"/>
                </a:cubicBezTo>
                <a:cubicBezTo>
                  <a:pt x="1642421" y="13732"/>
                  <a:pt x="1644660" y="14553"/>
                  <a:pt x="1646003" y="14553"/>
                </a:cubicBezTo>
                <a:cubicBezTo>
                  <a:pt x="1648018" y="14553"/>
                  <a:pt x="1649772" y="13844"/>
                  <a:pt x="1651264" y="12426"/>
                </a:cubicBezTo>
                <a:cubicBezTo>
                  <a:pt x="1653205" y="10411"/>
                  <a:pt x="1654585" y="7612"/>
                  <a:pt x="1655406" y="4030"/>
                </a:cubicBezTo>
                <a:lnTo>
                  <a:pt x="1659324" y="4030"/>
                </a:lnTo>
                <a:close/>
                <a:moveTo>
                  <a:pt x="1679364" y="4702"/>
                </a:moveTo>
                <a:lnTo>
                  <a:pt x="1679364" y="0"/>
                </a:lnTo>
                <a:cubicBezTo>
                  <a:pt x="1690708" y="5597"/>
                  <a:pt x="1700148" y="12202"/>
                  <a:pt x="1707686" y="19814"/>
                </a:cubicBezTo>
                <a:cubicBezTo>
                  <a:pt x="1718358" y="30710"/>
                  <a:pt x="1726604" y="43490"/>
                  <a:pt x="1732425" y="58155"/>
                </a:cubicBezTo>
                <a:cubicBezTo>
                  <a:pt x="1738246" y="72819"/>
                  <a:pt x="1741157" y="88100"/>
                  <a:pt x="1741157" y="103996"/>
                </a:cubicBezTo>
                <a:cubicBezTo>
                  <a:pt x="1741157" y="127131"/>
                  <a:pt x="1735466" y="148232"/>
                  <a:pt x="1724085" y="167300"/>
                </a:cubicBezTo>
                <a:cubicBezTo>
                  <a:pt x="1712705" y="186368"/>
                  <a:pt x="1697797" y="200006"/>
                  <a:pt x="1679364" y="208215"/>
                </a:cubicBezTo>
                <a:lnTo>
                  <a:pt x="1679364" y="203962"/>
                </a:lnTo>
                <a:cubicBezTo>
                  <a:pt x="1688543" y="198814"/>
                  <a:pt x="1696100" y="191859"/>
                  <a:pt x="1702033" y="183094"/>
                </a:cubicBezTo>
                <a:cubicBezTo>
                  <a:pt x="1707966" y="174330"/>
                  <a:pt x="1712369" y="163180"/>
                  <a:pt x="1715242" y="149644"/>
                </a:cubicBezTo>
                <a:cubicBezTo>
                  <a:pt x="1718115" y="136106"/>
                  <a:pt x="1719552" y="121991"/>
                  <a:pt x="1719552" y="107298"/>
                </a:cubicBezTo>
                <a:cubicBezTo>
                  <a:pt x="1719552" y="91409"/>
                  <a:pt x="1718320" y="76902"/>
                  <a:pt x="1715858" y="63776"/>
                </a:cubicBezTo>
                <a:cubicBezTo>
                  <a:pt x="1713992" y="53482"/>
                  <a:pt x="1711660" y="45240"/>
                  <a:pt x="1708861" y="39051"/>
                </a:cubicBezTo>
                <a:cubicBezTo>
                  <a:pt x="1706063" y="32859"/>
                  <a:pt x="1702350" y="26892"/>
                  <a:pt x="1697723" y="21150"/>
                </a:cubicBezTo>
                <a:cubicBezTo>
                  <a:pt x="1693096" y="15406"/>
                  <a:pt x="1686976" y="9923"/>
                  <a:pt x="1679364" y="4702"/>
                </a:cubicBezTo>
                <a:close/>
                <a:moveTo>
                  <a:pt x="1835188" y="0"/>
                </a:moveTo>
                <a:lnTo>
                  <a:pt x="1835188" y="208663"/>
                </a:lnTo>
                <a:lnTo>
                  <a:pt x="1825897" y="208663"/>
                </a:lnTo>
                <a:lnTo>
                  <a:pt x="1825897" y="0"/>
                </a:lnTo>
                <a:lnTo>
                  <a:pt x="1835188" y="0"/>
                </a:lnTo>
                <a:close/>
                <a:moveTo>
                  <a:pt x="1944437" y="0"/>
                </a:moveTo>
                <a:cubicBezTo>
                  <a:pt x="1947571" y="0"/>
                  <a:pt x="1950239" y="1107"/>
                  <a:pt x="1952441" y="3320"/>
                </a:cubicBezTo>
                <a:cubicBezTo>
                  <a:pt x="1954643" y="5531"/>
                  <a:pt x="1955743" y="8212"/>
                  <a:pt x="1955743" y="11362"/>
                </a:cubicBezTo>
                <a:cubicBezTo>
                  <a:pt x="1955743" y="14513"/>
                  <a:pt x="1954643" y="17214"/>
                  <a:pt x="1952441" y="19464"/>
                </a:cubicBezTo>
                <a:cubicBezTo>
                  <a:pt x="1950239" y="21712"/>
                  <a:pt x="1947571" y="22837"/>
                  <a:pt x="1944437" y="22837"/>
                </a:cubicBezTo>
                <a:cubicBezTo>
                  <a:pt x="1941303" y="22837"/>
                  <a:pt x="1938616" y="21712"/>
                  <a:pt x="1936377" y="19464"/>
                </a:cubicBezTo>
                <a:cubicBezTo>
                  <a:pt x="1934138" y="17214"/>
                  <a:pt x="1933019" y="14513"/>
                  <a:pt x="1933019" y="11362"/>
                </a:cubicBezTo>
                <a:cubicBezTo>
                  <a:pt x="1933019" y="8212"/>
                  <a:pt x="1934120" y="5531"/>
                  <a:pt x="1936321" y="3320"/>
                </a:cubicBezTo>
                <a:cubicBezTo>
                  <a:pt x="1938523" y="1107"/>
                  <a:pt x="1941228" y="0"/>
                  <a:pt x="1944437" y="0"/>
                </a:cubicBezTo>
                <a:moveTo>
                  <a:pt x="1953728" y="53733"/>
                </a:moveTo>
                <a:lnTo>
                  <a:pt x="1953728" y="135900"/>
                </a:lnTo>
                <a:cubicBezTo>
                  <a:pt x="1953728" y="142355"/>
                  <a:pt x="1954195" y="146653"/>
                  <a:pt x="1955128" y="148794"/>
                </a:cubicBezTo>
                <a:cubicBezTo>
                  <a:pt x="1956060" y="150933"/>
                  <a:pt x="1957441" y="152528"/>
                  <a:pt x="1959270" y="153580"/>
                </a:cubicBezTo>
                <a:cubicBezTo>
                  <a:pt x="1961098" y="154629"/>
                  <a:pt x="1964438" y="155154"/>
                  <a:pt x="1969289" y="155154"/>
                </a:cubicBezTo>
                <a:lnTo>
                  <a:pt x="1969289" y="159184"/>
                </a:lnTo>
                <a:lnTo>
                  <a:pt x="1919474" y="159184"/>
                </a:lnTo>
                <a:lnTo>
                  <a:pt x="1919474" y="155154"/>
                </a:lnTo>
                <a:cubicBezTo>
                  <a:pt x="1924474" y="155154"/>
                  <a:pt x="1927832" y="154667"/>
                  <a:pt x="1929548" y="153692"/>
                </a:cubicBezTo>
                <a:cubicBezTo>
                  <a:pt x="1931265" y="152715"/>
                  <a:pt x="1932627" y="151101"/>
                  <a:pt x="1933634" y="148850"/>
                </a:cubicBezTo>
                <a:cubicBezTo>
                  <a:pt x="1934642" y="146597"/>
                  <a:pt x="1935146" y="142281"/>
                  <a:pt x="1935146" y="135900"/>
                </a:cubicBezTo>
                <a:lnTo>
                  <a:pt x="1935146" y="96719"/>
                </a:lnTo>
                <a:cubicBezTo>
                  <a:pt x="1935146" y="85553"/>
                  <a:pt x="1934810" y="78321"/>
                  <a:pt x="1934138" y="75023"/>
                </a:cubicBezTo>
                <a:cubicBezTo>
                  <a:pt x="1933616" y="72624"/>
                  <a:pt x="1932795" y="70957"/>
                  <a:pt x="1931675" y="70024"/>
                </a:cubicBezTo>
                <a:cubicBezTo>
                  <a:pt x="1930556" y="69089"/>
                  <a:pt x="1929026" y="68622"/>
                  <a:pt x="1927086" y="68622"/>
                </a:cubicBezTo>
                <a:cubicBezTo>
                  <a:pt x="1924996" y="68622"/>
                  <a:pt x="1922459" y="69181"/>
                  <a:pt x="1919474" y="70301"/>
                </a:cubicBezTo>
                <a:lnTo>
                  <a:pt x="1917906" y="66271"/>
                </a:lnTo>
                <a:lnTo>
                  <a:pt x="1948803" y="53733"/>
                </a:lnTo>
                <a:lnTo>
                  <a:pt x="1953728" y="53733"/>
                </a:lnTo>
                <a:close/>
                <a:moveTo>
                  <a:pt x="2022164" y="64703"/>
                </a:moveTo>
                <a:lnTo>
                  <a:pt x="2022164" y="132094"/>
                </a:lnTo>
                <a:cubicBezTo>
                  <a:pt x="2022164" y="141646"/>
                  <a:pt x="2023209" y="147691"/>
                  <a:pt x="2025299" y="150229"/>
                </a:cubicBezTo>
                <a:cubicBezTo>
                  <a:pt x="2028060" y="153512"/>
                  <a:pt x="2031754" y="155154"/>
                  <a:pt x="2036381" y="155154"/>
                </a:cubicBezTo>
                <a:lnTo>
                  <a:pt x="2045673" y="155154"/>
                </a:lnTo>
                <a:lnTo>
                  <a:pt x="2045673" y="159184"/>
                </a:lnTo>
                <a:lnTo>
                  <a:pt x="1984439" y="159184"/>
                </a:lnTo>
                <a:lnTo>
                  <a:pt x="1984439" y="155154"/>
                </a:lnTo>
                <a:lnTo>
                  <a:pt x="1989029" y="155154"/>
                </a:lnTo>
                <a:cubicBezTo>
                  <a:pt x="1992014" y="155154"/>
                  <a:pt x="1994738" y="154408"/>
                  <a:pt x="1997201" y="152915"/>
                </a:cubicBezTo>
                <a:cubicBezTo>
                  <a:pt x="1999664" y="151423"/>
                  <a:pt x="2001362" y="149408"/>
                  <a:pt x="2002294" y="146870"/>
                </a:cubicBezTo>
                <a:cubicBezTo>
                  <a:pt x="2003227" y="144333"/>
                  <a:pt x="2003694" y="139407"/>
                  <a:pt x="2003694" y="132094"/>
                </a:cubicBezTo>
                <a:lnTo>
                  <a:pt x="2003694" y="64703"/>
                </a:lnTo>
                <a:lnTo>
                  <a:pt x="1983768" y="64703"/>
                </a:lnTo>
                <a:lnTo>
                  <a:pt x="1983768" y="56644"/>
                </a:lnTo>
                <a:lnTo>
                  <a:pt x="2003694" y="56644"/>
                </a:lnTo>
                <a:lnTo>
                  <a:pt x="2003694" y="49899"/>
                </a:lnTo>
                <a:cubicBezTo>
                  <a:pt x="2003694" y="39635"/>
                  <a:pt x="2005336" y="30944"/>
                  <a:pt x="2008619" y="23827"/>
                </a:cubicBezTo>
                <a:cubicBezTo>
                  <a:pt x="2011903" y="16709"/>
                  <a:pt x="2016922" y="10959"/>
                  <a:pt x="2023676" y="6577"/>
                </a:cubicBezTo>
                <a:cubicBezTo>
                  <a:pt x="2030430" y="2192"/>
                  <a:pt x="2038023" y="0"/>
                  <a:pt x="2046456" y="0"/>
                </a:cubicBezTo>
                <a:cubicBezTo>
                  <a:pt x="2054292" y="0"/>
                  <a:pt x="2061494" y="2537"/>
                  <a:pt x="2068061" y="7612"/>
                </a:cubicBezTo>
                <a:cubicBezTo>
                  <a:pt x="2072390" y="10970"/>
                  <a:pt x="2074554" y="14739"/>
                  <a:pt x="2074554" y="18919"/>
                </a:cubicBezTo>
                <a:cubicBezTo>
                  <a:pt x="2074554" y="21157"/>
                  <a:pt x="2073584" y="23266"/>
                  <a:pt x="2071644" y="25243"/>
                </a:cubicBezTo>
                <a:cubicBezTo>
                  <a:pt x="2069703" y="27221"/>
                  <a:pt x="2067614" y="28210"/>
                  <a:pt x="2065375" y="28210"/>
                </a:cubicBezTo>
                <a:cubicBezTo>
                  <a:pt x="2063658" y="28210"/>
                  <a:pt x="2061849" y="27594"/>
                  <a:pt x="2059946" y="26363"/>
                </a:cubicBezTo>
                <a:cubicBezTo>
                  <a:pt x="2058042" y="25131"/>
                  <a:pt x="2055710" y="22482"/>
                  <a:pt x="2052949" y="18415"/>
                </a:cubicBezTo>
                <a:cubicBezTo>
                  <a:pt x="2050188" y="14347"/>
                  <a:pt x="2047650" y="11605"/>
                  <a:pt x="2045337" y="10187"/>
                </a:cubicBezTo>
                <a:cubicBezTo>
                  <a:pt x="2043023" y="8769"/>
                  <a:pt x="2040449" y="8060"/>
                  <a:pt x="2037613" y="8060"/>
                </a:cubicBezTo>
                <a:cubicBezTo>
                  <a:pt x="2034180" y="8060"/>
                  <a:pt x="2031269" y="8979"/>
                  <a:pt x="2028881" y="10817"/>
                </a:cubicBezTo>
                <a:cubicBezTo>
                  <a:pt x="2026493" y="12652"/>
                  <a:pt x="2024777" y="15501"/>
                  <a:pt x="2023732" y="19363"/>
                </a:cubicBezTo>
                <a:cubicBezTo>
                  <a:pt x="2022687" y="23225"/>
                  <a:pt x="2022164" y="33177"/>
                  <a:pt x="2022164" y="49220"/>
                </a:cubicBezTo>
                <a:lnTo>
                  <a:pt x="2022164" y="56644"/>
                </a:lnTo>
                <a:lnTo>
                  <a:pt x="2048583" y="56644"/>
                </a:lnTo>
                <a:lnTo>
                  <a:pt x="2048583" y="64703"/>
                </a:lnTo>
                <a:lnTo>
                  <a:pt x="2022164" y="64703"/>
                </a:lnTo>
                <a:close/>
                <a:moveTo>
                  <a:pt x="2179779" y="203962"/>
                </a:moveTo>
                <a:lnTo>
                  <a:pt x="2179779" y="208215"/>
                </a:lnTo>
                <a:cubicBezTo>
                  <a:pt x="2168510" y="202544"/>
                  <a:pt x="2159107" y="195902"/>
                  <a:pt x="2151570" y="188289"/>
                </a:cubicBezTo>
                <a:cubicBezTo>
                  <a:pt x="2140823" y="177468"/>
                  <a:pt x="2132539" y="164707"/>
                  <a:pt x="2126718" y="150005"/>
                </a:cubicBezTo>
                <a:cubicBezTo>
                  <a:pt x="2120897" y="135303"/>
                  <a:pt x="2117986" y="120041"/>
                  <a:pt x="2117986" y="104220"/>
                </a:cubicBezTo>
                <a:cubicBezTo>
                  <a:pt x="2117986" y="81085"/>
                  <a:pt x="2123696" y="59983"/>
                  <a:pt x="2135114" y="40915"/>
                </a:cubicBezTo>
                <a:cubicBezTo>
                  <a:pt x="2146532" y="21848"/>
                  <a:pt x="2161421" y="8209"/>
                  <a:pt x="2179779" y="0"/>
                </a:cubicBezTo>
                <a:lnTo>
                  <a:pt x="2179779" y="4702"/>
                </a:lnTo>
                <a:cubicBezTo>
                  <a:pt x="2170600" y="9774"/>
                  <a:pt x="2163062" y="16711"/>
                  <a:pt x="2157167" y="25513"/>
                </a:cubicBezTo>
                <a:cubicBezTo>
                  <a:pt x="2151271" y="34314"/>
                  <a:pt x="2146868" y="45465"/>
                  <a:pt x="2143957" y="58966"/>
                </a:cubicBezTo>
                <a:cubicBezTo>
                  <a:pt x="2141047" y="72465"/>
                  <a:pt x="2139592" y="86562"/>
                  <a:pt x="2139592" y="101257"/>
                </a:cubicBezTo>
                <a:cubicBezTo>
                  <a:pt x="2139592" y="117218"/>
                  <a:pt x="2140823" y="131725"/>
                  <a:pt x="2143286" y="144778"/>
                </a:cubicBezTo>
                <a:cubicBezTo>
                  <a:pt x="2145226" y="155070"/>
                  <a:pt x="2147577" y="163329"/>
                  <a:pt x="2150338" y="169556"/>
                </a:cubicBezTo>
                <a:cubicBezTo>
                  <a:pt x="2153099" y="175786"/>
                  <a:pt x="2156812" y="181771"/>
                  <a:pt x="2161477" y="187513"/>
                </a:cubicBezTo>
                <a:cubicBezTo>
                  <a:pt x="2166141" y="193257"/>
                  <a:pt x="2172242" y="198740"/>
                  <a:pt x="2179779" y="203962"/>
                </a:cubicBezTo>
                <a:close/>
                <a:moveTo>
                  <a:pt x="2347693" y="7388"/>
                </a:moveTo>
                <a:lnTo>
                  <a:pt x="2347693" y="11642"/>
                </a:lnTo>
                <a:cubicBezTo>
                  <a:pt x="2342320" y="12605"/>
                  <a:pt x="2338253" y="14310"/>
                  <a:pt x="2335491" y="16757"/>
                </a:cubicBezTo>
                <a:cubicBezTo>
                  <a:pt x="2331536" y="20390"/>
                  <a:pt x="2328028" y="25951"/>
                  <a:pt x="2324969" y="33440"/>
                </a:cubicBezTo>
                <a:lnTo>
                  <a:pt x="2272019" y="162542"/>
                </a:lnTo>
                <a:lnTo>
                  <a:pt x="2267877" y="162542"/>
                </a:lnTo>
                <a:lnTo>
                  <a:pt x="2211010" y="31747"/>
                </a:lnTo>
                <a:cubicBezTo>
                  <a:pt x="2208099" y="25081"/>
                  <a:pt x="2206047" y="21008"/>
                  <a:pt x="2204853" y="19527"/>
                </a:cubicBezTo>
                <a:cubicBezTo>
                  <a:pt x="2202987" y="17232"/>
                  <a:pt x="2200692" y="15438"/>
                  <a:pt x="2197968" y="14143"/>
                </a:cubicBezTo>
                <a:cubicBezTo>
                  <a:pt x="2195244" y="12847"/>
                  <a:pt x="2191569" y="12013"/>
                  <a:pt x="2186942" y="11642"/>
                </a:cubicBezTo>
                <a:lnTo>
                  <a:pt x="2186942" y="7388"/>
                </a:lnTo>
                <a:lnTo>
                  <a:pt x="2248959" y="7388"/>
                </a:lnTo>
                <a:lnTo>
                  <a:pt x="2248959" y="11642"/>
                </a:lnTo>
                <a:cubicBezTo>
                  <a:pt x="2241944" y="12314"/>
                  <a:pt x="2237391" y="13508"/>
                  <a:pt x="2235302" y="15224"/>
                </a:cubicBezTo>
                <a:cubicBezTo>
                  <a:pt x="2233212" y="16941"/>
                  <a:pt x="2232167" y="19142"/>
                  <a:pt x="2232167" y="21829"/>
                </a:cubicBezTo>
                <a:cubicBezTo>
                  <a:pt x="2232167" y="25560"/>
                  <a:pt x="2233884" y="31382"/>
                  <a:pt x="2237317" y="39292"/>
                </a:cubicBezTo>
                <a:lnTo>
                  <a:pt x="2275937" y="128288"/>
                </a:lnTo>
                <a:lnTo>
                  <a:pt x="2311759" y="40412"/>
                </a:lnTo>
                <a:cubicBezTo>
                  <a:pt x="2315267" y="31755"/>
                  <a:pt x="2317021" y="25747"/>
                  <a:pt x="2317021" y="22389"/>
                </a:cubicBezTo>
                <a:cubicBezTo>
                  <a:pt x="2317021" y="20225"/>
                  <a:pt x="2315939" y="18154"/>
                  <a:pt x="2313774" y="16176"/>
                </a:cubicBezTo>
                <a:cubicBezTo>
                  <a:pt x="2311610" y="14198"/>
                  <a:pt x="2307953" y="12799"/>
                  <a:pt x="2302804" y="11978"/>
                </a:cubicBezTo>
                <a:cubicBezTo>
                  <a:pt x="2302431" y="11903"/>
                  <a:pt x="2301796" y="11791"/>
                  <a:pt x="2300901" y="11642"/>
                </a:cubicBezTo>
                <a:lnTo>
                  <a:pt x="2300901" y="7388"/>
                </a:lnTo>
                <a:lnTo>
                  <a:pt x="2347693" y="7388"/>
                </a:lnTo>
                <a:close/>
                <a:moveTo>
                  <a:pt x="2528224" y="85973"/>
                </a:moveTo>
                <a:lnTo>
                  <a:pt x="2407772" y="138139"/>
                </a:lnTo>
                <a:lnTo>
                  <a:pt x="2407772" y="128249"/>
                </a:lnTo>
                <a:lnTo>
                  <a:pt x="2511544" y="83195"/>
                </a:lnTo>
                <a:lnTo>
                  <a:pt x="2407772" y="37868"/>
                </a:lnTo>
                <a:lnTo>
                  <a:pt x="2407772" y="27762"/>
                </a:lnTo>
                <a:lnTo>
                  <a:pt x="2528224" y="80376"/>
                </a:lnTo>
                <a:lnTo>
                  <a:pt x="2528224" y="85973"/>
                </a:lnTo>
                <a:close/>
                <a:moveTo>
                  <a:pt x="2728275" y="4030"/>
                </a:moveTo>
                <a:lnTo>
                  <a:pt x="2731745" y="55748"/>
                </a:lnTo>
                <a:lnTo>
                  <a:pt x="2728275" y="55748"/>
                </a:lnTo>
                <a:cubicBezTo>
                  <a:pt x="2723648" y="40260"/>
                  <a:pt x="2717044" y="29112"/>
                  <a:pt x="2708461" y="22305"/>
                </a:cubicBezTo>
                <a:cubicBezTo>
                  <a:pt x="2699879" y="15495"/>
                  <a:pt x="2689580" y="12090"/>
                  <a:pt x="2677565" y="12090"/>
                </a:cubicBezTo>
                <a:cubicBezTo>
                  <a:pt x="2667490" y="12090"/>
                  <a:pt x="2658385" y="14642"/>
                  <a:pt x="2650250" y="19748"/>
                </a:cubicBezTo>
                <a:cubicBezTo>
                  <a:pt x="2642116" y="24850"/>
                  <a:pt x="2635716" y="32991"/>
                  <a:pt x="2631052" y="44169"/>
                </a:cubicBezTo>
                <a:cubicBezTo>
                  <a:pt x="2626388" y="55345"/>
                  <a:pt x="2624056" y="69240"/>
                  <a:pt x="2624056" y="85854"/>
                </a:cubicBezTo>
                <a:cubicBezTo>
                  <a:pt x="2624056" y="99565"/>
                  <a:pt x="2626257" y="111449"/>
                  <a:pt x="2630660" y="121508"/>
                </a:cubicBezTo>
                <a:cubicBezTo>
                  <a:pt x="2635063" y="131567"/>
                  <a:pt x="2641687" y="139279"/>
                  <a:pt x="2650530" y="144645"/>
                </a:cubicBezTo>
                <a:cubicBezTo>
                  <a:pt x="2659374" y="150009"/>
                  <a:pt x="2669467" y="152691"/>
                  <a:pt x="2680811" y="152691"/>
                </a:cubicBezTo>
                <a:cubicBezTo>
                  <a:pt x="2690662" y="152691"/>
                  <a:pt x="2699356" y="150576"/>
                  <a:pt x="2706894" y="146345"/>
                </a:cubicBezTo>
                <a:cubicBezTo>
                  <a:pt x="2714432" y="142113"/>
                  <a:pt x="2722715" y="133705"/>
                  <a:pt x="2731745" y="121123"/>
                </a:cubicBezTo>
                <a:lnTo>
                  <a:pt x="2735216" y="123362"/>
                </a:lnTo>
                <a:cubicBezTo>
                  <a:pt x="2727604" y="136910"/>
                  <a:pt x="2718723" y="146827"/>
                  <a:pt x="2708573" y="153115"/>
                </a:cubicBezTo>
                <a:cubicBezTo>
                  <a:pt x="2698424" y="159400"/>
                  <a:pt x="2686371" y="162542"/>
                  <a:pt x="2672415" y="162542"/>
                </a:cubicBezTo>
                <a:cubicBezTo>
                  <a:pt x="2647265" y="162542"/>
                  <a:pt x="2627787" y="153227"/>
                  <a:pt x="2613981" y="134595"/>
                </a:cubicBezTo>
                <a:cubicBezTo>
                  <a:pt x="2603682" y="120735"/>
                  <a:pt x="2598532" y="104414"/>
                  <a:pt x="2598532" y="85633"/>
                </a:cubicBezTo>
                <a:cubicBezTo>
                  <a:pt x="2598532" y="70505"/>
                  <a:pt x="2601928" y="56606"/>
                  <a:pt x="2608719" y="43938"/>
                </a:cubicBezTo>
                <a:cubicBezTo>
                  <a:pt x="2615511" y="31270"/>
                  <a:pt x="2624858" y="21451"/>
                  <a:pt x="2636761" y="14483"/>
                </a:cubicBezTo>
                <a:cubicBezTo>
                  <a:pt x="2648665" y="7514"/>
                  <a:pt x="2661669" y="4030"/>
                  <a:pt x="2675774" y="4030"/>
                </a:cubicBezTo>
                <a:cubicBezTo>
                  <a:pt x="2686744" y="4030"/>
                  <a:pt x="2697565" y="6717"/>
                  <a:pt x="2708237" y="12090"/>
                </a:cubicBezTo>
                <a:cubicBezTo>
                  <a:pt x="2711372" y="13732"/>
                  <a:pt x="2713611" y="14553"/>
                  <a:pt x="2714954" y="14553"/>
                </a:cubicBezTo>
                <a:cubicBezTo>
                  <a:pt x="2716969" y="14553"/>
                  <a:pt x="2718723" y="13844"/>
                  <a:pt x="2720215" y="12426"/>
                </a:cubicBezTo>
                <a:cubicBezTo>
                  <a:pt x="2722156" y="10411"/>
                  <a:pt x="2723536" y="7612"/>
                  <a:pt x="2724357" y="4030"/>
                </a:cubicBezTo>
                <a:lnTo>
                  <a:pt x="2728275" y="4030"/>
                </a:lnTo>
                <a:close/>
                <a:moveTo>
                  <a:pt x="2748315" y="4702"/>
                </a:moveTo>
                <a:lnTo>
                  <a:pt x="2748315" y="0"/>
                </a:lnTo>
                <a:cubicBezTo>
                  <a:pt x="2759659" y="5597"/>
                  <a:pt x="2769099" y="12202"/>
                  <a:pt x="2776637" y="19814"/>
                </a:cubicBezTo>
                <a:cubicBezTo>
                  <a:pt x="2787309" y="30710"/>
                  <a:pt x="2795555" y="43490"/>
                  <a:pt x="2801376" y="58155"/>
                </a:cubicBezTo>
                <a:cubicBezTo>
                  <a:pt x="2807198" y="72819"/>
                  <a:pt x="2810108" y="88100"/>
                  <a:pt x="2810108" y="103996"/>
                </a:cubicBezTo>
                <a:cubicBezTo>
                  <a:pt x="2810108" y="127131"/>
                  <a:pt x="2804418" y="148232"/>
                  <a:pt x="2793037" y="167300"/>
                </a:cubicBezTo>
                <a:cubicBezTo>
                  <a:pt x="2781656" y="186368"/>
                  <a:pt x="2766748" y="200006"/>
                  <a:pt x="2748315" y="208215"/>
                </a:cubicBezTo>
                <a:lnTo>
                  <a:pt x="2748315" y="203962"/>
                </a:lnTo>
                <a:cubicBezTo>
                  <a:pt x="2757494" y="198814"/>
                  <a:pt x="2765051" y="191859"/>
                  <a:pt x="2770984" y="183094"/>
                </a:cubicBezTo>
                <a:cubicBezTo>
                  <a:pt x="2776917" y="174330"/>
                  <a:pt x="2781320" y="163180"/>
                  <a:pt x="2784193" y="149644"/>
                </a:cubicBezTo>
                <a:cubicBezTo>
                  <a:pt x="2787066" y="136106"/>
                  <a:pt x="2788503" y="121991"/>
                  <a:pt x="2788503" y="107298"/>
                </a:cubicBezTo>
                <a:cubicBezTo>
                  <a:pt x="2788503" y="91409"/>
                  <a:pt x="2787272" y="76902"/>
                  <a:pt x="2784809" y="63776"/>
                </a:cubicBezTo>
                <a:cubicBezTo>
                  <a:pt x="2782943" y="53482"/>
                  <a:pt x="2780611" y="45240"/>
                  <a:pt x="2777812" y="39051"/>
                </a:cubicBezTo>
                <a:cubicBezTo>
                  <a:pt x="2775014" y="32859"/>
                  <a:pt x="2771301" y="26892"/>
                  <a:pt x="2766674" y="21150"/>
                </a:cubicBezTo>
                <a:cubicBezTo>
                  <a:pt x="2762047" y="15406"/>
                  <a:pt x="2755927" y="9923"/>
                  <a:pt x="2748315" y="4702"/>
                </a:cubicBezTo>
                <a:close/>
                <a:moveTo>
                  <a:pt x="2904139" y="0"/>
                </a:moveTo>
                <a:lnTo>
                  <a:pt x="2904139" y="208663"/>
                </a:lnTo>
                <a:lnTo>
                  <a:pt x="2894847" y="208663"/>
                </a:lnTo>
                <a:lnTo>
                  <a:pt x="2894847" y="0"/>
                </a:lnTo>
                <a:lnTo>
                  <a:pt x="290413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if(V==V)|if(V==C)|...">
            <a:extLst xmlns:a="http://schemas.openxmlformats.org/drawingml/2006/main">
              <a:ext uri="{FF2B5EF4-FFF2-40B4-BE49-F238E27FC236}">
                <a16:creationId xmlns:a16="http://schemas.microsoft.com/office/drawing/2014/main" id="{EE975525-E541-48F2-9757-047765E7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73" y="3399197"/>
            <a:ext cx="2553753" cy="208663"/>
          </a:xfrm>
          <a:custGeom xmlns:a="http://schemas.openxmlformats.org/drawingml/2006/main">
            <a:pathLst>
              <a:path w="2553753" h="208663">
                <a:moveTo>
                  <a:pt x="26531" y="0"/>
                </a:moveTo>
                <a:cubicBezTo>
                  <a:pt x="29665" y="0"/>
                  <a:pt x="32333" y="1107"/>
                  <a:pt x="34535" y="3320"/>
                </a:cubicBezTo>
                <a:cubicBezTo>
                  <a:pt x="36736" y="5531"/>
                  <a:pt x="37837" y="8212"/>
                  <a:pt x="37837" y="11362"/>
                </a:cubicBezTo>
                <a:cubicBezTo>
                  <a:pt x="37837" y="14513"/>
                  <a:pt x="36736" y="17214"/>
                  <a:pt x="34535" y="19464"/>
                </a:cubicBezTo>
                <a:cubicBezTo>
                  <a:pt x="32333" y="21712"/>
                  <a:pt x="29665" y="22837"/>
                  <a:pt x="26531" y="22837"/>
                </a:cubicBezTo>
                <a:cubicBezTo>
                  <a:pt x="23396" y="22837"/>
                  <a:pt x="20710" y="21712"/>
                  <a:pt x="18471" y="19464"/>
                </a:cubicBezTo>
                <a:cubicBezTo>
                  <a:pt x="16232" y="17214"/>
                  <a:pt x="15112" y="14513"/>
                  <a:pt x="15112" y="11362"/>
                </a:cubicBezTo>
                <a:cubicBezTo>
                  <a:pt x="15112" y="8212"/>
                  <a:pt x="16213" y="5531"/>
                  <a:pt x="18415" y="3320"/>
                </a:cubicBezTo>
                <a:cubicBezTo>
                  <a:pt x="20616" y="1107"/>
                  <a:pt x="23322" y="0"/>
                  <a:pt x="26531" y="0"/>
                </a:cubicBezTo>
                <a:moveTo>
                  <a:pt x="35822" y="53733"/>
                </a:moveTo>
                <a:lnTo>
                  <a:pt x="35822" y="135900"/>
                </a:lnTo>
                <a:cubicBezTo>
                  <a:pt x="35822" y="142355"/>
                  <a:pt x="36288" y="146653"/>
                  <a:pt x="37221" y="148794"/>
                </a:cubicBezTo>
                <a:cubicBezTo>
                  <a:pt x="38154" y="150933"/>
                  <a:pt x="39535" y="152528"/>
                  <a:pt x="41363" y="153580"/>
                </a:cubicBezTo>
                <a:cubicBezTo>
                  <a:pt x="43192" y="154629"/>
                  <a:pt x="46531" y="155154"/>
                  <a:pt x="51382" y="155154"/>
                </a:cubicBezTo>
                <a:lnTo>
                  <a:pt x="51382" y="159184"/>
                </a:lnTo>
                <a:lnTo>
                  <a:pt x="1567" y="159184"/>
                </a:lnTo>
                <a:lnTo>
                  <a:pt x="1567" y="155154"/>
                </a:lnTo>
                <a:cubicBezTo>
                  <a:pt x="6567" y="155154"/>
                  <a:pt x="9926" y="154667"/>
                  <a:pt x="11642" y="153692"/>
                </a:cubicBezTo>
                <a:cubicBezTo>
                  <a:pt x="13359" y="152715"/>
                  <a:pt x="14721" y="151101"/>
                  <a:pt x="15728" y="148850"/>
                </a:cubicBezTo>
                <a:cubicBezTo>
                  <a:pt x="16736" y="146597"/>
                  <a:pt x="17239" y="142281"/>
                  <a:pt x="17239" y="135900"/>
                </a:cubicBezTo>
                <a:lnTo>
                  <a:pt x="17239" y="96719"/>
                </a:lnTo>
                <a:cubicBezTo>
                  <a:pt x="17239" y="85553"/>
                  <a:pt x="16904" y="78321"/>
                  <a:pt x="16232" y="75023"/>
                </a:cubicBezTo>
                <a:cubicBezTo>
                  <a:pt x="15709" y="72624"/>
                  <a:pt x="14889" y="70957"/>
                  <a:pt x="13769" y="70024"/>
                </a:cubicBezTo>
                <a:cubicBezTo>
                  <a:pt x="12650" y="69089"/>
                  <a:pt x="11120" y="68622"/>
                  <a:pt x="9179" y="68622"/>
                </a:cubicBezTo>
                <a:cubicBezTo>
                  <a:pt x="7090" y="68622"/>
                  <a:pt x="4552" y="69181"/>
                  <a:pt x="1567" y="70301"/>
                </a:cubicBezTo>
                <a:lnTo>
                  <a:pt x="0" y="66271"/>
                </a:lnTo>
                <a:lnTo>
                  <a:pt x="30896" y="53733"/>
                </a:lnTo>
                <a:lnTo>
                  <a:pt x="35822" y="53733"/>
                </a:lnTo>
                <a:close/>
                <a:moveTo>
                  <a:pt x="104258" y="64703"/>
                </a:moveTo>
                <a:lnTo>
                  <a:pt x="104258" y="132094"/>
                </a:lnTo>
                <a:cubicBezTo>
                  <a:pt x="104258" y="141646"/>
                  <a:pt x="105303" y="147691"/>
                  <a:pt x="107393" y="150229"/>
                </a:cubicBezTo>
                <a:cubicBezTo>
                  <a:pt x="110154" y="153512"/>
                  <a:pt x="113848" y="155154"/>
                  <a:pt x="118475" y="155154"/>
                </a:cubicBezTo>
                <a:lnTo>
                  <a:pt x="127766" y="155154"/>
                </a:lnTo>
                <a:lnTo>
                  <a:pt x="127766" y="159184"/>
                </a:lnTo>
                <a:lnTo>
                  <a:pt x="66533" y="159184"/>
                </a:lnTo>
                <a:lnTo>
                  <a:pt x="66533" y="155154"/>
                </a:lnTo>
                <a:lnTo>
                  <a:pt x="71123" y="155154"/>
                </a:lnTo>
                <a:cubicBezTo>
                  <a:pt x="74108" y="155154"/>
                  <a:pt x="76832" y="154408"/>
                  <a:pt x="79295" y="152915"/>
                </a:cubicBezTo>
                <a:cubicBezTo>
                  <a:pt x="81757" y="151423"/>
                  <a:pt x="83455" y="149408"/>
                  <a:pt x="84388" y="146870"/>
                </a:cubicBezTo>
                <a:cubicBezTo>
                  <a:pt x="85321" y="144333"/>
                  <a:pt x="85787" y="139407"/>
                  <a:pt x="85787" y="132094"/>
                </a:cubicBezTo>
                <a:lnTo>
                  <a:pt x="85787" y="64703"/>
                </a:lnTo>
                <a:lnTo>
                  <a:pt x="65861" y="64703"/>
                </a:lnTo>
                <a:lnTo>
                  <a:pt x="65861" y="56644"/>
                </a:lnTo>
                <a:lnTo>
                  <a:pt x="85787" y="56644"/>
                </a:lnTo>
                <a:lnTo>
                  <a:pt x="85787" y="49899"/>
                </a:lnTo>
                <a:cubicBezTo>
                  <a:pt x="85787" y="39635"/>
                  <a:pt x="87429" y="30944"/>
                  <a:pt x="90713" y="23827"/>
                </a:cubicBezTo>
                <a:cubicBezTo>
                  <a:pt x="93997" y="16709"/>
                  <a:pt x="99015" y="10959"/>
                  <a:pt x="105769" y="6577"/>
                </a:cubicBezTo>
                <a:cubicBezTo>
                  <a:pt x="112523" y="2192"/>
                  <a:pt x="120117" y="0"/>
                  <a:pt x="128550" y="0"/>
                </a:cubicBezTo>
                <a:cubicBezTo>
                  <a:pt x="136386" y="0"/>
                  <a:pt x="143588" y="2537"/>
                  <a:pt x="150155" y="7612"/>
                </a:cubicBezTo>
                <a:cubicBezTo>
                  <a:pt x="154484" y="10970"/>
                  <a:pt x="156648" y="14739"/>
                  <a:pt x="156648" y="18919"/>
                </a:cubicBezTo>
                <a:cubicBezTo>
                  <a:pt x="156648" y="21157"/>
                  <a:pt x="155678" y="23266"/>
                  <a:pt x="153737" y="25243"/>
                </a:cubicBezTo>
                <a:cubicBezTo>
                  <a:pt x="151797" y="27221"/>
                  <a:pt x="149707" y="28210"/>
                  <a:pt x="147468" y="28210"/>
                </a:cubicBezTo>
                <a:cubicBezTo>
                  <a:pt x="145752" y="28210"/>
                  <a:pt x="143942" y="27594"/>
                  <a:pt x="142039" y="26363"/>
                </a:cubicBezTo>
                <a:cubicBezTo>
                  <a:pt x="140136" y="25131"/>
                  <a:pt x="137804" y="22482"/>
                  <a:pt x="135043" y="18415"/>
                </a:cubicBezTo>
                <a:cubicBezTo>
                  <a:pt x="132281" y="14347"/>
                  <a:pt x="129744" y="11605"/>
                  <a:pt x="127430" y="10187"/>
                </a:cubicBezTo>
                <a:cubicBezTo>
                  <a:pt x="125117" y="8769"/>
                  <a:pt x="122542" y="8060"/>
                  <a:pt x="119706" y="8060"/>
                </a:cubicBezTo>
                <a:cubicBezTo>
                  <a:pt x="116273" y="8060"/>
                  <a:pt x="113363" y="8979"/>
                  <a:pt x="110975" y="10817"/>
                </a:cubicBezTo>
                <a:cubicBezTo>
                  <a:pt x="108587" y="12652"/>
                  <a:pt x="106870" y="15501"/>
                  <a:pt x="105825" y="19363"/>
                </a:cubicBezTo>
                <a:cubicBezTo>
                  <a:pt x="104780" y="23225"/>
                  <a:pt x="104258" y="33177"/>
                  <a:pt x="104258" y="49220"/>
                </a:cubicBezTo>
                <a:lnTo>
                  <a:pt x="104258" y="56644"/>
                </a:lnTo>
                <a:lnTo>
                  <a:pt x="130677" y="56644"/>
                </a:lnTo>
                <a:lnTo>
                  <a:pt x="130677" y="64703"/>
                </a:lnTo>
                <a:lnTo>
                  <a:pt x="104258" y="64703"/>
                </a:lnTo>
                <a:close/>
                <a:moveTo>
                  <a:pt x="261873" y="203962"/>
                </a:moveTo>
                <a:lnTo>
                  <a:pt x="261873" y="208215"/>
                </a:lnTo>
                <a:cubicBezTo>
                  <a:pt x="250604" y="202544"/>
                  <a:pt x="241201" y="195902"/>
                  <a:pt x="233663" y="188289"/>
                </a:cubicBezTo>
                <a:cubicBezTo>
                  <a:pt x="222917" y="177468"/>
                  <a:pt x="214633" y="164707"/>
                  <a:pt x="208812" y="150005"/>
                </a:cubicBezTo>
                <a:cubicBezTo>
                  <a:pt x="202991" y="135303"/>
                  <a:pt x="200080" y="120041"/>
                  <a:pt x="200080" y="104220"/>
                </a:cubicBezTo>
                <a:cubicBezTo>
                  <a:pt x="200080" y="81085"/>
                  <a:pt x="205789" y="59983"/>
                  <a:pt x="217207" y="40915"/>
                </a:cubicBezTo>
                <a:cubicBezTo>
                  <a:pt x="228626" y="21848"/>
                  <a:pt x="243514" y="8209"/>
                  <a:pt x="261873" y="0"/>
                </a:cubicBezTo>
                <a:lnTo>
                  <a:pt x="261873" y="4702"/>
                </a:lnTo>
                <a:cubicBezTo>
                  <a:pt x="252694" y="9774"/>
                  <a:pt x="245156" y="16711"/>
                  <a:pt x="239260" y="25513"/>
                </a:cubicBezTo>
                <a:cubicBezTo>
                  <a:pt x="233365" y="34314"/>
                  <a:pt x="228962" y="45465"/>
                  <a:pt x="226051" y="58966"/>
                </a:cubicBezTo>
                <a:cubicBezTo>
                  <a:pt x="223140" y="72465"/>
                  <a:pt x="221685" y="86562"/>
                  <a:pt x="221685" y="101257"/>
                </a:cubicBezTo>
                <a:cubicBezTo>
                  <a:pt x="221685" y="117218"/>
                  <a:pt x="222917" y="131725"/>
                  <a:pt x="225379" y="144778"/>
                </a:cubicBezTo>
                <a:cubicBezTo>
                  <a:pt x="227320" y="155070"/>
                  <a:pt x="229671" y="163329"/>
                  <a:pt x="232432" y="169556"/>
                </a:cubicBezTo>
                <a:cubicBezTo>
                  <a:pt x="235193" y="175786"/>
                  <a:pt x="238906" y="181771"/>
                  <a:pt x="243570" y="187513"/>
                </a:cubicBezTo>
                <a:cubicBezTo>
                  <a:pt x="248235" y="193257"/>
                  <a:pt x="254335" y="198740"/>
                  <a:pt x="261873" y="203962"/>
                </a:cubicBezTo>
                <a:close/>
                <a:moveTo>
                  <a:pt x="429787" y="7388"/>
                </a:moveTo>
                <a:lnTo>
                  <a:pt x="429787" y="11642"/>
                </a:lnTo>
                <a:cubicBezTo>
                  <a:pt x="424414" y="12605"/>
                  <a:pt x="420346" y="14310"/>
                  <a:pt x="417585" y="16757"/>
                </a:cubicBezTo>
                <a:cubicBezTo>
                  <a:pt x="413630" y="20390"/>
                  <a:pt x="410122" y="25951"/>
                  <a:pt x="407062" y="33440"/>
                </a:cubicBezTo>
                <a:lnTo>
                  <a:pt x="354113" y="162542"/>
                </a:lnTo>
                <a:lnTo>
                  <a:pt x="349971" y="162542"/>
                </a:lnTo>
                <a:lnTo>
                  <a:pt x="293103" y="31747"/>
                </a:lnTo>
                <a:cubicBezTo>
                  <a:pt x="290193" y="25081"/>
                  <a:pt x="288141" y="21008"/>
                  <a:pt x="286947" y="19527"/>
                </a:cubicBezTo>
                <a:cubicBezTo>
                  <a:pt x="285081" y="17232"/>
                  <a:pt x="282786" y="15438"/>
                  <a:pt x="280062" y="14143"/>
                </a:cubicBezTo>
                <a:cubicBezTo>
                  <a:pt x="277338" y="12847"/>
                  <a:pt x="273663" y="12013"/>
                  <a:pt x="269036" y="11642"/>
                </a:cubicBezTo>
                <a:lnTo>
                  <a:pt x="269036" y="7388"/>
                </a:lnTo>
                <a:lnTo>
                  <a:pt x="331052" y="7388"/>
                </a:lnTo>
                <a:lnTo>
                  <a:pt x="331052" y="11642"/>
                </a:lnTo>
                <a:cubicBezTo>
                  <a:pt x="324037" y="12314"/>
                  <a:pt x="319485" y="13508"/>
                  <a:pt x="317395" y="15224"/>
                </a:cubicBezTo>
                <a:cubicBezTo>
                  <a:pt x="315306" y="16941"/>
                  <a:pt x="314261" y="19142"/>
                  <a:pt x="314261" y="21829"/>
                </a:cubicBezTo>
                <a:cubicBezTo>
                  <a:pt x="314261" y="25560"/>
                  <a:pt x="315977" y="31382"/>
                  <a:pt x="319410" y="39292"/>
                </a:cubicBezTo>
                <a:lnTo>
                  <a:pt x="358031" y="128288"/>
                </a:lnTo>
                <a:lnTo>
                  <a:pt x="393853" y="40412"/>
                </a:lnTo>
                <a:cubicBezTo>
                  <a:pt x="397360" y="31755"/>
                  <a:pt x="399114" y="25747"/>
                  <a:pt x="399114" y="22389"/>
                </a:cubicBezTo>
                <a:cubicBezTo>
                  <a:pt x="399114" y="20225"/>
                  <a:pt x="398032" y="18154"/>
                  <a:pt x="395868" y="16176"/>
                </a:cubicBezTo>
                <a:cubicBezTo>
                  <a:pt x="393704" y="14198"/>
                  <a:pt x="390047" y="12799"/>
                  <a:pt x="384897" y="11978"/>
                </a:cubicBezTo>
                <a:cubicBezTo>
                  <a:pt x="384524" y="11903"/>
                  <a:pt x="383890" y="11791"/>
                  <a:pt x="382994" y="11642"/>
                </a:cubicBezTo>
                <a:lnTo>
                  <a:pt x="382994" y="7388"/>
                </a:lnTo>
                <a:lnTo>
                  <a:pt x="429787" y="7388"/>
                </a:lnTo>
                <a:close/>
                <a:moveTo>
                  <a:pt x="489866" y="60226"/>
                </a:moveTo>
                <a:lnTo>
                  <a:pt x="610653" y="60226"/>
                </a:lnTo>
                <a:lnTo>
                  <a:pt x="610653" y="69405"/>
                </a:lnTo>
                <a:lnTo>
                  <a:pt x="489866" y="69405"/>
                </a:lnTo>
                <a:lnTo>
                  <a:pt x="489866" y="60226"/>
                </a:lnTo>
                <a:moveTo>
                  <a:pt x="489866" y="96719"/>
                </a:moveTo>
                <a:lnTo>
                  <a:pt x="610653" y="96719"/>
                </a:lnTo>
                <a:lnTo>
                  <a:pt x="610653" y="105899"/>
                </a:lnTo>
                <a:lnTo>
                  <a:pt x="489866" y="105899"/>
                </a:lnTo>
                <a:lnTo>
                  <a:pt x="489866" y="96719"/>
                </a:lnTo>
                <a:close/>
                <a:moveTo>
                  <a:pt x="619169" y="60226"/>
                </a:moveTo>
                <a:lnTo>
                  <a:pt x="739956" y="60226"/>
                </a:lnTo>
                <a:lnTo>
                  <a:pt x="739956" y="69405"/>
                </a:lnTo>
                <a:lnTo>
                  <a:pt x="619169" y="69405"/>
                </a:lnTo>
                <a:lnTo>
                  <a:pt x="619169" y="60226"/>
                </a:lnTo>
                <a:moveTo>
                  <a:pt x="619169" y="96719"/>
                </a:moveTo>
                <a:lnTo>
                  <a:pt x="739956" y="96719"/>
                </a:lnTo>
                <a:lnTo>
                  <a:pt x="739956" y="105899"/>
                </a:lnTo>
                <a:lnTo>
                  <a:pt x="619169" y="105899"/>
                </a:lnTo>
                <a:lnTo>
                  <a:pt x="619169" y="96719"/>
                </a:lnTo>
                <a:close/>
                <a:moveTo>
                  <a:pt x="960253" y="7388"/>
                </a:moveTo>
                <a:lnTo>
                  <a:pt x="960253" y="11642"/>
                </a:lnTo>
                <a:cubicBezTo>
                  <a:pt x="954880" y="12605"/>
                  <a:pt x="950813" y="14310"/>
                  <a:pt x="948051" y="16757"/>
                </a:cubicBezTo>
                <a:cubicBezTo>
                  <a:pt x="944096" y="20390"/>
                  <a:pt x="940589" y="25951"/>
                  <a:pt x="937529" y="33440"/>
                </a:cubicBezTo>
                <a:lnTo>
                  <a:pt x="884579" y="162542"/>
                </a:lnTo>
                <a:lnTo>
                  <a:pt x="880437" y="162542"/>
                </a:lnTo>
                <a:lnTo>
                  <a:pt x="823570" y="31747"/>
                </a:lnTo>
                <a:cubicBezTo>
                  <a:pt x="820659" y="25081"/>
                  <a:pt x="818607" y="21008"/>
                  <a:pt x="817413" y="19527"/>
                </a:cubicBezTo>
                <a:cubicBezTo>
                  <a:pt x="815547" y="17232"/>
                  <a:pt x="813253" y="15438"/>
                  <a:pt x="810529" y="14143"/>
                </a:cubicBezTo>
                <a:cubicBezTo>
                  <a:pt x="807805" y="12847"/>
                  <a:pt x="804129" y="12013"/>
                  <a:pt x="799502" y="11642"/>
                </a:cubicBezTo>
                <a:lnTo>
                  <a:pt x="799502" y="7388"/>
                </a:lnTo>
                <a:lnTo>
                  <a:pt x="861519" y="7388"/>
                </a:lnTo>
                <a:lnTo>
                  <a:pt x="861519" y="11642"/>
                </a:lnTo>
                <a:cubicBezTo>
                  <a:pt x="854504" y="12314"/>
                  <a:pt x="849951" y="13508"/>
                  <a:pt x="847862" y="15224"/>
                </a:cubicBezTo>
                <a:cubicBezTo>
                  <a:pt x="845772" y="16941"/>
                  <a:pt x="844727" y="19142"/>
                  <a:pt x="844727" y="21829"/>
                </a:cubicBezTo>
                <a:cubicBezTo>
                  <a:pt x="844727" y="25560"/>
                  <a:pt x="846444" y="31382"/>
                  <a:pt x="849877" y="39292"/>
                </a:cubicBezTo>
                <a:lnTo>
                  <a:pt x="888497" y="128288"/>
                </a:lnTo>
                <a:lnTo>
                  <a:pt x="924319" y="40412"/>
                </a:lnTo>
                <a:cubicBezTo>
                  <a:pt x="927827" y="31755"/>
                  <a:pt x="929581" y="25747"/>
                  <a:pt x="929581" y="22389"/>
                </a:cubicBezTo>
                <a:cubicBezTo>
                  <a:pt x="929581" y="20225"/>
                  <a:pt x="928499" y="18154"/>
                  <a:pt x="926334" y="16176"/>
                </a:cubicBezTo>
                <a:cubicBezTo>
                  <a:pt x="924170" y="14198"/>
                  <a:pt x="920513" y="12799"/>
                  <a:pt x="915364" y="11978"/>
                </a:cubicBezTo>
                <a:cubicBezTo>
                  <a:pt x="914991" y="11903"/>
                  <a:pt x="914356" y="11791"/>
                  <a:pt x="913461" y="11642"/>
                </a:cubicBezTo>
                <a:lnTo>
                  <a:pt x="913461" y="7388"/>
                </a:lnTo>
                <a:lnTo>
                  <a:pt x="960253" y="7388"/>
                </a:lnTo>
                <a:close/>
                <a:moveTo>
                  <a:pt x="968163" y="4702"/>
                </a:moveTo>
                <a:lnTo>
                  <a:pt x="968163" y="0"/>
                </a:lnTo>
                <a:cubicBezTo>
                  <a:pt x="979507" y="5597"/>
                  <a:pt x="988947" y="12202"/>
                  <a:pt x="996485" y="19814"/>
                </a:cubicBezTo>
                <a:cubicBezTo>
                  <a:pt x="1007157" y="30710"/>
                  <a:pt x="1015403" y="43490"/>
                  <a:pt x="1021224" y="58155"/>
                </a:cubicBezTo>
                <a:cubicBezTo>
                  <a:pt x="1027045" y="72819"/>
                  <a:pt x="1029956" y="88100"/>
                  <a:pt x="1029956" y="103996"/>
                </a:cubicBezTo>
                <a:cubicBezTo>
                  <a:pt x="1029956" y="127131"/>
                  <a:pt x="1024265" y="148232"/>
                  <a:pt x="1012884" y="167300"/>
                </a:cubicBezTo>
                <a:cubicBezTo>
                  <a:pt x="1001503" y="186368"/>
                  <a:pt x="986596" y="200006"/>
                  <a:pt x="968163" y="208215"/>
                </a:cubicBezTo>
                <a:lnTo>
                  <a:pt x="968163" y="203962"/>
                </a:lnTo>
                <a:cubicBezTo>
                  <a:pt x="977342" y="198814"/>
                  <a:pt x="984898" y="191859"/>
                  <a:pt x="990831" y="183094"/>
                </a:cubicBezTo>
                <a:cubicBezTo>
                  <a:pt x="996765" y="174330"/>
                  <a:pt x="1001168" y="163180"/>
                  <a:pt x="1004041" y="149644"/>
                </a:cubicBezTo>
                <a:cubicBezTo>
                  <a:pt x="1006914" y="136106"/>
                  <a:pt x="1008351" y="121991"/>
                  <a:pt x="1008351" y="107298"/>
                </a:cubicBezTo>
                <a:cubicBezTo>
                  <a:pt x="1008351" y="91409"/>
                  <a:pt x="1007119" y="76902"/>
                  <a:pt x="1004657" y="63776"/>
                </a:cubicBezTo>
                <a:cubicBezTo>
                  <a:pt x="1002791" y="53482"/>
                  <a:pt x="1000459" y="45240"/>
                  <a:pt x="997660" y="39051"/>
                </a:cubicBezTo>
                <a:cubicBezTo>
                  <a:pt x="994861" y="32859"/>
                  <a:pt x="991149" y="26892"/>
                  <a:pt x="986522" y="21150"/>
                </a:cubicBezTo>
                <a:cubicBezTo>
                  <a:pt x="981895" y="15406"/>
                  <a:pt x="975775" y="9923"/>
                  <a:pt x="968163" y="4702"/>
                </a:cubicBezTo>
                <a:close/>
                <a:moveTo>
                  <a:pt x="1123987" y="0"/>
                </a:moveTo>
                <a:lnTo>
                  <a:pt x="1123987" y="208663"/>
                </a:lnTo>
                <a:lnTo>
                  <a:pt x="1114696" y="208663"/>
                </a:lnTo>
                <a:lnTo>
                  <a:pt x="1114696" y="0"/>
                </a:lnTo>
                <a:lnTo>
                  <a:pt x="1123987" y="0"/>
                </a:lnTo>
                <a:close/>
                <a:moveTo>
                  <a:pt x="1233181" y="0"/>
                </a:moveTo>
                <a:cubicBezTo>
                  <a:pt x="1236315" y="0"/>
                  <a:pt x="1238983" y="1107"/>
                  <a:pt x="1241185" y="3320"/>
                </a:cubicBezTo>
                <a:cubicBezTo>
                  <a:pt x="1243386" y="5531"/>
                  <a:pt x="1244487" y="8212"/>
                  <a:pt x="1244487" y="11362"/>
                </a:cubicBezTo>
                <a:cubicBezTo>
                  <a:pt x="1244487" y="14513"/>
                  <a:pt x="1243386" y="17214"/>
                  <a:pt x="1241185" y="19464"/>
                </a:cubicBezTo>
                <a:cubicBezTo>
                  <a:pt x="1238983" y="21712"/>
                  <a:pt x="1236315" y="22837"/>
                  <a:pt x="1233181" y="22837"/>
                </a:cubicBezTo>
                <a:cubicBezTo>
                  <a:pt x="1230046" y="22837"/>
                  <a:pt x="1227360" y="21712"/>
                  <a:pt x="1225121" y="19464"/>
                </a:cubicBezTo>
                <a:cubicBezTo>
                  <a:pt x="1222882" y="17214"/>
                  <a:pt x="1221763" y="14513"/>
                  <a:pt x="1221763" y="11362"/>
                </a:cubicBezTo>
                <a:cubicBezTo>
                  <a:pt x="1221763" y="8212"/>
                  <a:pt x="1222863" y="5531"/>
                  <a:pt x="1225065" y="3320"/>
                </a:cubicBezTo>
                <a:cubicBezTo>
                  <a:pt x="1227266" y="1107"/>
                  <a:pt x="1229972" y="0"/>
                  <a:pt x="1233181" y="0"/>
                </a:cubicBezTo>
                <a:moveTo>
                  <a:pt x="1242472" y="53733"/>
                </a:moveTo>
                <a:lnTo>
                  <a:pt x="1242472" y="135900"/>
                </a:lnTo>
                <a:cubicBezTo>
                  <a:pt x="1242472" y="142355"/>
                  <a:pt x="1242939" y="146653"/>
                  <a:pt x="1243871" y="148794"/>
                </a:cubicBezTo>
                <a:cubicBezTo>
                  <a:pt x="1244804" y="150933"/>
                  <a:pt x="1246185" y="152528"/>
                  <a:pt x="1248013" y="153580"/>
                </a:cubicBezTo>
                <a:cubicBezTo>
                  <a:pt x="1249842" y="154629"/>
                  <a:pt x="1253181" y="155154"/>
                  <a:pt x="1258032" y="155154"/>
                </a:cubicBezTo>
                <a:lnTo>
                  <a:pt x="1258032" y="159184"/>
                </a:lnTo>
                <a:lnTo>
                  <a:pt x="1208217" y="159184"/>
                </a:lnTo>
                <a:lnTo>
                  <a:pt x="1208217" y="155154"/>
                </a:lnTo>
                <a:cubicBezTo>
                  <a:pt x="1213217" y="155154"/>
                  <a:pt x="1216576" y="154667"/>
                  <a:pt x="1218292" y="153692"/>
                </a:cubicBezTo>
                <a:cubicBezTo>
                  <a:pt x="1220009" y="152715"/>
                  <a:pt x="1221371" y="151101"/>
                  <a:pt x="1222378" y="148850"/>
                </a:cubicBezTo>
                <a:cubicBezTo>
                  <a:pt x="1223386" y="146597"/>
                  <a:pt x="1223889" y="142281"/>
                  <a:pt x="1223889" y="135900"/>
                </a:cubicBezTo>
                <a:lnTo>
                  <a:pt x="1223889" y="96719"/>
                </a:lnTo>
                <a:cubicBezTo>
                  <a:pt x="1223889" y="85553"/>
                  <a:pt x="1223554" y="78321"/>
                  <a:pt x="1222882" y="75023"/>
                </a:cubicBezTo>
                <a:cubicBezTo>
                  <a:pt x="1222360" y="72624"/>
                  <a:pt x="1221539" y="70957"/>
                  <a:pt x="1220419" y="70024"/>
                </a:cubicBezTo>
                <a:cubicBezTo>
                  <a:pt x="1219300" y="69089"/>
                  <a:pt x="1217770" y="68622"/>
                  <a:pt x="1215829" y="68622"/>
                </a:cubicBezTo>
                <a:cubicBezTo>
                  <a:pt x="1213740" y="68622"/>
                  <a:pt x="1211202" y="69181"/>
                  <a:pt x="1208217" y="70301"/>
                </a:cubicBezTo>
                <a:lnTo>
                  <a:pt x="1206650" y="66271"/>
                </a:lnTo>
                <a:lnTo>
                  <a:pt x="1237547" y="53733"/>
                </a:lnTo>
                <a:lnTo>
                  <a:pt x="1242472" y="53733"/>
                </a:lnTo>
                <a:close/>
                <a:moveTo>
                  <a:pt x="1310908" y="64703"/>
                </a:moveTo>
                <a:lnTo>
                  <a:pt x="1310908" y="132094"/>
                </a:lnTo>
                <a:cubicBezTo>
                  <a:pt x="1310908" y="141646"/>
                  <a:pt x="1311953" y="147691"/>
                  <a:pt x="1314043" y="150229"/>
                </a:cubicBezTo>
                <a:cubicBezTo>
                  <a:pt x="1316804" y="153512"/>
                  <a:pt x="1320498" y="155154"/>
                  <a:pt x="1325125" y="155154"/>
                </a:cubicBezTo>
                <a:lnTo>
                  <a:pt x="1334416" y="155154"/>
                </a:lnTo>
                <a:lnTo>
                  <a:pt x="1334416" y="159184"/>
                </a:lnTo>
                <a:lnTo>
                  <a:pt x="1273183" y="159184"/>
                </a:lnTo>
                <a:lnTo>
                  <a:pt x="1273183" y="155154"/>
                </a:lnTo>
                <a:lnTo>
                  <a:pt x="1277773" y="155154"/>
                </a:lnTo>
                <a:cubicBezTo>
                  <a:pt x="1280758" y="155154"/>
                  <a:pt x="1283482" y="154408"/>
                  <a:pt x="1285945" y="152915"/>
                </a:cubicBezTo>
                <a:cubicBezTo>
                  <a:pt x="1288408" y="151423"/>
                  <a:pt x="1290105" y="149408"/>
                  <a:pt x="1291038" y="146870"/>
                </a:cubicBezTo>
                <a:cubicBezTo>
                  <a:pt x="1291971" y="144333"/>
                  <a:pt x="1292438" y="139407"/>
                  <a:pt x="1292438" y="132094"/>
                </a:cubicBezTo>
                <a:lnTo>
                  <a:pt x="1292438" y="64703"/>
                </a:lnTo>
                <a:lnTo>
                  <a:pt x="1272512" y="64703"/>
                </a:lnTo>
                <a:lnTo>
                  <a:pt x="1272512" y="56644"/>
                </a:lnTo>
                <a:lnTo>
                  <a:pt x="1292438" y="56644"/>
                </a:lnTo>
                <a:lnTo>
                  <a:pt x="1292438" y="49899"/>
                </a:lnTo>
                <a:cubicBezTo>
                  <a:pt x="1292438" y="39635"/>
                  <a:pt x="1294079" y="30944"/>
                  <a:pt x="1297363" y="23827"/>
                </a:cubicBezTo>
                <a:cubicBezTo>
                  <a:pt x="1300647" y="16709"/>
                  <a:pt x="1305666" y="10959"/>
                  <a:pt x="1312420" y="6577"/>
                </a:cubicBezTo>
                <a:cubicBezTo>
                  <a:pt x="1319173" y="2192"/>
                  <a:pt x="1326767" y="0"/>
                  <a:pt x="1335200" y="0"/>
                </a:cubicBezTo>
                <a:cubicBezTo>
                  <a:pt x="1343036" y="0"/>
                  <a:pt x="1350238" y="2537"/>
                  <a:pt x="1356805" y="7612"/>
                </a:cubicBezTo>
                <a:cubicBezTo>
                  <a:pt x="1361134" y="10970"/>
                  <a:pt x="1363298" y="14739"/>
                  <a:pt x="1363298" y="18919"/>
                </a:cubicBezTo>
                <a:cubicBezTo>
                  <a:pt x="1363298" y="21157"/>
                  <a:pt x="1362328" y="23266"/>
                  <a:pt x="1360387" y="25243"/>
                </a:cubicBezTo>
                <a:cubicBezTo>
                  <a:pt x="1358447" y="27221"/>
                  <a:pt x="1356357" y="28210"/>
                  <a:pt x="1354119" y="28210"/>
                </a:cubicBezTo>
                <a:cubicBezTo>
                  <a:pt x="1352402" y="28210"/>
                  <a:pt x="1350592" y="27594"/>
                  <a:pt x="1348689" y="26363"/>
                </a:cubicBezTo>
                <a:cubicBezTo>
                  <a:pt x="1346786" y="25131"/>
                  <a:pt x="1344454" y="22482"/>
                  <a:pt x="1341693" y="18415"/>
                </a:cubicBezTo>
                <a:cubicBezTo>
                  <a:pt x="1338932" y="14347"/>
                  <a:pt x="1336394" y="11605"/>
                  <a:pt x="1334081" y="10187"/>
                </a:cubicBezTo>
                <a:cubicBezTo>
                  <a:pt x="1331767" y="8769"/>
                  <a:pt x="1329192" y="8060"/>
                  <a:pt x="1326357" y="8060"/>
                </a:cubicBezTo>
                <a:cubicBezTo>
                  <a:pt x="1322924" y="8060"/>
                  <a:pt x="1320013" y="8979"/>
                  <a:pt x="1317625" y="10817"/>
                </a:cubicBezTo>
                <a:cubicBezTo>
                  <a:pt x="1315237" y="12652"/>
                  <a:pt x="1313520" y="15501"/>
                  <a:pt x="1312475" y="19363"/>
                </a:cubicBezTo>
                <a:cubicBezTo>
                  <a:pt x="1311431" y="23225"/>
                  <a:pt x="1310908" y="33177"/>
                  <a:pt x="1310908" y="49220"/>
                </a:cubicBezTo>
                <a:lnTo>
                  <a:pt x="1310908" y="56644"/>
                </a:lnTo>
                <a:lnTo>
                  <a:pt x="1337327" y="56644"/>
                </a:lnTo>
                <a:lnTo>
                  <a:pt x="1337327" y="64703"/>
                </a:lnTo>
                <a:lnTo>
                  <a:pt x="1310908" y="64703"/>
                </a:lnTo>
                <a:close/>
                <a:moveTo>
                  <a:pt x="1468523" y="203962"/>
                </a:moveTo>
                <a:lnTo>
                  <a:pt x="1468523" y="208215"/>
                </a:lnTo>
                <a:cubicBezTo>
                  <a:pt x="1457254" y="202544"/>
                  <a:pt x="1447851" y="195902"/>
                  <a:pt x="1440314" y="188289"/>
                </a:cubicBezTo>
                <a:cubicBezTo>
                  <a:pt x="1429567" y="177468"/>
                  <a:pt x="1421283" y="164707"/>
                  <a:pt x="1415462" y="150005"/>
                </a:cubicBezTo>
                <a:cubicBezTo>
                  <a:pt x="1409641" y="135303"/>
                  <a:pt x="1406731" y="120041"/>
                  <a:pt x="1406731" y="104220"/>
                </a:cubicBezTo>
                <a:cubicBezTo>
                  <a:pt x="1406731" y="81085"/>
                  <a:pt x="1412440" y="59983"/>
                  <a:pt x="1423858" y="40915"/>
                </a:cubicBezTo>
                <a:cubicBezTo>
                  <a:pt x="1435276" y="21848"/>
                  <a:pt x="1450165" y="8209"/>
                  <a:pt x="1468523" y="0"/>
                </a:cubicBezTo>
                <a:lnTo>
                  <a:pt x="1468523" y="4702"/>
                </a:lnTo>
                <a:cubicBezTo>
                  <a:pt x="1459344" y="9774"/>
                  <a:pt x="1451807" y="16711"/>
                  <a:pt x="1445911" y="25513"/>
                </a:cubicBezTo>
                <a:cubicBezTo>
                  <a:pt x="1440015" y="34314"/>
                  <a:pt x="1435612" y="45465"/>
                  <a:pt x="1432701" y="58966"/>
                </a:cubicBezTo>
                <a:cubicBezTo>
                  <a:pt x="1429791" y="72465"/>
                  <a:pt x="1428336" y="86562"/>
                  <a:pt x="1428336" y="101257"/>
                </a:cubicBezTo>
                <a:cubicBezTo>
                  <a:pt x="1428336" y="117218"/>
                  <a:pt x="1429567" y="131725"/>
                  <a:pt x="1432030" y="144778"/>
                </a:cubicBezTo>
                <a:cubicBezTo>
                  <a:pt x="1433970" y="155070"/>
                  <a:pt x="1436321" y="163329"/>
                  <a:pt x="1439082" y="169556"/>
                </a:cubicBezTo>
                <a:cubicBezTo>
                  <a:pt x="1441844" y="175786"/>
                  <a:pt x="1445556" y="181771"/>
                  <a:pt x="1450221" y="187513"/>
                </a:cubicBezTo>
                <a:cubicBezTo>
                  <a:pt x="1454885" y="193257"/>
                  <a:pt x="1460986" y="198740"/>
                  <a:pt x="1468523" y="203962"/>
                </a:cubicBezTo>
                <a:close/>
                <a:moveTo>
                  <a:pt x="1636437" y="7388"/>
                </a:moveTo>
                <a:lnTo>
                  <a:pt x="1636437" y="11642"/>
                </a:lnTo>
                <a:cubicBezTo>
                  <a:pt x="1631064" y="12605"/>
                  <a:pt x="1626997" y="14310"/>
                  <a:pt x="1624235" y="16757"/>
                </a:cubicBezTo>
                <a:cubicBezTo>
                  <a:pt x="1620280" y="20390"/>
                  <a:pt x="1616773" y="25951"/>
                  <a:pt x="1613713" y="33440"/>
                </a:cubicBezTo>
                <a:lnTo>
                  <a:pt x="1560763" y="162542"/>
                </a:lnTo>
                <a:lnTo>
                  <a:pt x="1556621" y="162542"/>
                </a:lnTo>
                <a:lnTo>
                  <a:pt x="1499754" y="31747"/>
                </a:lnTo>
                <a:cubicBezTo>
                  <a:pt x="1496843" y="25081"/>
                  <a:pt x="1494791" y="21008"/>
                  <a:pt x="1493597" y="19527"/>
                </a:cubicBezTo>
                <a:cubicBezTo>
                  <a:pt x="1491731" y="17232"/>
                  <a:pt x="1489436" y="15438"/>
                  <a:pt x="1486713" y="14143"/>
                </a:cubicBezTo>
                <a:cubicBezTo>
                  <a:pt x="1483989" y="12847"/>
                  <a:pt x="1480313" y="12013"/>
                  <a:pt x="1475686" y="11642"/>
                </a:cubicBezTo>
                <a:lnTo>
                  <a:pt x="1475686" y="7388"/>
                </a:lnTo>
                <a:lnTo>
                  <a:pt x="1537703" y="7388"/>
                </a:lnTo>
                <a:lnTo>
                  <a:pt x="1537703" y="11642"/>
                </a:lnTo>
                <a:cubicBezTo>
                  <a:pt x="1530688" y="12314"/>
                  <a:pt x="1526135" y="13508"/>
                  <a:pt x="1524046" y="15224"/>
                </a:cubicBezTo>
                <a:cubicBezTo>
                  <a:pt x="1521956" y="16941"/>
                  <a:pt x="1520911" y="19142"/>
                  <a:pt x="1520911" y="21829"/>
                </a:cubicBezTo>
                <a:cubicBezTo>
                  <a:pt x="1520911" y="25560"/>
                  <a:pt x="1522628" y="31382"/>
                  <a:pt x="1526061" y="39292"/>
                </a:cubicBezTo>
                <a:lnTo>
                  <a:pt x="1564681" y="128288"/>
                </a:lnTo>
                <a:lnTo>
                  <a:pt x="1600503" y="40412"/>
                </a:lnTo>
                <a:cubicBezTo>
                  <a:pt x="1604011" y="31755"/>
                  <a:pt x="1605765" y="25747"/>
                  <a:pt x="1605765" y="22389"/>
                </a:cubicBezTo>
                <a:cubicBezTo>
                  <a:pt x="1605765" y="20225"/>
                  <a:pt x="1604683" y="18154"/>
                  <a:pt x="1602518" y="16176"/>
                </a:cubicBezTo>
                <a:cubicBezTo>
                  <a:pt x="1600354" y="14198"/>
                  <a:pt x="1596697" y="12799"/>
                  <a:pt x="1591548" y="11978"/>
                </a:cubicBezTo>
                <a:cubicBezTo>
                  <a:pt x="1591175" y="11903"/>
                  <a:pt x="1590540" y="11791"/>
                  <a:pt x="1589645" y="11642"/>
                </a:cubicBezTo>
                <a:lnTo>
                  <a:pt x="1589645" y="7388"/>
                </a:lnTo>
                <a:lnTo>
                  <a:pt x="1636437" y="7388"/>
                </a:lnTo>
                <a:close/>
                <a:moveTo>
                  <a:pt x="1696516" y="60226"/>
                </a:moveTo>
                <a:lnTo>
                  <a:pt x="1817303" y="60226"/>
                </a:lnTo>
                <a:lnTo>
                  <a:pt x="1817303" y="69405"/>
                </a:lnTo>
                <a:lnTo>
                  <a:pt x="1696516" y="69405"/>
                </a:lnTo>
                <a:lnTo>
                  <a:pt x="1696516" y="60226"/>
                </a:lnTo>
                <a:moveTo>
                  <a:pt x="1696516" y="96719"/>
                </a:moveTo>
                <a:lnTo>
                  <a:pt x="1817303" y="96719"/>
                </a:lnTo>
                <a:lnTo>
                  <a:pt x="1817303" y="105899"/>
                </a:lnTo>
                <a:lnTo>
                  <a:pt x="1696516" y="105899"/>
                </a:lnTo>
                <a:lnTo>
                  <a:pt x="1696516" y="96719"/>
                </a:lnTo>
                <a:close/>
                <a:moveTo>
                  <a:pt x="1825819" y="60226"/>
                </a:moveTo>
                <a:lnTo>
                  <a:pt x="1946606" y="60226"/>
                </a:lnTo>
                <a:lnTo>
                  <a:pt x="1946606" y="69405"/>
                </a:lnTo>
                <a:lnTo>
                  <a:pt x="1825819" y="69405"/>
                </a:lnTo>
                <a:lnTo>
                  <a:pt x="1825819" y="60226"/>
                </a:lnTo>
                <a:moveTo>
                  <a:pt x="1825819" y="96719"/>
                </a:moveTo>
                <a:lnTo>
                  <a:pt x="1946606" y="96719"/>
                </a:lnTo>
                <a:lnTo>
                  <a:pt x="1946606" y="105899"/>
                </a:lnTo>
                <a:lnTo>
                  <a:pt x="1825819" y="105899"/>
                </a:lnTo>
                <a:lnTo>
                  <a:pt x="1825819" y="96719"/>
                </a:lnTo>
                <a:close/>
                <a:moveTo>
                  <a:pt x="2146322" y="4030"/>
                </a:moveTo>
                <a:lnTo>
                  <a:pt x="2149792" y="55748"/>
                </a:lnTo>
                <a:lnTo>
                  <a:pt x="2146322" y="55748"/>
                </a:lnTo>
                <a:cubicBezTo>
                  <a:pt x="2141695" y="40260"/>
                  <a:pt x="2135091" y="29112"/>
                  <a:pt x="2126508" y="22305"/>
                </a:cubicBezTo>
                <a:cubicBezTo>
                  <a:pt x="2117926" y="15495"/>
                  <a:pt x="2107627" y="12090"/>
                  <a:pt x="2095612" y="12090"/>
                </a:cubicBezTo>
                <a:cubicBezTo>
                  <a:pt x="2085537" y="12090"/>
                  <a:pt x="2076432" y="14642"/>
                  <a:pt x="2068297" y="19748"/>
                </a:cubicBezTo>
                <a:cubicBezTo>
                  <a:pt x="2060163" y="24850"/>
                  <a:pt x="2053763" y="32991"/>
                  <a:pt x="2049099" y="44169"/>
                </a:cubicBezTo>
                <a:cubicBezTo>
                  <a:pt x="2044435" y="55345"/>
                  <a:pt x="2042103" y="69240"/>
                  <a:pt x="2042103" y="85854"/>
                </a:cubicBezTo>
                <a:cubicBezTo>
                  <a:pt x="2042103" y="99565"/>
                  <a:pt x="2044304" y="111449"/>
                  <a:pt x="2048707" y="121508"/>
                </a:cubicBezTo>
                <a:cubicBezTo>
                  <a:pt x="2053110" y="131567"/>
                  <a:pt x="2059734" y="139279"/>
                  <a:pt x="2068577" y="144645"/>
                </a:cubicBezTo>
                <a:cubicBezTo>
                  <a:pt x="2077421" y="150009"/>
                  <a:pt x="2087514" y="152691"/>
                  <a:pt x="2098858" y="152691"/>
                </a:cubicBezTo>
                <a:cubicBezTo>
                  <a:pt x="2108709" y="152691"/>
                  <a:pt x="2117403" y="150576"/>
                  <a:pt x="2124941" y="146345"/>
                </a:cubicBezTo>
                <a:cubicBezTo>
                  <a:pt x="2132479" y="142113"/>
                  <a:pt x="2140762" y="133705"/>
                  <a:pt x="2149792" y="121123"/>
                </a:cubicBezTo>
                <a:lnTo>
                  <a:pt x="2153263" y="123362"/>
                </a:lnTo>
                <a:cubicBezTo>
                  <a:pt x="2145651" y="136910"/>
                  <a:pt x="2136770" y="146827"/>
                  <a:pt x="2126620" y="153115"/>
                </a:cubicBezTo>
                <a:cubicBezTo>
                  <a:pt x="2116471" y="159400"/>
                  <a:pt x="2104418" y="162542"/>
                  <a:pt x="2090462" y="162542"/>
                </a:cubicBezTo>
                <a:cubicBezTo>
                  <a:pt x="2065312" y="162542"/>
                  <a:pt x="2045834" y="153227"/>
                  <a:pt x="2032028" y="134595"/>
                </a:cubicBezTo>
                <a:cubicBezTo>
                  <a:pt x="2021729" y="120735"/>
                  <a:pt x="2016579" y="104414"/>
                  <a:pt x="2016579" y="85633"/>
                </a:cubicBezTo>
                <a:cubicBezTo>
                  <a:pt x="2016579" y="70505"/>
                  <a:pt x="2019975" y="56606"/>
                  <a:pt x="2026766" y="43938"/>
                </a:cubicBezTo>
                <a:cubicBezTo>
                  <a:pt x="2033558" y="31270"/>
                  <a:pt x="2042905" y="21451"/>
                  <a:pt x="2054808" y="14483"/>
                </a:cubicBezTo>
                <a:cubicBezTo>
                  <a:pt x="2066712" y="7514"/>
                  <a:pt x="2079716" y="4030"/>
                  <a:pt x="2093821" y="4030"/>
                </a:cubicBezTo>
                <a:cubicBezTo>
                  <a:pt x="2104791" y="4030"/>
                  <a:pt x="2115612" y="6717"/>
                  <a:pt x="2126284" y="12090"/>
                </a:cubicBezTo>
                <a:cubicBezTo>
                  <a:pt x="2129419" y="13732"/>
                  <a:pt x="2131658" y="14553"/>
                  <a:pt x="2133001" y="14553"/>
                </a:cubicBezTo>
                <a:cubicBezTo>
                  <a:pt x="2135016" y="14553"/>
                  <a:pt x="2136770" y="13844"/>
                  <a:pt x="2138262" y="12426"/>
                </a:cubicBezTo>
                <a:cubicBezTo>
                  <a:pt x="2140203" y="10411"/>
                  <a:pt x="2141583" y="7612"/>
                  <a:pt x="2142404" y="4030"/>
                </a:cubicBezTo>
                <a:lnTo>
                  <a:pt x="2146322" y="4030"/>
                </a:lnTo>
                <a:close/>
                <a:moveTo>
                  <a:pt x="2166362" y="4702"/>
                </a:moveTo>
                <a:lnTo>
                  <a:pt x="2166362" y="0"/>
                </a:lnTo>
                <a:cubicBezTo>
                  <a:pt x="2177706" y="5597"/>
                  <a:pt x="2187146" y="12202"/>
                  <a:pt x="2194684" y="19814"/>
                </a:cubicBezTo>
                <a:cubicBezTo>
                  <a:pt x="2205356" y="30710"/>
                  <a:pt x="2213602" y="43490"/>
                  <a:pt x="2219423" y="58155"/>
                </a:cubicBezTo>
                <a:cubicBezTo>
                  <a:pt x="2225244" y="72819"/>
                  <a:pt x="2228155" y="88100"/>
                  <a:pt x="2228155" y="103996"/>
                </a:cubicBezTo>
                <a:cubicBezTo>
                  <a:pt x="2228155" y="127131"/>
                  <a:pt x="2222464" y="148232"/>
                  <a:pt x="2211083" y="167300"/>
                </a:cubicBezTo>
                <a:cubicBezTo>
                  <a:pt x="2199702" y="186368"/>
                  <a:pt x="2184795" y="200006"/>
                  <a:pt x="2166362" y="208215"/>
                </a:cubicBezTo>
                <a:lnTo>
                  <a:pt x="2166362" y="203962"/>
                </a:lnTo>
                <a:cubicBezTo>
                  <a:pt x="2175541" y="198814"/>
                  <a:pt x="2183097" y="191859"/>
                  <a:pt x="2189030" y="183094"/>
                </a:cubicBezTo>
                <a:cubicBezTo>
                  <a:pt x="2194964" y="174330"/>
                  <a:pt x="2199367" y="163180"/>
                  <a:pt x="2202240" y="149644"/>
                </a:cubicBezTo>
                <a:cubicBezTo>
                  <a:pt x="2205113" y="136106"/>
                  <a:pt x="2206550" y="121991"/>
                  <a:pt x="2206550" y="107298"/>
                </a:cubicBezTo>
                <a:cubicBezTo>
                  <a:pt x="2206550" y="91409"/>
                  <a:pt x="2205318" y="76902"/>
                  <a:pt x="2202856" y="63776"/>
                </a:cubicBezTo>
                <a:cubicBezTo>
                  <a:pt x="2200990" y="53482"/>
                  <a:pt x="2198658" y="45240"/>
                  <a:pt x="2195859" y="39051"/>
                </a:cubicBezTo>
                <a:cubicBezTo>
                  <a:pt x="2193060" y="32859"/>
                  <a:pt x="2189348" y="26892"/>
                  <a:pt x="2184721" y="21150"/>
                </a:cubicBezTo>
                <a:cubicBezTo>
                  <a:pt x="2180094" y="15406"/>
                  <a:pt x="2173974" y="9923"/>
                  <a:pt x="2166362" y="4702"/>
                </a:cubicBezTo>
                <a:close/>
                <a:moveTo>
                  <a:pt x="2322186" y="0"/>
                </a:moveTo>
                <a:lnTo>
                  <a:pt x="2322186" y="208663"/>
                </a:lnTo>
                <a:lnTo>
                  <a:pt x="2312894" y="208663"/>
                </a:lnTo>
                <a:lnTo>
                  <a:pt x="2312894" y="0"/>
                </a:lnTo>
                <a:lnTo>
                  <a:pt x="2322186" y="0"/>
                </a:lnTo>
                <a:close/>
                <a:moveTo>
                  <a:pt x="2426697" y="137467"/>
                </a:moveTo>
                <a:cubicBezTo>
                  <a:pt x="2430204" y="137467"/>
                  <a:pt x="2433152" y="138680"/>
                  <a:pt x="2435540" y="141105"/>
                </a:cubicBezTo>
                <a:cubicBezTo>
                  <a:pt x="2437928" y="143531"/>
                  <a:pt x="2439122" y="146460"/>
                  <a:pt x="2439122" y="149893"/>
                </a:cubicBezTo>
                <a:cubicBezTo>
                  <a:pt x="2439122" y="153326"/>
                  <a:pt x="2437910" y="156255"/>
                  <a:pt x="2435484" y="158680"/>
                </a:cubicBezTo>
                <a:cubicBezTo>
                  <a:pt x="2433059" y="161106"/>
                  <a:pt x="2430129" y="162318"/>
                  <a:pt x="2426697" y="162318"/>
                </a:cubicBezTo>
                <a:cubicBezTo>
                  <a:pt x="2423264" y="162318"/>
                  <a:pt x="2420334" y="161106"/>
                  <a:pt x="2417909" y="158680"/>
                </a:cubicBezTo>
                <a:cubicBezTo>
                  <a:pt x="2415483" y="156255"/>
                  <a:pt x="2414271" y="153326"/>
                  <a:pt x="2414271" y="149893"/>
                </a:cubicBezTo>
                <a:cubicBezTo>
                  <a:pt x="2414271" y="146385"/>
                  <a:pt x="2415483" y="143437"/>
                  <a:pt x="2417909" y="141049"/>
                </a:cubicBezTo>
                <a:cubicBezTo>
                  <a:pt x="2420334" y="138661"/>
                  <a:pt x="2423264" y="137467"/>
                  <a:pt x="2426697" y="137467"/>
                </a:cubicBezTo>
                <a:close/>
                <a:moveTo>
                  <a:pt x="2484012" y="137467"/>
                </a:moveTo>
                <a:cubicBezTo>
                  <a:pt x="2487519" y="137467"/>
                  <a:pt x="2490467" y="138680"/>
                  <a:pt x="2492855" y="141105"/>
                </a:cubicBezTo>
                <a:cubicBezTo>
                  <a:pt x="2495243" y="143531"/>
                  <a:pt x="2496437" y="146460"/>
                  <a:pt x="2496437" y="149893"/>
                </a:cubicBezTo>
                <a:cubicBezTo>
                  <a:pt x="2496437" y="153326"/>
                  <a:pt x="2495225" y="156255"/>
                  <a:pt x="2492799" y="158680"/>
                </a:cubicBezTo>
                <a:cubicBezTo>
                  <a:pt x="2490374" y="161106"/>
                  <a:pt x="2487445" y="162318"/>
                  <a:pt x="2484012" y="162318"/>
                </a:cubicBezTo>
                <a:cubicBezTo>
                  <a:pt x="2480579" y="162318"/>
                  <a:pt x="2477650" y="161106"/>
                  <a:pt x="2475224" y="158680"/>
                </a:cubicBezTo>
                <a:cubicBezTo>
                  <a:pt x="2472799" y="156255"/>
                  <a:pt x="2471586" y="153326"/>
                  <a:pt x="2471586" y="149893"/>
                </a:cubicBezTo>
                <a:cubicBezTo>
                  <a:pt x="2471586" y="146385"/>
                  <a:pt x="2472799" y="143437"/>
                  <a:pt x="2475224" y="141049"/>
                </a:cubicBezTo>
                <a:cubicBezTo>
                  <a:pt x="2477650" y="138661"/>
                  <a:pt x="2480579" y="137467"/>
                  <a:pt x="2484012" y="137467"/>
                </a:cubicBezTo>
                <a:close/>
                <a:moveTo>
                  <a:pt x="2541327" y="137467"/>
                </a:moveTo>
                <a:cubicBezTo>
                  <a:pt x="2544834" y="137467"/>
                  <a:pt x="2547782" y="138680"/>
                  <a:pt x="2550170" y="141105"/>
                </a:cubicBezTo>
                <a:cubicBezTo>
                  <a:pt x="2552559" y="143531"/>
                  <a:pt x="2553753" y="146460"/>
                  <a:pt x="2553753" y="149893"/>
                </a:cubicBezTo>
                <a:cubicBezTo>
                  <a:pt x="2553753" y="153326"/>
                  <a:pt x="2552540" y="156255"/>
                  <a:pt x="2550114" y="158680"/>
                </a:cubicBezTo>
                <a:cubicBezTo>
                  <a:pt x="2547689" y="161106"/>
                  <a:pt x="2544760" y="162318"/>
                  <a:pt x="2541327" y="162318"/>
                </a:cubicBezTo>
                <a:cubicBezTo>
                  <a:pt x="2537894" y="162318"/>
                  <a:pt x="2534965" y="161106"/>
                  <a:pt x="2532539" y="158680"/>
                </a:cubicBezTo>
                <a:cubicBezTo>
                  <a:pt x="2530114" y="156255"/>
                  <a:pt x="2528901" y="153326"/>
                  <a:pt x="2528901" y="149893"/>
                </a:cubicBezTo>
                <a:cubicBezTo>
                  <a:pt x="2528901" y="146385"/>
                  <a:pt x="2530114" y="143437"/>
                  <a:pt x="2532539" y="141049"/>
                </a:cubicBezTo>
                <a:cubicBezTo>
                  <a:pt x="2534965" y="138661"/>
                  <a:pt x="2537894" y="137467"/>
                  <a:pt x="2541327" y="1374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Inputbytes">
            <a:extLst xmlns:a="http://schemas.openxmlformats.org/drawingml/2006/main">
              <a:ext uri="{FF2B5EF4-FFF2-40B4-BE49-F238E27FC236}">
                <a16:creationId xmlns:a16="http://schemas.microsoft.com/office/drawing/2014/main" id="{C81BD0D6-4184-4495-AE7F-D4A29B0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02" y="1070199"/>
            <a:ext cx="1007371" cy="196125"/>
          </a:xfrm>
          <a:custGeom xmlns:a="http://schemas.openxmlformats.org/drawingml/2006/main">
            <a:pathLst>
              <a:path w="1007371" h="196125">
                <a:moveTo>
                  <a:pt x="0" y="151486"/>
                </a:moveTo>
                <a:lnTo>
                  <a:pt x="0" y="0"/>
                </a:lnTo>
                <a:lnTo>
                  <a:pt x="20047" y="0"/>
                </a:lnTo>
                <a:lnTo>
                  <a:pt x="20047" y="151486"/>
                </a:lnTo>
                <a:lnTo>
                  <a:pt x="0" y="151486"/>
                </a:lnTo>
                <a:close/>
                <a:moveTo>
                  <a:pt x="53045" y="151486"/>
                </a:moveTo>
                <a:lnTo>
                  <a:pt x="53045" y="41746"/>
                </a:lnTo>
                <a:lnTo>
                  <a:pt x="69785" y="41746"/>
                </a:lnTo>
                <a:lnTo>
                  <a:pt x="69785" y="57350"/>
                </a:lnTo>
                <a:cubicBezTo>
                  <a:pt x="77845" y="45294"/>
                  <a:pt x="89487" y="39266"/>
                  <a:pt x="104712" y="39266"/>
                </a:cubicBezTo>
                <a:cubicBezTo>
                  <a:pt x="111325" y="39266"/>
                  <a:pt x="117404" y="40455"/>
                  <a:pt x="122950" y="42831"/>
                </a:cubicBezTo>
                <a:cubicBezTo>
                  <a:pt x="128495" y="45208"/>
                  <a:pt x="132646" y="48325"/>
                  <a:pt x="135401" y="52183"/>
                </a:cubicBezTo>
                <a:cubicBezTo>
                  <a:pt x="138157" y="56041"/>
                  <a:pt x="140086" y="60622"/>
                  <a:pt x="141188" y="65926"/>
                </a:cubicBezTo>
                <a:cubicBezTo>
                  <a:pt x="141877" y="69371"/>
                  <a:pt x="142221" y="75398"/>
                  <a:pt x="142221" y="84009"/>
                </a:cubicBezTo>
                <a:lnTo>
                  <a:pt x="142221" y="151486"/>
                </a:lnTo>
                <a:lnTo>
                  <a:pt x="123621" y="151486"/>
                </a:lnTo>
                <a:lnTo>
                  <a:pt x="123621" y="84733"/>
                </a:lnTo>
                <a:cubicBezTo>
                  <a:pt x="123621" y="77155"/>
                  <a:pt x="122898" y="71489"/>
                  <a:pt x="121451" y="67735"/>
                </a:cubicBezTo>
                <a:cubicBezTo>
                  <a:pt x="120005" y="63980"/>
                  <a:pt x="117439" y="60984"/>
                  <a:pt x="113753" y="58745"/>
                </a:cubicBezTo>
                <a:cubicBezTo>
                  <a:pt x="110068" y="56506"/>
                  <a:pt x="105745" y="55386"/>
                  <a:pt x="100785" y="55386"/>
                </a:cubicBezTo>
                <a:cubicBezTo>
                  <a:pt x="92863" y="55386"/>
                  <a:pt x="86026" y="57901"/>
                  <a:pt x="80273" y="62930"/>
                </a:cubicBezTo>
                <a:cubicBezTo>
                  <a:pt x="74521" y="67958"/>
                  <a:pt x="71645" y="77500"/>
                  <a:pt x="71645" y="91553"/>
                </a:cubicBezTo>
                <a:lnTo>
                  <a:pt x="71645" y="151486"/>
                </a:lnTo>
                <a:lnTo>
                  <a:pt x="53045" y="151486"/>
                </a:lnTo>
                <a:close/>
                <a:moveTo>
                  <a:pt x="170709" y="193645"/>
                </a:moveTo>
                <a:lnTo>
                  <a:pt x="170709" y="41746"/>
                </a:lnTo>
                <a:lnTo>
                  <a:pt x="187655" y="41746"/>
                </a:lnTo>
                <a:lnTo>
                  <a:pt x="187655" y="56106"/>
                </a:lnTo>
                <a:cubicBezTo>
                  <a:pt x="191651" y="50492"/>
                  <a:pt x="196163" y="46282"/>
                  <a:pt x="201192" y="43477"/>
                </a:cubicBezTo>
                <a:cubicBezTo>
                  <a:pt x="206221" y="40670"/>
                  <a:pt x="212317" y="39266"/>
                  <a:pt x="219482" y="39266"/>
                </a:cubicBezTo>
                <a:cubicBezTo>
                  <a:pt x="228851" y="39266"/>
                  <a:pt x="237117" y="41678"/>
                  <a:pt x="244282" y="46500"/>
                </a:cubicBezTo>
                <a:cubicBezTo>
                  <a:pt x="251446" y="51322"/>
                  <a:pt x="256854" y="58125"/>
                  <a:pt x="260505" y="66908"/>
                </a:cubicBezTo>
                <a:cubicBezTo>
                  <a:pt x="264156" y="75691"/>
                  <a:pt x="265982" y="85318"/>
                  <a:pt x="265982" y="95789"/>
                </a:cubicBezTo>
                <a:cubicBezTo>
                  <a:pt x="265982" y="107018"/>
                  <a:pt x="263967" y="117128"/>
                  <a:pt x="259937" y="126118"/>
                </a:cubicBezTo>
                <a:cubicBezTo>
                  <a:pt x="255907" y="135107"/>
                  <a:pt x="250051" y="141996"/>
                  <a:pt x="242370" y="146784"/>
                </a:cubicBezTo>
                <a:cubicBezTo>
                  <a:pt x="234689" y="151572"/>
                  <a:pt x="226612" y="153966"/>
                  <a:pt x="218139" y="153966"/>
                </a:cubicBezTo>
                <a:cubicBezTo>
                  <a:pt x="211939" y="153966"/>
                  <a:pt x="206376" y="152657"/>
                  <a:pt x="201450" y="150039"/>
                </a:cubicBezTo>
                <a:cubicBezTo>
                  <a:pt x="196525" y="147421"/>
                  <a:pt x="192478" y="144115"/>
                  <a:pt x="189309" y="140119"/>
                </a:cubicBezTo>
                <a:lnTo>
                  <a:pt x="189309" y="193645"/>
                </a:lnTo>
                <a:lnTo>
                  <a:pt x="170709" y="193645"/>
                </a:lnTo>
                <a:moveTo>
                  <a:pt x="187552" y="97288"/>
                </a:moveTo>
                <a:cubicBezTo>
                  <a:pt x="187552" y="111393"/>
                  <a:pt x="190411" y="121816"/>
                  <a:pt x="196129" y="128559"/>
                </a:cubicBezTo>
                <a:cubicBezTo>
                  <a:pt x="201846" y="135301"/>
                  <a:pt x="208770" y="138672"/>
                  <a:pt x="216899" y="138672"/>
                </a:cubicBezTo>
                <a:cubicBezTo>
                  <a:pt x="225165" y="138672"/>
                  <a:pt x="232243" y="135181"/>
                  <a:pt x="238133" y="128197"/>
                </a:cubicBezTo>
                <a:cubicBezTo>
                  <a:pt x="244023" y="121214"/>
                  <a:pt x="246968" y="110394"/>
                  <a:pt x="246968" y="95738"/>
                </a:cubicBezTo>
                <a:cubicBezTo>
                  <a:pt x="246968" y="81771"/>
                  <a:pt x="244092" y="71312"/>
                  <a:pt x="238340" y="64363"/>
                </a:cubicBezTo>
                <a:cubicBezTo>
                  <a:pt x="232588" y="57414"/>
                  <a:pt x="225716" y="53940"/>
                  <a:pt x="217725" y="53940"/>
                </a:cubicBezTo>
                <a:cubicBezTo>
                  <a:pt x="209803" y="53940"/>
                  <a:pt x="202794" y="57638"/>
                  <a:pt x="196697" y="65035"/>
                </a:cubicBezTo>
                <a:cubicBezTo>
                  <a:pt x="190600" y="72432"/>
                  <a:pt x="187552" y="83183"/>
                  <a:pt x="187552" y="97288"/>
                </a:cubicBezTo>
                <a:close/>
                <a:moveTo>
                  <a:pt x="360292" y="151486"/>
                </a:moveTo>
                <a:lnTo>
                  <a:pt x="360292" y="135266"/>
                </a:lnTo>
                <a:cubicBezTo>
                  <a:pt x="351750" y="147732"/>
                  <a:pt x="340142" y="153966"/>
                  <a:pt x="325469" y="153966"/>
                </a:cubicBezTo>
                <a:cubicBezTo>
                  <a:pt x="318994" y="153966"/>
                  <a:pt x="312949" y="152726"/>
                  <a:pt x="307334" y="150246"/>
                </a:cubicBezTo>
                <a:cubicBezTo>
                  <a:pt x="301720" y="147766"/>
                  <a:pt x="297552" y="144649"/>
                  <a:pt x="294831" y="140894"/>
                </a:cubicBezTo>
                <a:cubicBezTo>
                  <a:pt x="292110" y="137140"/>
                  <a:pt x="290198" y="132541"/>
                  <a:pt x="289096" y="127099"/>
                </a:cubicBezTo>
                <a:cubicBezTo>
                  <a:pt x="288338" y="123448"/>
                  <a:pt x="287959" y="117661"/>
                  <a:pt x="287959" y="109739"/>
                </a:cubicBezTo>
                <a:lnTo>
                  <a:pt x="287959" y="41746"/>
                </a:lnTo>
                <a:lnTo>
                  <a:pt x="306559" y="41746"/>
                </a:lnTo>
                <a:lnTo>
                  <a:pt x="306559" y="102545"/>
                </a:lnTo>
                <a:cubicBezTo>
                  <a:pt x="306559" y="112247"/>
                  <a:pt x="306938" y="118784"/>
                  <a:pt x="307696" y="122155"/>
                </a:cubicBezTo>
                <a:cubicBezTo>
                  <a:pt x="308867" y="127042"/>
                  <a:pt x="311347" y="130879"/>
                  <a:pt x="315136" y="133667"/>
                </a:cubicBezTo>
                <a:cubicBezTo>
                  <a:pt x="318925" y="136453"/>
                  <a:pt x="323609" y="137846"/>
                  <a:pt x="329189" y="137846"/>
                </a:cubicBezTo>
                <a:cubicBezTo>
                  <a:pt x="334769" y="137846"/>
                  <a:pt x="340004" y="136419"/>
                  <a:pt x="344896" y="133564"/>
                </a:cubicBezTo>
                <a:cubicBezTo>
                  <a:pt x="349787" y="130707"/>
                  <a:pt x="353248" y="126819"/>
                  <a:pt x="355281" y="121900"/>
                </a:cubicBezTo>
                <a:cubicBezTo>
                  <a:pt x="357313" y="116979"/>
                  <a:pt x="358329" y="109839"/>
                  <a:pt x="358329" y="100481"/>
                </a:cubicBezTo>
                <a:lnTo>
                  <a:pt x="358329" y="41746"/>
                </a:lnTo>
                <a:lnTo>
                  <a:pt x="376929" y="41746"/>
                </a:lnTo>
                <a:lnTo>
                  <a:pt x="376929" y="151486"/>
                </a:lnTo>
                <a:lnTo>
                  <a:pt x="360292" y="151486"/>
                </a:lnTo>
                <a:close/>
                <a:moveTo>
                  <a:pt x="446646" y="134849"/>
                </a:moveTo>
                <a:lnTo>
                  <a:pt x="449333" y="151279"/>
                </a:lnTo>
                <a:cubicBezTo>
                  <a:pt x="444097" y="152381"/>
                  <a:pt x="439413" y="152932"/>
                  <a:pt x="435279" y="152932"/>
                </a:cubicBezTo>
                <a:cubicBezTo>
                  <a:pt x="428528" y="152932"/>
                  <a:pt x="423293" y="151865"/>
                  <a:pt x="419573" y="149729"/>
                </a:cubicBezTo>
                <a:cubicBezTo>
                  <a:pt x="415853" y="147594"/>
                  <a:pt x="413235" y="144786"/>
                  <a:pt x="411719" y="141307"/>
                </a:cubicBezTo>
                <a:cubicBezTo>
                  <a:pt x="410204" y="137829"/>
                  <a:pt x="409446" y="130509"/>
                  <a:pt x="409446" y="119349"/>
                </a:cubicBezTo>
                <a:lnTo>
                  <a:pt x="409446" y="56213"/>
                </a:lnTo>
                <a:lnTo>
                  <a:pt x="395806" y="56213"/>
                </a:lnTo>
                <a:lnTo>
                  <a:pt x="395806" y="41746"/>
                </a:lnTo>
                <a:lnTo>
                  <a:pt x="409446" y="41746"/>
                </a:lnTo>
                <a:lnTo>
                  <a:pt x="409446" y="14570"/>
                </a:lnTo>
                <a:lnTo>
                  <a:pt x="427943" y="3410"/>
                </a:lnTo>
                <a:lnTo>
                  <a:pt x="427943" y="41746"/>
                </a:lnTo>
                <a:lnTo>
                  <a:pt x="446646" y="41746"/>
                </a:lnTo>
                <a:lnTo>
                  <a:pt x="446646" y="56213"/>
                </a:lnTo>
                <a:lnTo>
                  <a:pt x="427943" y="56213"/>
                </a:lnTo>
                <a:lnTo>
                  <a:pt x="427943" y="120383"/>
                </a:lnTo>
                <a:cubicBezTo>
                  <a:pt x="427943" y="125687"/>
                  <a:pt x="428270" y="129097"/>
                  <a:pt x="428924" y="130613"/>
                </a:cubicBezTo>
                <a:cubicBezTo>
                  <a:pt x="429579" y="132128"/>
                  <a:pt x="430647" y="133334"/>
                  <a:pt x="432128" y="134229"/>
                </a:cubicBezTo>
                <a:cubicBezTo>
                  <a:pt x="433609" y="135125"/>
                  <a:pt x="435727" y="135572"/>
                  <a:pt x="438483" y="135572"/>
                </a:cubicBezTo>
                <a:cubicBezTo>
                  <a:pt x="440549" y="135572"/>
                  <a:pt x="443270" y="135331"/>
                  <a:pt x="446646" y="134849"/>
                </a:cubicBezTo>
                <a:close/>
                <a:moveTo>
                  <a:pt x="540853" y="151486"/>
                </a:moveTo>
                <a:lnTo>
                  <a:pt x="523597" y="151486"/>
                </a:lnTo>
                <a:lnTo>
                  <a:pt x="523597" y="0"/>
                </a:lnTo>
                <a:lnTo>
                  <a:pt x="542196" y="0"/>
                </a:lnTo>
                <a:lnTo>
                  <a:pt x="542196" y="54043"/>
                </a:lnTo>
                <a:cubicBezTo>
                  <a:pt x="550050" y="44192"/>
                  <a:pt x="560073" y="39266"/>
                  <a:pt x="572266" y="39266"/>
                </a:cubicBezTo>
                <a:cubicBezTo>
                  <a:pt x="579017" y="39266"/>
                  <a:pt x="585407" y="40627"/>
                  <a:pt x="591434" y="43348"/>
                </a:cubicBezTo>
                <a:cubicBezTo>
                  <a:pt x="597462" y="46069"/>
                  <a:pt x="602422" y="49892"/>
                  <a:pt x="606314" y="54818"/>
                </a:cubicBezTo>
                <a:cubicBezTo>
                  <a:pt x="610207" y="59744"/>
                  <a:pt x="613255" y="65685"/>
                  <a:pt x="615459" y="72643"/>
                </a:cubicBezTo>
                <a:cubicBezTo>
                  <a:pt x="617664" y="79601"/>
                  <a:pt x="618766" y="87041"/>
                  <a:pt x="618766" y="94963"/>
                </a:cubicBezTo>
                <a:cubicBezTo>
                  <a:pt x="618766" y="113769"/>
                  <a:pt x="614116" y="128305"/>
                  <a:pt x="604816" y="138569"/>
                </a:cubicBezTo>
                <a:cubicBezTo>
                  <a:pt x="595516" y="148834"/>
                  <a:pt x="584356" y="153966"/>
                  <a:pt x="571336" y="153966"/>
                </a:cubicBezTo>
                <a:cubicBezTo>
                  <a:pt x="558385" y="153966"/>
                  <a:pt x="548224" y="148558"/>
                  <a:pt x="540853" y="137742"/>
                </a:cubicBezTo>
                <a:lnTo>
                  <a:pt x="540853" y="151486"/>
                </a:lnTo>
                <a:moveTo>
                  <a:pt x="540646" y="95789"/>
                </a:moveTo>
                <a:cubicBezTo>
                  <a:pt x="540646" y="108947"/>
                  <a:pt x="542437" y="118454"/>
                  <a:pt x="546020" y="124309"/>
                </a:cubicBezTo>
                <a:cubicBezTo>
                  <a:pt x="551875" y="133885"/>
                  <a:pt x="559797" y="138672"/>
                  <a:pt x="569786" y="138672"/>
                </a:cubicBezTo>
                <a:cubicBezTo>
                  <a:pt x="577915" y="138672"/>
                  <a:pt x="584942" y="135142"/>
                  <a:pt x="590866" y="128081"/>
                </a:cubicBezTo>
                <a:cubicBezTo>
                  <a:pt x="596790" y="121020"/>
                  <a:pt x="599753" y="110497"/>
                  <a:pt x="599753" y="96513"/>
                </a:cubicBezTo>
                <a:cubicBezTo>
                  <a:pt x="599753" y="82184"/>
                  <a:pt x="596911" y="71610"/>
                  <a:pt x="591228" y="64790"/>
                </a:cubicBezTo>
                <a:cubicBezTo>
                  <a:pt x="585544" y="57970"/>
                  <a:pt x="578673" y="54560"/>
                  <a:pt x="570613" y="54560"/>
                </a:cubicBezTo>
                <a:cubicBezTo>
                  <a:pt x="562484" y="54560"/>
                  <a:pt x="555457" y="58090"/>
                  <a:pt x="549533" y="65151"/>
                </a:cubicBezTo>
                <a:cubicBezTo>
                  <a:pt x="543609" y="72212"/>
                  <a:pt x="540646" y="82425"/>
                  <a:pt x="540646" y="95789"/>
                </a:cubicBezTo>
                <a:close/>
                <a:moveTo>
                  <a:pt x="640537" y="193865"/>
                </a:moveTo>
                <a:lnTo>
                  <a:pt x="638470" y="176492"/>
                </a:lnTo>
                <a:cubicBezTo>
                  <a:pt x="642534" y="177594"/>
                  <a:pt x="646082" y="178146"/>
                  <a:pt x="649113" y="178146"/>
                </a:cubicBezTo>
                <a:cubicBezTo>
                  <a:pt x="653247" y="178146"/>
                  <a:pt x="656553" y="177456"/>
                  <a:pt x="659033" y="176076"/>
                </a:cubicBezTo>
                <a:cubicBezTo>
                  <a:pt x="661513" y="174696"/>
                  <a:pt x="663545" y="172764"/>
                  <a:pt x="665130" y="170279"/>
                </a:cubicBezTo>
                <a:cubicBezTo>
                  <a:pt x="666301" y="168417"/>
                  <a:pt x="668195" y="163795"/>
                  <a:pt x="670813" y="156413"/>
                </a:cubicBezTo>
                <a:cubicBezTo>
                  <a:pt x="671158" y="155378"/>
                  <a:pt x="671709" y="153860"/>
                  <a:pt x="672467" y="151860"/>
                </a:cubicBezTo>
                <a:lnTo>
                  <a:pt x="630823" y="41746"/>
                </a:lnTo>
                <a:lnTo>
                  <a:pt x="650870" y="41746"/>
                </a:lnTo>
                <a:lnTo>
                  <a:pt x="673707" y="105315"/>
                </a:lnTo>
                <a:cubicBezTo>
                  <a:pt x="676669" y="113377"/>
                  <a:pt x="679321" y="121853"/>
                  <a:pt x="681663" y="130742"/>
                </a:cubicBezTo>
                <a:cubicBezTo>
                  <a:pt x="683799" y="122180"/>
                  <a:pt x="686348" y="113837"/>
                  <a:pt x="689310" y="105713"/>
                </a:cubicBezTo>
                <a:lnTo>
                  <a:pt x="712766" y="41746"/>
                </a:lnTo>
                <a:lnTo>
                  <a:pt x="731366" y="41746"/>
                </a:lnTo>
                <a:lnTo>
                  <a:pt x="689620" y="153333"/>
                </a:lnTo>
                <a:cubicBezTo>
                  <a:pt x="685142" y="165421"/>
                  <a:pt x="681663" y="173744"/>
                  <a:pt x="679183" y="178304"/>
                </a:cubicBezTo>
                <a:cubicBezTo>
                  <a:pt x="675877" y="184452"/>
                  <a:pt x="672088" y="188959"/>
                  <a:pt x="667817" y="191824"/>
                </a:cubicBezTo>
                <a:cubicBezTo>
                  <a:pt x="663545" y="194692"/>
                  <a:pt x="658448" y="196125"/>
                  <a:pt x="652523" y="196125"/>
                </a:cubicBezTo>
                <a:cubicBezTo>
                  <a:pt x="648941" y="196125"/>
                  <a:pt x="644946" y="195372"/>
                  <a:pt x="640537" y="193865"/>
                </a:cubicBezTo>
                <a:close/>
                <a:moveTo>
                  <a:pt x="787786" y="134849"/>
                </a:moveTo>
                <a:lnTo>
                  <a:pt x="790472" y="151279"/>
                </a:lnTo>
                <a:cubicBezTo>
                  <a:pt x="785237" y="152381"/>
                  <a:pt x="780553" y="152932"/>
                  <a:pt x="776419" y="152932"/>
                </a:cubicBezTo>
                <a:cubicBezTo>
                  <a:pt x="769668" y="152932"/>
                  <a:pt x="764433" y="151865"/>
                  <a:pt x="760713" y="149729"/>
                </a:cubicBezTo>
                <a:cubicBezTo>
                  <a:pt x="756993" y="147594"/>
                  <a:pt x="754375" y="144786"/>
                  <a:pt x="752859" y="141307"/>
                </a:cubicBezTo>
                <a:cubicBezTo>
                  <a:pt x="751344" y="137829"/>
                  <a:pt x="750586" y="130509"/>
                  <a:pt x="750586" y="119349"/>
                </a:cubicBezTo>
                <a:lnTo>
                  <a:pt x="750586" y="56213"/>
                </a:lnTo>
                <a:lnTo>
                  <a:pt x="736946" y="56213"/>
                </a:lnTo>
                <a:lnTo>
                  <a:pt x="736946" y="41746"/>
                </a:lnTo>
                <a:lnTo>
                  <a:pt x="750586" y="41746"/>
                </a:lnTo>
                <a:lnTo>
                  <a:pt x="750586" y="14570"/>
                </a:lnTo>
                <a:lnTo>
                  <a:pt x="769083" y="3410"/>
                </a:lnTo>
                <a:lnTo>
                  <a:pt x="769083" y="41746"/>
                </a:lnTo>
                <a:lnTo>
                  <a:pt x="787786" y="41746"/>
                </a:lnTo>
                <a:lnTo>
                  <a:pt x="787786" y="56213"/>
                </a:lnTo>
                <a:lnTo>
                  <a:pt x="769083" y="56213"/>
                </a:lnTo>
                <a:lnTo>
                  <a:pt x="769083" y="120383"/>
                </a:lnTo>
                <a:cubicBezTo>
                  <a:pt x="769083" y="125687"/>
                  <a:pt x="769410" y="129097"/>
                  <a:pt x="770064" y="130613"/>
                </a:cubicBezTo>
                <a:cubicBezTo>
                  <a:pt x="770719" y="132128"/>
                  <a:pt x="771786" y="133334"/>
                  <a:pt x="773268" y="134229"/>
                </a:cubicBezTo>
                <a:cubicBezTo>
                  <a:pt x="774749" y="135125"/>
                  <a:pt x="776867" y="135572"/>
                  <a:pt x="779623" y="135572"/>
                </a:cubicBezTo>
                <a:cubicBezTo>
                  <a:pt x="781689" y="135572"/>
                  <a:pt x="784410" y="135331"/>
                  <a:pt x="787786" y="134849"/>
                </a:cubicBezTo>
                <a:close/>
                <a:moveTo>
                  <a:pt x="881131" y="115939"/>
                </a:moveTo>
                <a:lnTo>
                  <a:pt x="900351" y="118419"/>
                </a:lnTo>
                <a:cubicBezTo>
                  <a:pt x="897320" y="129680"/>
                  <a:pt x="891705" y="138421"/>
                  <a:pt x="883507" y="144640"/>
                </a:cubicBezTo>
                <a:cubicBezTo>
                  <a:pt x="875310" y="150857"/>
                  <a:pt x="864839" y="153966"/>
                  <a:pt x="852094" y="153966"/>
                </a:cubicBezTo>
                <a:cubicBezTo>
                  <a:pt x="836043" y="153966"/>
                  <a:pt x="823316" y="149023"/>
                  <a:pt x="813913" y="139137"/>
                </a:cubicBezTo>
                <a:cubicBezTo>
                  <a:pt x="804510" y="129252"/>
                  <a:pt x="799808" y="115388"/>
                  <a:pt x="799808" y="97546"/>
                </a:cubicBezTo>
                <a:cubicBezTo>
                  <a:pt x="799808" y="79084"/>
                  <a:pt x="804561" y="64755"/>
                  <a:pt x="814068" y="54560"/>
                </a:cubicBezTo>
                <a:cubicBezTo>
                  <a:pt x="823575" y="44364"/>
                  <a:pt x="835906" y="39266"/>
                  <a:pt x="851061" y="39266"/>
                </a:cubicBezTo>
                <a:cubicBezTo>
                  <a:pt x="865734" y="39266"/>
                  <a:pt x="877721" y="44253"/>
                  <a:pt x="887021" y="54227"/>
                </a:cubicBezTo>
                <a:cubicBezTo>
                  <a:pt x="896321" y="64199"/>
                  <a:pt x="900971" y="78228"/>
                  <a:pt x="900971" y="96316"/>
                </a:cubicBezTo>
                <a:cubicBezTo>
                  <a:pt x="900971" y="97416"/>
                  <a:pt x="900936" y="99066"/>
                  <a:pt x="900867" y="101266"/>
                </a:cubicBezTo>
                <a:lnTo>
                  <a:pt x="819028" y="101266"/>
                </a:lnTo>
                <a:cubicBezTo>
                  <a:pt x="819717" y="113356"/>
                  <a:pt x="823127" y="122613"/>
                  <a:pt x="829258" y="129037"/>
                </a:cubicBezTo>
                <a:cubicBezTo>
                  <a:pt x="835389" y="135461"/>
                  <a:pt x="843036" y="138672"/>
                  <a:pt x="852198" y="138672"/>
                </a:cubicBezTo>
                <a:cubicBezTo>
                  <a:pt x="859018" y="138672"/>
                  <a:pt x="864839" y="136865"/>
                  <a:pt x="869661" y="133251"/>
                </a:cubicBezTo>
                <a:cubicBezTo>
                  <a:pt x="874483" y="129634"/>
                  <a:pt x="878306" y="123864"/>
                  <a:pt x="881131" y="115939"/>
                </a:cubicBezTo>
                <a:moveTo>
                  <a:pt x="820061" y="85973"/>
                </a:moveTo>
                <a:lnTo>
                  <a:pt x="881338" y="85973"/>
                </a:lnTo>
                <a:cubicBezTo>
                  <a:pt x="880511" y="76772"/>
                  <a:pt x="878169" y="69871"/>
                  <a:pt x="874311" y="65271"/>
                </a:cubicBezTo>
                <a:cubicBezTo>
                  <a:pt x="868386" y="58130"/>
                  <a:pt x="860705" y="54560"/>
                  <a:pt x="851268" y="54560"/>
                </a:cubicBezTo>
                <a:cubicBezTo>
                  <a:pt x="842726" y="54560"/>
                  <a:pt x="835544" y="57410"/>
                  <a:pt x="829723" y="63110"/>
                </a:cubicBezTo>
                <a:cubicBezTo>
                  <a:pt x="823902" y="68809"/>
                  <a:pt x="820681" y="76430"/>
                  <a:pt x="820061" y="85973"/>
                </a:cubicBezTo>
                <a:close/>
                <a:moveTo>
                  <a:pt x="916232" y="118626"/>
                </a:moveTo>
                <a:lnTo>
                  <a:pt x="934625" y="115733"/>
                </a:lnTo>
                <a:cubicBezTo>
                  <a:pt x="935658" y="123136"/>
                  <a:pt x="938534" y="128811"/>
                  <a:pt x="943253" y="132757"/>
                </a:cubicBezTo>
                <a:cubicBezTo>
                  <a:pt x="947972" y="136701"/>
                  <a:pt x="954568" y="138672"/>
                  <a:pt x="963041" y="138672"/>
                </a:cubicBezTo>
                <a:cubicBezTo>
                  <a:pt x="971583" y="138672"/>
                  <a:pt x="977921" y="136933"/>
                  <a:pt x="982055" y="133454"/>
                </a:cubicBezTo>
                <a:cubicBezTo>
                  <a:pt x="986188" y="129975"/>
                  <a:pt x="988254" y="125894"/>
                  <a:pt x="988254" y="121209"/>
                </a:cubicBezTo>
                <a:cubicBezTo>
                  <a:pt x="988254" y="117007"/>
                  <a:pt x="986429" y="113700"/>
                  <a:pt x="982778" y="111289"/>
                </a:cubicBezTo>
                <a:cubicBezTo>
                  <a:pt x="980229" y="109636"/>
                  <a:pt x="973891" y="107535"/>
                  <a:pt x="963765" y="104986"/>
                </a:cubicBezTo>
                <a:cubicBezTo>
                  <a:pt x="950125" y="101542"/>
                  <a:pt x="940670" y="98562"/>
                  <a:pt x="935400" y="96048"/>
                </a:cubicBezTo>
                <a:cubicBezTo>
                  <a:pt x="930130" y="93533"/>
                  <a:pt x="926134" y="90054"/>
                  <a:pt x="923413" y="85611"/>
                </a:cubicBezTo>
                <a:cubicBezTo>
                  <a:pt x="920692" y="81168"/>
                  <a:pt x="919332" y="76260"/>
                  <a:pt x="919332" y="70886"/>
                </a:cubicBezTo>
                <a:cubicBezTo>
                  <a:pt x="919332" y="65995"/>
                  <a:pt x="920451" y="61466"/>
                  <a:pt x="922690" y="57298"/>
                </a:cubicBezTo>
                <a:cubicBezTo>
                  <a:pt x="924929" y="53130"/>
                  <a:pt x="927977" y="49669"/>
                  <a:pt x="931835" y="46913"/>
                </a:cubicBezTo>
                <a:cubicBezTo>
                  <a:pt x="934728" y="44777"/>
                  <a:pt x="938672" y="42969"/>
                  <a:pt x="943666" y="41488"/>
                </a:cubicBezTo>
                <a:cubicBezTo>
                  <a:pt x="948661" y="40007"/>
                  <a:pt x="954017" y="39266"/>
                  <a:pt x="959735" y="39266"/>
                </a:cubicBezTo>
                <a:cubicBezTo>
                  <a:pt x="968346" y="39266"/>
                  <a:pt x="975906" y="40506"/>
                  <a:pt x="982416" y="42986"/>
                </a:cubicBezTo>
                <a:cubicBezTo>
                  <a:pt x="988926" y="45466"/>
                  <a:pt x="993731" y="48825"/>
                  <a:pt x="996831" y="53061"/>
                </a:cubicBezTo>
                <a:cubicBezTo>
                  <a:pt x="999931" y="57298"/>
                  <a:pt x="1002067" y="62964"/>
                  <a:pt x="1003238" y="70060"/>
                </a:cubicBezTo>
                <a:lnTo>
                  <a:pt x="985051" y="72540"/>
                </a:lnTo>
                <a:cubicBezTo>
                  <a:pt x="984224" y="66891"/>
                  <a:pt x="981831" y="62482"/>
                  <a:pt x="977870" y="59313"/>
                </a:cubicBezTo>
                <a:cubicBezTo>
                  <a:pt x="973908" y="56144"/>
                  <a:pt x="968311" y="54560"/>
                  <a:pt x="961078" y="54560"/>
                </a:cubicBezTo>
                <a:cubicBezTo>
                  <a:pt x="952536" y="54560"/>
                  <a:pt x="946439" y="55972"/>
                  <a:pt x="942788" y="58796"/>
                </a:cubicBezTo>
                <a:cubicBezTo>
                  <a:pt x="939137" y="61621"/>
                  <a:pt x="937311" y="64927"/>
                  <a:pt x="937311" y="68716"/>
                </a:cubicBezTo>
                <a:cubicBezTo>
                  <a:pt x="937311" y="71127"/>
                  <a:pt x="938069" y="73297"/>
                  <a:pt x="939585" y="75226"/>
                </a:cubicBezTo>
                <a:cubicBezTo>
                  <a:pt x="941100" y="77224"/>
                  <a:pt x="943477" y="78877"/>
                  <a:pt x="946715" y="80186"/>
                </a:cubicBezTo>
                <a:cubicBezTo>
                  <a:pt x="948575" y="80875"/>
                  <a:pt x="954051" y="82459"/>
                  <a:pt x="963145" y="84939"/>
                </a:cubicBezTo>
                <a:cubicBezTo>
                  <a:pt x="976302" y="88453"/>
                  <a:pt x="985482" y="91329"/>
                  <a:pt x="990683" y="93568"/>
                </a:cubicBezTo>
                <a:cubicBezTo>
                  <a:pt x="995884" y="95807"/>
                  <a:pt x="999966" y="99062"/>
                  <a:pt x="1002928" y="103333"/>
                </a:cubicBezTo>
                <a:cubicBezTo>
                  <a:pt x="1005890" y="107604"/>
                  <a:pt x="1007371" y="112908"/>
                  <a:pt x="1007371" y="119246"/>
                </a:cubicBezTo>
                <a:cubicBezTo>
                  <a:pt x="1007371" y="125446"/>
                  <a:pt x="1005563" y="131284"/>
                  <a:pt x="1001946" y="136761"/>
                </a:cubicBezTo>
                <a:cubicBezTo>
                  <a:pt x="998329" y="142237"/>
                  <a:pt x="993111" y="146474"/>
                  <a:pt x="986291" y="149471"/>
                </a:cubicBezTo>
                <a:cubicBezTo>
                  <a:pt x="979471" y="152467"/>
                  <a:pt x="971756" y="153966"/>
                  <a:pt x="963145" y="153966"/>
                </a:cubicBezTo>
                <a:cubicBezTo>
                  <a:pt x="948885" y="153966"/>
                  <a:pt x="938018" y="150995"/>
                  <a:pt x="930543" y="145053"/>
                </a:cubicBezTo>
                <a:cubicBezTo>
                  <a:pt x="923069" y="139112"/>
                  <a:pt x="918298" y="130303"/>
                  <a:pt x="916232" y="118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AE598-F6B5-4F8C-9BEB-74FE799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87" y="1014468"/>
            <a:ext cx="617241" cy="264532"/>
          </a:xfrm>
          <a:custGeom xmlns:a="http://schemas.openxmlformats.org/drawingml/2006/main">
            <a:pathLst>
              <a:path w="617241" h="264532">
                <a:moveTo>
                  <a:pt x="0" y="0"/>
                </a:moveTo>
                <a:lnTo>
                  <a:pt x="617241" y="0"/>
                </a:lnTo>
                <a:lnTo>
                  <a:pt x="617241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9C1D3-7474-4BF5-B0FA-4790C42B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587" y="1014468"/>
            <a:ext cx="617241" cy="264532"/>
          </a:xfrm>
          <a:custGeom xmlns:a="http://schemas.openxmlformats.org/drawingml/2006/main">
            <a:pathLst>
              <a:path w="617241" h="264532" fill="none">
                <a:moveTo>
                  <a:pt x="0" y="0"/>
                </a:moveTo>
                <a:lnTo>
                  <a:pt x="617241" y="0"/>
                </a:lnTo>
                <a:lnTo>
                  <a:pt x="617241" y="264532"/>
                </a:lnTo>
                <a:lnTo>
                  <a:pt x="0" y="264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82B366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BE2FC-0787-42F6-873B-8BB5F177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967" y="1279000"/>
            <a:ext cx="2458734" cy="647044"/>
          </a:xfrm>
          <a:custGeom xmlns:a="http://schemas.openxmlformats.org/drawingml/2006/main">
            <a:pathLst>
              <a:path w="2458734" h="647044" fill="none">
                <a:moveTo>
                  <a:pt x="0" y="0"/>
                </a:moveTo>
                <a:lnTo>
                  <a:pt x="2458734" y="647044"/>
                </a:lnTo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A3BE2-3EA5-4914-AAD8-347E046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950" y="1892272"/>
            <a:ext cx="67544" cy="59696"/>
          </a:xfrm>
          <a:custGeom xmlns:a="http://schemas.openxmlformats.org/drawingml/2006/main">
            <a:pathLst>
              <a:path w="67544" h="59696">
                <a:moveTo>
                  <a:pt x="67544" y="45588"/>
                </a:moveTo>
                <a:lnTo>
                  <a:pt x="0" y="59696"/>
                </a:lnTo>
                <a:lnTo>
                  <a:pt x="22750" y="33772"/>
                </a:lnTo>
                <a:lnTo>
                  <a:pt x="15696" y="0"/>
                </a:lnTo>
                <a:lnTo>
                  <a:pt x="67544" y="4558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71493-2852-4DE0-9216-D331D44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950" y="1892272"/>
            <a:ext cx="67544" cy="59696"/>
          </a:xfrm>
          <a:custGeom xmlns:a="http://schemas.openxmlformats.org/drawingml/2006/main">
            <a:pathLst>
              <a:path w="67544" h="59696" fill="none">
                <a:moveTo>
                  <a:pt x="67544" y="45588"/>
                </a:moveTo>
                <a:lnTo>
                  <a:pt x="0" y="59696"/>
                </a:lnTo>
                <a:lnTo>
                  <a:pt x="22750" y="33772"/>
                </a:lnTo>
                <a:lnTo>
                  <a:pt x="15696" y="0"/>
                </a:lnTo>
                <a:lnTo>
                  <a:pt x="67544" y="455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1374C-C189-41DB-A606-60357A15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207" y="1279000"/>
            <a:ext cx="2194643" cy="645457"/>
          </a:xfrm>
          <a:custGeom xmlns:a="http://schemas.openxmlformats.org/drawingml/2006/main">
            <a:pathLst>
              <a:path w="2194643" h="645457" fill="none">
                <a:moveTo>
                  <a:pt x="0" y="0"/>
                </a:moveTo>
                <a:lnTo>
                  <a:pt x="2194643" y="645457"/>
                </a:lnTo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E19FF-7E65-4154-B644-5CCD6BE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07" y="1890509"/>
            <a:ext cx="67985" cy="59255"/>
          </a:xfrm>
          <a:custGeom xmlns:a="http://schemas.openxmlformats.org/drawingml/2006/main">
            <a:pathLst>
              <a:path w="67985" h="59255">
                <a:moveTo>
                  <a:pt x="67985" y="46998"/>
                </a:moveTo>
                <a:lnTo>
                  <a:pt x="0" y="59255"/>
                </a:lnTo>
                <a:lnTo>
                  <a:pt x="23543" y="33948"/>
                </a:lnTo>
                <a:lnTo>
                  <a:pt x="17459" y="0"/>
                </a:lnTo>
                <a:lnTo>
                  <a:pt x="67985" y="4699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9B57C-A354-4E37-963A-CCC407D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307" y="1890509"/>
            <a:ext cx="67985" cy="59255"/>
          </a:xfrm>
          <a:custGeom xmlns:a="http://schemas.openxmlformats.org/drawingml/2006/main">
            <a:pathLst>
              <a:path w="67985" h="59255" fill="none">
                <a:moveTo>
                  <a:pt x="67985" y="46998"/>
                </a:moveTo>
                <a:lnTo>
                  <a:pt x="0" y="59255"/>
                </a:lnTo>
                <a:lnTo>
                  <a:pt x="23543" y="33948"/>
                </a:lnTo>
                <a:lnTo>
                  <a:pt x="17459" y="0"/>
                </a:lnTo>
                <a:lnTo>
                  <a:pt x="67985" y="469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1E839-FAFE-49DA-8AE0-75EC01D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91" y="1279000"/>
            <a:ext cx="2545853" cy="1087931"/>
          </a:xfrm>
          <a:custGeom xmlns:a="http://schemas.openxmlformats.org/drawingml/2006/main">
            <a:pathLst>
              <a:path w="2545853" h="1087931" fill="none">
                <a:moveTo>
                  <a:pt x="0" y="0"/>
                </a:moveTo>
                <a:cubicBezTo>
                  <a:pt x="2057469" y="440886"/>
                  <a:pt x="2545853" y="803530"/>
                  <a:pt x="1465153" y="10879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C2702-E646-4616-8BE6-C6B84C0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49" y="2333158"/>
            <a:ext cx="67544" cy="59696"/>
          </a:xfrm>
          <a:custGeom xmlns:a="http://schemas.openxmlformats.org/drawingml/2006/main">
            <a:pathLst>
              <a:path w="67544" h="59696">
                <a:moveTo>
                  <a:pt x="0" y="45588"/>
                </a:moveTo>
                <a:lnTo>
                  <a:pt x="51848" y="0"/>
                </a:lnTo>
                <a:lnTo>
                  <a:pt x="44794" y="33772"/>
                </a:lnTo>
                <a:lnTo>
                  <a:pt x="67544" y="59696"/>
                </a:lnTo>
                <a:lnTo>
                  <a:pt x="0" y="4558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B215E-A620-4F75-88A5-B3902AA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49" y="2333158"/>
            <a:ext cx="67544" cy="59696"/>
          </a:xfrm>
          <a:custGeom xmlns:a="http://schemas.openxmlformats.org/drawingml/2006/main">
            <a:pathLst>
              <a:path w="67544" h="59696" fill="none">
                <a:moveTo>
                  <a:pt x="0" y="45588"/>
                </a:moveTo>
                <a:lnTo>
                  <a:pt x="51848" y="0"/>
                </a:lnTo>
                <a:lnTo>
                  <a:pt x="44794" y="33772"/>
                </a:lnTo>
                <a:lnTo>
                  <a:pt x="67544" y="59696"/>
                </a:lnTo>
                <a:lnTo>
                  <a:pt x="0" y="455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8E9B6-04D6-45CB-9F89-AE2F0EB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10" y="1948452"/>
            <a:ext cx="1460012" cy="313588"/>
          </a:xfrm>
          <a:custGeom xmlns:a="http://schemas.openxmlformats.org/drawingml/2006/main">
            <a:pathLst>
              <a:path w="1460012" h="313588">
                <a:moveTo>
                  <a:pt x="0" y="252881"/>
                </a:moveTo>
                <a:cubicBezTo>
                  <a:pt x="19701" y="238105"/>
                  <a:pt x="39428" y="223978"/>
                  <a:pt x="59181" y="210499"/>
                </a:cubicBezTo>
                <a:lnTo>
                  <a:pt x="64151" y="217783"/>
                </a:lnTo>
                <a:cubicBezTo>
                  <a:pt x="44506" y="231188"/>
                  <a:pt x="24886" y="245239"/>
                  <a:pt x="5291" y="259935"/>
                </a:cubicBezTo>
                <a:lnTo>
                  <a:pt x="0" y="252881"/>
                </a:lnTo>
                <a:close/>
                <a:moveTo>
                  <a:pt x="118530" y="172000"/>
                </a:moveTo>
                <a:cubicBezTo>
                  <a:pt x="138355" y="159805"/>
                  <a:pt x="158207" y="148260"/>
                  <a:pt x="178086" y="137364"/>
                </a:cubicBezTo>
                <a:lnTo>
                  <a:pt x="182324" y="145096"/>
                </a:lnTo>
                <a:cubicBezTo>
                  <a:pt x="162575" y="155921"/>
                  <a:pt x="142850" y="167392"/>
                  <a:pt x="123150" y="179510"/>
                </a:cubicBezTo>
                <a:lnTo>
                  <a:pt x="118530" y="172000"/>
                </a:lnTo>
                <a:close/>
                <a:moveTo>
                  <a:pt x="242499" y="104372"/>
                </a:moveTo>
                <a:cubicBezTo>
                  <a:pt x="264007" y="94128"/>
                  <a:pt x="285543" y="84641"/>
                  <a:pt x="307109" y="75909"/>
                </a:cubicBezTo>
                <a:lnTo>
                  <a:pt x="310418" y="84083"/>
                </a:lnTo>
                <a:cubicBezTo>
                  <a:pt x="289012" y="92750"/>
                  <a:pt x="267636" y="102166"/>
                  <a:pt x="246291" y="112333"/>
                </a:cubicBezTo>
                <a:lnTo>
                  <a:pt x="242499" y="104372"/>
                </a:lnTo>
                <a:close/>
                <a:moveTo>
                  <a:pt x="372752" y="51698"/>
                </a:moveTo>
                <a:cubicBezTo>
                  <a:pt x="395574" y="44100"/>
                  <a:pt x="418431" y="37343"/>
                  <a:pt x="441321" y="31428"/>
                </a:cubicBezTo>
                <a:lnTo>
                  <a:pt x="443527" y="39966"/>
                </a:lnTo>
                <a:cubicBezTo>
                  <a:pt x="420831" y="45830"/>
                  <a:pt x="398167" y="52530"/>
                  <a:pt x="375537" y="60064"/>
                </a:cubicBezTo>
                <a:lnTo>
                  <a:pt x="372752" y="51698"/>
                </a:lnTo>
                <a:close/>
                <a:moveTo>
                  <a:pt x="510102" y="16206"/>
                </a:moveTo>
                <a:cubicBezTo>
                  <a:pt x="533368" y="11917"/>
                  <a:pt x="556670" y="8493"/>
                  <a:pt x="580008" y="5932"/>
                </a:cubicBezTo>
                <a:lnTo>
                  <a:pt x="580970" y="14697"/>
                </a:lnTo>
                <a:cubicBezTo>
                  <a:pt x="557848" y="17234"/>
                  <a:pt x="534758" y="20627"/>
                  <a:pt x="511700" y="24878"/>
                </a:cubicBezTo>
                <a:lnTo>
                  <a:pt x="510102" y="16206"/>
                </a:lnTo>
                <a:close/>
                <a:moveTo>
                  <a:pt x="650718" y="823"/>
                </a:moveTo>
                <a:cubicBezTo>
                  <a:pt x="674310" y="0"/>
                  <a:pt x="697938" y="55"/>
                  <a:pt x="721600" y="988"/>
                </a:cubicBezTo>
                <a:lnTo>
                  <a:pt x="721252" y="9799"/>
                </a:lnTo>
                <a:cubicBezTo>
                  <a:pt x="697810" y="8874"/>
                  <a:pt x="674400" y="8820"/>
                  <a:pt x="651025" y="9635"/>
                </a:cubicBezTo>
                <a:lnTo>
                  <a:pt x="650718" y="823"/>
                </a:lnTo>
                <a:close/>
                <a:moveTo>
                  <a:pt x="791699" y="6311"/>
                </a:moveTo>
                <a:cubicBezTo>
                  <a:pt x="815095" y="8939"/>
                  <a:pt x="838525" y="12421"/>
                  <a:pt x="861990" y="16757"/>
                </a:cubicBezTo>
                <a:lnTo>
                  <a:pt x="860388" y="25428"/>
                </a:lnTo>
                <a:cubicBezTo>
                  <a:pt x="837131" y="21130"/>
                  <a:pt x="813907" y="17679"/>
                  <a:pt x="790715" y="15074"/>
                </a:cubicBezTo>
                <a:lnTo>
                  <a:pt x="791699" y="6311"/>
                </a:lnTo>
                <a:close/>
                <a:moveTo>
                  <a:pt x="931076" y="31967"/>
                </a:moveTo>
                <a:cubicBezTo>
                  <a:pt x="953504" y="37696"/>
                  <a:pt x="975961" y="44201"/>
                  <a:pt x="998449" y="51481"/>
                </a:cubicBezTo>
                <a:lnTo>
                  <a:pt x="995733" y="59870"/>
                </a:lnTo>
                <a:cubicBezTo>
                  <a:pt x="973422" y="52646"/>
                  <a:pt x="951142" y="46193"/>
                  <a:pt x="928894" y="40510"/>
                </a:cubicBezTo>
                <a:lnTo>
                  <a:pt x="931076" y="31967"/>
                </a:lnTo>
                <a:close/>
                <a:moveTo>
                  <a:pt x="1065988" y="75645"/>
                </a:moveTo>
                <a:cubicBezTo>
                  <a:pt x="1087447" y="84051"/>
                  <a:pt x="1108930" y="93159"/>
                  <a:pt x="1130440" y="102968"/>
                </a:cubicBezTo>
                <a:lnTo>
                  <a:pt x="1126780" y="110991"/>
                </a:lnTo>
                <a:cubicBezTo>
                  <a:pt x="1105414" y="101246"/>
                  <a:pt x="1084078" y="92201"/>
                  <a:pt x="1062772" y="83855"/>
                </a:cubicBezTo>
                <a:lnTo>
                  <a:pt x="1065988" y="75645"/>
                </a:lnTo>
                <a:close/>
                <a:moveTo>
                  <a:pt x="1193560" y="133733"/>
                </a:moveTo>
                <a:cubicBezTo>
                  <a:pt x="1214624" y="144657"/>
                  <a:pt x="1235712" y="156251"/>
                  <a:pt x="1256824" y="168515"/>
                </a:cubicBezTo>
                <a:lnTo>
                  <a:pt x="1252394" y="176140"/>
                </a:lnTo>
                <a:cubicBezTo>
                  <a:pt x="1231402" y="163945"/>
                  <a:pt x="1210437" y="152419"/>
                  <a:pt x="1189501" y="141560"/>
                </a:cubicBezTo>
                <a:lnTo>
                  <a:pt x="1193560" y="133733"/>
                </a:lnTo>
                <a:close/>
                <a:moveTo>
                  <a:pt x="1316273" y="204777"/>
                </a:moveTo>
                <a:cubicBezTo>
                  <a:pt x="1335661" y="217166"/>
                  <a:pt x="1355068" y="230116"/>
                  <a:pt x="1374496" y="243628"/>
                </a:cubicBezTo>
                <a:lnTo>
                  <a:pt x="1369461" y="250867"/>
                </a:lnTo>
                <a:cubicBezTo>
                  <a:pt x="1350125" y="237419"/>
                  <a:pt x="1330813" y="224533"/>
                  <a:pt x="1311525" y="212208"/>
                </a:cubicBezTo>
                <a:lnTo>
                  <a:pt x="1316273" y="204777"/>
                </a:lnTo>
                <a:close/>
                <a:moveTo>
                  <a:pt x="1432841" y="285848"/>
                </a:moveTo>
                <a:cubicBezTo>
                  <a:pt x="1441897" y="292656"/>
                  <a:pt x="1450954" y="299583"/>
                  <a:pt x="1460012" y="306628"/>
                </a:cubicBezTo>
                <a:lnTo>
                  <a:pt x="1454598" y="313588"/>
                </a:lnTo>
                <a:cubicBezTo>
                  <a:pt x="1445570" y="306566"/>
                  <a:pt x="1436552" y="299669"/>
                  <a:pt x="1427542" y="292896"/>
                </a:cubicBezTo>
                <a:lnTo>
                  <a:pt x="1432841" y="28584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7554B-995F-488D-A3B4-242055E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588" y="2224700"/>
            <a:ext cx="67720" cy="62253"/>
          </a:xfrm>
          <a:custGeom xmlns:a="http://schemas.openxmlformats.org/drawingml/2006/main">
            <a:pathLst>
              <a:path w="67720" h="62253">
                <a:moveTo>
                  <a:pt x="67720" y="62253"/>
                </a:moveTo>
                <a:lnTo>
                  <a:pt x="0" y="48762"/>
                </a:lnTo>
                <a:lnTo>
                  <a:pt x="31127" y="33860"/>
                </a:lnTo>
                <a:lnTo>
                  <a:pt x="37916" y="0"/>
                </a:lnTo>
                <a:lnTo>
                  <a:pt x="67720" y="6225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3E13E-2F45-4494-AF97-1DDB31C5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588" y="2224700"/>
            <a:ext cx="67720" cy="62253"/>
          </a:xfrm>
          <a:custGeom xmlns:a="http://schemas.openxmlformats.org/drawingml/2006/main">
            <a:pathLst>
              <a:path w="67720" h="62253" fill="none">
                <a:moveTo>
                  <a:pt x="67720" y="62253"/>
                </a:moveTo>
                <a:lnTo>
                  <a:pt x="0" y="48762"/>
                </a:lnTo>
                <a:lnTo>
                  <a:pt x="31127" y="33860"/>
                </a:lnTo>
                <a:lnTo>
                  <a:pt x="37916" y="0"/>
                </a:lnTo>
                <a:lnTo>
                  <a:pt x="67720" y="622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41A69-D922-4CF8-B0B1-6A24A2C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949" y="1726679"/>
            <a:ext cx="2143824" cy="481676"/>
          </a:xfrm>
          <a:custGeom xmlns:a="http://schemas.openxmlformats.org/drawingml/2006/main">
            <a:pathLst>
              <a:path w="2143824" h="481676">
                <a:moveTo>
                  <a:pt x="0" y="474687"/>
                </a:moveTo>
                <a:cubicBezTo>
                  <a:pt x="19115" y="459983"/>
                  <a:pt x="38200" y="445623"/>
                  <a:pt x="57254" y="431607"/>
                </a:cubicBezTo>
                <a:lnTo>
                  <a:pt x="62479" y="438710"/>
                </a:lnTo>
                <a:cubicBezTo>
                  <a:pt x="43470" y="452693"/>
                  <a:pt x="24435" y="467015"/>
                  <a:pt x="5376" y="481676"/>
                </a:cubicBezTo>
                <a:lnTo>
                  <a:pt x="0" y="474687"/>
                </a:lnTo>
                <a:close/>
                <a:moveTo>
                  <a:pt x="114347" y="390574"/>
                </a:moveTo>
                <a:cubicBezTo>
                  <a:pt x="133808" y="376917"/>
                  <a:pt x="153239" y="363620"/>
                  <a:pt x="172638" y="350682"/>
                </a:cubicBezTo>
                <a:lnTo>
                  <a:pt x="177531" y="358018"/>
                </a:lnTo>
                <a:cubicBezTo>
                  <a:pt x="158185" y="370920"/>
                  <a:pt x="138812" y="384178"/>
                  <a:pt x="119412" y="397792"/>
                </a:cubicBezTo>
                <a:lnTo>
                  <a:pt x="114347" y="390574"/>
                </a:lnTo>
                <a:close/>
                <a:moveTo>
                  <a:pt x="232131" y="312072"/>
                </a:moveTo>
                <a:cubicBezTo>
                  <a:pt x="252036" y="299511"/>
                  <a:pt x="271909" y="287331"/>
                  <a:pt x="291748" y="275532"/>
                </a:cubicBezTo>
                <a:lnTo>
                  <a:pt x="296256" y="283111"/>
                </a:lnTo>
                <a:cubicBezTo>
                  <a:pt x="276477" y="294873"/>
                  <a:pt x="256671" y="307013"/>
                  <a:pt x="236836" y="319529"/>
                </a:cubicBezTo>
                <a:lnTo>
                  <a:pt x="232131" y="312072"/>
                </a:lnTo>
                <a:close/>
                <a:moveTo>
                  <a:pt x="353629" y="239905"/>
                </a:moveTo>
                <a:cubicBezTo>
                  <a:pt x="374228" y="228437"/>
                  <a:pt x="394790" y="217383"/>
                  <a:pt x="415315" y="206743"/>
                </a:cubicBezTo>
                <a:lnTo>
                  <a:pt x="419374" y="214571"/>
                </a:lnTo>
                <a:cubicBezTo>
                  <a:pt x="398917" y="225176"/>
                  <a:pt x="378432" y="236189"/>
                  <a:pt x="357918" y="247609"/>
                </a:cubicBezTo>
                <a:lnTo>
                  <a:pt x="353629" y="239905"/>
                </a:lnTo>
                <a:close/>
                <a:moveTo>
                  <a:pt x="479041" y="174976"/>
                </a:moveTo>
                <a:cubicBezTo>
                  <a:pt x="500405" y="164753"/>
                  <a:pt x="521731" y="154980"/>
                  <a:pt x="543019" y="145656"/>
                </a:cubicBezTo>
                <a:lnTo>
                  <a:pt x="546557" y="153733"/>
                </a:lnTo>
                <a:cubicBezTo>
                  <a:pt x="525355" y="163019"/>
                  <a:pt x="504118" y="172752"/>
                  <a:pt x="482847" y="182930"/>
                </a:cubicBezTo>
                <a:lnTo>
                  <a:pt x="479041" y="174976"/>
                </a:lnTo>
                <a:close/>
                <a:moveTo>
                  <a:pt x="608431" y="118371"/>
                </a:moveTo>
                <a:cubicBezTo>
                  <a:pt x="630502" y="109627"/>
                  <a:pt x="652535" y="101368"/>
                  <a:pt x="674531" y="93593"/>
                </a:cubicBezTo>
                <a:lnTo>
                  <a:pt x="677470" y="101906"/>
                </a:lnTo>
                <a:cubicBezTo>
                  <a:pt x="655581" y="109643"/>
                  <a:pt x="633651" y="117864"/>
                  <a:pt x="611679" y="126569"/>
                </a:cubicBezTo>
                <a:lnTo>
                  <a:pt x="608431" y="118371"/>
                </a:lnTo>
                <a:close/>
                <a:moveTo>
                  <a:pt x="741659" y="71335"/>
                </a:moveTo>
                <a:cubicBezTo>
                  <a:pt x="764348" y="64310"/>
                  <a:pt x="786997" y="57805"/>
                  <a:pt x="809607" y="51819"/>
                </a:cubicBezTo>
                <a:lnTo>
                  <a:pt x="811863" y="60342"/>
                </a:lnTo>
                <a:cubicBezTo>
                  <a:pt x="789375" y="66296"/>
                  <a:pt x="766843" y="72768"/>
                  <a:pt x="744267" y="79758"/>
                </a:cubicBezTo>
                <a:lnTo>
                  <a:pt x="741659" y="71335"/>
                </a:lnTo>
                <a:close/>
                <a:moveTo>
                  <a:pt x="878312" y="35202"/>
                </a:moveTo>
                <a:cubicBezTo>
                  <a:pt x="901491" y="30129"/>
                  <a:pt x="924626" y="25606"/>
                  <a:pt x="947716" y="21635"/>
                </a:cubicBezTo>
                <a:lnTo>
                  <a:pt x="949210" y="30325"/>
                </a:lnTo>
                <a:cubicBezTo>
                  <a:pt x="926250" y="34274"/>
                  <a:pt x="903245" y="38771"/>
                  <a:pt x="880197" y="43816"/>
                </a:cubicBezTo>
                <a:lnTo>
                  <a:pt x="878312" y="35202"/>
                </a:lnTo>
                <a:close/>
                <a:moveTo>
                  <a:pt x="1017660" y="11272"/>
                </a:moveTo>
                <a:cubicBezTo>
                  <a:pt x="1041158" y="8354"/>
                  <a:pt x="1064610" y="6010"/>
                  <a:pt x="1088017" y="4241"/>
                </a:cubicBezTo>
                <a:lnTo>
                  <a:pt x="1088682" y="13033"/>
                </a:lnTo>
                <a:cubicBezTo>
                  <a:pt x="1065418" y="14792"/>
                  <a:pt x="1042106" y="17121"/>
                  <a:pt x="1018747" y="20023"/>
                </a:cubicBezTo>
                <a:lnTo>
                  <a:pt x="1017660" y="11272"/>
                </a:lnTo>
                <a:close/>
                <a:moveTo>
                  <a:pt x="1158656" y="645"/>
                </a:moveTo>
                <a:cubicBezTo>
                  <a:pt x="1182276" y="27"/>
                  <a:pt x="1205848" y="0"/>
                  <a:pt x="1229371" y="563"/>
                </a:cubicBezTo>
                <a:lnTo>
                  <a:pt x="1229160" y="9378"/>
                </a:lnTo>
                <a:cubicBezTo>
                  <a:pt x="1205783" y="8819"/>
                  <a:pt x="1182359" y="8846"/>
                  <a:pt x="1158887" y="9459"/>
                </a:cubicBezTo>
                <a:lnTo>
                  <a:pt x="1158656" y="645"/>
                </a:lnTo>
                <a:close/>
                <a:moveTo>
                  <a:pt x="1300001" y="4036"/>
                </a:moveTo>
                <a:cubicBezTo>
                  <a:pt x="1323522" y="5790"/>
                  <a:pt x="1346997" y="8138"/>
                  <a:pt x="1370425" y="11082"/>
                </a:cubicBezTo>
                <a:lnTo>
                  <a:pt x="1369326" y="19831"/>
                </a:lnTo>
                <a:cubicBezTo>
                  <a:pt x="1346048" y="16906"/>
                  <a:pt x="1322721" y="14572"/>
                  <a:pt x="1299345" y="12830"/>
                </a:cubicBezTo>
                <a:lnTo>
                  <a:pt x="1300001" y="4036"/>
                </a:lnTo>
                <a:close/>
                <a:moveTo>
                  <a:pt x="1440269" y="21646"/>
                </a:moveTo>
                <a:cubicBezTo>
                  <a:pt x="1463479" y="25754"/>
                  <a:pt x="1486640" y="30450"/>
                  <a:pt x="1509752" y="35734"/>
                </a:cubicBezTo>
                <a:lnTo>
                  <a:pt x="1507786" y="44330"/>
                </a:lnTo>
                <a:cubicBezTo>
                  <a:pt x="1484814" y="39077"/>
                  <a:pt x="1461795" y="34410"/>
                  <a:pt x="1438732" y="30329"/>
                </a:cubicBezTo>
                <a:lnTo>
                  <a:pt x="1440269" y="21646"/>
                </a:lnTo>
                <a:close/>
                <a:moveTo>
                  <a:pt x="1578079" y="53111"/>
                </a:moveTo>
                <a:cubicBezTo>
                  <a:pt x="1600773" y="59468"/>
                  <a:pt x="1623421" y="66397"/>
                  <a:pt x="1646022" y="73898"/>
                </a:cubicBezTo>
                <a:lnTo>
                  <a:pt x="1643244" y="82267"/>
                </a:lnTo>
                <a:cubicBezTo>
                  <a:pt x="1620776" y="74810"/>
                  <a:pt x="1598261" y="67922"/>
                  <a:pt x="1575701" y="61602"/>
                </a:cubicBezTo>
                <a:lnTo>
                  <a:pt x="1578079" y="53111"/>
                </a:lnTo>
                <a:close/>
                <a:moveTo>
                  <a:pt x="1712251" y="97570"/>
                </a:moveTo>
                <a:cubicBezTo>
                  <a:pt x="1734263" y="106001"/>
                  <a:pt x="1756228" y="114979"/>
                  <a:pt x="1778148" y="124504"/>
                </a:cubicBezTo>
                <a:lnTo>
                  <a:pt x="1774634" y="132591"/>
                </a:lnTo>
                <a:cubicBezTo>
                  <a:pt x="1752831" y="123117"/>
                  <a:pt x="1730985" y="114188"/>
                  <a:pt x="1709097" y="105804"/>
                </a:cubicBezTo>
                <a:lnTo>
                  <a:pt x="1712251" y="97570"/>
                </a:lnTo>
                <a:close/>
                <a:moveTo>
                  <a:pt x="1841910" y="153813"/>
                </a:moveTo>
                <a:cubicBezTo>
                  <a:pt x="1863108" y="164093"/>
                  <a:pt x="1884263" y="174888"/>
                  <a:pt x="1905377" y="186200"/>
                </a:cubicBezTo>
                <a:lnTo>
                  <a:pt x="1901213" y="193972"/>
                </a:lnTo>
                <a:cubicBezTo>
                  <a:pt x="1880204" y="182717"/>
                  <a:pt x="1859154" y="171975"/>
                  <a:pt x="1838062" y="161747"/>
                </a:cubicBezTo>
                <a:lnTo>
                  <a:pt x="1841910" y="153813"/>
                </a:lnTo>
                <a:close/>
                <a:moveTo>
                  <a:pt x="1966521" y="220469"/>
                </a:moveTo>
                <a:cubicBezTo>
                  <a:pt x="1986822" y="232350"/>
                  <a:pt x="2007082" y="244711"/>
                  <a:pt x="2027301" y="257552"/>
                </a:cubicBezTo>
                <a:lnTo>
                  <a:pt x="2022575" y="264995"/>
                </a:lnTo>
                <a:cubicBezTo>
                  <a:pt x="2002443" y="252211"/>
                  <a:pt x="1982274" y="239905"/>
                  <a:pt x="1962067" y="228079"/>
                </a:cubicBezTo>
                <a:lnTo>
                  <a:pt x="1966521" y="220469"/>
                </a:lnTo>
                <a:close/>
                <a:moveTo>
                  <a:pt x="2085872" y="296167"/>
                </a:moveTo>
                <a:cubicBezTo>
                  <a:pt x="2105224" y="309395"/>
                  <a:pt x="2124541" y="323069"/>
                  <a:pt x="2143824" y="337188"/>
                </a:cubicBezTo>
                <a:lnTo>
                  <a:pt x="2138615" y="344302"/>
                </a:lnTo>
                <a:cubicBezTo>
                  <a:pt x="2119413" y="330243"/>
                  <a:pt x="2100173" y="316624"/>
                  <a:pt x="2080896" y="303446"/>
                </a:cubicBezTo>
                <a:lnTo>
                  <a:pt x="2085872" y="296167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4E164-DA77-45D0-B3FA-CB725A5D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24" y="2049051"/>
            <a:ext cx="67896" cy="61724"/>
          </a:xfrm>
          <a:custGeom xmlns:a="http://schemas.openxmlformats.org/drawingml/2006/main">
            <a:pathLst>
              <a:path w="67896" h="61724">
                <a:moveTo>
                  <a:pt x="67896" y="61724"/>
                </a:moveTo>
                <a:lnTo>
                  <a:pt x="0" y="49379"/>
                </a:lnTo>
                <a:lnTo>
                  <a:pt x="30862" y="33948"/>
                </a:lnTo>
                <a:lnTo>
                  <a:pt x="37034" y="0"/>
                </a:lnTo>
                <a:lnTo>
                  <a:pt x="67896" y="61724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24850-1E67-4C8C-A4F6-2A1D99A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24" y="2049051"/>
            <a:ext cx="67896" cy="61724"/>
          </a:xfrm>
          <a:custGeom xmlns:a="http://schemas.openxmlformats.org/drawingml/2006/main">
            <a:pathLst>
              <a:path w="67896" h="61724" fill="none">
                <a:moveTo>
                  <a:pt x="67896" y="61724"/>
                </a:moveTo>
                <a:lnTo>
                  <a:pt x="0" y="49379"/>
                </a:lnTo>
                <a:lnTo>
                  <a:pt x="30862" y="33948"/>
                </a:lnTo>
                <a:lnTo>
                  <a:pt x="37034" y="0"/>
                </a:lnTo>
                <a:lnTo>
                  <a:pt x="67896" y="617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F7F26-B815-4218-9C60-24F8817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2" y="2605197"/>
            <a:ext cx="2154266" cy="485001"/>
          </a:xfrm>
          <a:custGeom xmlns:a="http://schemas.openxmlformats.org/drawingml/2006/main">
            <a:pathLst>
              <a:path w="2154266" h="485001">
                <a:moveTo>
                  <a:pt x="0" y="477870"/>
                </a:moveTo>
                <a:cubicBezTo>
                  <a:pt x="19467" y="463712"/>
                  <a:pt x="39000" y="449867"/>
                  <a:pt x="58599" y="436335"/>
                </a:cubicBezTo>
                <a:lnTo>
                  <a:pt x="63609" y="443590"/>
                </a:lnTo>
                <a:cubicBezTo>
                  <a:pt x="44074" y="457079"/>
                  <a:pt x="24600" y="470882"/>
                  <a:pt x="5187" y="485001"/>
                </a:cubicBezTo>
                <a:lnTo>
                  <a:pt x="0" y="477870"/>
                </a:lnTo>
                <a:close/>
                <a:moveTo>
                  <a:pt x="117582" y="396686"/>
                </a:moveTo>
                <a:cubicBezTo>
                  <a:pt x="137301" y="383787"/>
                  <a:pt x="157090" y="371199"/>
                  <a:pt x="176949" y="358922"/>
                </a:cubicBezTo>
                <a:lnTo>
                  <a:pt x="181585" y="366422"/>
                </a:lnTo>
                <a:cubicBezTo>
                  <a:pt x="161802" y="378652"/>
                  <a:pt x="142076" y="391200"/>
                  <a:pt x="122408" y="404066"/>
                </a:cubicBezTo>
                <a:lnTo>
                  <a:pt x="117582" y="396686"/>
                </a:lnTo>
                <a:close/>
                <a:moveTo>
                  <a:pt x="236699" y="323046"/>
                </a:moveTo>
                <a:cubicBezTo>
                  <a:pt x="257306" y="311036"/>
                  <a:pt x="277985" y="299360"/>
                  <a:pt x="298735" y="288015"/>
                </a:cubicBezTo>
                <a:lnTo>
                  <a:pt x="302964" y="295752"/>
                </a:lnTo>
                <a:cubicBezTo>
                  <a:pt x="282293" y="307053"/>
                  <a:pt x="261684" y="318691"/>
                  <a:pt x="241140" y="330664"/>
                </a:cubicBezTo>
                <a:lnTo>
                  <a:pt x="236699" y="323046"/>
                </a:lnTo>
                <a:close/>
                <a:moveTo>
                  <a:pt x="361537" y="254808"/>
                </a:moveTo>
                <a:cubicBezTo>
                  <a:pt x="382540" y="244079"/>
                  <a:pt x="403611" y="233687"/>
                  <a:pt x="424752" y="223633"/>
                </a:cubicBezTo>
                <a:lnTo>
                  <a:pt x="428539" y="231597"/>
                </a:lnTo>
                <a:cubicBezTo>
                  <a:pt x="407475" y="241614"/>
                  <a:pt x="386478" y="251968"/>
                  <a:pt x="365549" y="262661"/>
                </a:cubicBezTo>
                <a:lnTo>
                  <a:pt x="361537" y="254808"/>
                </a:lnTo>
                <a:close/>
                <a:moveTo>
                  <a:pt x="488380" y="194488"/>
                </a:moveTo>
                <a:cubicBezTo>
                  <a:pt x="510114" y="184910"/>
                  <a:pt x="531911" y="175690"/>
                  <a:pt x="553771" y="166826"/>
                </a:cubicBezTo>
                <a:lnTo>
                  <a:pt x="557085" y="174997"/>
                </a:lnTo>
                <a:cubicBezTo>
                  <a:pt x="535289" y="183835"/>
                  <a:pt x="513573" y="193022"/>
                  <a:pt x="491936" y="202556"/>
                </a:cubicBezTo>
                <a:lnTo>
                  <a:pt x="488380" y="194488"/>
                </a:lnTo>
                <a:close/>
                <a:moveTo>
                  <a:pt x="619863" y="141182"/>
                </a:moveTo>
                <a:cubicBezTo>
                  <a:pt x="641972" y="132987"/>
                  <a:pt x="664147" y="125151"/>
                  <a:pt x="686388" y="117673"/>
                </a:cubicBezTo>
                <a:lnTo>
                  <a:pt x="689198" y="126031"/>
                </a:lnTo>
                <a:cubicBezTo>
                  <a:pt x="667030" y="133484"/>
                  <a:pt x="644940" y="141291"/>
                  <a:pt x="622928" y="149450"/>
                </a:cubicBezTo>
                <a:lnTo>
                  <a:pt x="619863" y="141182"/>
                </a:lnTo>
                <a:close/>
                <a:moveTo>
                  <a:pt x="753345" y="96299"/>
                </a:moveTo>
                <a:cubicBezTo>
                  <a:pt x="775963" y="89463"/>
                  <a:pt x="798659" y="82988"/>
                  <a:pt x="821434" y="76875"/>
                </a:cubicBezTo>
                <a:lnTo>
                  <a:pt x="823719" y="85391"/>
                </a:lnTo>
                <a:cubicBezTo>
                  <a:pt x="801044" y="91477"/>
                  <a:pt x="778436" y="97928"/>
                  <a:pt x="755897" y="104740"/>
                </a:cubicBezTo>
                <a:lnTo>
                  <a:pt x="753345" y="96299"/>
                </a:lnTo>
                <a:close/>
                <a:moveTo>
                  <a:pt x="890021" y="59616"/>
                </a:moveTo>
                <a:cubicBezTo>
                  <a:pt x="912956" y="54227"/>
                  <a:pt x="935965" y="49202"/>
                  <a:pt x="959049" y="44542"/>
                </a:cubicBezTo>
                <a:lnTo>
                  <a:pt x="960794" y="53185"/>
                </a:lnTo>
                <a:cubicBezTo>
                  <a:pt x="937802" y="57827"/>
                  <a:pt x="914883" y="62832"/>
                  <a:pt x="892037" y="68200"/>
                </a:cubicBezTo>
                <a:lnTo>
                  <a:pt x="890021" y="59616"/>
                </a:lnTo>
                <a:close/>
                <a:moveTo>
                  <a:pt x="1028504" y="31654"/>
                </a:moveTo>
                <a:cubicBezTo>
                  <a:pt x="1051651" y="27735"/>
                  <a:pt x="1074870" y="24178"/>
                  <a:pt x="1098161" y="20982"/>
                </a:cubicBezTo>
                <a:lnTo>
                  <a:pt x="1099359" y="29718"/>
                </a:lnTo>
                <a:cubicBezTo>
                  <a:pt x="1076158" y="32902"/>
                  <a:pt x="1053030" y="36445"/>
                  <a:pt x="1029976" y="40348"/>
                </a:cubicBezTo>
                <a:lnTo>
                  <a:pt x="1028504" y="31654"/>
                </a:lnTo>
                <a:close/>
                <a:moveTo>
                  <a:pt x="1168255" y="12480"/>
                </a:moveTo>
                <a:cubicBezTo>
                  <a:pt x="1191696" y="10006"/>
                  <a:pt x="1215206" y="7895"/>
                  <a:pt x="1238787" y="6145"/>
                </a:cubicBezTo>
                <a:lnTo>
                  <a:pt x="1239439" y="14939"/>
                </a:lnTo>
                <a:cubicBezTo>
                  <a:pt x="1215944" y="16682"/>
                  <a:pt x="1192525" y="18785"/>
                  <a:pt x="1169180" y="21249"/>
                </a:cubicBezTo>
                <a:lnTo>
                  <a:pt x="1168255" y="12480"/>
                </a:lnTo>
                <a:close/>
                <a:moveTo>
                  <a:pt x="1309527" y="1988"/>
                </a:moveTo>
                <a:cubicBezTo>
                  <a:pt x="1332832" y="977"/>
                  <a:pt x="1356206" y="315"/>
                  <a:pt x="1379650" y="0"/>
                </a:cubicBezTo>
                <a:lnTo>
                  <a:pt x="1379769" y="8817"/>
                </a:lnTo>
                <a:cubicBezTo>
                  <a:pt x="1356411" y="9130"/>
                  <a:pt x="1333125" y="9790"/>
                  <a:pt x="1309909" y="10797"/>
                </a:cubicBezTo>
                <a:lnTo>
                  <a:pt x="1309527" y="1988"/>
                </a:lnTo>
                <a:close/>
                <a:moveTo>
                  <a:pt x="1450194" y="104"/>
                </a:moveTo>
                <a:cubicBezTo>
                  <a:pt x="1473783" y="488"/>
                  <a:pt x="1497438" y="1219"/>
                  <a:pt x="1521157" y="2299"/>
                </a:cubicBezTo>
                <a:lnTo>
                  <a:pt x="1520756" y="11108"/>
                </a:lnTo>
                <a:cubicBezTo>
                  <a:pt x="1497113" y="10032"/>
                  <a:pt x="1473544" y="9303"/>
                  <a:pt x="1450051" y="8921"/>
                </a:cubicBezTo>
                <a:lnTo>
                  <a:pt x="1450194" y="104"/>
                </a:lnTo>
                <a:close/>
                <a:moveTo>
                  <a:pt x="1592044" y="6549"/>
                </a:moveTo>
                <a:cubicBezTo>
                  <a:pt x="1615177" y="8267"/>
                  <a:pt x="1638379" y="10312"/>
                  <a:pt x="1661649" y="12686"/>
                </a:cubicBezTo>
                <a:lnTo>
                  <a:pt x="1660754" y="21459"/>
                </a:lnTo>
                <a:cubicBezTo>
                  <a:pt x="1637569" y="19093"/>
                  <a:pt x="1614448" y="17054"/>
                  <a:pt x="1591391" y="15343"/>
                </a:cubicBezTo>
                <a:lnTo>
                  <a:pt x="1592044" y="6549"/>
                </a:lnTo>
                <a:close/>
                <a:moveTo>
                  <a:pt x="1731648" y="20790"/>
                </a:moveTo>
                <a:cubicBezTo>
                  <a:pt x="1755044" y="23818"/>
                  <a:pt x="1778508" y="27174"/>
                  <a:pt x="1802041" y="30859"/>
                </a:cubicBezTo>
                <a:lnTo>
                  <a:pt x="1800677" y="39570"/>
                </a:lnTo>
                <a:cubicBezTo>
                  <a:pt x="1777227" y="35899"/>
                  <a:pt x="1753840" y="32553"/>
                  <a:pt x="1730517" y="29535"/>
                </a:cubicBezTo>
                <a:lnTo>
                  <a:pt x="1731648" y="20790"/>
                </a:lnTo>
                <a:close/>
                <a:moveTo>
                  <a:pt x="1872386" y="42811"/>
                </a:moveTo>
                <a:cubicBezTo>
                  <a:pt x="1895077" y="46968"/>
                  <a:pt x="1917833" y="51427"/>
                  <a:pt x="1940656" y="56189"/>
                </a:cubicBezTo>
                <a:lnTo>
                  <a:pt x="1938855" y="64821"/>
                </a:lnTo>
                <a:cubicBezTo>
                  <a:pt x="1916114" y="60076"/>
                  <a:pt x="1893428" y="55630"/>
                  <a:pt x="1870798" y="51485"/>
                </a:cubicBezTo>
                <a:lnTo>
                  <a:pt x="1872386" y="42811"/>
                </a:lnTo>
                <a:close/>
                <a:moveTo>
                  <a:pt x="2009287" y="71375"/>
                </a:moveTo>
                <a:cubicBezTo>
                  <a:pt x="2032226" y="76738"/>
                  <a:pt x="2055223" y="82402"/>
                  <a:pt x="2078281" y="88368"/>
                </a:cubicBezTo>
                <a:lnTo>
                  <a:pt x="2076072" y="96905"/>
                </a:lnTo>
                <a:cubicBezTo>
                  <a:pt x="2053080" y="90956"/>
                  <a:pt x="2030149" y="85309"/>
                  <a:pt x="2007279" y="79961"/>
                </a:cubicBezTo>
                <a:lnTo>
                  <a:pt x="2009287" y="71375"/>
                </a:lnTo>
                <a:close/>
                <a:moveTo>
                  <a:pt x="2147641" y="107170"/>
                </a:moveTo>
                <a:lnTo>
                  <a:pt x="2154266" y="109055"/>
                </a:lnTo>
                <a:lnTo>
                  <a:pt x="2151853" y="117536"/>
                </a:lnTo>
                <a:lnTo>
                  <a:pt x="2145227" y="115651"/>
                </a:lnTo>
                <a:lnTo>
                  <a:pt x="2147641" y="10717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657A1-8F46-46BD-971D-1D99D82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154" y="2684544"/>
            <a:ext cx="67896" cy="59431"/>
          </a:xfrm>
          <a:custGeom xmlns:a="http://schemas.openxmlformats.org/drawingml/2006/main">
            <a:pathLst>
              <a:path w="67896" h="59431">
                <a:moveTo>
                  <a:pt x="67896" y="46646"/>
                </a:moveTo>
                <a:lnTo>
                  <a:pt x="0" y="59431"/>
                </a:lnTo>
                <a:lnTo>
                  <a:pt x="23367" y="33948"/>
                </a:lnTo>
                <a:lnTo>
                  <a:pt x="17018" y="0"/>
                </a:lnTo>
                <a:lnTo>
                  <a:pt x="67896" y="4664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E6D8B-C480-408C-A3CF-41534EE5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154" y="2684544"/>
            <a:ext cx="67896" cy="59431"/>
          </a:xfrm>
          <a:custGeom xmlns:a="http://schemas.openxmlformats.org/drawingml/2006/main">
            <a:pathLst>
              <a:path w="67896" h="59431" fill="none">
                <a:moveTo>
                  <a:pt x="67896" y="46646"/>
                </a:moveTo>
                <a:lnTo>
                  <a:pt x="0" y="59431"/>
                </a:lnTo>
                <a:lnTo>
                  <a:pt x="23367" y="33948"/>
                </a:lnTo>
                <a:lnTo>
                  <a:pt x="17018" y="0"/>
                </a:lnTo>
                <a:lnTo>
                  <a:pt x="67896" y="46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58DC9-CF6B-4B90-A8ED-70CB64C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513" y="3560059"/>
            <a:ext cx="2920425" cy="397173"/>
          </a:xfrm>
          <a:custGeom xmlns:a="http://schemas.openxmlformats.org/drawingml/2006/main">
            <a:pathLst>
              <a:path w="2920425" h="397173">
                <a:moveTo>
                  <a:pt x="4375" y="51809"/>
                </a:moveTo>
                <a:cubicBezTo>
                  <a:pt x="24894" y="63534"/>
                  <a:pt x="45507" y="74950"/>
                  <a:pt x="66212" y="86056"/>
                </a:cubicBezTo>
                <a:lnTo>
                  <a:pt x="62044" y="93827"/>
                </a:lnTo>
                <a:cubicBezTo>
                  <a:pt x="41257" y="82677"/>
                  <a:pt x="20576" y="71223"/>
                  <a:pt x="0" y="59466"/>
                </a:cubicBezTo>
                <a:lnTo>
                  <a:pt x="4375" y="51809"/>
                </a:lnTo>
                <a:close/>
                <a:moveTo>
                  <a:pt x="128643" y="118466"/>
                </a:moveTo>
                <a:cubicBezTo>
                  <a:pt x="149653" y="129014"/>
                  <a:pt x="170761" y="139252"/>
                  <a:pt x="191967" y="149179"/>
                </a:cubicBezTo>
                <a:lnTo>
                  <a:pt x="188229" y="157164"/>
                </a:lnTo>
                <a:cubicBezTo>
                  <a:pt x="166946" y="147201"/>
                  <a:pt x="145765" y="136928"/>
                  <a:pt x="124687" y="126346"/>
                </a:cubicBezTo>
                <a:lnTo>
                  <a:pt x="128643" y="118466"/>
                </a:lnTo>
                <a:close/>
                <a:moveTo>
                  <a:pt x="256199" y="178169"/>
                </a:moveTo>
                <a:cubicBezTo>
                  <a:pt x="277714" y="187523"/>
                  <a:pt x="299328" y="196564"/>
                  <a:pt x="321041" y="205291"/>
                </a:cubicBezTo>
                <a:lnTo>
                  <a:pt x="317752" y="213472"/>
                </a:lnTo>
                <a:cubicBezTo>
                  <a:pt x="295959" y="204712"/>
                  <a:pt x="274269" y="195640"/>
                  <a:pt x="252683" y="186256"/>
                </a:cubicBezTo>
                <a:lnTo>
                  <a:pt x="256199" y="178169"/>
                </a:lnTo>
                <a:close/>
                <a:moveTo>
                  <a:pt x="386801" y="230653"/>
                </a:moveTo>
                <a:cubicBezTo>
                  <a:pt x="408824" y="238793"/>
                  <a:pt x="430947" y="246617"/>
                  <a:pt x="453172" y="254126"/>
                </a:cubicBezTo>
                <a:lnTo>
                  <a:pt x="450350" y="262480"/>
                </a:lnTo>
                <a:cubicBezTo>
                  <a:pt x="428044" y="254943"/>
                  <a:pt x="405842" y="247092"/>
                  <a:pt x="383743" y="238924"/>
                </a:cubicBezTo>
                <a:lnTo>
                  <a:pt x="386801" y="230653"/>
                </a:lnTo>
                <a:close/>
                <a:moveTo>
                  <a:pt x="520155" y="275709"/>
                </a:moveTo>
                <a:cubicBezTo>
                  <a:pt x="542582" y="282587"/>
                  <a:pt x="565113" y="289151"/>
                  <a:pt x="587751" y="295401"/>
                </a:cubicBezTo>
                <a:lnTo>
                  <a:pt x="585404" y="303901"/>
                </a:lnTo>
                <a:cubicBezTo>
                  <a:pt x="562694" y="297631"/>
                  <a:pt x="540083" y="291044"/>
                  <a:pt x="517570" y="284139"/>
                </a:cubicBezTo>
                <a:lnTo>
                  <a:pt x="520155" y="275709"/>
                </a:lnTo>
                <a:close/>
                <a:moveTo>
                  <a:pt x="655932" y="313196"/>
                </a:moveTo>
                <a:cubicBezTo>
                  <a:pt x="678666" y="318790"/>
                  <a:pt x="701495" y="324070"/>
                  <a:pt x="724420" y="329037"/>
                </a:cubicBezTo>
                <a:lnTo>
                  <a:pt x="722553" y="337654"/>
                </a:lnTo>
                <a:cubicBezTo>
                  <a:pt x="699537" y="332667"/>
                  <a:pt x="676628" y="327369"/>
                  <a:pt x="653826" y="321759"/>
                </a:cubicBezTo>
                <a:lnTo>
                  <a:pt x="655932" y="313196"/>
                </a:lnTo>
                <a:close/>
                <a:moveTo>
                  <a:pt x="793515" y="343006"/>
                </a:moveTo>
                <a:cubicBezTo>
                  <a:pt x="816508" y="347323"/>
                  <a:pt x="839609" y="351334"/>
                  <a:pt x="862818" y="355038"/>
                </a:cubicBezTo>
                <a:lnTo>
                  <a:pt x="861429" y="363746"/>
                </a:lnTo>
                <a:cubicBezTo>
                  <a:pt x="838156" y="360032"/>
                  <a:pt x="814976" y="356007"/>
                  <a:pt x="791888" y="351672"/>
                </a:cubicBezTo>
                <a:lnTo>
                  <a:pt x="793515" y="343006"/>
                </a:lnTo>
                <a:close/>
                <a:moveTo>
                  <a:pt x="932456" y="365185"/>
                </a:moveTo>
                <a:cubicBezTo>
                  <a:pt x="955746" y="368258"/>
                  <a:pt x="979126" y="371025"/>
                  <a:pt x="1002594" y="373485"/>
                </a:cubicBezTo>
                <a:lnTo>
                  <a:pt x="1001675" y="382254"/>
                </a:lnTo>
                <a:cubicBezTo>
                  <a:pt x="978109" y="379784"/>
                  <a:pt x="954651" y="377008"/>
                  <a:pt x="931303" y="373927"/>
                </a:cubicBezTo>
                <a:lnTo>
                  <a:pt x="932456" y="365185"/>
                </a:lnTo>
                <a:close/>
                <a:moveTo>
                  <a:pt x="1072441" y="379883"/>
                </a:moveTo>
                <a:cubicBezTo>
                  <a:pt x="1095817" y="381718"/>
                  <a:pt x="1119293" y="383256"/>
                  <a:pt x="1142867" y="384495"/>
                </a:cubicBezTo>
                <a:lnTo>
                  <a:pt x="1142404" y="393301"/>
                </a:lnTo>
                <a:cubicBezTo>
                  <a:pt x="1118759" y="392058"/>
                  <a:pt x="1095207" y="390515"/>
                  <a:pt x="1071751" y="388674"/>
                </a:cubicBezTo>
                <a:lnTo>
                  <a:pt x="1072441" y="379883"/>
                </a:lnTo>
                <a:close/>
                <a:moveTo>
                  <a:pt x="1213162" y="387302"/>
                </a:moveTo>
                <a:cubicBezTo>
                  <a:pt x="1236503" y="387940"/>
                  <a:pt x="1259936" y="388291"/>
                  <a:pt x="1283463" y="388355"/>
                </a:cubicBezTo>
                <a:lnTo>
                  <a:pt x="1283439" y="397173"/>
                </a:lnTo>
                <a:cubicBezTo>
                  <a:pt x="1259839" y="397109"/>
                  <a:pt x="1236333" y="396757"/>
                  <a:pt x="1212921" y="396116"/>
                </a:cubicBezTo>
                <a:lnTo>
                  <a:pt x="1213162" y="387302"/>
                </a:lnTo>
                <a:close/>
                <a:moveTo>
                  <a:pt x="1354324" y="387685"/>
                </a:moveTo>
                <a:cubicBezTo>
                  <a:pt x="1377537" y="387185"/>
                  <a:pt x="1400846" y="386409"/>
                  <a:pt x="1424249" y="385358"/>
                </a:cubicBezTo>
                <a:lnTo>
                  <a:pt x="1424644" y="394167"/>
                </a:lnTo>
                <a:cubicBezTo>
                  <a:pt x="1401184" y="395221"/>
                  <a:pt x="1377807" y="395999"/>
                  <a:pt x="1354514" y="396500"/>
                </a:cubicBezTo>
                <a:lnTo>
                  <a:pt x="1354324" y="387685"/>
                </a:lnTo>
                <a:close/>
                <a:moveTo>
                  <a:pt x="1494675" y="381381"/>
                </a:moveTo>
                <a:cubicBezTo>
                  <a:pt x="1518039" y="379794"/>
                  <a:pt x="1541499" y="377936"/>
                  <a:pt x="1565054" y="375807"/>
                </a:cubicBezTo>
                <a:lnTo>
                  <a:pt x="1565847" y="384588"/>
                </a:lnTo>
                <a:cubicBezTo>
                  <a:pt x="1542242" y="386722"/>
                  <a:pt x="1518716" y="388586"/>
                  <a:pt x="1495272" y="390179"/>
                </a:cubicBezTo>
                <a:lnTo>
                  <a:pt x="1494675" y="381381"/>
                </a:lnTo>
                <a:close/>
                <a:moveTo>
                  <a:pt x="1634794" y="368739"/>
                </a:moveTo>
                <a:cubicBezTo>
                  <a:pt x="1658123" y="366121"/>
                  <a:pt x="1681540" y="363241"/>
                  <a:pt x="1705045" y="360099"/>
                </a:cubicBezTo>
                <a:lnTo>
                  <a:pt x="1706213" y="368839"/>
                </a:lnTo>
                <a:cubicBezTo>
                  <a:pt x="1682652" y="371989"/>
                  <a:pt x="1659173" y="374877"/>
                  <a:pt x="1635777" y="377501"/>
                </a:cubicBezTo>
                <a:lnTo>
                  <a:pt x="1634794" y="368739"/>
                </a:lnTo>
                <a:close/>
                <a:moveTo>
                  <a:pt x="1774602" y="350075"/>
                </a:moveTo>
                <a:cubicBezTo>
                  <a:pt x="1797627" y="346517"/>
                  <a:pt x="1820737" y="342711"/>
                  <a:pt x="1843932" y="338657"/>
                </a:cubicBezTo>
                <a:lnTo>
                  <a:pt x="1845451" y="347343"/>
                </a:lnTo>
                <a:cubicBezTo>
                  <a:pt x="1822208" y="351406"/>
                  <a:pt x="1799040" y="355221"/>
                  <a:pt x="1775948" y="358789"/>
                </a:cubicBezTo>
                <a:lnTo>
                  <a:pt x="1774602" y="350075"/>
                </a:lnTo>
                <a:close/>
                <a:moveTo>
                  <a:pt x="1913748" y="325751"/>
                </a:moveTo>
                <a:cubicBezTo>
                  <a:pt x="1936536" y="321312"/>
                  <a:pt x="1959389" y="316638"/>
                  <a:pt x="1982307" y="311731"/>
                </a:cubicBezTo>
                <a:lnTo>
                  <a:pt x="1984153" y="320353"/>
                </a:lnTo>
                <a:cubicBezTo>
                  <a:pt x="1961158" y="325276"/>
                  <a:pt x="1938252" y="329961"/>
                  <a:pt x="1915434" y="334407"/>
                </a:cubicBezTo>
                <a:lnTo>
                  <a:pt x="1913748" y="325751"/>
                </a:lnTo>
                <a:close/>
                <a:moveTo>
                  <a:pt x="2051007" y="296369"/>
                </a:moveTo>
                <a:cubicBezTo>
                  <a:pt x="2073980" y="291016"/>
                  <a:pt x="2097032" y="285428"/>
                  <a:pt x="2120163" y="279605"/>
                </a:cubicBezTo>
                <a:lnTo>
                  <a:pt x="2122316" y="288156"/>
                </a:lnTo>
                <a:cubicBezTo>
                  <a:pt x="2099140" y="293989"/>
                  <a:pt x="2076038" y="299590"/>
                  <a:pt x="2053008" y="304957"/>
                </a:cubicBezTo>
                <a:lnTo>
                  <a:pt x="2051007" y="296369"/>
                </a:lnTo>
                <a:close/>
                <a:moveTo>
                  <a:pt x="2187666" y="262007"/>
                </a:moveTo>
                <a:cubicBezTo>
                  <a:pt x="2210225" y="255924"/>
                  <a:pt x="2232854" y="249622"/>
                  <a:pt x="2255553" y="243102"/>
                </a:cubicBezTo>
                <a:lnTo>
                  <a:pt x="2257987" y="251578"/>
                </a:lnTo>
                <a:cubicBezTo>
                  <a:pt x="2235239" y="258112"/>
                  <a:pt x="2212565" y="264427"/>
                  <a:pt x="2189962" y="270521"/>
                </a:cubicBezTo>
                <a:lnTo>
                  <a:pt x="2187666" y="262007"/>
                </a:lnTo>
                <a:close/>
                <a:moveTo>
                  <a:pt x="2323821" y="222894"/>
                </a:moveTo>
                <a:cubicBezTo>
                  <a:pt x="2345932" y="216158"/>
                  <a:pt x="2368107" y="209216"/>
                  <a:pt x="2390349" y="202069"/>
                </a:cubicBezTo>
                <a:lnTo>
                  <a:pt x="2393046" y="210464"/>
                </a:lnTo>
                <a:cubicBezTo>
                  <a:pt x="2370760" y="217625"/>
                  <a:pt x="2348542" y="224581"/>
                  <a:pt x="2326392" y="231329"/>
                </a:cubicBezTo>
                <a:lnTo>
                  <a:pt x="2323821" y="222894"/>
                </a:lnTo>
                <a:close/>
                <a:moveTo>
                  <a:pt x="2457278" y="180008"/>
                </a:moveTo>
                <a:cubicBezTo>
                  <a:pt x="2479660" y="172447"/>
                  <a:pt x="2502104" y="164681"/>
                  <a:pt x="2524609" y="156712"/>
                </a:cubicBezTo>
                <a:lnTo>
                  <a:pt x="2527551" y="165024"/>
                </a:lnTo>
                <a:cubicBezTo>
                  <a:pt x="2504996" y="173011"/>
                  <a:pt x="2482512" y="180790"/>
                  <a:pt x="2460101" y="188362"/>
                </a:cubicBezTo>
                <a:lnTo>
                  <a:pt x="2457278" y="180008"/>
                </a:lnTo>
                <a:close/>
                <a:moveTo>
                  <a:pt x="2590172" y="132984"/>
                </a:moveTo>
                <a:cubicBezTo>
                  <a:pt x="2612058" y="124894"/>
                  <a:pt x="2634012" y="116610"/>
                  <a:pt x="2656034" y="108130"/>
                </a:cubicBezTo>
                <a:lnTo>
                  <a:pt x="2659203" y="116359"/>
                </a:lnTo>
                <a:cubicBezTo>
                  <a:pt x="2637155" y="124848"/>
                  <a:pt x="2615164" y="133148"/>
                  <a:pt x="2593228" y="141255"/>
                </a:cubicBezTo>
                <a:lnTo>
                  <a:pt x="2590172" y="132984"/>
                </a:lnTo>
                <a:close/>
                <a:moveTo>
                  <a:pt x="2722272" y="82120"/>
                </a:moveTo>
                <a:cubicBezTo>
                  <a:pt x="2743794" y="73505"/>
                  <a:pt x="2765393" y="64702"/>
                  <a:pt x="2787069" y="55708"/>
                </a:cubicBezTo>
                <a:lnTo>
                  <a:pt x="2790448" y="63853"/>
                </a:lnTo>
                <a:cubicBezTo>
                  <a:pt x="2768773" y="72846"/>
                  <a:pt x="2747140" y="81664"/>
                  <a:pt x="2725548" y="90307"/>
                </a:cubicBezTo>
                <a:lnTo>
                  <a:pt x="2722272" y="82120"/>
                </a:lnTo>
                <a:close/>
                <a:moveTo>
                  <a:pt x="2851785" y="28394"/>
                </a:moveTo>
                <a:cubicBezTo>
                  <a:pt x="2873408" y="19112"/>
                  <a:pt x="2895097" y="9647"/>
                  <a:pt x="2916850" y="0"/>
                </a:cubicBezTo>
                <a:lnTo>
                  <a:pt x="2920425" y="8061"/>
                </a:lnTo>
                <a:cubicBezTo>
                  <a:pt x="2898653" y="17717"/>
                  <a:pt x="2876931" y="27195"/>
                  <a:pt x="2855263" y="36497"/>
                </a:cubicBezTo>
                <a:lnTo>
                  <a:pt x="2851785" y="28394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58398-FA1E-48E3-923C-81D257D5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78" y="3528753"/>
            <a:ext cx="68955" cy="56257"/>
          </a:xfrm>
          <a:custGeom xmlns:a="http://schemas.openxmlformats.org/drawingml/2006/main">
            <a:pathLst>
              <a:path w="68955" h="56257">
                <a:moveTo>
                  <a:pt x="68955" y="2822"/>
                </a:moveTo>
                <a:lnTo>
                  <a:pt x="25307" y="56257"/>
                </a:lnTo>
                <a:lnTo>
                  <a:pt x="26718" y="21780"/>
                </a:lnTo>
                <a:lnTo>
                  <a:pt x="0" y="0"/>
                </a:lnTo>
                <a:lnTo>
                  <a:pt x="68955" y="2822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97A01-8912-43A5-A093-C94BC22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78" y="3528753"/>
            <a:ext cx="68955" cy="56257"/>
          </a:xfrm>
          <a:custGeom xmlns:a="http://schemas.openxmlformats.org/drawingml/2006/main">
            <a:pathLst>
              <a:path w="68955" h="56257" fill="none">
                <a:moveTo>
                  <a:pt x="68955" y="2822"/>
                </a:moveTo>
                <a:lnTo>
                  <a:pt x="25307" y="56257"/>
                </a:lnTo>
                <a:lnTo>
                  <a:pt x="26718" y="21780"/>
                </a:lnTo>
                <a:lnTo>
                  <a:pt x="0" y="0"/>
                </a:lnTo>
                <a:lnTo>
                  <a:pt x="68955" y="28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E3135-7C3F-4523-BF56-E0DE415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696" y="3294454"/>
            <a:ext cx="2526887" cy="613489"/>
          </a:xfrm>
          <a:custGeom xmlns:a="http://schemas.openxmlformats.org/drawingml/2006/main">
            <a:pathLst>
              <a:path w="2526887" h="613489">
                <a:moveTo>
                  <a:pt x="4375" y="317414"/>
                </a:moveTo>
                <a:cubicBezTo>
                  <a:pt x="25114" y="329265"/>
                  <a:pt x="45865" y="340749"/>
                  <a:pt x="66626" y="351867"/>
                </a:cubicBezTo>
                <a:lnTo>
                  <a:pt x="62463" y="359641"/>
                </a:lnTo>
                <a:cubicBezTo>
                  <a:pt x="41631" y="348485"/>
                  <a:pt x="20809" y="336961"/>
                  <a:pt x="0" y="325070"/>
                </a:cubicBezTo>
                <a:lnTo>
                  <a:pt x="4375" y="317414"/>
                </a:lnTo>
                <a:close/>
                <a:moveTo>
                  <a:pt x="128940" y="384119"/>
                </a:moveTo>
                <a:cubicBezTo>
                  <a:pt x="150074" y="394679"/>
                  <a:pt x="171220" y="404859"/>
                  <a:pt x="192379" y="414661"/>
                </a:cubicBezTo>
                <a:lnTo>
                  <a:pt x="188672" y="422662"/>
                </a:lnTo>
                <a:cubicBezTo>
                  <a:pt x="167437" y="412824"/>
                  <a:pt x="146212" y="402606"/>
                  <a:pt x="124999" y="392007"/>
                </a:cubicBezTo>
                <a:lnTo>
                  <a:pt x="128940" y="384119"/>
                </a:lnTo>
                <a:close/>
                <a:moveTo>
                  <a:pt x="256849" y="443340"/>
                </a:moveTo>
                <a:cubicBezTo>
                  <a:pt x="278424" y="452540"/>
                  <a:pt x="300011" y="461347"/>
                  <a:pt x="321611" y="469761"/>
                </a:cubicBezTo>
                <a:lnTo>
                  <a:pt x="318411" y="477977"/>
                </a:lnTo>
                <a:cubicBezTo>
                  <a:pt x="296726" y="469530"/>
                  <a:pt x="275053" y="460688"/>
                  <a:pt x="253390" y="451451"/>
                </a:cubicBezTo>
                <a:lnTo>
                  <a:pt x="256849" y="443340"/>
                </a:lnTo>
                <a:close/>
                <a:moveTo>
                  <a:pt x="388009" y="494372"/>
                </a:moveTo>
                <a:cubicBezTo>
                  <a:pt x="410158" y="502164"/>
                  <a:pt x="432314" y="509542"/>
                  <a:pt x="454477" y="516505"/>
                </a:cubicBezTo>
                <a:lnTo>
                  <a:pt x="451834" y="524917"/>
                </a:lnTo>
                <a:cubicBezTo>
                  <a:pt x="429565" y="517920"/>
                  <a:pt x="407315" y="510512"/>
                  <a:pt x="385082" y="502690"/>
                </a:cubicBezTo>
                <a:lnTo>
                  <a:pt x="388009" y="494372"/>
                </a:lnTo>
                <a:close/>
                <a:moveTo>
                  <a:pt x="522184" y="536485"/>
                </a:moveTo>
                <a:cubicBezTo>
                  <a:pt x="544867" y="542746"/>
                  <a:pt x="567563" y="548576"/>
                  <a:pt x="590271" y="553974"/>
                </a:cubicBezTo>
                <a:lnTo>
                  <a:pt x="588231" y="562553"/>
                </a:lnTo>
                <a:cubicBezTo>
                  <a:pt x="565419" y="557129"/>
                  <a:pt x="542621" y="551274"/>
                  <a:pt x="519838" y="544985"/>
                </a:cubicBezTo>
                <a:lnTo>
                  <a:pt x="522184" y="536485"/>
                </a:lnTo>
                <a:close/>
                <a:moveTo>
                  <a:pt x="658977" y="568986"/>
                </a:moveTo>
                <a:cubicBezTo>
                  <a:pt x="682070" y="573587"/>
                  <a:pt x="705173" y="577743"/>
                  <a:pt x="728285" y="581454"/>
                </a:cubicBezTo>
                <a:lnTo>
                  <a:pt x="726887" y="590160"/>
                </a:lnTo>
                <a:cubicBezTo>
                  <a:pt x="703659" y="586430"/>
                  <a:pt x="680447" y="582255"/>
                  <a:pt x="657254" y="577634"/>
                </a:cubicBezTo>
                <a:lnTo>
                  <a:pt x="658977" y="568986"/>
                </a:lnTo>
                <a:close/>
                <a:moveTo>
                  <a:pt x="797829" y="591275"/>
                </a:moveTo>
                <a:cubicBezTo>
                  <a:pt x="821172" y="594120"/>
                  <a:pt x="844528" y="596512"/>
                  <a:pt x="867897" y="598453"/>
                </a:cubicBezTo>
                <a:lnTo>
                  <a:pt x="867167" y="607240"/>
                </a:lnTo>
                <a:cubicBezTo>
                  <a:pt x="843685" y="605291"/>
                  <a:pt x="820216" y="602886"/>
                  <a:pt x="796763" y="600027"/>
                </a:cubicBezTo>
                <a:lnTo>
                  <a:pt x="797829" y="591275"/>
                </a:lnTo>
                <a:close/>
                <a:moveTo>
                  <a:pt x="938050" y="602918"/>
                </a:moveTo>
                <a:cubicBezTo>
                  <a:pt x="961476" y="603956"/>
                  <a:pt x="984916" y="604540"/>
                  <a:pt x="1008372" y="604671"/>
                </a:cubicBezTo>
                <a:lnTo>
                  <a:pt x="1008323" y="613489"/>
                </a:lnTo>
                <a:cubicBezTo>
                  <a:pt x="984755" y="613357"/>
                  <a:pt x="961201" y="612770"/>
                  <a:pt x="937660" y="611728"/>
                </a:cubicBezTo>
                <a:lnTo>
                  <a:pt x="938050" y="602918"/>
                </a:lnTo>
                <a:close/>
                <a:moveTo>
                  <a:pt x="1078779" y="603704"/>
                </a:moveTo>
                <a:cubicBezTo>
                  <a:pt x="1102153" y="602933"/>
                  <a:pt x="1125535" y="601712"/>
                  <a:pt x="1148924" y="600043"/>
                </a:cubicBezTo>
                <a:lnTo>
                  <a:pt x="1149552" y="608838"/>
                </a:lnTo>
                <a:cubicBezTo>
                  <a:pt x="1126037" y="610516"/>
                  <a:pt x="1102544" y="611743"/>
                  <a:pt x="1079070" y="612518"/>
                </a:cubicBezTo>
                <a:lnTo>
                  <a:pt x="1078779" y="603704"/>
                </a:lnTo>
                <a:close/>
                <a:moveTo>
                  <a:pt x="1219072" y="593697"/>
                </a:moveTo>
                <a:cubicBezTo>
                  <a:pt x="1242296" y="591153"/>
                  <a:pt x="1265532" y="588168"/>
                  <a:pt x="1288781" y="584741"/>
                </a:cubicBezTo>
                <a:lnTo>
                  <a:pt x="1290067" y="593464"/>
                </a:lnTo>
                <a:cubicBezTo>
                  <a:pt x="1266707" y="596907"/>
                  <a:pt x="1243362" y="599907"/>
                  <a:pt x="1220032" y="602463"/>
                </a:cubicBezTo>
                <a:lnTo>
                  <a:pt x="1219072" y="593697"/>
                </a:lnTo>
                <a:close/>
                <a:moveTo>
                  <a:pt x="1358177" y="573211"/>
                </a:moveTo>
                <a:cubicBezTo>
                  <a:pt x="1381184" y="568957"/>
                  <a:pt x="1404208" y="564271"/>
                  <a:pt x="1427249" y="559153"/>
                </a:cubicBezTo>
                <a:lnTo>
                  <a:pt x="1429161" y="567761"/>
                </a:lnTo>
                <a:cubicBezTo>
                  <a:pt x="1406025" y="572900"/>
                  <a:pt x="1382898" y="577607"/>
                  <a:pt x="1359780" y="581881"/>
                </a:cubicBezTo>
                <a:lnTo>
                  <a:pt x="1358177" y="573211"/>
                </a:lnTo>
                <a:close/>
                <a:moveTo>
                  <a:pt x="1495452" y="542755"/>
                </a:moveTo>
                <a:cubicBezTo>
                  <a:pt x="1518198" y="536869"/>
                  <a:pt x="1540959" y="530564"/>
                  <a:pt x="1563736" y="523839"/>
                </a:cubicBezTo>
                <a:lnTo>
                  <a:pt x="1566233" y="532296"/>
                </a:lnTo>
                <a:cubicBezTo>
                  <a:pt x="1543365" y="539049"/>
                  <a:pt x="1520507" y="545380"/>
                  <a:pt x="1497660" y="551291"/>
                </a:cubicBezTo>
                <a:lnTo>
                  <a:pt x="1495452" y="542755"/>
                </a:lnTo>
                <a:close/>
                <a:moveTo>
                  <a:pt x="1630401" y="502968"/>
                </a:moveTo>
                <a:cubicBezTo>
                  <a:pt x="1652626" y="495616"/>
                  <a:pt x="1674865" y="487864"/>
                  <a:pt x="1697119" y="479712"/>
                </a:cubicBezTo>
                <a:lnTo>
                  <a:pt x="1700152" y="487992"/>
                </a:lnTo>
                <a:cubicBezTo>
                  <a:pt x="1677815" y="496174"/>
                  <a:pt x="1655488" y="503956"/>
                  <a:pt x="1633171" y="511339"/>
                </a:cubicBezTo>
                <a:lnTo>
                  <a:pt x="1630401" y="502968"/>
                </a:lnTo>
                <a:close/>
                <a:moveTo>
                  <a:pt x="1762690" y="454556"/>
                </a:moveTo>
                <a:cubicBezTo>
                  <a:pt x="1784298" y="445891"/>
                  <a:pt x="1805919" y="436850"/>
                  <a:pt x="1827555" y="427433"/>
                </a:cubicBezTo>
                <a:lnTo>
                  <a:pt x="1831074" y="435517"/>
                </a:lnTo>
                <a:cubicBezTo>
                  <a:pt x="1809364" y="444967"/>
                  <a:pt x="1787663" y="454040"/>
                  <a:pt x="1765972" y="462740"/>
                </a:cubicBezTo>
                <a:lnTo>
                  <a:pt x="1762690" y="454556"/>
                </a:lnTo>
                <a:close/>
                <a:moveTo>
                  <a:pt x="1892134" y="398225"/>
                </a:moveTo>
                <a:cubicBezTo>
                  <a:pt x="1913054" y="388408"/>
                  <a:pt x="1933991" y="378239"/>
                  <a:pt x="1954942" y="367718"/>
                </a:cubicBezTo>
                <a:lnTo>
                  <a:pt x="1958900" y="375598"/>
                </a:lnTo>
                <a:cubicBezTo>
                  <a:pt x="1937887" y="386150"/>
                  <a:pt x="1916880" y="396354"/>
                  <a:pt x="1895879" y="406208"/>
                </a:cubicBezTo>
                <a:lnTo>
                  <a:pt x="1892134" y="398225"/>
                </a:lnTo>
                <a:close/>
                <a:moveTo>
                  <a:pt x="2017820" y="335106"/>
                </a:moveTo>
                <a:cubicBezTo>
                  <a:pt x="2038303" y="324146"/>
                  <a:pt x="2058798" y="312852"/>
                  <a:pt x="2079302" y="301223"/>
                </a:cubicBezTo>
                <a:lnTo>
                  <a:pt x="2083651" y="308893"/>
                </a:lnTo>
                <a:cubicBezTo>
                  <a:pt x="2063084" y="320558"/>
                  <a:pt x="2042527" y="331887"/>
                  <a:pt x="2021980" y="342881"/>
                </a:cubicBezTo>
                <a:lnTo>
                  <a:pt x="2017820" y="335106"/>
                </a:lnTo>
                <a:close/>
                <a:moveTo>
                  <a:pt x="2139990" y="265847"/>
                </a:moveTo>
                <a:cubicBezTo>
                  <a:pt x="2160235" y="253728"/>
                  <a:pt x="2180486" y="241286"/>
                  <a:pt x="2200743" y="228521"/>
                </a:cubicBezTo>
                <a:lnTo>
                  <a:pt x="2205443" y="235981"/>
                </a:lnTo>
                <a:cubicBezTo>
                  <a:pt x="2185122" y="248787"/>
                  <a:pt x="2164814" y="261264"/>
                  <a:pt x="2144519" y="273413"/>
                </a:cubicBezTo>
                <a:lnTo>
                  <a:pt x="2139990" y="265847"/>
                </a:lnTo>
                <a:close/>
                <a:moveTo>
                  <a:pt x="2259180" y="190814"/>
                </a:moveTo>
                <a:cubicBezTo>
                  <a:pt x="2278667" y="177946"/>
                  <a:pt x="2298165" y="164776"/>
                  <a:pt x="2317676" y="151304"/>
                </a:cubicBezTo>
                <a:lnTo>
                  <a:pt x="2322686" y="158560"/>
                </a:lnTo>
                <a:cubicBezTo>
                  <a:pt x="2303131" y="172063"/>
                  <a:pt x="2283582" y="185267"/>
                  <a:pt x="2264039" y="198172"/>
                </a:cubicBezTo>
                <a:lnTo>
                  <a:pt x="2259180" y="190814"/>
                </a:lnTo>
                <a:close/>
                <a:moveTo>
                  <a:pt x="2375607" y="110444"/>
                </a:moveTo>
                <a:cubicBezTo>
                  <a:pt x="2394338" y="96953"/>
                  <a:pt x="2413081" y="83183"/>
                  <a:pt x="2431838" y="69134"/>
                </a:cubicBezTo>
                <a:lnTo>
                  <a:pt x="2437125" y="76191"/>
                </a:lnTo>
                <a:cubicBezTo>
                  <a:pt x="2418333" y="90267"/>
                  <a:pt x="2399544" y="104069"/>
                  <a:pt x="2380761" y="117598"/>
                </a:cubicBezTo>
                <a:lnTo>
                  <a:pt x="2375607" y="110444"/>
                </a:lnTo>
                <a:close/>
                <a:moveTo>
                  <a:pt x="2488124" y="26165"/>
                </a:moveTo>
                <a:cubicBezTo>
                  <a:pt x="2499203" y="17548"/>
                  <a:pt x="2510296" y="8826"/>
                  <a:pt x="2521401" y="0"/>
                </a:cubicBezTo>
                <a:lnTo>
                  <a:pt x="2526887" y="6903"/>
                </a:lnTo>
                <a:cubicBezTo>
                  <a:pt x="2515778" y="15733"/>
                  <a:pt x="2504660" y="24473"/>
                  <a:pt x="2493537" y="33125"/>
                </a:cubicBezTo>
                <a:lnTo>
                  <a:pt x="2488124" y="26165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987E6-3412-4952-9064-D8EC926A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625" y="3269159"/>
            <a:ext cx="67456" cy="62518"/>
          </a:xfrm>
          <a:custGeom xmlns:a="http://schemas.openxmlformats.org/drawingml/2006/main">
            <a:pathLst>
              <a:path w="67456" h="62518">
                <a:moveTo>
                  <a:pt x="67456" y="0"/>
                </a:moveTo>
                <a:lnTo>
                  <a:pt x="38357" y="62518"/>
                </a:lnTo>
                <a:lnTo>
                  <a:pt x="31215" y="28746"/>
                </a:lnTo>
                <a:lnTo>
                  <a:pt x="0" y="14197"/>
                </a:lnTo>
                <a:lnTo>
                  <a:pt x="67456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30A35-645D-4B94-B418-47052A42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625" y="3269159"/>
            <a:ext cx="67456" cy="62518"/>
          </a:xfrm>
          <a:custGeom xmlns:a="http://schemas.openxmlformats.org/drawingml/2006/main">
            <a:pathLst>
              <a:path w="67456" h="62518" fill="none">
                <a:moveTo>
                  <a:pt x="67456" y="0"/>
                </a:moveTo>
                <a:lnTo>
                  <a:pt x="38357" y="62518"/>
                </a:lnTo>
                <a:lnTo>
                  <a:pt x="31215" y="28746"/>
                </a:lnTo>
                <a:lnTo>
                  <a:pt x="0" y="14197"/>
                </a:lnTo>
                <a:lnTo>
                  <a:pt x="674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818" cap="flat">
            <a:solidFill>
              <a:srgbClr val="666666"/>
            </a:solidFill>
            <a:miter/>
          </a:ln>
        </p:spPr>
      </p:sp>
      <p:sp>
        <p:nvSpPr>
          <p:cNvPr id="126" name="Text Attributegrammar">
            <a:extLst xmlns:a="http://schemas.openxmlformats.org/drawingml/2006/main">
              <a:ext uri="{FF2B5EF4-FFF2-40B4-BE49-F238E27FC236}">
                <a16:creationId xmlns:a16="http://schemas.microsoft.com/office/drawing/2014/main" id="{F23FFA5F-8BD6-4322-968E-151E810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0" y="1863794"/>
            <a:ext cx="1696631" cy="196125"/>
          </a:xfrm>
          <a:custGeom xmlns:a="http://schemas.openxmlformats.org/drawingml/2006/main">
            <a:pathLst>
              <a:path w="1696631" h="196125">
                <a:moveTo>
                  <a:pt x="0" y="151486"/>
                </a:moveTo>
                <a:lnTo>
                  <a:pt x="58176" y="0"/>
                </a:lnTo>
                <a:lnTo>
                  <a:pt x="79773" y="0"/>
                </a:lnTo>
                <a:lnTo>
                  <a:pt x="141772" y="151486"/>
                </a:lnTo>
                <a:lnTo>
                  <a:pt x="118936" y="151486"/>
                </a:lnTo>
                <a:lnTo>
                  <a:pt x="101266" y="105606"/>
                </a:lnTo>
                <a:lnTo>
                  <a:pt x="37923" y="105606"/>
                </a:lnTo>
                <a:lnTo>
                  <a:pt x="21287" y="151486"/>
                </a:lnTo>
                <a:lnTo>
                  <a:pt x="0" y="151486"/>
                </a:lnTo>
                <a:moveTo>
                  <a:pt x="43710" y="89279"/>
                </a:moveTo>
                <a:lnTo>
                  <a:pt x="95066" y="89279"/>
                </a:lnTo>
                <a:lnTo>
                  <a:pt x="79256" y="47288"/>
                </a:lnTo>
                <a:cubicBezTo>
                  <a:pt x="74434" y="34563"/>
                  <a:pt x="70852" y="24036"/>
                  <a:pt x="68510" y="15707"/>
                </a:cubicBezTo>
                <a:cubicBezTo>
                  <a:pt x="66581" y="25547"/>
                  <a:pt x="63860" y="35260"/>
                  <a:pt x="60346" y="44846"/>
                </a:cubicBezTo>
                <a:lnTo>
                  <a:pt x="43710" y="89279"/>
                </a:lnTo>
                <a:close/>
                <a:moveTo>
                  <a:pt x="196024" y="134849"/>
                </a:moveTo>
                <a:lnTo>
                  <a:pt x="198710" y="151279"/>
                </a:lnTo>
                <a:cubicBezTo>
                  <a:pt x="193475" y="152381"/>
                  <a:pt x="188791" y="152932"/>
                  <a:pt x="184657" y="152932"/>
                </a:cubicBezTo>
                <a:cubicBezTo>
                  <a:pt x="177906" y="152932"/>
                  <a:pt x="172671" y="151865"/>
                  <a:pt x="168951" y="149729"/>
                </a:cubicBezTo>
                <a:cubicBezTo>
                  <a:pt x="165231" y="147594"/>
                  <a:pt x="162613" y="144786"/>
                  <a:pt x="161097" y="141307"/>
                </a:cubicBezTo>
                <a:cubicBezTo>
                  <a:pt x="159582" y="137829"/>
                  <a:pt x="158824" y="130509"/>
                  <a:pt x="158824" y="119349"/>
                </a:cubicBezTo>
                <a:lnTo>
                  <a:pt x="158824" y="56213"/>
                </a:lnTo>
                <a:lnTo>
                  <a:pt x="145184" y="56213"/>
                </a:lnTo>
                <a:lnTo>
                  <a:pt x="145184" y="41746"/>
                </a:lnTo>
                <a:lnTo>
                  <a:pt x="158824" y="41746"/>
                </a:lnTo>
                <a:lnTo>
                  <a:pt x="158824" y="14570"/>
                </a:lnTo>
                <a:lnTo>
                  <a:pt x="177321" y="3410"/>
                </a:lnTo>
                <a:lnTo>
                  <a:pt x="177321" y="41746"/>
                </a:lnTo>
                <a:lnTo>
                  <a:pt x="196024" y="41746"/>
                </a:lnTo>
                <a:lnTo>
                  <a:pt x="196024" y="56213"/>
                </a:lnTo>
                <a:lnTo>
                  <a:pt x="177321" y="56213"/>
                </a:lnTo>
                <a:lnTo>
                  <a:pt x="177321" y="120383"/>
                </a:lnTo>
                <a:cubicBezTo>
                  <a:pt x="177321" y="125687"/>
                  <a:pt x="177648" y="129097"/>
                  <a:pt x="178302" y="130613"/>
                </a:cubicBezTo>
                <a:cubicBezTo>
                  <a:pt x="178957" y="132128"/>
                  <a:pt x="180024" y="133334"/>
                  <a:pt x="181506" y="134229"/>
                </a:cubicBezTo>
                <a:cubicBezTo>
                  <a:pt x="182987" y="135125"/>
                  <a:pt x="185105" y="135572"/>
                  <a:pt x="187861" y="135572"/>
                </a:cubicBezTo>
                <a:cubicBezTo>
                  <a:pt x="189927" y="135572"/>
                  <a:pt x="192648" y="135331"/>
                  <a:pt x="196024" y="134849"/>
                </a:cubicBezTo>
                <a:close/>
                <a:moveTo>
                  <a:pt x="254856" y="134849"/>
                </a:moveTo>
                <a:lnTo>
                  <a:pt x="257542" y="151279"/>
                </a:lnTo>
                <a:cubicBezTo>
                  <a:pt x="252307" y="152381"/>
                  <a:pt x="247622" y="152932"/>
                  <a:pt x="243489" y="152932"/>
                </a:cubicBezTo>
                <a:cubicBezTo>
                  <a:pt x="236738" y="152932"/>
                  <a:pt x="231502" y="151865"/>
                  <a:pt x="227782" y="149729"/>
                </a:cubicBezTo>
                <a:cubicBezTo>
                  <a:pt x="224062" y="147594"/>
                  <a:pt x="221445" y="144786"/>
                  <a:pt x="219929" y="141307"/>
                </a:cubicBezTo>
                <a:cubicBezTo>
                  <a:pt x="218414" y="137829"/>
                  <a:pt x="217656" y="130509"/>
                  <a:pt x="217656" y="119349"/>
                </a:cubicBezTo>
                <a:lnTo>
                  <a:pt x="217656" y="56213"/>
                </a:lnTo>
                <a:lnTo>
                  <a:pt x="204016" y="56213"/>
                </a:lnTo>
                <a:lnTo>
                  <a:pt x="204016" y="41746"/>
                </a:lnTo>
                <a:lnTo>
                  <a:pt x="217656" y="41746"/>
                </a:lnTo>
                <a:lnTo>
                  <a:pt x="217656" y="14570"/>
                </a:lnTo>
                <a:lnTo>
                  <a:pt x="236152" y="3410"/>
                </a:lnTo>
                <a:lnTo>
                  <a:pt x="236152" y="41746"/>
                </a:lnTo>
                <a:lnTo>
                  <a:pt x="254856" y="41746"/>
                </a:lnTo>
                <a:lnTo>
                  <a:pt x="254856" y="56213"/>
                </a:lnTo>
                <a:lnTo>
                  <a:pt x="236152" y="56213"/>
                </a:lnTo>
                <a:lnTo>
                  <a:pt x="236152" y="120383"/>
                </a:lnTo>
                <a:cubicBezTo>
                  <a:pt x="236152" y="125687"/>
                  <a:pt x="236480" y="129097"/>
                  <a:pt x="237134" y="130613"/>
                </a:cubicBezTo>
                <a:cubicBezTo>
                  <a:pt x="237789" y="132128"/>
                  <a:pt x="238856" y="133334"/>
                  <a:pt x="240337" y="134229"/>
                </a:cubicBezTo>
                <a:cubicBezTo>
                  <a:pt x="241818" y="135125"/>
                  <a:pt x="243937" y="135572"/>
                  <a:pt x="246692" y="135572"/>
                </a:cubicBezTo>
                <a:cubicBezTo>
                  <a:pt x="248759" y="135572"/>
                  <a:pt x="251480" y="135331"/>
                  <a:pt x="254856" y="134849"/>
                </a:cubicBezTo>
                <a:close/>
                <a:moveTo>
                  <a:pt x="272871" y="151486"/>
                </a:moveTo>
                <a:lnTo>
                  <a:pt x="272871" y="41746"/>
                </a:lnTo>
                <a:lnTo>
                  <a:pt x="289611" y="41746"/>
                </a:lnTo>
                <a:lnTo>
                  <a:pt x="289611" y="58383"/>
                </a:lnTo>
                <a:cubicBezTo>
                  <a:pt x="293882" y="50599"/>
                  <a:pt x="297826" y="45466"/>
                  <a:pt x="301443" y="42986"/>
                </a:cubicBezTo>
                <a:cubicBezTo>
                  <a:pt x="305059" y="40506"/>
                  <a:pt x="309038" y="39266"/>
                  <a:pt x="313377" y="39266"/>
                </a:cubicBezTo>
                <a:cubicBezTo>
                  <a:pt x="319646" y="39266"/>
                  <a:pt x="326019" y="41264"/>
                  <a:pt x="332494" y="45260"/>
                </a:cubicBezTo>
                <a:lnTo>
                  <a:pt x="326087" y="62503"/>
                </a:lnTo>
                <a:cubicBezTo>
                  <a:pt x="321541" y="59825"/>
                  <a:pt x="316994" y="58486"/>
                  <a:pt x="312447" y="58486"/>
                </a:cubicBezTo>
                <a:cubicBezTo>
                  <a:pt x="308383" y="58486"/>
                  <a:pt x="304732" y="59709"/>
                  <a:pt x="301494" y="62155"/>
                </a:cubicBezTo>
                <a:cubicBezTo>
                  <a:pt x="298256" y="64600"/>
                  <a:pt x="295949" y="67993"/>
                  <a:pt x="294571" y="72333"/>
                </a:cubicBezTo>
                <a:cubicBezTo>
                  <a:pt x="292504" y="78946"/>
                  <a:pt x="291471" y="86179"/>
                  <a:pt x="291471" y="94033"/>
                </a:cubicBezTo>
                <a:lnTo>
                  <a:pt x="291471" y="151486"/>
                </a:lnTo>
                <a:lnTo>
                  <a:pt x="272871" y="151486"/>
                </a:lnTo>
                <a:close/>
                <a:moveTo>
                  <a:pt x="343652" y="21287"/>
                </a:moveTo>
                <a:lnTo>
                  <a:pt x="343652" y="0"/>
                </a:lnTo>
                <a:lnTo>
                  <a:pt x="362252" y="0"/>
                </a:lnTo>
                <a:lnTo>
                  <a:pt x="362252" y="21287"/>
                </a:lnTo>
                <a:lnTo>
                  <a:pt x="343652" y="21287"/>
                </a:lnTo>
                <a:moveTo>
                  <a:pt x="343652" y="151486"/>
                </a:moveTo>
                <a:lnTo>
                  <a:pt x="343652" y="41746"/>
                </a:lnTo>
                <a:lnTo>
                  <a:pt x="362252" y="41746"/>
                </a:lnTo>
                <a:lnTo>
                  <a:pt x="362252" y="151486"/>
                </a:lnTo>
                <a:lnTo>
                  <a:pt x="343652" y="151486"/>
                </a:lnTo>
                <a:close/>
                <a:moveTo>
                  <a:pt x="407683" y="151486"/>
                </a:moveTo>
                <a:lnTo>
                  <a:pt x="390426" y="151486"/>
                </a:lnTo>
                <a:lnTo>
                  <a:pt x="390426" y="0"/>
                </a:lnTo>
                <a:lnTo>
                  <a:pt x="409026" y="0"/>
                </a:lnTo>
                <a:lnTo>
                  <a:pt x="409026" y="54043"/>
                </a:lnTo>
                <a:cubicBezTo>
                  <a:pt x="416880" y="44192"/>
                  <a:pt x="426903" y="39266"/>
                  <a:pt x="439096" y="39266"/>
                </a:cubicBezTo>
                <a:cubicBezTo>
                  <a:pt x="445847" y="39266"/>
                  <a:pt x="452237" y="40627"/>
                  <a:pt x="458264" y="43348"/>
                </a:cubicBezTo>
                <a:cubicBezTo>
                  <a:pt x="464292" y="46069"/>
                  <a:pt x="469252" y="49892"/>
                  <a:pt x="473144" y="54818"/>
                </a:cubicBezTo>
                <a:cubicBezTo>
                  <a:pt x="477036" y="59744"/>
                  <a:pt x="480085" y="65685"/>
                  <a:pt x="482289" y="72643"/>
                </a:cubicBezTo>
                <a:cubicBezTo>
                  <a:pt x="484494" y="79601"/>
                  <a:pt x="485596" y="87041"/>
                  <a:pt x="485596" y="94963"/>
                </a:cubicBezTo>
                <a:cubicBezTo>
                  <a:pt x="485596" y="113769"/>
                  <a:pt x="480946" y="128305"/>
                  <a:pt x="471646" y="138569"/>
                </a:cubicBezTo>
                <a:cubicBezTo>
                  <a:pt x="462346" y="148834"/>
                  <a:pt x="451186" y="153966"/>
                  <a:pt x="438166" y="153966"/>
                </a:cubicBezTo>
                <a:cubicBezTo>
                  <a:pt x="425215" y="153966"/>
                  <a:pt x="415054" y="148558"/>
                  <a:pt x="407683" y="137742"/>
                </a:cubicBezTo>
                <a:lnTo>
                  <a:pt x="407683" y="151486"/>
                </a:lnTo>
                <a:moveTo>
                  <a:pt x="407476" y="95789"/>
                </a:moveTo>
                <a:cubicBezTo>
                  <a:pt x="407476" y="108947"/>
                  <a:pt x="409267" y="118454"/>
                  <a:pt x="412850" y="124309"/>
                </a:cubicBezTo>
                <a:cubicBezTo>
                  <a:pt x="418705" y="133885"/>
                  <a:pt x="426627" y="138672"/>
                  <a:pt x="436616" y="138672"/>
                </a:cubicBezTo>
                <a:cubicBezTo>
                  <a:pt x="444745" y="138672"/>
                  <a:pt x="451772" y="135142"/>
                  <a:pt x="457696" y="128081"/>
                </a:cubicBezTo>
                <a:cubicBezTo>
                  <a:pt x="463620" y="121020"/>
                  <a:pt x="466583" y="110497"/>
                  <a:pt x="466583" y="96513"/>
                </a:cubicBezTo>
                <a:cubicBezTo>
                  <a:pt x="466583" y="82184"/>
                  <a:pt x="463741" y="71610"/>
                  <a:pt x="458058" y="64790"/>
                </a:cubicBezTo>
                <a:cubicBezTo>
                  <a:pt x="452374" y="57970"/>
                  <a:pt x="445503" y="54560"/>
                  <a:pt x="437443" y="54560"/>
                </a:cubicBezTo>
                <a:cubicBezTo>
                  <a:pt x="429314" y="54560"/>
                  <a:pt x="422287" y="58090"/>
                  <a:pt x="416363" y="65151"/>
                </a:cubicBezTo>
                <a:cubicBezTo>
                  <a:pt x="410439" y="72212"/>
                  <a:pt x="407476" y="82425"/>
                  <a:pt x="407476" y="95789"/>
                </a:cubicBezTo>
                <a:close/>
                <a:moveTo>
                  <a:pt x="580113" y="151486"/>
                </a:moveTo>
                <a:lnTo>
                  <a:pt x="580113" y="135266"/>
                </a:lnTo>
                <a:cubicBezTo>
                  <a:pt x="571571" y="147732"/>
                  <a:pt x="559963" y="153966"/>
                  <a:pt x="545290" y="153966"/>
                </a:cubicBezTo>
                <a:cubicBezTo>
                  <a:pt x="538814" y="153966"/>
                  <a:pt x="532769" y="152726"/>
                  <a:pt x="527155" y="150246"/>
                </a:cubicBezTo>
                <a:cubicBezTo>
                  <a:pt x="521541" y="147766"/>
                  <a:pt x="517373" y="144649"/>
                  <a:pt x="514652" y="140894"/>
                </a:cubicBezTo>
                <a:cubicBezTo>
                  <a:pt x="511931" y="137140"/>
                  <a:pt x="510019" y="132541"/>
                  <a:pt x="508917" y="127099"/>
                </a:cubicBezTo>
                <a:cubicBezTo>
                  <a:pt x="508159" y="123448"/>
                  <a:pt x="507780" y="117661"/>
                  <a:pt x="507780" y="109739"/>
                </a:cubicBezTo>
                <a:lnTo>
                  <a:pt x="507780" y="41746"/>
                </a:lnTo>
                <a:lnTo>
                  <a:pt x="526380" y="41746"/>
                </a:lnTo>
                <a:lnTo>
                  <a:pt x="526380" y="102545"/>
                </a:lnTo>
                <a:cubicBezTo>
                  <a:pt x="526380" y="112247"/>
                  <a:pt x="526759" y="118784"/>
                  <a:pt x="527517" y="122155"/>
                </a:cubicBezTo>
                <a:cubicBezTo>
                  <a:pt x="528688" y="127042"/>
                  <a:pt x="531168" y="130879"/>
                  <a:pt x="534957" y="133667"/>
                </a:cubicBezTo>
                <a:cubicBezTo>
                  <a:pt x="538746" y="136453"/>
                  <a:pt x="543430" y="137846"/>
                  <a:pt x="549010" y="137846"/>
                </a:cubicBezTo>
                <a:cubicBezTo>
                  <a:pt x="554590" y="137846"/>
                  <a:pt x="559825" y="136419"/>
                  <a:pt x="564716" y="133564"/>
                </a:cubicBezTo>
                <a:cubicBezTo>
                  <a:pt x="569608" y="130707"/>
                  <a:pt x="573069" y="126819"/>
                  <a:pt x="575101" y="121900"/>
                </a:cubicBezTo>
                <a:cubicBezTo>
                  <a:pt x="577134" y="116979"/>
                  <a:pt x="578150" y="109839"/>
                  <a:pt x="578150" y="100481"/>
                </a:cubicBezTo>
                <a:lnTo>
                  <a:pt x="578150" y="41746"/>
                </a:lnTo>
                <a:lnTo>
                  <a:pt x="596750" y="41746"/>
                </a:lnTo>
                <a:lnTo>
                  <a:pt x="596750" y="151486"/>
                </a:lnTo>
                <a:lnTo>
                  <a:pt x="580113" y="151486"/>
                </a:lnTo>
                <a:close/>
                <a:moveTo>
                  <a:pt x="666467" y="134849"/>
                </a:moveTo>
                <a:lnTo>
                  <a:pt x="669154" y="151279"/>
                </a:lnTo>
                <a:cubicBezTo>
                  <a:pt x="663918" y="152381"/>
                  <a:pt x="659234" y="152932"/>
                  <a:pt x="655100" y="152932"/>
                </a:cubicBezTo>
                <a:cubicBezTo>
                  <a:pt x="648349" y="152932"/>
                  <a:pt x="643114" y="151865"/>
                  <a:pt x="639394" y="149729"/>
                </a:cubicBezTo>
                <a:cubicBezTo>
                  <a:pt x="635674" y="147594"/>
                  <a:pt x="633056" y="144786"/>
                  <a:pt x="631541" y="141307"/>
                </a:cubicBezTo>
                <a:cubicBezTo>
                  <a:pt x="630025" y="137829"/>
                  <a:pt x="629267" y="130509"/>
                  <a:pt x="629267" y="119349"/>
                </a:cubicBezTo>
                <a:lnTo>
                  <a:pt x="629267" y="56213"/>
                </a:lnTo>
                <a:lnTo>
                  <a:pt x="615627" y="56213"/>
                </a:lnTo>
                <a:lnTo>
                  <a:pt x="615627" y="41746"/>
                </a:lnTo>
                <a:lnTo>
                  <a:pt x="629267" y="41746"/>
                </a:lnTo>
                <a:lnTo>
                  <a:pt x="629267" y="14570"/>
                </a:lnTo>
                <a:lnTo>
                  <a:pt x="647764" y="3410"/>
                </a:lnTo>
                <a:lnTo>
                  <a:pt x="647764" y="41746"/>
                </a:lnTo>
                <a:lnTo>
                  <a:pt x="666467" y="41746"/>
                </a:lnTo>
                <a:lnTo>
                  <a:pt x="666467" y="56213"/>
                </a:lnTo>
                <a:lnTo>
                  <a:pt x="647764" y="56213"/>
                </a:lnTo>
                <a:lnTo>
                  <a:pt x="647764" y="120383"/>
                </a:lnTo>
                <a:cubicBezTo>
                  <a:pt x="647764" y="125687"/>
                  <a:pt x="648091" y="129097"/>
                  <a:pt x="648745" y="130613"/>
                </a:cubicBezTo>
                <a:cubicBezTo>
                  <a:pt x="649400" y="132128"/>
                  <a:pt x="650468" y="133334"/>
                  <a:pt x="651949" y="134229"/>
                </a:cubicBezTo>
                <a:cubicBezTo>
                  <a:pt x="653430" y="135125"/>
                  <a:pt x="655548" y="135572"/>
                  <a:pt x="658304" y="135572"/>
                </a:cubicBezTo>
                <a:cubicBezTo>
                  <a:pt x="660370" y="135572"/>
                  <a:pt x="663091" y="135331"/>
                  <a:pt x="666467" y="134849"/>
                </a:cubicBezTo>
                <a:close/>
                <a:moveTo>
                  <a:pt x="759812" y="115939"/>
                </a:moveTo>
                <a:lnTo>
                  <a:pt x="779032" y="118419"/>
                </a:lnTo>
                <a:cubicBezTo>
                  <a:pt x="776001" y="129680"/>
                  <a:pt x="770386" y="138421"/>
                  <a:pt x="762189" y="144640"/>
                </a:cubicBezTo>
                <a:cubicBezTo>
                  <a:pt x="753991" y="150857"/>
                  <a:pt x="743520" y="153966"/>
                  <a:pt x="730775" y="153966"/>
                </a:cubicBezTo>
                <a:cubicBezTo>
                  <a:pt x="714724" y="153966"/>
                  <a:pt x="701997" y="149023"/>
                  <a:pt x="692594" y="139137"/>
                </a:cubicBezTo>
                <a:cubicBezTo>
                  <a:pt x="683191" y="129252"/>
                  <a:pt x="678489" y="115388"/>
                  <a:pt x="678489" y="97546"/>
                </a:cubicBezTo>
                <a:cubicBezTo>
                  <a:pt x="678489" y="79084"/>
                  <a:pt x="683242" y="64755"/>
                  <a:pt x="692749" y="54560"/>
                </a:cubicBezTo>
                <a:cubicBezTo>
                  <a:pt x="702256" y="44364"/>
                  <a:pt x="714587" y="39266"/>
                  <a:pt x="729742" y="39266"/>
                </a:cubicBezTo>
                <a:cubicBezTo>
                  <a:pt x="744415" y="39266"/>
                  <a:pt x="756402" y="44253"/>
                  <a:pt x="765702" y="54227"/>
                </a:cubicBezTo>
                <a:cubicBezTo>
                  <a:pt x="775002" y="64199"/>
                  <a:pt x="779652" y="78228"/>
                  <a:pt x="779652" y="96316"/>
                </a:cubicBezTo>
                <a:cubicBezTo>
                  <a:pt x="779652" y="97416"/>
                  <a:pt x="779617" y="99066"/>
                  <a:pt x="779548" y="101266"/>
                </a:cubicBezTo>
                <a:lnTo>
                  <a:pt x="697709" y="101266"/>
                </a:lnTo>
                <a:cubicBezTo>
                  <a:pt x="698398" y="113356"/>
                  <a:pt x="701808" y="122613"/>
                  <a:pt x="707939" y="129037"/>
                </a:cubicBezTo>
                <a:cubicBezTo>
                  <a:pt x="714070" y="135461"/>
                  <a:pt x="721717" y="138672"/>
                  <a:pt x="730879" y="138672"/>
                </a:cubicBezTo>
                <a:cubicBezTo>
                  <a:pt x="737699" y="138672"/>
                  <a:pt x="743520" y="136865"/>
                  <a:pt x="748342" y="133251"/>
                </a:cubicBezTo>
                <a:cubicBezTo>
                  <a:pt x="753164" y="129634"/>
                  <a:pt x="756988" y="123864"/>
                  <a:pt x="759812" y="115939"/>
                </a:cubicBezTo>
                <a:moveTo>
                  <a:pt x="698742" y="85973"/>
                </a:moveTo>
                <a:lnTo>
                  <a:pt x="760019" y="85973"/>
                </a:lnTo>
                <a:cubicBezTo>
                  <a:pt x="759192" y="76772"/>
                  <a:pt x="756850" y="69871"/>
                  <a:pt x="752992" y="65271"/>
                </a:cubicBezTo>
                <a:cubicBezTo>
                  <a:pt x="747068" y="58130"/>
                  <a:pt x="739387" y="54560"/>
                  <a:pt x="729949" y="54560"/>
                </a:cubicBezTo>
                <a:cubicBezTo>
                  <a:pt x="721407" y="54560"/>
                  <a:pt x="714225" y="57410"/>
                  <a:pt x="708404" y="63110"/>
                </a:cubicBezTo>
                <a:cubicBezTo>
                  <a:pt x="702583" y="68809"/>
                  <a:pt x="699362" y="76430"/>
                  <a:pt x="698742" y="85973"/>
                </a:cubicBezTo>
                <a:close/>
                <a:moveTo>
                  <a:pt x="857775" y="160579"/>
                </a:moveTo>
                <a:lnTo>
                  <a:pt x="875858" y="163059"/>
                </a:lnTo>
                <a:cubicBezTo>
                  <a:pt x="876616" y="168706"/>
                  <a:pt x="878717" y="172819"/>
                  <a:pt x="882161" y="175398"/>
                </a:cubicBezTo>
                <a:cubicBezTo>
                  <a:pt x="886777" y="178883"/>
                  <a:pt x="893080" y="180626"/>
                  <a:pt x="901071" y="180626"/>
                </a:cubicBezTo>
                <a:cubicBezTo>
                  <a:pt x="909682" y="180626"/>
                  <a:pt x="916330" y="178899"/>
                  <a:pt x="921014" y="175446"/>
                </a:cubicBezTo>
                <a:cubicBezTo>
                  <a:pt x="925699" y="171993"/>
                  <a:pt x="928868" y="167160"/>
                  <a:pt x="930521" y="160947"/>
                </a:cubicBezTo>
                <a:cubicBezTo>
                  <a:pt x="931485" y="157147"/>
                  <a:pt x="931933" y="149171"/>
                  <a:pt x="931864" y="137019"/>
                </a:cubicBezTo>
                <a:cubicBezTo>
                  <a:pt x="923735" y="146664"/>
                  <a:pt x="913609" y="151486"/>
                  <a:pt x="901484" y="151486"/>
                </a:cubicBezTo>
                <a:cubicBezTo>
                  <a:pt x="886398" y="151486"/>
                  <a:pt x="874721" y="146044"/>
                  <a:pt x="866455" y="135159"/>
                </a:cubicBezTo>
                <a:cubicBezTo>
                  <a:pt x="858188" y="124275"/>
                  <a:pt x="854055" y="111220"/>
                  <a:pt x="854055" y="95996"/>
                </a:cubicBezTo>
                <a:cubicBezTo>
                  <a:pt x="854055" y="85525"/>
                  <a:pt x="855949" y="75863"/>
                  <a:pt x="859738" y="67011"/>
                </a:cubicBezTo>
                <a:cubicBezTo>
                  <a:pt x="863527" y="58159"/>
                  <a:pt x="869021" y="51322"/>
                  <a:pt x="876220" y="46500"/>
                </a:cubicBezTo>
                <a:cubicBezTo>
                  <a:pt x="883418" y="41678"/>
                  <a:pt x="891874" y="39266"/>
                  <a:pt x="901588" y="39266"/>
                </a:cubicBezTo>
                <a:cubicBezTo>
                  <a:pt x="914539" y="39266"/>
                  <a:pt x="925216" y="44571"/>
                  <a:pt x="933621" y="55180"/>
                </a:cubicBezTo>
                <a:lnTo>
                  <a:pt x="933621" y="41746"/>
                </a:lnTo>
                <a:lnTo>
                  <a:pt x="950774" y="41746"/>
                </a:lnTo>
                <a:lnTo>
                  <a:pt x="950774" y="136670"/>
                </a:lnTo>
                <a:cubicBezTo>
                  <a:pt x="950774" y="153765"/>
                  <a:pt x="949035" y="165880"/>
                  <a:pt x="945556" y="173014"/>
                </a:cubicBezTo>
                <a:cubicBezTo>
                  <a:pt x="942077" y="180149"/>
                  <a:pt x="936566" y="185784"/>
                  <a:pt x="929023" y="189919"/>
                </a:cubicBezTo>
                <a:cubicBezTo>
                  <a:pt x="921479" y="194057"/>
                  <a:pt x="912197" y="196125"/>
                  <a:pt x="901174" y="196125"/>
                </a:cubicBezTo>
                <a:cubicBezTo>
                  <a:pt x="888086" y="196125"/>
                  <a:pt x="877511" y="193172"/>
                  <a:pt x="869451" y="187265"/>
                </a:cubicBezTo>
                <a:cubicBezTo>
                  <a:pt x="861391" y="181357"/>
                  <a:pt x="857499" y="172462"/>
                  <a:pt x="857775" y="160579"/>
                </a:cubicBezTo>
                <a:moveTo>
                  <a:pt x="873171" y="94656"/>
                </a:moveTo>
                <a:cubicBezTo>
                  <a:pt x="873171" y="109017"/>
                  <a:pt x="876030" y="119496"/>
                  <a:pt x="881748" y="126092"/>
                </a:cubicBezTo>
                <a:cubicBezTo>
                  <a:pt x="887466" y="132688"/>
                  <a:pt x="894630" y="135986"/>
                  <a:pt x="903241" y="135986"/>
                </a:cubicBezTo>
                <a:cubicBezTo>
                  <a:pt x="911783" y="135986"/>
                  <a:pt x="918948" y="132705"/>
                  <a:pt x="924734" y="126143"/>
                </a:cubicBezTo>
                <a:cubicBezTo>
                  <a:pt x="930521" y="119582"/>
                  <a:pt x="933414" y="109292"/>
                  <a:pt x="933414" y="95273"/>
                </a:cubicBezTo>
                <a:cubicBezTo>
                  <a:pt x="933414" y="81874"/>
                  <a:pt x="930435" y="71773"/>
                  <a:pt x="924476" y="64970"/>
                </a:cubicBezTo>
                <a:cubicBezTo>
                  <a:pt x="918517" y="58168"/>
                  <a:pt x="911335" y="54766"/>
                  <a:pt x="902931" y="54766"/>
                </a:cubicBezTo>
                <a:cubicBezTo>
                  <a:pt x="894664" y="54766"/>
                  <a:pt x="887638" y="58116"/>
                  <a:pt x="881851" y="64815"/>
                </a:cubicBezTo>
                <a:cubicBezTo>
                  <a:pt x="876065" y="71515"/>
                  <a:pt x="873171" y="81462"/>
                  <a:pt x="873171" y="94656"/>
                </a:cubicBezTo>
                <a:close/>
                <a:moveTo>
                  <a:pt x="978642" y="151486"/>
                </a:moveTo>
                <a:lnTo>
                  <a:pt x="978642" y="41746"/>
                </a:lnTo>
                <a:lnTo>
                  <a:pt x="995382" y="41746"/>
                </a:lnTo>
                <a:lnTo>
                  <a:pt x="995382" y="58383"/>
                </a:lnTo>
                <a:cubicBezTo>
                  <a:pt x="999653" y="50599"/>
                  <a:pt x="1003597" y="45466"/>
                  <a:pt x="1007213" y="42986"/>
                </a:cubicBezTo>
                <a:cubicBezTo>
                  <a:pt x="1010830" y="40506"/>
                  <a:pt x="1014808" y="39266"/>
                  <a:pt x="1019148" y="39266"/>
                </a:cubicBezTo>
                <a:cubicBezTo>
                  <a:pt x="1025417" y="39266"/>
                  <a:pt x="1031789" y="41264"/>
                  <a:pt x="1038265" y="45260"/>
                </a:cubicBezTo>
                <a:lnTo>
                  <a:pt x="1031858" y="62503"/>
                </a:lnTo>
                <a:cubicBezTo>
                  <a:pt x="1027311" y="59825"/>
                  <a:pt x="1022765" y="58486"/>
                  <a:pt x="1018218" y="58486"/>
                </a:cubicBezTo>
                <a:cubicBezTo>
                  <a:pt x="1014154" y="58486"/>
                  <a:pt x="1010503" y="59709"/>
                  <a:pt x="1007265" y="62155"/>
                </a:cubicBezTo>
                <a:cubicBezTo>
                  <a:pt x="1004027" y="64600"/>
                  <a:pt x="1001719" y="67993"/>
                  <a:pt x="1000342" y="72333"/>
                </a:cubicBezTo>
                <a:cubicBezTo>
                  <a:pt x="998275" y="78946"/>
                  <a:pt x="997242" y="86179"/>
                  <a:pt x="997242" y="94033"/>
                </a:cubicBezTo>
                <a:lnTo>
                  <a:pt x="997242" y="151486"/>
                </a:lnTo>
                <a:lnTo>
                  <a:pt x="978642" y="151486"/>
                </a:lnTo>
                <a:close/>
                <a:moveTo>
                  <a:pt x="1120929" y="137639"/>
                </a:moveTo>
                <a:cubicBezTo>
                  <a:pt x="1114040" y="143609"/>
                  <a:pt x="1107410" y="147823"/>
                  <a:pt x="1101038" y="150281"/>
                </a:cubicBezTo>
                <a:cubicBezTo>
                  <a:pt x="1094666" y="152738"/>
                  <a:pt x="1087828" y="153966"/>
                  <a:pt x="1080526" y="153966"/>
                </a:cubicBezTo>
                <a:cubicBezTo>
                  <a:pt x="1068471" y="153966"/>
                  <a:pt x="1059205" y="151021"/>
                  <a:pt x="1052730" y="145131"/>
                </a:cubicBezTo>
                <a:cubicBezTo>
                  <a:pt x="1046254" y="139241"/>
                  <a:pt x="1043016" y="131715"/>
                  <a:pt x="1043016" y="122553"/>
                </a:cubicBezTo>
                <a:cubicBezTo>
                  <a:pt x="1043016" y="117179"/>
                  <a:pt x="1044239" y="112271"/>
                  <a:pt x="1046685" y="107828"/>
                </a:cubicBezTo>
                <a:cubicBezTo>
                  <a:pt x="1049130" y="103384"/>
                  <a:pt x="1052334" y="99819"/>
                  <a:pt x="1056295" y="97133"/>
                </a:cubicBezTo>
                <a:cubicBezTo>
                  <a:pt x="1060256" y="94446"/>
                  <a:pt x="1064716" y="92414"/>
                  <a:pt x="1069676" y="91036"/>
                </a:cubicBezTo>
                <a:cubicBezTo>
                  <a:pt x="1073327" y="90072"/>
                  <a:pt x="1078838" y="89142"/>
                  <a:pt x="1086209" y="88246"/>
                </a:cubicBezTo>
                <a:cubicBezTo>
                  <a:pt x="1101227" y="86455"/>
                  <a:pt x="1112284" y="84319"/>
                  <a:pt x="1119379" y="81839"/>
                </a:cubicBezTo>
                <a:cubicBezTo>
                  <a:pt x="1119448" y="79301"/>
                  <a:pt x="1119483" y="77689"/>
                  <a:pt x="1119483" y="77002"/>
                </a:cubicBezTo>
                <a:cubicBezTo>
                  <a:pt x="1119483" y="69452"/>
                  <a:pt x="1117726" y="64134"/>
                  <a:pt x="1114213" y="61047"/>
                </a:cubicBezTo>
                <a:cubicBezTo>
                  <a:pt x="1109459" y="56860"/>
                  <a:pt x="1102398" y="54766"/>
                  <a:pt x="1093029" y="54766"/>
                </a:cubicBezTo>
                <a:cubicBezTo>
                  <a:pt x="1084281" y="54766"/>
                  <a:pt x="1077822" y="56299"/>
                  <a:pt x="1073655" y="59365"/>
                </a:cubicBezTo>
                <a:cubicBezTo>
                  <a:pt x="1069487" y="62430"/>
                  <a:pt x="1066404" y="67855"/>
                  <a:pt x="1064406" y="75640"/>
                </a:cubicBezTo>
                <a:lnTo>
                  <a:pt x="1046220" y="73160"/>
                </a:lnTo>
                <a:cubicBezTo>
                  <a:pt x="1047873" y="65351"/>
                  <a:pt x="1050594" y="59046"/>
                  <a:pt x="1054383" y="54243"/>
                </a:cubicBezTo>
                <a:cubicBezTo>
                  <a:pt x="1058172" y="49440"/>
                  <a:pt x="1063648" y="45744"/>
                  <a:pt x="1070813" y="43154"/>
                </a:cubicBezTo>
                <a:cubicBezTo>
                  <a:pt x="1077977" y="40562"/>
                  <a:pt x="1086278" y="39266"/>
                  <a:pt x="1095716" y="39266"/>
                </a:cubicBezTo>
                <a:cubicBezTo>
                  <a:pt x="1105085" y="39266"/>
                  <a:pt x="1112697" y="40373"/>
                  <a:pt x="1118553" y="42586"/>
                </a:cubicBezTo>
                <a:cubicBezTo>
                  <a:pt x="1124408" y="44797"/>
                  <a:pt x="1128714" y="47579"/>
                  <a:pt x="1131469" y="50933"/>
                </a:cubicBezTo>
                <a:cubicBezTo>
                  <a:pt x="1134225" y="54285"/>
                  <a:pt x="1136154" y="58520"/>
                  <a:pt x="1137256" y="63637"/>
                </a:cubicBezTo>
                <a:cubicBezTo>
                  <a:pt x="1137876" y="66816"/>
                  <a:pt x="1138186" y="72528"/>
                  <a:pt x="1138186" y="80771"/>
                </a:cubicBezTo>
                <a:lnTo>
                  <a:pt x="1138186" y="105499"/>
                </a:lnTo>
                <a:cubicBezTo>
                  <a:pt x="1138186" y="122741"/>
                  <a:pt x="1138582" y="133661"/>
                  <a:pt x="1139374" y="138259"/>
                </a:cubicBezTo>
                <a:cubicBezTo>
                  <a:pt x="1140166" y="142857"/>
                  <a:pt x="1141734" y="147266"/>
                  <a:pt x="1144076" y="151486"/>
                </a:cubicBezTo>
                <a:lnTo>
                  <a:pt x="1124649" y="151486"/>
                </a:lnTo>
                <a:cubicBezTo>
                  <a:pt x="1122720" y="147540"/>
                  <a:pt x="1121480" y="142924"/>
                  <a:pt x="1120929" y="137639"/>
                </a:cubicBezTo>
                <a:moveTo>
                  <a:pt x="1119379" y="96513"/>
                </a:moveTo>
                <a:cubicBezTo>
                  <a:pt x="1112628" y="99255"/>
                  <a:pt x="1102502" y="101587"/>
                  <a:pt x="1088999" y="103507"/>
                </a:cubicBezTo>
                <a:cubicBezTo>
                  <a:pt x="1081353" y="104603"/>
                  <a:pt x="1075945" y="105836"/>
                  <a:pt x="1072776" y="107208"/>
                </a:cubicBezTo>
                <a:cubicBezTo>
                  <a:pt x="1069607" y="108579"/>
                  <a:pt x="1067162" y="110584"/>
                  <a:pt x="1065440" y="113224"/>
                </a:cubicBezTo>
                <a:cubicBezTo>
                  <a:pt x="1063717" y="115863"/>
                  <a:pt x="1062856" y="118794"/>
                  <a:pt x="1062856" y="122017"/>
                </a:cubicBezTo>
                <a:cubicBezTo>
                  <a:pt x="1062856" y="126953"/>
                  <a:pt x="1064733" y="131067"/>
                  <a:pt x="1068488" y="134358"/>
                </a:cubicBezTo>
                <a:cubicBezTo>
                  <a:pt x="1072242" y="137648"/>
                  <a:pt x="1077736" y="139292"/>
                  <a:pt x="1084969" y="139292"/>
                </a:cubicBezTo>
                <a:cubicBezTo>
                  <a:pt x="1092134" y="139292"/>
                  <a:pt x="1098506" y="137731"/>
                  <a:pt x="1104086" y="134607"/>
                </a:cubicBezTo>
                <a:cubicBezTo>
                  <a:pt x="1109666" y="131481"/>
                  <a:pt x="1113765" y="127211"/>
                  <a:pt x="1116383" y="121797"/>
                </a:cubicBezTo>
                <a:cubicBezTo>
                  <a:pt x="1118380" y="117618"/>
                  <a:pt x="1119379" y="111452"/>
                  <a:pt x="1119379" y="103297"/>
                </a:cubicBezTo>
                <a:lnTo>
                  <a:pt x="1119379" y="96513"/>
                </a:lnTo>
                <a:close/>
                <a:moveTo>
                  <a:pt x="1166983" y="151486"/>
                </a:moveTo>
                <a:lnTo>
                  <a:pt x="1166983" y="41746"/>
                </a:lnTo>
                <a:lnTo>
                  <a:pt x="1183620" y="41746"/>
                </a:lnTo>
                <a:lnTo>
                  <a:pt x="1183620" y="57143"/>
                </a:lnTo>
                <a:cubicBezTo>
                  <a:pt x="1187064" y="51770"/>
                  <a:pt x="1191645" y="47447"/>
                  <a:pt x="1197363" y="44175"/>
                </a:cubicBezTo>
                <a:cubicBezTo>
                  <a:pt x="1203081" y="40903"/>
                  <a:pt x="1209591" y="39266"/>
                  <a:pt x="1216893" y="39266"/>
                </a:cubicBezTo>
                <a:cubicBezTo>
                  <a:pt x="1225022" y="39266"/>
                  <a:pt x="1231687" y="40954"/>
                  <a:pt x="1236888" y="44330"/>
                </a:cubicBezTo>
                <a:cubicBezTo>
                  <a:pt x="1242089" y="47705"/>
                  <a:pt x="1245757" y="52424"/>
                  <a:pt x="1247893" y="58486"/>
                </a:cubicBezTo>
                <a:cubicBezTo>
                  <a:pt x="1256573" y="45673"/>
                  <a:pt x="1267870" y="39266"/>
                  <a:pt x="1281786" y="39266"/>
                </a:cubicBezTo>
                <a:cubicBezTo>
                  <a:pt x="1292670" y="39266"/>
                  <a:pt x="1301040" y="42280"/>
                  <a:pt x="1306896" y="48308"/>
                </a:cubicBezTo>
                <a:cubicBezTo>
                  <a:pt x="1312751" y="54336"/>
                  <a:pt x="1315679" y="63618"/>
                  <a:pt x="1315679" y="76156"/>
                </a:cubicBezTo>
                <a:lnTo>
                  <a:pt x="1315679" y="151486"/>
                </a:lnTo>
                <a:lnTo>
                  <a:pt x="1297182" y="151486"/>
                </a:lnTo>
                <a:lnTo>
                  <a:pt x="1297182" y="82356"/>
                </a:lnTo>
                <a:cubicBezTo>
                  <a:pt x="1297182" y="74916"/>
                  <a:pt x="1296580" y="69560"/>
                  <a:pt x="1295374" y="66288"/>
                </a:cubicBezTo>
                <a:cubicBezTo>
                  <a:pt x="1294169" y="63016"/>
                  <a:pt x="1291981" y="60381"/>
                  <a:pt x="1288813" y="58383"/>
                </a:cubicBezTo>
                <a:cubicBezTo>
                  <a:pt x="1285644" y="56385"/>
                  <a:pt x="1281924" y="55386"/>
                  <a:pt x="1277653" y="55386"/>
                </a:cubicBezTo>
                <a:cubicBezTo>
                  <a:pt x="1269937" y="55386"/>
                  <a:pt x="1263530" y="57952"/>
                  <a:pt x="1258433" y="63085"/>
                </a:cubicBezTo>
                <a:cubicBezTo>
                  <a:pt x="1253335" y="68217"/>
                  <a:pt x="1250786" y="76432"/>
                  <a:pt x="1250786" y="87729"/>
                </a:cubicBezTo>
                <a:lnTo>
                  <a:pt x="1250786" y="151486"/>
                </a:lnTo>
                <a:lnTo>
                  <a:pt x="1232186" y="151486"/>
                </a:lnTo>
                <a:lnTo>
                  <a:pt x="1232186" y="80186"/>
                </a:lnTo>
                <a:cubicBezTo>
                  <a:pt x="1232186" y="71920"/>
                  <a:pt x="1230671" y="65720"/>
                  <a:pt x="1227640" y="61586"/>
                </a:cubicBezTo>
                <a:cubicBezTo>
                  <a:pt x="1224609" y="57453"/>
                  <a:pt x="1219649" y="55386"/>
                  <a:pt x="1212760" y="55386"/>
                </a:cubicBezTo>
                <a:cubicBezTo>
                  <a:pt x="1207524" y="55386"/>
                  <a:pt x="1202685" y="56764"/>
                  <a:pt x="1198241" y="59520"/>
                </a:cubicBezTo>
                <a:cubicBezTo>
                  <a:pt x="1193798" y="62275"/>
                  <a:pt x="1190578" y="66305"/>
                  <a:pt x="1188580" y="71610"/>
                </a:cubicBezTo>
                <a:cubicBezTo>
                  <a:pt x="1186582" y="76914"/>
                  <a:pt x="1185583" y="84561"/>
                  <a:pt x="1185583" y="94549"/>
                </a:cubicBezTo>
                <a:lnTo>
                  <a:pt x="1185583" y="151486"/>
                </a:lnTo>
                <a:lnTo>
                  <a:pt x="1166983" y="151486"/>
                </a:lnTo>
                <a:close/>
                <a:moveTo>
                  <a:pt x="1343267" y="151486"/>
                </a:moveTo>
                <a:lnTo>
                  <a:pt x="1343267" y="41746"/>
                </a:lnTo>
                <a:lnTo>
                  <a:pt x="1359904" y="41746"/>
                </a:lnTo>
                <a:lnTo>
                  <a:pt x="1359904" y="57143"/>
                </a:lnTo>
                <a:cubicBezTo>
                  <a:pt x="1363348" y="51770"/>
                  <a:pt x="1367929" y="47447"/>
                  <a:pt x="1373647" y="44175"/>
                </a:cubicBezTo>
                <a:cubicBezTo>
                  <a:pt x="1379365" y="40903"/>
                  <a:pt x="1385875" y="39266"/>
                  <a:pt x="1393177" y="39266"/>
                </a:cubicBezTo>
                <a:cubicBezTo>
                  <a:pt x="1401306" y="39266"/>
                  <a:pt x="1407971" y="40954"/>
                  <a:pt x="1413172" y="44330"/>
                </a:cubicBezTo>
                <a:cubicBezTo>
                  <a:pt x="1418373" y="47705"/>
                  <a:pt x="1422041" y="52424"/>
                  <a:pt x="1424177" y="58486"/>
                </a:cubicBezTo>
                <a:cubicBezTo>
                  <a:pt x="1432857" y="45673"/>
                  <a:pt x="1444154" y="39266"/>
                  <a:pt x="1458070" y="39266"/>
                </a:cubicBezTo>
                <a:cubicBezTo>
                  <a:pt x="1468954" y="39266"/>
                  <a:pt x="1477324" y="42280"/>
                  <a:pt x="1483180" y="48308"/>
                </a:cubicBezTo>
                <a:cubicBezTo>
                  <a:pt x="1489035" y="54336"/>
                  <a:pt x="1491963" y="63618"/>
                  <a:pt x="1491963" y="76156"/>
                </a:cubicBezTo>
                <a:lnTo>
                  <a:pt x="1491963" y="151486"/>
                </a:lnTo>
                <a:lnTo>
                  <a:pt x="1473467" y="151486"/>
                </a:lnTo>
                <a:lnTo>
                  <a:pt x="1473467" y="82356"/>
                </a:lnTo>
                <a:cubicBezTo>
                  <a:pt x="1473467" y="74916"/>
                  <a:pt x="1472864" y="69560"/>
                  <a:pt x="1471658" y="66288"/>
                </a:cubicBezTo>
                <a:cubicBezTo>
                  <a:pt x="1470453" y="63016"/>
                  <a:pt x="1468265" y="60381"/>
                  <a:pt x="1465097" y="58383"/>
                </a:cubicBezTo>
                <a:cubicBezTo>
                  <a:pt x="1461928" y="56385"/>
                  <a:pt x="1458208" y="55386"/>
                  <a:pt x="1453937" y="55386"/>
                </a:cubicBezTo>
                <a:cubicBezTo>
                  <a:pt x="1446221" y="55386"/>
                  <a:pt x="1439814" y="57952"/>
                  <a:pt x="1434717" y="63085"/>
                </a:cubicBezTo>
                <a:cubicBezTo>
                  <a:pt x="1429619" y="68217"/>
                  <a:pt x="1427070" y="76432"/>
                  <a:pt x="1427070" y="87729"/>
                </a:cubicBezTo>
                <a:lnTo>
                  <a:pt x="1427070" y="151486"/>
                </a:lnTo>
                <a:lnTo>
                  <a:pt x="1408470" y="151486"/>
                </a:lnTo>
                <a:lnTo>
                  <a:pt x="1408470" y="80186"/>
                </a:lnTo>
                <a:cubicBezTo>
                  <a:pt x="1408470" y="71920"/>
                  <a:pt x="1406955" y="65720"/>
                  <a:pt x="1403924" y="61586"/>
                </a:cubicBezTo>
                <a:cubicBezTo>
                  <a:pt x="1400893" y="57453"/>
                  <a:pt x="1395933" y="55386"/>
                  <a:pt x="1389044" y="55386"/>
                </a:cubicBezTo>
                <a:cubicBezTo>
                  <a:pt x="1383808" y="55386"/>
                  <a:pt x="1378969" y="56764"/>
                  <a:pt x="1374525" y="59520"/>
                </a:cubicBezTo>
                <a:cubicBezTo>
                  <a:pt x="1370082" y="62275"/>
                  <a:pt x="1366862" y="66305"/>
                  <a:pt x="1364864" y="71610"/>
                </a:cubicBezTo>
                <a:cubicBezTo>
                  <a:pt x="1362866" y="76914"/>
                  <a:pt x="1361867" y="84561"/>
                  <a:pt x="1361867" y="94549"/>
                </a:cubicBezTo>
                <a:lnTo>
                  <a:pt x="1361867" y="151486"/>
                </a:lnTo>
                <a:lnTo>
                  <a:pt x="1343267" y="151486"/>
                </a:lnTo>
                <a:close/>
                <a:moveTo>
                  <a:pt x="1591161" y="137639"/>
                </a:moveTo>
                <a:cubicBezTo>
                  <a:pt x="1584272" y="143609"/>
                  <a:pt x="1577641" y="147823"/>
                  <a:pt x="1571269" y="150281"/>
                </a:cubicBezTo>
                <a:cubicBezTo>
                  <a:pt x="1564897" y="152738"/>
                  <a:pt x="1558060" y="153966"/>
                  <a:pt x="1550758" y="153966"/>
                </a:cubicBezTo>
                <a:cubicBezTo>
                  <a:pt x="1538702" y="153966"/>
                  <a:pt x="1529437" y="151021"/>
                  <a:pt x="1522961" y="145131"/>
                </a:cubicBezTo>
                <a:cubicBezTo>
                  <a:pt x="1516486" y="139241"/>
                  <a:pt x="1513248" y="131715"/>
                  <a:pt x="1513248" y="122553"/>
                </a:cubicBezTo>
                <a:cubicBezTo>
                  <a:pt x="1513248" y="117179"/>
                  <a:pt x="1514471" y="112271"/>
                  <a:pt x="1516916" y="107828"/>
                </a:cubicBezTo>
                <a:cubicBezTo>
                  <a:pt x="1519362" y="103384"/>
                  <a:pt x="1522565" y="99819"/>
                  <a:pt x="1526526" y="97133"/>
                </a:cubicBezTo>
                <a:cubicBezTo>
                  <a:pt x="1530487" y="94446"/>
                  <a:pt x="1534948" y="92414"/>
                  <a:pt x="1539908" y="91036"/>
                </a:cubicBezTo>
                <a:cubicBezTo>
                  <a:pt x="1543559" y="90072"/>
                  <a:pt x="1549070" y="89142"/>
                  <a:pt x="1556441" y="88246"/>
                </a:cubicBezTo>
                <a:cubicBezTo>
                  <a:pt x="1571459" y="86455"/>
                  <a:pt x="1582515" y="84319"/>
                  <a:pt x="1589611" y="81839"/>
                </a:cubicBezTo>
                <a:cubicBezTo>
                  <a:pt x="1589680" y="79301"/>
                  <a:pt x="1589714" y="77689"/>
                  <a:pt x="1589714" y="77002"/>
                </a:cubicBezTo>
                <a:cubicBezTo>
                  <a:pt x="1589714" y="69452"/>
                  <a:pt x="1587958" y="64134"/>
                  <a:pt x="1584444" y="61047"/>
                </a:cubicBezTo>
                <a:cubicBezTo>
                  <a:pt x="1579691" y="56860"/>
                  <a:pt x="1572630" y="54766"/>
                  <a:pt x="1563261" y="54766"/>
                </a:cubicBezTo>
                <a:cubicBezTo>
                  <a:pt x="1554512" y="54766"/>
                  <a:pt x="1548054" y="56299"/>
                  <a:pt x="1543886" y="59365"/>
                </a:cubicBezTo>
                <a:cubicBezTo>
                  <a:pt x="1539718" y="62430"/>
                  <a:pt x="1536636" y="67855"/>
                  <a:pt x="1534638" y="75640"/>
                </a:cubicBezTo>
                <a:lnTo>
                  <a:pt x="1516451" y="73160"/>
                </a:lnTo>
                <a:cubicBezTo>
                  <a:pt x="1518105" y="65351"/>
                  <a:pt x="1520826" y="59046"/>
                  <a:pt x="1524615" y="54243"/>
                </a:cubicBezTo>
                <a:cubicBezTo>
                  <a:pt x="1528403" y="49440"/>
                  <a:pt x="1533880" y="45744"/>
                  <a:pt x="1541044" y="43154"/>
                </a:cubicBezTo>
                <a:cubicBezTo>
                  <a:pt x="1548209" y="40562"/>
                  <a:pt x="1556510" y="39266"/>
                  <a:pt x="1565948" y="39266"/>
                </a:cubicBezTo>
                <a:cubicBezTo>
                  <a:pt x="1575316" y="39266"/>
                  <a:pt x="1582929" y="40373"/>
                  <a:pt x="1588784" y="42586"/>
                </a:cubicBezTo>
                <a:cubicBezTo>
                  <a:pt x="1594640" y="44797"/>
                  <a:pt x="1598945" y="47579"/>
                  <a:pt x="1601701" y="50933"/>
                </a:cubicBezTo>
                <a:cubicBezTo>
                  <a:pt x="1604456" y="54285"/>
                  <a:pt x="1606385" y="58520"/>
                  <a:pt x="1607487" y="63637"/>
                </a:cubicBezTo>
                <a:cubicBezTo>
                  <a:pt x="1608107" y="66816"/>
                  <a:pt x="1608417" y="72528"/>
                  <a:pt x="1608417" y="80771"/>
                </a:cubicBezTo>
                <a:lnTo>
                  <a:pt x="1608417" y="105499"/>
                </a:lnTo>
                <a:cubicBezTo>
                  <a:pt x="1608417" y="122741"/>
                  <a:pt x="1608813" y="133661"/>
                  <a:pt x="1609606" y="138259"/>
                </a:cubicBezTo>
                <a:cubicBezTo>
                  <a:pt x="1610398" y="142857"/>
                  <a:pt x="1611965" y="147266"/>
                  <a:pt x="1614307" y="151486"/>
                </a:cubicBezTo>
                <a:lnTo>
                  <a:pt x="1594881" y="151486"/>
                </a:lnTo>
                <a:cubicBezTo>
                  <a:pt x="1592952" y="147540"/>
                  <a:pt x="1591712" y="142924"/>
                  <a:pt x="1591161" y="137639"/>
                </a:cubicBezTo>
                <a:moveTo>
                  <a:pt x="1589611" y="96513"/>
                </a:moveTo>
                <a:cubicBezTo>
                  <a:pt x="1582860" y="99255"/>
                  <a:pt x="1572733" y="101587"/>
                  <a:pt x="1559231" y="103507"/>
                </a:cubicBezTo>
                <a:cubicBezTo>
                  <a:pt x="1551584" y="104603"/>
                  <a:pt x="1546177" y="105836"/>
                  <a:pt x="1543008" y="107208"/>
                </a:cubicBezTo>
                <a:cubicBezTo>
                  <a:pt x="1539839" y="108579"/>
                  <a:pt x="1537393" y="110584"/>
                  <a:pt x="1535671" y="113224"/>
                </a:cubicBezTo>
                <a:cubicBezTo>
                  <a:pt x="1533949" y="115863"/>
                  <a:pt x="1533088" y="118794"/>
                  <a:pt x="1533088" y="122017"/>
                </a:cubicBezTo>
                <a:cubicBezTo>
                  <a:pt x="1533088" y="126953"/>
                  <a:pt x="1534965" y="131067"/>
                  <a:pt x="1538719" y="134358"/>
                </a:cubicBezTo>
                <a:cubicBezTo>
                  <a:pt x="1542474" y="137648"/>
                  <a:pt x="1547968" y="139292"/>
                  <a:pt x="1555201" y="139292"/>
                </a:cubicBezTo>
                <a:cubicBezTo>
                  <a:pt x="1562365" y="139292"/>
                  <a:pt x="1568738" y="137731"/>
                  <a:pt x="1574318" y="134607"/>
                </a:cubicBezTo>
                <a:cubicBezTo>
                  <a:pt x="1579898" y="131481"/>
                  <a:pt x="1583996" y="127211"/>
                  <a:pt x="1586614" y="121797"/>
                </a:cubicBezTo>
                <a:cubicBezTo>
                  <a:pt x="1588612" y="117618"/>
                  <a:pt x="1589611" y="111452"/>
                  <a:pt x="1589611" y="103297"/>
                </a:cubicBezTo>
                <a:lnTo>
                  <a:pt x="1589611" y="96513"/>
                </a:lnTo>
                <a:close/>
                <a:moveTo>
                  <a:pt x="1637008" y="151486"/>
                </a:moveTo>
                <a:lnTo>
                  <a:pt x="1637008" y="41746"/>
                </a:lnTo>
                <a:lnTo>
                  <a:pt x="1653748" y="41746"/>
                </a:lnTo>
                <a:lnTo>
                  <a:pt x="1653748" y="58383"/>
                </a:lnTo>
                <a:cubicBezTo>
                  <a:pt x="1658019" y="50599"/>
                  <a:pt x="1661963" y="45466"/>
                  <a:pt x="1665580" y="42986"/>
                </a:cubicBezTo>
                <a:cubicBezTo>
                  <a:pt x="1669196" y="40506"/>
                  <a:pt x="1673175" y="39266"/>
                  <a:pt x="1677515" y="39266"/>
                </a:cubicBezTo>
                <a:cubicBezTo>
                  <a:pt x="1683783" y="39266"/>
                  <a:pt x="1690156" y="41264"/>
                  <a:pt x="1696631" y="45260"/>
                </a:cubicBezTo>
                <a:lnTo>
                  <a:pt x="1690224" y="62503"/>
                </a:lnTo>
                <a:cubicBezTo>
                  <a:pt x="1685678" y="59825"/>
                  <a:pt x="1681131" y="58486"/>
                  <a:pt x="1676585" y="58486"/>
                </a:cubicBezTo>
                <a:cubicBezTo>
                  <a:pt x="1672520" y="58486"/>
                  <a:pt x="1668869" y="59709"/>
                  <a:pt x="1665631" y="62155"/>
                </a:cubicBezTo>
                <a:cubicBezTo>
                  <a:pt x="1662394" y="64600"/>
                  <a:pt x="1660086" y="67993"/>
                  <a:pt x="1658708" y="72333"/>
                </a:cubicBezTo>
                <a:cubicBezTo>
                  <a:pt x="1656641" y="78946"/>
                  <a:pt x="1655608" y="86179"/>
                  <a:pt x="1655608" y="94033"/>
                </a:cubicBezTo>
                <a:lnTo>
                  <a:pt x="1655608" y="151486"/>
                </a:lnTo>
                <a:lnTo>
                  <a:pt x="1637008" y="151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Synthesizedobstaclesample">
            <a:extLst xmlns:a="http://schemas.openxmlformats.org/drawingml/2006/main">
              <a:ext uri="{FF2B5EF4-FFF2-40B4-BE49-F238E27FC236}">
                <a16:creationId xmlns:a16="http://schemas.microsoft.com/office/drawing/2014/main" id="{F154F516-3874-4E8C-A4D4-033226ED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712" y="4021449"/>
            <a:ext cx="2722290" cy="198812"/>
          </a:xfrm>
          <a:custGeom xmlns:a="http://schemas.openxmlformats.org/drawingml/2006/main">
            <a:pathLst>
              <a:path w="2722290" h="198812">
                <a:moveTo>
                  <a:pt x="0" y="105399"/>
                </a:moveTo>
                <a:lnTo>
                  <a:pt x="18910" y="103746"/>
                </a:lnTo>
                <a:cubicBezTo>
                  <a:pt x="19805" y="111324"/>
                  <a:pt x="21889" y="117541"/>
                  <a:pt x="25162" y="122398"/>
                </a:cubicBezTo>
                <a:cubicBezTo>
                  <a:pt x="28434" y="127254"/>
                  <a:pt x="33514" y="131181"/>
                  <a:pt x="40403" y="134177"/>
                </a:cubicBezTo>
                <a:cubicBezTo>
                  <a:pt x="47292" y="137174"/>
                  <a:pt x="55042" y="138672"/>
                  <a:pt x="63653" y="138672"/>
                </a:cubicBezTo>
                <a:cubicBezTo>
                  <a:pt x="71300" y="138672"/>
                  <a:pt x="78051" y="137536"/>
                  <a:pt x="83906" y="135262"/>
                </a:cubicBezTo>
                <a:cubicBezTo>
                  <a:pt x="89762" y="132989"/>
                  <a:pt x="94119" y="129872"/>
                  <a:pt x="96978" y="125911"/>
                </a:cubicBezTo>
                <a:cubicBezTo>
                  <a:pt x="99837" y="121950"/>
                  <a:pt x="101266" y="117638"/>
                  <a:pt x="101266" y="112975"/>
                </a:cubicBezTo>
                <a:cubicBezTo>
                  <a:pt x="101266" y="108243"/>
                  <a:pt x="99888" y="104112"/>
                  <a:pt x="97133" y="100581"/>
                </a:cubicBezTo>
                <a:cubicBezTo>
                  <a:pt x="94377" y="97049"/>
                  <a:pt x="89831" y="94079"/>
                  <a:pt x="83493" y="91672"/>
                </a:cubicBezTo>
                <a:cubicBezTo>
                  <a:pt x="79428" y="90092"/>
                  <a:pt x="70438" y="87636"/>
                  <a:pt x="56523" y="84303"/>
                </a:cubicBezTo>
                <a:cubicBezTo>
                  <a:pt x="42608" y="80971"/>
                  <a:pt x="32860" y="77820"/>
                  <a:pt x="27280" y="74852"/>
                </a:cubicBezTo>
                <a:cubicBezTo>
                  <a:pt x="20047" y="71056"/>
                  <a:pt x="14656" y="66346"/>
                  <a:pt x="11108" y="60721"/>
                </a:cubicBezTo>
                <a:cubicBezTo>
                  <a:pt x="7561" y="55096"/>
                  <a:pt x="5787" y="48798"/>
                  <a:pt x="5787" y="41827"/>
                </a:cubicBezTo>
                <a:cubicBezTo>
                  <a:pt x="5787" y="34165"/>
                  <a:pt x="7957" y="27004"/>
                  <a:pt x="12297" y="20344"/>
                </a:cubicBezTo>
                <a:cubicBezTo>
                  <a:pt x="16637" y="13683"/>
                  <a:pt x="22974" y="8627"/>
                  <a:pt x="31310" y="5176"/>
                </a:cubicBezTo>
                <a:cubicBezTo>
                  <a:pt x="39645" y="1725"/>
                  <a:pt x="48911" y="0"/>
                  <a:pt x="59106" y="0"/>
                </a:cubicBezTo>
                <a:cubicBezTo>
                  <a:pt x="70335" y="0"/>
                  <a:pt x="80238" y="1808"/>
                  <a:pt x="88814" y="5425"/>
                </a:cubicBezTo>
                <a:cubicBezTo>
                  <a:pt x="97391" y="9042"/>
                  <a:pt x="103987" y="14363"/>
                  <a:pt x="108603" y="21390"/>
                </a:cubicBezTo>
                <a:cubicBezTo>
                  <a:pt x="113218" y="28416"/>
                  <a:pt x="115698" y="36373"/>
                  <a:pt x="116043" y="45260"/>
                </a:cubicBezTo>
                <a:lnTo>
                  <a:pt x="96823" y="46706"/>
                </a:lnTo>
                <a:cubicBezTo>
                  <a:pt x="95789" y="37232"/>
                  <a:pt x="92293" y="30076"/>
                  <a:pt x="86334" y="25239"/>
                </a:cubicBezTo>
                <a:cubicBezTo>
                  <a:pt x="80376" y="20400"/>
                  <a:pt x="71575" y="17980"/>
                  <a:pt x="59933" y="17980"/>
                </a:cubicBezTo>
                <a:cubicBezTo>
                  <a:pt x="47809" y="17980"/>
                  <a:pt x="38974" y="20196"/>
                  <a:pt x="33428" y="24629"/>
                </a:cubicBezTo>
                <a:cubicBezTo>
                  <a:pt x="27883" y="29059"/>
                  <a:pt x="25110" y="34401"/>
                  <a:pt x="25110" y="40655"/>
                </a:cubicBezTo>
                <a:cubicBezTo>
                  <a:pt x="25110" y="46082"/>
                  <a:pt x="27073" y="50548"/>
                  <a:pt x="31000" y="54053"/>
                </a:cubicBezTo>
                <a:cubicBezTo>
                  <a:pt x="34858" y="57557"/>
                  <a:pt x="44932" y="61148"/>
                  <a:pt x="61225" y="64825"/>
                </a:cubicBezTo>
                <a:cubicBezTo>
                  <a:pt x="77517" y="68500"/>
                  <a:pt x="88694" y="71712"/>
                  <a:pt x="94756" y="74461"/>
                </a:cubicBezTo>
                <a:cubicBezTo>
                  <a:pt x="103574" y="78519"/>
                  <a:pt x="110084" y="83659"/>
                  <a:pt x="114286" y="89880"/>
                </a:cubicBezTo>
                <a:cubicBezTo>
                  <a:pt x="118488" y="96102"/>
                  <a:pt x="120589" y="103268"/>
                  <a:pt x="120589" y="111380"/>
                </a:cubicBezTo>
                <a:cubicBezTo>
                  <a:pt x="120589" y="119425"/>
                  <a:pt x="118281" y="127004"/>
                  <a:pt x="113666" y="134119"/>
                </a:cubicBezTo>
                <a:cubicBezTo>
                  <a:pt x="109050" y="141234"/>
                  <a:pt x="102420" y="146769"/>
                  <a:pt x="93774" y="150724"/>
                </a:cubicBezTo>
                <a:cubicBezTo>
                  <a:pt x="85129" y="154676"/>
                  <a:pt x="75398" y="156652"/>
                  <a:pt x="64583" y="156652"/>
                </a:cubicBezTo>
                <a:cubicBezTo>
                  <a:pt x="50874" y="156652"/>
                  <a:pt x="39387" y="154655"/>
                  <a:pt x="30121" y="150659"/>
                </a:cubicBezTo>
                <a:cubicBezTo>
                  <a:pt x="20856" y="146664"/>
                  <a:pt x="13588" y="140653"/>
                  <a:pt x="8318" y="132627"/>
                </a:cubicBezTo>
                <a:cubicBezTo>
                  <a:pt x="3048" y="124602"/>
                  <a:pt x="276" y="115526"/>
                  <a:pt x="0" y="105399"/>
                </a:cubicBezTo>
                <a:close/>
                <a:moveTo>
                  <a:pt x="144771" y="196552"/>
                </a:moveTo>
                <a:lnTo>
                  <a:pt x="142704" y="179179"/>
                </a:lnTo>
                <a:cubicBezTo>
                  <a:pt x="146769" y="180281"/>
                  <a:pt x="150316" y="180832"/>
                  <a:pt x="153347" y="180832"/>
                </a:cubicBezTo>
                <a:cubicBezTo>
                  <a:pt x="157481" y="180832"/>
                  <a:pt x="160787" y="180142"/>
                  <a:pt x="163267" y="178762"/>
                </a:cubicBezTo>
                <a:cubicBezTo>
                  <a:pt x="165747" y="177382"/>
                  <a:pt x="167780" y="175450"/>
                  <a:pt x="169364" y="172966"/>
                </a:cubicBezTo>
                <a:cubicBezTo>
                  <a:pt x="170535" y="171104"/>
                  <a:pt x="172430" y="166482"/>
                  <a:pt x="175047" y="159100"/>
                </a:cubicBezTo>
                <a:cubicBezTo>
                  <a:pt x="175392" y="158065"/>
                  <a:pt x="175943" y="156547"/>
                  <a:pt x="176701" y="154547"/>
                </a:cubicBezTo>
                <a:lnTo>
                  <a:pt x="135058" y="44433"/>
                </a:lnTo>
                <a:lnTo>
                  <a:pt x="155104" y="44433"/>
                </a:lnTo>
                <a:lnTo>
                  <a:pt x="177941" y="108002"/>
                </a:lnTo>
                <a:cubicBezTo>
                  <a:pt x="180903" y="116064"/>
                  <a:pt x="183555" y="124540"/>
                  <a:pt x="185897" y="133428"/>
                </a:cubicBezTo>
                <a:cubicBezTo>
                  <a:pt x="188033" y="124867"/>
                  <a:pt x="190582" y="116524"/>
                  <a:pt x="193544" y="108399"/>
                </a:cubicBezTo>
                <a:lnTo>
                  <a:pt x="217000" y="44433"/>
                </a:lnTo>
                <a:lnTo>
                  <a:pt x="235600" y="44433"/>
                </a:lnTo>
                <a:lnTo>
                  <a:pt x="193854" y="156019"/>
                </a:lnTo>
                <a:cubicBezTo>
                  <a:pt x="189376" y="168107"/>
                  <a:pt x="185897" y="176431"/>
                  <a:pt x="183417" y="180990"/>
                </a:cubicBezTo>
                <a:cubicBezTo>
                  <a:pt x="180111" y="187139"/>
                  <a:pt x="176322" y="191646"/>
                  <a:pt x="172051" y="194511"/>
                </a:cubicBezTo>
                <a:cubicBezTo>
                  <a:pt x="167780" y="197378"/>
                  <a:pt x="162682" y="198812"/>
                  <a:pt x="156757" y="198812"/>
                </a:cubicBezTo>
                <a:cubicBezTo>
                  <a:pt x="153175" y="198812"/>
                  <a:pt x="149180" y="198059"/>
                  <a:pt x="144771" y="196552"/>
                </a:cubicBezTo>
                <a:close/>
                <a:moveTo>
                  <a:pt x="251410" y="154172"/>
                </a:moveTo>
                <a:lnTo>
                  <a:pt x="251410" y="44433"/>
                </a:lnTo>
                <a:lnTo>
                  <a:pt x="268150" y="44433"/>
                </a:lnTo>
                <a:lnTo>
                  <a:pt x="268150" y="60036"/>
                </a:lnTo>
                <a:cubicBezTo>
                  <a:pt x="276210" y="47981"/>
                  <a:pt x="287852" y="41953"/>
                  <a:pt x="303076" y="41953"/>
                </a:cubicBezTo>
                <a:cubicBezTo>
                  <a:pt x="309690" y="41953"/>
                  <a:pt x="315769" y="43141"/>
                  <a:pt x="321314" y="45518"/>
                </a:cubicBezTo>
                <a:cubicBezTo>
                  <a:pt x="326860" y="47895"/>
                  <a:pt x="331010" y="51012"/>
                  <a:pt x="333766" y="54870"/>
                </a:cubicBezTo>
                <a:cubicBezTo>
                  <a:pt x="336522" y="58727"/>
                  <a:pt x="338450" y="63308"/>
                  <a:pt x="339553" y="68613"/>
                </a:cubicBezTo>
                <a:cubicBezTo>
                  <a:pt x="340242" y="72057"/>
                  <a:pt x="340586" y="78085"/>
                  <a:pt x="340586" y="86696"/>
                </a:cubicBezTo>
                <a:lnTo>
                  <a:pt x="340586" y="154172"/>
                </a:lnTo>
                <a:lnTo>
                  <a:pt x="321986" y="154172"/>
                </a:lnTo>
                <a:lnTo>
                  <a:pt x="321986" y="87419"/>
                </a:lnTo>
                <a:cubicBezTo>
                  <a:pt x="321986" y="79842"/>
                  <a:pt x="321263" y="74176"/>
                  <a:pt x="319816" y="70421"/>
                </a:cubicBezTo>
                <a:cubicBezTo>
                  <a:pt x="318369" y="66667"/>
                  <a:pt x="315803" y="63670"/>
                  <a:pt x="312118" y="61431"/>
                </a:cubicBezTo>
                <a:cubicBezTo>
                  <a:pt x="308432" y="59192"/>
                  <a:pt x="304110" y="58073"/>
                  <a:pt x="299150" y="58073"/>
                </a:cubicBezTo>
                <a:cubicBezTo>
                  <a:pt x="291227" y="58073"/>
                  <a:pt x="284390" y="60587"/>
                  <a:pt x="278638" y="65616"/>
                </a:cubicBezTo>
                <a:cubicBezTo>
                  <a:pt x="272886" y="70645"/>
                  <a:pt x="270010" y="80186"/>
                  <a:pt x="270010" y="94239"/>
                </a:cubicBezTo>
                <a:lnTo>
                  <a:pt x="270010" y="154172"/>
                </a:lnTo>
                <a:lnTo>
                  <a:pt x="251410" y="154172"/>
                </a:lnTo>
                <a:close/>
                <a:moveTo>
                  <a:pt x="409683" y="137536"/>
                </a:moveTo>
                <a:lnTo>
                  <a:pt x="412370" y="153966"/>
                </a:lnTo>
                <a:cubicBezTo>
                  <a:pt x="407135" y="155068"/>
                  <a:pt x="402450" y="155619"/>
                  <a:pt x="398317" y="155619"/>
                </a:cubicBezTo>
                <a:cubicBezTo>
                  <a:pt x="391566" y="155619"/>
                  <a:pt x="386330" y="154551"/>
                  <a:pt x="382610" y="152416"/>
                </a:cubicBezTo>
                <a:cubicBezTo>
                  <a:pt x="378890" y="150280"/>
                  <a:pt x="376273" y="147473"/>
                  <a:pt x="374757" y="143994"/>
                </a:cubicBezTo>
                <a:cubicBezTo>
                  <a:pt x="373241" y="140515"/>
                  <a:pt x="372484" y="133196"/>
                  <a:pt x="372484" y="122036"/>
                </a:cubicBezTo>
                <a:lnTo>
                  <a:pt x="372484" y="58900"/>
                </a:lnTo>
                <a:lnTo>
                  <a:pt x="358844" y="58900"/>
                </a:lnTo>
                <a:lnTo>
                  <a:pt x="358844" y="44433"/>
                </a:lnTo>
                <a:lnTo>
                  <a:pt x="372484" y="44433"/>
                </a:lnTo>
                <a:lnTo>
                  <a:pt x="372484" y="17257"/>
                </a:lnTo>
                <a:lnTo>
                  <a:pt x="390980" y="6097"/>
                </a:lnTo>
                <a:lnTo>
                  <a:pt x="390980" y="44433"/>
                </a:lnTo>
                <a:lnTo>
                  <a:pt x="409683" y="44433"/>
                </a:lnTo>
                <a:lnTo>
                  <a:pt x="409683" y="58900"/>
                </a:lnTo>
                <a:lnTo>
                  <a:pt x="390980" y="58900"/>
                </a:lnTo>
                <a:lnTo>
                  <a:pt x="390980" y="123069"/>
                </a:lnTo>
                <a:cubicBezTo>
                  <a:pt x="390980" y="128374"/>
                  <a:pt x="391307" y="131784"/>
                  <a:pt x="391962" y="133299"/>
                </a:cubicBezTo>
                <a:cubicBezTo>
                  <a:pt x="392616" y="134815"/>
                  <a:pt x="393684" y="136020"/>
                  <a:pt x="395165" y="136916"/>
                </a:cubicBezTo>
                <a:cubicBezTo>
                  <a:pt x="396646" y="137811"/>
                  <a:pt x="398765" y="138259"/>
                  <a:pt x="401520" y="138259"/>
                </a:cubicBezTo>
                <a:cubicBezTo>
                  <a:pt x="403587" y="138259"/>
                  <a:pt x="406308" y="138018"/>
                  <a:pt x="409683" y="137536"/>
                </a:cubicBezTo>
                <a:close/>
                <a:moveTo>
                  <a:pt x="427905" y="154172"/>
                </a:moveTo>
                <a:lnTo>
                  <a:pt x="427905" y="2687"/>
                </a:lnTo>
                <a:lnTo>
                  <a:pt x="446505" y="2687"/>
                </a:lnTo>
                <a:lnTo>
                  <a:pt x="446505" y="57137"/>
                </a:lnTo>
                <a:cubicBezTo>
                  <a:pt x="455185" y="47014"/>
                  <a:pt x="466138" y="41953"/>
                  <a:pt x="479365" y="41953"/>
                </a:cubicBezTo>
                <a:cubicBezTo>
                  <a:pt x="487494" y="41953"/>
                  <a:pt x="494555" y="43555"/>
                  <a:pt x="500548" y="46758"/>
                </a:cubicBezTo>
                <a:cubicBezTo>
                  <a:pt x="506542" y="49961"/>
                  <a:pt x="510830" y="54387"/>
                  <a:pt x="513413" y="60036"/>
                </a:cubicBezTo>
                <a:cubicBezTo>
                  <a:pt x="515996" y="65685"/>
                  <a:pt x="517288" y="73883"/>
                  <a:pt x="517288" y="84629"/>
                </a:cubicBezTo>
                <a:lnTo>
                  <a:pt x="517288" y="154172"/>
                </a:lnTo>
                <a:lnTo>
                  <a:pt x="498688" y="154172"/>
                </a:lnTo>
                <a:lnTo>
                  <a:pt x="498688" y="84704"/>
                </a:lnTo>
                <a:cubicBezTo>
                  <a:pt x="498688" y="75415"/>
                  <a:pt x="496673" y="68654"/>
                  <a:pt x="492643" y="64421"/>
                </a:cubicBezTo>
                <a:cubicBezTo>
                  <a:pt x="488613" y="60189"/>
                  <a:pt x="482913" y="58073"/>
                  <a:pt x="475542" y="58073"/>
                </a:cubicBezTo>
                <a:cubicBezTo>
                  <a:pt x="470031" y="58073"/>
                  <a:pt x="464847" y="59501"/>
                  <a:pt x="459990" y="62358"/>
                </a:cubicBezTo>
                <a:cubicBezTo>
                  <a:pt x="455134" y="65213"/>
                  <a:pt x="451672" y="69083"/>
                  <a:pt x="449605" y="73970"/>
                </a:cubicBezTo>
                <a:cubicBezTo>
                  <a:pt x="447539" y="78855"/>
                  <a:pt x="446505" y="85598"/>
                  <a:pt x="446505" y="94201"/>
                </a:cubicBezTo>
                <a:lnTo>
                  <a:pt x="446505" y="154172"/>
                </a:lnTo>
                <a:lnTo>
                  <a:pt x="427905" y="154172"/>
                </a:lnTo>
                <a:close/>
                <a:moveTo>
                  <a:pt x="620692" y="118626"/>
                </a:moveTo>
                <a:lnTo>
                  <a:pt x="639912" y="121106"/>
                </a:lnTo>
                <a:cubicBezTo>
                  <a:pt x="636881" y="132367"/>
                  <a:pt x="631266" y="141107"/>
                  <a:pt x="623068" y="147327"/>
                </a:cubicBezTo>
                <a:cubicBezTo>
                  <a:pt x="614871" y="153544"/>
                  <a:pt x="604400" y="156652"/>
                  <a:pt x="591655" y="156652"/>
                </a:cubicBezTo>
                <a:cubicBezTo>
                  <a:pt x="575604" y="156652"/>
                  <a:pt x="562877" y="151710"/>
                  <a:pt x="553474" y="141824"/>
                </a:cubicBezTo>
                <a:cubicBezTo>
                  <a:pt x="544071" y="131939"/>
                  <a:pt x="539369" y="118075"/>
                  <a:pt x="539369" y="100233"/>
                </a:cubicBezTo>
                <a:cubicBezTo>
                  <a:pt x="539369" y="81771"/>
                  <a:pt x="544122" y="67442"/>
                  <a:pt x="553629" y="57246"/>
                </a:cubicBezTo>
                <a:cubicBezTo>
                  <a:pt x="563135" y="47051"/>
                  <a:pt x="575467" y="41953"/>
                  <a:pt x="590622" y="41953"/>
                </a:cubicBezTo>
                <a:cubicBezTo>
                  <a:pt x="605295" y="41953"/>
                  <a:pt x="617282" y="46940"/>
                  <a:pt x="626582" y="56914"/>
                </a:cubicBezTo>
                <a:cubicBezTo>
                  <a:pt x="635882" y="66885"/>
                  <a:pt x="640532" y="80915"/>
                  <a:pt x="640532" y="99002"/>
                </a:cubicBezTo>
                <a:cubicBezTo>
                  <a:pt x="640532" y="100102"/>
                  <a:pt x="640497" y="101753"/>
                  <a:pt x="640428" y="103953"/>
                </a:cubicBezTo>
                <a:lnTo>
                  <a:pt x="558589" y="103953"/>
                </a:lnTo>
                <a:cubicBezTo>
                  <a:pt x="559278" y="116043"/>
                  <a:pt x="562688" y="125299"/>
                  <a:pt x="568819" y="131723"/>
                </a:cubicBezTo>
                <a:cubicBezTo>
                  <a:pt x="574950" y="138147"/>
                  <a:pt x="582596" y="141359"/>
                  <a:pt x="591759" y="141359"/>
                </a:cubicBezTo>
                <a:cubicBezTo>
                  <a:pt x="598579" y="141359"/>
                  <a:pt x="604400" y="139552"/>
                  <a:pt x="609222" y="135937"/>
                </a:cubicBezTo>
                <a:cubicBezTo>
                  <a:pt x="614044" y="132321"/>
                  <a:pt x="617867" y="126550"/>
                  <a:pt x="620692" y="118626"/>
                </a:cubicBezTo>
                <a:moveTo>
                  <a:pt x="559622" y="88659"/>
                </a:moveTo>
                <a:lnTo>
                  <a:pt x="620898" y="88659"/>
                </a:lnTo>
                <a:cubicBezTo>
                  <a:pt x="620072" y="79459"/>
                  <a:pt x="617730" y="72558"/>
                  <a:pt x="613872" y="67957"/>
                </a:cubicBezTo>
                <a:cubicBezTo>
                  <a:pt x="607947" y="60817"/>
                  <a:pt x="600266" y="57246"/>
                  <a:pt x="590829" y="57246"/>
                </a:cubicBezTo>
                <a:cubicBezTo>
                  <a:pt x="582286" y="57246"/>
                  <a:pt x="575105" y="60097"/>
                  <a:pt x="569284" y="65797"/>
                </a:cubicBezTo>
                <a:cubicBezTo>
                  <a:pt x="563463" y="71495"/>
                  <a:pt x="560242" y="79116"/>
                  <a:pt x="559622" y="88659"/>
                </a:cubicBezTo>
                <a:close/>
                <a:moveTo>
                  <a:pt x="655793" y="121313"/>
                </a:moveTo>
                <a:lnTo>
                  <a:pt x="674186" y="118419"/>
                </a:lnTo>
                <a:cubicBezTo>
                  <a:pt x="675219" y="125823"/>
                  <a:pt x="678095" y="131497"/>
                  <a:pt x="682814" y="135443"/>
                </a:cubicBezTo>
                <a:cubicBezTo>
                  <a:pt x="687533" y="139387"/>
                  <a:pt x="694129" y="141359"/>
                  <a:pt x="702603" y="141359"/>
                </a:cubicBezTo>
                <a:cubicBezTo>
                  <a:pt x="711145" y="141359"/>
                  <a:pt x="717482" y="139620"/>
                  <a:pt x="721616" y="136141"/>
                </a:cubicBezTo>
                <a:cubicBezTo>
                  <a:pt x="725749" y="132662"/>
                  <a:pt x="727816" y="128580"/>
                  <a:pt x="727816" y="123896"/>
                </a:cubicBezTo>
                <a:cubicBezTo>
                  <a:pt x="727816" y="119694"/>
                  <a:pt x="725990" y="116387"/>
                  <a:pt x="722339" y="113976"/>
                </a:cubicBezTo>
                <a:cubicBezTo>
                  <a:pt x="719790" y="112323"/>
                  <a:pt x="713452" y="110222"/>
                  <a:pt x="703326" y="107673"/>
                </a:cubicBezTo>
                <a:cubicBezTo>
                  <a:pt x="689686" y="104228"/>
                  <a:pt x="680231" y="101249"/>
                  <a:pt x="674961" y="98734"/>
                </a:cubicBezTo>
                <a:cubicBezTo>
                  <a:pt x="669691" y="96220"/>
                  <a:pt x="665696" y="92741"/>
                  <a:pt x="662974" y="88298"/>
                </a:cubicBezTo>
                <a:cubicBezTo>
                  <a:pt x="660253" y="83854"/>
                  <a:pt x="658893" y="78946"/>
                  <a:pt x="658893" y="73573"/>
                </a:cubicBezTo>
                <a:cubicBezTo>
                  <a:pt x="658893" y="68682"/>
                  <a:pt x="660012" y="64152"/>
                  <a:pt x="662251" y="59985"/>
                </a:cubicBezTo>
                <a:cubicBezTo>
                  <a:pt x="664490" y="55817"/>
                  <a:pt x="667538" y="52355"/>
                  <a:pt x="671396" y="49600"/>
                </a:cubicBezTo>
                <a:cubicBezTo>
                  <a:pt x="674289" y="47464"/>
                  <a:pt x="678233" y="45656"/>
                  <a:pt x="683228" y="44175"/>
                </a:cubicBezTo>
                <a:cubicBezTo>
                  <a:pt x="688222" y="42694"/>
                  <a:pt x="693578" y="41953"/>
                  <a:pt x="699296" y="41953"/>
                </a:cubicBezTo>
                <a:cubicBezTo>
                  <a:pt x="707907" y="41953"/>
                  <a:pt x="715467" y="43193"/>
                  <a:pt x="721977" y="45673"/>
                </a:cubicBezTo>
                <a:cubicBezTo>
                  <a:pt x="728487" y="48153"/>
                  <a:pt x="733292" y="51511"/>
                  <a:pt x="736392" y="55748"/>
                </a:cubicBezTo>
                <a:cubicBezTo>
                  <a:pt x="739492" y="59985"/>
                  <a:pt x="741628" y="65651"/>
                  <a:pt x="742799" y="72746"/>
                </a:cubicBezTo>
                <a:lnTo>
                  <a:pt x="724612" y="75226"/>
                </a:lnTo>
                <a:cubicBezTo>
                  <a:pt x="723786" y="69577"/>
                  <a:pt x="721392" y="65168"/>
                  <a:pt x="717431" y="62000"/>
                </a:cubicBezTo>
                <a:cubicBezTo>
                  <a:pt x="713470" y="58831"/>
                  <a:pt x="707873" y="57246"/>
                  <a:pt x="700639" y="57246"/>
                </a:cubicBezTo>
                <a:cubicBezTo>
                  <a:pt x="692097" y="57246"/>
                  <a:pt x="686000" y="58659"/>
                  <a:pt x="682349" y="61483"/>
                </a:cubicBezTo>
                <a:cubicBezTo>
                  <a:pt x="678698" y="64307"/>
                  <a:pt x="676873" y="67614"/>
                  <a:pt x="676873" y="71403"/>
                </a:cubicBezTo>
                <a:cubicBezTo>
                  <a:pt x="676873" y="73814"/>
                  <a:pt x="677630" y="75984"/>
                  <a:pt x="679146" y="77913"/>
                </a:cubicBezTo>
                <a:cubicBezTo>
                  <a:pt x="680662" y="79911"/>
                  <a:pt x="683038" y="81564"/>
                  <a:pt x="686276" y="82873"/>
                </a:cubicBezTo>
                <a:cubicBezTo>
                  <a:pt x="688136" y="83562"/>
                  <a:pt x="693613" y="85146"/>
                  <a:pt x="702706" y="87626"/>
                </a:cubicBezTo>
                <a:cubicBezTo>
                  <a:pt x="715864" y="91139"/>
                  <a:pt x="725043" y="94016"/>
                  <a:pt x="730244" y="96254"/>
                </a:cubicBezTo>
                <a:cubicBezTo>
                  <a:pt x="735445" y="98493"/>
                  <a:pt x="739527" y="101748"/>
                  <a:pt x="742489" y="106019"/>
                </a:cubicBezTo>
                <a:cubicBezTo>
                  <a:pt x="745451" y="110290"/>
                  <a:pt x="746932" y="115595"/>
                  <a:pt x="746932" y="121933"/>
                </a:cubicBezTo>
                <a:cubicBezTo>
                  <a:pt x="746932" y="128133"/>
                  <a:pt x="745124" y="133971"/>
                  <a:pt x="741507" y="139447"/>
                </a:cubicBezTo>
                <a:cubicBezTo>
                  <a:pt x="737891" y="144924"/>
                  <a:pt x="732672" y="149161"/>
                  <a:pt x="725852" y="152157"/>
                </a:cubicBezTo>
                <a:cubicBezTo>
                  <a:pt x="719032" y="155154"/>
                  <a:pt x="711317" y="156652"/>
                  <a:pt x="702706" y="156652"/>
                </a:cubicBezTo>
                <a:cubicBezTo>
                  <a:pt x="688446" y="156652"/>
                  <a:pt x="677579" y="153682"/>
                  <a:pt x="670104" y="147740"/>
                </a:cubicBezTo>
                <a:cubicBezTo>
                  <a:pt x="662630" y="141798"/>
                  <a:pt x="657859" y="132989"/>
                  <a:pt x="655793" y="121313"/>
                </a:cubicBezTo>
                <a:close/>
                <a:moveTo>
                  <a:pt x="769148" y="23973"/>
                </a:moveTo>
                <a:lnTo>
                  <a:pt x="769148" y="2687"/>
                </a:lnTo>
                <a:lnTo>
                  <a:pt x="787748" y="2687"/>
                </a:lnTo>
                <a:lnTo>
                  <a:pt x="787748" y="23973"/>
                </a:lnTo>
                <a:lnTo>
                  <a:pt x="769148" y="23973"/>
                </a:lnTo>
                <a:moveTo>
                  <a:pt x="769148" y="154172"/>
                </a:moveTo>
                <a:lnTo>
                  <a:pt x="769148" y="44433"/>
                </a:lnTo>
                <a:lnTo>
                  <a:pt x="787748" y="44433"/>
                </a:lnTo>
                <a:lnTo>
                  <a:pt x="787748" y="154172"/>
                </a:lnTo>
                <a:lnTo>
                  <a:pt x="769148" y="154172"/>
                </a:lnTo>
                <a:close/>
                <a:moveTo>
                  <a:pt x="806210" y="154172"/>
                </a:moveTo>
                <a:lnTo>
                  <a:pt x="806210" y="138989"/>
                </a:lnTo>
                <a:lnTo>
                  <a:pt x="876063" y="58900"/>
                </a:lnTo>
                <a:cubicBezTo>
                  <a:pt x="868141" y="59313"/>
                  <a:pt x="861148" y="59520"/>
                  <a:pt x="855086" y="59520"/>
                </a:cubicBezTo>
                <a:lnTo>
                  <a:pt x="810343" y="59520"/>
                </a:lnTo>
                <a:lnTo>
                  <a:pt x="810343" y="44433"/>
                </a:lnTo>
                <a:lnTo>
                  <a:pt x="900036" y="44433"/>
                </a:lnTo>
                <a:lnTo>
                  <a:pt x="900036" y="56730"/>
                </a:lnTo>
                <a:lnTo>
                  <a:pt x="840620" y="126457"/>
                </a:lnTo>
                <a:lnTo>
                  <a:pt x="829150" y="139292"/>
                </a:lnTo>
                <a:cubicBezTo>
                  <a:pt x="837485" y="138466"/>
                  <a:pt x="845304" y="138052"/>
                  <a:pt x="852606" y="138052"/>
                </a:cubicBezTo>
                <a:lnTo>
                  <a:pt x="903343" y="138052"/>
                </a:lnTo>
                <a:lnTo>
                  <a:pt x="903343" y="154172"/>
                </a:lnTo>
                <a:lnTo>
                  <a:pt x="806210" y="154172"/>
                </a:lnTo>
                <a:close/>
                <a:moveTo>
                  <a:pt x="996962" y="118626"/>
                </a:moveTo>
                <a:lnTo>
                  <a:pt x="1016182" y="121106"/>
                </a:lnTo>
                <a:cubicBezTo>
                  <a:pt x="1013150" y="132367"/>
                  <a:pt x="1007536" y="141107"/>
                  <a:pt x="999338" y="147327"/>
                </a:cubicBezTo>
                <a:cubicBezTo>
                  <a:pt x="991141" y="153544"/>
                  <a:pt x="980670" y="156652"/>
                  <a:pt x="967925" y="156652"/>
                </a:cubicBezTo>
                <a:cubicBezTo>
                  <a:pt x="951874" y="156652"/>
                  <a:pt x="939147" y="151710"/>
                  <a:pt x="929744" y="141824"/>
                </a:cubicBezTo>
                <a:cubicBezTo>
                  <a:pt x="920340" y="131939"/>
                  <a:pt x="915639" y="118075"/>
                  <a:pt x="915639" y="100233"/>
                </a:cubicBezTo>
                <a:cubicBezTo>
                  <a:pt x="915639" y="81771"/>
                  <a:pt x="920392" y="67442"/>
                  <a:pt x="929899" y="57246"/>
                </a:cubicBezTo>
                <a:cubicBezTo>
                  <a:pt x="939405" y="47051"/>
                  <a:pt x="951736" y="41953"/>
                  <a:pt x="966892" y="41953"/>
                </a:cubicBezTo>
                <a:cubicBezTo>
                  <a:pt x="981565" y="41953"/>
                  <a:pt x="993552" y="46940"/>
                  <a:pt x="1002852" y="56914"/>
                </a:cubicBezTo>
                <a:cubicBezTo>
                  <a:pt x="1012152" y="66885"/>
                  <a:pt x="1016802" y="80915"/>
                  <a:pt x="1016802" y="99002"/>
                </a:cubicBezTo>
                <a:cubicBezTo>
                  <a:pt x="1016802" y="100102"/>
                  <a:pt x="1016767" y="101753"/>
                  <a:pt x="1016698" y="103953"/>
                </a:cubicBezTo>
                <a:lnTo>
                  <a:pt x="934859" y="103953"/>
                </a:lnTo>
                <a:cubicBezTo>
                  <a:pt x="935548" y="116043"/>
                  <a:pt x="938958" y="125299"/>
                  <a:pt x="945089" y="131723"/>
                </a:cubicBezTo>
                <a:cubicBezTo>
                  <a:pt x="951220" y="138147"/>
                  <a:pt x="958866" y="141359"/>
                  <a:pt x="968029" y="141359"/>
                </a:cubicBezTo>
                <a:cubicBezTo>
                  <a:pt x="974848" y="141359"/>
                  <a:pt x="980670" y="139552"/>
                  <a:pt x="985492" y="135937"/>
                </a:cubicBezTo>
                <a:cubicBezTo>
                  <a:pt x="990314" y="132321"/>
                  <a:pt x="994137" y="126550"/>
                  <a:pt x="996962" y="118626"/>
                </a:cubicBezTo>
                <a:moveTo>
                  <a:pt x="935892" y="88659"/>
                </a:moveTo>
                <a:lnTo>
                  <a:pt x="997168" y="88659"/>
                </a:lnTo>
                <a:cubicBezTo>
                  <a:pt x="996342" y="79459"/>
                  <a:pt x="993999" y="72558"/>
                  <a:pt x="990142" y="67957"/>
                </a:cubicBezTo>
                <a:cubicBezTo>
                  <a:pt x="984217" y="60817"/>
                  <a:pt x="976536" y="57246"/>
                  <a:pt x="967099" y="57246"/>
                </a:cubicBezTo>
                <a:cubicBezTo>
                  <a:pt x="958556" y="57246"/>
                  <a:pt x="951375" y="60097"/>
                  <a:pt x="945554" y="65797"/>
                </a:cubicBezTo>
                <a:cubicBezTo>
                  <a:pt x="939733" y="71495"/>
                  <a:pt x="936512" y="79116"/>
                  <a:pt x="935892" y="88659"/>
                </a:cubicBezTo>
                <a:close/>
                <a:moveTo>
                  <a:pt x="1110699" y="154172"/>
                </a:moveTo>
                <a:lnTo>
                  <a:pt x="1110699" y="140326"/>
                </a:lnTo>
                <a:cubicBezTo>
                  <a:pt x="1103741" y="151210"/>
                  <a:pt x="1093511" y="156652"/>
                  <a:pt x="1080009" y="156652"/>
                </a:cubicBezTo>
                <a:cubicBezTo>
                  <a:pt x="1071260" y="156652"/>
                  <a:pt x="1063218" y="154241"/>
                  <a:pt x="1055881" y="149419"/>
                </a:cubicBezTo>
                <a:cubicBezTo>
                  <a:pt x="1048544" y="144597"/>
                  <a:pt x="1042861" y="137863"/>
                  <a:pt x="1038831" y="129218"/>
                </a:cubicBezTo>
                <a:cubicBezTo>
                  <a:pt x="1034801" y="120572"/>
                  <a:pt x="1032786" y="110635"/>
                  <a:pt x="1032786" y="99406"/>
                </a:cubicBezTo>
                <a:cubicBezTo>
                  <a:pt x="1032786" y="88453"/>
                  <a:pt x="1034612" y="78516"/>
                  <a:pt x="1038263" y="69595"/>
                </a:cubicBezTo>
                <a:cubicBezTo>
                  <a:pt x="1041914" y="60674"/>
                  <a:pt x="1047390" y="53836"/>
                  <a:pt x="1054693" y="49083"/>
                </a:cubicBezTo>
                <a:cubicBezTo>
                  <a:pt x="1061995" y="44330"/>
                  <a:pt x="1070158" y="41953"/>
                  <a:pt x="1079182" y="41953"/>
                </a:cubicBezTo>
                <a:cubicBezTo>
                  <a:pt x="1085796" y="41953"/>
                  <a:pt x="1091686" y="43358"/>
                  <a:pt x="1096852" y="46167"/>
                </a:cubicBezTo>
                <a:cubicBezTo>
                  <a:pt x="1102019" y="48974"/>
                  <a:pt x="1106221" y="52632"/>
                  <a:pt x="1109459" y="57140"/>
                </a:cubicBezTo>
                <a:lnTo>
                  <a:pt x="1109459" y="2687"/>
                </a:lnTo>
                <a:lnTo>
                  <a:pt x="1127955" y="2687"/>
                </a:lnTo>
                <a:lnTo>
                  <a:pt x="1127955" y="154172"/>
                </a:lnTo>
                <a:lnTo>
                  <a:pt x="1110699" y="154172"/>
                </a:lnTo>
                <a:moveTo>
                  <a:pt x="1051903" y="99458"/>
                </a:moveTo>
                <a:cubicBezTo>
                  <a:pt x="1051903" y="113494"/>
                  <a:pt x="1054865" y="123986"/>
                  <a:pt x="1060789" y="130935"/>
                </a:cubicBezTo>
                <a:cubicBezTo>
                  <a:pt x="1066714" y="137885"/>
                  <a:pt x="1073706" y="141359"/>
                  <a:pt x="1081766" y="141359"/>
                </a:cubicBezTo>
                <a:cubicBezTo>
                  <a:pt x="1089895" y="141359"/>
                  <a:pt x="1096801" y="138040"/>
                  <a:pt x="1102484" y="131400"/>
                </a:cubicBezTo>
                <a:cubicBezTo>
                  <a:pt x="1108167" y="124761"/>
                  <a:pt x="1111009" y="114629"/>
                  <a:pt x="1111009" y="101004"/>
                </a:cubicBezTo>
                <a:cubicBezTo>
                  <a:pt x="1111009" y="86006"/>
                  <a:pt x="1108116" y="74998"/>
                  <a:pt x="1102329" y="67980"/>
                </a:cubicBezTo>
                <a:cubicBezTo>
                  <a:pt x="1096542" y="60962"/>
                  <a:pt x="1089412" y="57453"/>
                  <a:pt x="1080939" y="57453"/>
                </a:cubicBezTo>
                <a:cubicBezTo>
                  <a:pt x="1072672" y="57453"/>
                  <a:pt x="1065766" y="60824"/>
                  <a:pt x="1060221" y="67567"/>
                </a:cubicBezTo>
                <a:cubicBezTo>
                  <a:pt x="1054675" y="74309"/>
                  <a:pt x="1051903" y="84939"/>
                  <a:pt x="1051903" y="99458"/>
                </a:cubicBezTo>
                <a:close/>
                <a:moveTo>
                  <a:pt x="1209075" y="99303"/>
                </a:moveTo>
                <a:cubicBezTo>
                  <a:pt x="1209075" y="78981"/>
                  <a:pt x="1214723" y="63928"/>
                  <a:pt x="1226021" y="54146"/>
                </a:cubicBezTo>
                <a:cubicBezTo>
                  <a:pt x="1235459" y="46017"/>
                  <a:pt x="1246963" y="41953"/>
                  <a:pt x="1260534" y="41953"/>
                </a:cubicBezTo>
                <a:cubicBezTo>
                  <a:pt x="1275621" y="41953"/>
                  <a:pt x="1287952" y="46896"/>
                  <a:pt x="1297527" y="56781"/>
                </a:cubicBezTo>
                <a:cubicBezTo>
                  <a:pt x="1307103" y="66667"/>
                  <a:pt x="1311891" y="80324"/>
                  <a:pt x="1311891" y="97753"/>
                </a:cubicBezTo>
                <a:cubicBezTo>
                  <a:pt x="1311891" y="111875"/>
                  <a:pt x="1309772" y="122983"/>
                  <a:pt x="1305536" y="131078"/>
                </a:cubicBezTo>
                <a:cubicBezTo>
                  <a:pt x="1301299" y="139172"/>
                  <a:pt x="1295133" y="145458"/>
                  <a:pt x="1287039" y="149936"/>
                </a:cubicBezTo>
                <a:cubicBezTo>
                  <a:pt x="1278945" y="154413"/>
                  <a:pt x="1270110" y="156652"/>
                  <a:pt x="1260534" y="156652"/>
                </a:cubicBezTo>
                <a:cubicBezTo>
                  <a:pt x="1245172" y="156652"/>
                  <a:pt x="1232755" y="151727"/>
                  <a:pt x="1223283" y="141876"/>
                </a:cubicBezTo>
                <a:cubicBezTo>
                  <a:pt x="1213811" y="132025"/>
                  <a:pt x="1209075" y="117834"/>
                  <a:pt x="1209075" y="99303"/>
                </a:cubicBezTo>
                <a:moveTo>
                  <a:pt x="1228191" y="99354"/>
                </a:moveTo>
                <a:cubicBezTo>
                  <a:pt x="1228191" y="113390"/>
                  <a:pt x="1231257" y="123900"/>
                  <a:pt x="1237388" y="130884"/>
                </a:cubicBezTo>
                <a:cubicBezTo>
                  <a:pt x="1243519" y="137867"/>
                  <a:pt x="1251234" y="141359"/>
                  <a:pt x="1260534" y="141359"/>
                </a:cubicBezTo>
                <a:cubicBezTo>
                  <a:pt x="1269765" y="141359"/>
                  <a:pt x="1277446" y="137850"/>
                  <a:pt x="1283577" y="130832"/>
                </a:cubicBezTo>
                <a:cubicBezTo>
                  <a:pt x="1289709" y="123814"/>
                  <a:pt x="1292774" y="113115"/>
                  <a:pt x="1292774" y="98734"/>
                </a:cubicBezTo>
                <a:cubicBezTo>
                  <a:pt x="1292774" y="85181"/>
                  <a:pt x="1289691" y="74912"/>
                  <a:pt x="1283526" y="67928"/>
                </a:cubicBezTo>
                <a:cubicBezTo>
                  <a:pt x="1277360" y="60945"/>
                  <a:pt x="1269696" y="57453"/>
                  <a:pt x="1260534" y="57453"/>
                </a:cubicBezTo>
                <a:cubicBezTo>
                  <a:pt x="1251234" y="57453"/>
                  <a:pt x="1243519" y="60928"/>
                  <a:pt x="1237388" y="67877"/>
                </a:cubicBezTo>
                <a:cubicBezTo>
                  <a:pt x="1231257" y="74826"/>
                  <a:pt x="1228191" y="85318"/>
                  <a:pt x="1228191" y="99354"/>
                </a:cubicBezTo>
                <a:close/>
                <a:moveTo>
                  <a:pt x="1350815" y="154172"/>
                </a:moveTo>
                <a:lnTo>
                  <a:pt x="1333558" y="154172"/>
                </a:lnTo>
                <a:lnTo>
                  <a:pt x="1333558" y="2687"/>
                </a:lnTo>
                <a:lnTo>
                  <a:pt x="1352158" y="2687"/>
                </a:lnTo>
                <a:lnTo>
                  <a:pt x="1352158" y="56730"/>
                </a:lnTo>
                <a:cubicBezTo>
                  <a:pt x="1360012" y="46879"/>
                  <a:pt x="1370035" y="41953"/>
                  <a:pt x="1382228" y="41953"/>
                </a:cubicBezTo>
                <a:cubicBezTo>
                  <a:pt x="1388979" y="41953"/>
                  <a:pt x="1395369" y="43314"/>
                  <a:pt x="1401396" y="46035"/>
                </a:cubicBezTo>
                <a:cubicBezTo>
                  <a:pt x="1407424" y="48756"/>
                  <a:pt x="1412384" y="52579"/>
                  <a:pt x="1416276" y="57505"/>
                </a:cubicBezTo>
                <a:cubicBezTo>
                  <a:pt x="1420168" y="62430"/>
                  <a:pt x="1423217" y="68372"/>
                  <a:pt x="1425421" y="75330"/>
                </a:cubicBezTo>
                <a:cubicBezTo>
                  <a:pt x="1427626" y="82287"/>
                  <a:pt x="1428728" y="89727"/>
                  <a:pt x="1428728" y="97649"/>
                </a:cubicBezTo>
                <a:cubicBezTo>
                  <a:pt x="1428728" y="116456"/>
                  <a:pt x="1424078" y="130991"/>
                  <a:pt x="1414778" y="141256"/>
                </a:cubicBezTo>
                <a:cubicBezTo>
                  <a:pt x="1405478" y="151520"/>
                  <a:pt x="1394318" y="156652"/>
                  <a:pt x="1381298" y="156652"/>
                </a:cubicBezTo>
                <a:cubicBezTo>
                  <a:pt x="1368347" y="156652"/>
                  <a:pt x="1358186" y="151245"/>
                  <a:pt x="1350815" y="140429"/>
                </a:cubicBezTo>
                <a:lnTo>
                  <a:pt x="1350815" y="154172"/>
                </a:lnTo>
                <a:moveTo>
                  <a:pt x="1350608" y="98476"/>
                </a:moveTo>
                <a:cubicBezTo>
                  <a:pt x="1350608" y="111634"/>
                  <a:pt x="1352399" y="121140"/>
                  <a:pt x="1355982" y="126996"/>
                </a:cubicBezTo>
                <a:cubicBezTo>
                  <a:pt x="1361837" y="136571"/>
                  <a:pt x="1369759" y="141359"/>
                  <a:pt x="1379748" y="141359"/>
                </a:cubicBezTo>
                <a:cubicBezTo>
                  <a:pt x="1387877" y="141359"/>
                  <a:pt x="1394904" y="137829"/>
                  <a:pt x="1400828" y="130768"/>
                </a:cubicBezTo>
                <a:cubicBezTo>
                  <a:pt x="1406752" y="123706"/>
                  <a:pt x="1409715" y="113184"/>
                  <a:pt x="1409715" y="99199"/>
                </a:cubicBezTo>
                <a:cubicBezTo>
                  <a:pt x="1409715" y="84871"/>
                  <a:pt x="1406873" y="74296"/>
                  <a:pt x="1401190" y="67476"/>
                </a:cubicBezTo>
                <a:cubicBezTo>
                  <a:pt x="1395506" y="60656"/>
                  <a:pt x="1388635" y="57246"/>
                  <a:pt x="1380575" y="57246"/>
                </a:cubicBezTo>
                <a:cubicBezTo>
                  <a:pt x="1372446" y="57246"/>
                  <a:pt x="1365419" y="60777"/>
                  <a:pt x="1359495" y="67838"/>
                </a:cubicBezTo>
                <a:cubicBezTo>
                  <a:pt x="1353570" y="74899"/>
                  <a:pt x="1350608" y="85112"/>
                  <a:pt x="1350608" y="98476"/>
                </a:cubicBezTo>
                <a:close/>
                <a:moveTo>
                  <a:pt x="1443885" y="121313"/>
                </a:moveTo>
                <a:lnTo>
                  <a:pt x="1462279" y="118419"/>
                </a:lnTo>
                <a:cubicBezTo>
                  <a:pt x="1463312" y="125823"/>
                  <a:pt x="1466188" y="131497"/>
                  <a:pt x="1470907" y="135443"/>
                </a:cubicBezTo>
                <a:cubicBezTo>
                  <a:pt x="1475626" y="139387"/>
                  <a:pt x="1482222" y="141359"/>
                  <a:pt x="1490695" y="141359"/>
                </a:cubicBezTo>
                <a:cubicBezTo>
                  <a:pt x="1499237" y="141359"/>
                  <a:pt x="1505575" y="139620"/>
                  <a:pt x="1509708" y="136141"/>
                </a:cubicBezTo>
                <a:cubicBezTo>
                  <a:pt x="1513842" y="132662"/>
                  <a:pt x="1515908" y="128580"/>
                  <a:pt x="1515908" y="123896"/>
                </a:cubicBezTo>
                <a:cubicBezTo>
                  <a:pt x="1515908" y="119694"/>
                  <a:pt x="1514083" y="116387"/>
                  <a:pt x="1510432" y="113976"/>
                </a:cubicBezTo>
                <a:cubicBezTo>
                  <a:pt x="1507883" y="112323"/>
                  <a:pt x="1501545" y="110222"/>
                  <a:pt x="1491418" y="107673"/>
                </a:cubicBezTo>
                <a:cubicBezTo>
                  <a:pt x="1477778" y="104228"/>
                  <a:pt x="1468324" y="101249"/>
                  <a:pt x="1463054" y="98734"/>
                </a:cubicBezTo>
                <a:cubicBezTo>
                  <a:pt x="1457784" y="96220"/>
                  <a:pt x="1453788" y="92741"/>
                  <a:pt x="1451067" y="88298"/>
                </a:cubicBezTo>
                <a:cubicBezTo>
                  <a:pt x="1448346" y="83854"/>
                  <a:pt x="1446985" y="78946"/>
                  <a:pt x="1446985" y="73573"/>
                </a:cubicBezTo>
                <a:cubicBezTo>
                  <a:pt x="1446985" y="68682"/>
                  <a:pt x="1448105" y="64152"/>
                  <a:pt x="1450344" y="59985"/>
                </a:cubicBezTo>
                <a:cubicBezTo>
                  <a:pt x="1452583" y="55817"/>
                  <a:pt x="1455631" y="52355"/>
                  <a:pt x="1459489" y="49600"/>
                </a:cubicBezTo>
                <a:cubicBezTo>
                  <a:pt x="1462382" y="47464"/>
                  <a:pt x="1466326" y="45656"/>
                  <a:pt x="1471320" y="44175"/>
                </a:cubicBezTo>
                <a:cubicBezTo>
                  <a:pt x="1476315" y="42694"/>
                  <a:pt x="1481671" y="41953"/>
                  <a:pt x="1487388" y="41953"/>
                </a:cubicBezTo>
                <a:cubicBezTo>
                  <a:pt x="1495999" y="41953"/>
                  <a:pt x="1503560" y="43193"/>
                  <a:pt x="1510070" y="45673"/>
                </a:cubicBezTo>
                <a:cubicBezTo>
                  <a:pt x="1516580" y="48153"/>
                  <a:pt x="1521385" y="51511"/>
                  <a:pt x="1524485" y="55748"/>
                </a:cubicBezTo>
                <a:cubicBezTo>
                  <a:pt x="1527585" y="59985"/>
                  <a:pt x="1529720" y="65651"/>
                  <a:pt x="1530891" y="72746"/>
                </a:cubicBezTo>
                <a:lnTo>
                  <a:pt x="1512705" y="75226"/>
                </a:lnTo>
                <a:cubicBezTo>
                  <a:pt x="1511878" y="69577"/>
                  <a:pt x="1509484" y="65168"/>
                  <a:pt x="1505523" y="62000"/>
                </a:cubicBezTo>
                <a:cubicBezTo>
                  <a:pt x="1501562" y="58831"/>
                  <a:pt x="1495965" y="57246"/>
                  <a:pt x="1488732" y="57246"/>
                </a:cubicBezTo>
                <a:cubicBezTo>
                  <a:pt x="1480190" y="57246"/>
                  <a:pt x="1474093" y="58659"/>
                  <a:pt x="1470442" y="61483"/>
                </a:cubicBezTo>
                <a:cubicBezTo>
                  <a:pt x="1466791" y="64307"/>
                  <a:pt x="1464965" y="67614"/>
                  <a:pt x="1464965" y="71403"/>
                </a:cubicBezTo>
                <a:cubicBezTo>
                  <a:pt x="1464965" y="73814"/>
                  <a:pt x="1465723" y="75984"/>
                  <a:pt x="1467239" y="77913"/>
                </a:cubicBezTo>
                <a:cubicBezTo>
                  <a:pt x="1468754" y="79911"/>
                  <a:pt x="1471131" y="81564"/>
                  <a:pt x="1474368" y="82873"/>
                </a:cubicBezTo>
                <a:cubicBezTo>
                  <a:pt x="1476228" y="83562"/>
                  <a:pt x="1481705" y="85146"/>
                  <a:pt x="1490798" y="87626"/>
                </a:cubicBezTo>
                <a:cubicBezTo>
                  <a:pt x="1503956" y="91139"/>
                  <a:pt x="1513135" y="94016"/>
                  <a:pt x="1518337" y="96254"/>
                </a:cubicBezTo>
                <a:cubicBezTo>
                  <a:pt x="1523538" y="98493"/>
                  <a:pt x="1527619" y="101748"/>
                  <a:pt x="1530581" y="106019"/>
                </a:cubicBezTo>
                <a:cubicBezTo>
                  <a:pt x="1533544" y="110290"/>
                  <a:pt x="1535025" y="115595"/>
                  <a:pt x="1535025" y="121933"/>
                </a:cubicBezTo>
                <a:cubicBezTo>
                  <a:pt x="1535025" y="128133"/>
                  <a:pt x="1533216" y="133971"/>
                  <a:pt x="1529600" y="139447"/>
                </a:cubicBezTo>
                <a:cubicBezTo>
                  <a:pt x="1525983" y="144924"/>
                  <a:pt x="1520765" y="149161"/>
                  <a:pt x="1513945" y="152157"/>
                </a:cubicBezTo>
                <a:cubicBezTo>
                  <a:pt x="1507125" y="155154"/>
                  <a:pt x="1499409" y="156652"/>
                  <a:pt x="1490798" y="156652"/>
                </a:cubicBezTo>
                <a:cubicBezTo>
                  <a:pt x="1476538" y="156652"/>
                  <a:pt x="1465671" y="153682"/>
                  <a:pt x="1458197" y="147740"/>
                </a:cubicBezTo>
                <a:cubicBezTo>
                  <a:pt x="1450723" y="141798"/>
                  <a:pt x="1445952" y="132989"/>
                  <a:pt x="1443885" y="121313"/>
                </a:cubicBezTo>
                <a:close/>
                <a:moveTo>
                  <a:pt x="1597748" y="137536"/>
                </a:moveTo>
                <a:lnTo>
                  <a:pt x="1600435" y="153966"/>
                </a:lnTo>
                <a:cubicBezTo>
                  <a:pt x="1595199" y="155068"/>
                  <a:pt x="1590515" y="155619"/>
                  <a:pt x="1586381" y="155619"/>
                </a:cubicBezTo>
                <a:cubicBezTo>
                  <a:pt x="1579630" y="155619"/>
                  <a:pt x="1574395" y="154551"/>
                  <a:pt x="1570675" y="152416"/>
                </a:cubicBezTo>
                <a:cubicBezTo>
                  <a:pt x="1566955" y="150280"/>
                  <a:pt x="1564337" y="147473"/>
                  <a:pt x="1562822" y="143994"/>
                </a:cubicBezTo>
                <a:cubicBezTo>
                  <a:pt x="1561306" y="140515"/>
                  <a:pt x="1560548" y="133196"/>
                  <a:pt x="1560548" y="122036"/>
                </a:cubicBezTo>
                <a:lnTo>
                  <a:pt x="1560548" y="58900"/>
                </a:lnTo>
                <a:lnTo>
                  <a:pt x="1546908" y="58900"/>
                </a:lnTo>
                <a:lnTo>
                  <a:pt x="1546908" y="44433"/>
                </a:lnTo>
                <a:lnTo>
                  <a:pt x="1560548" y="44433"/>
                </a:lnTo>
                <a:lnTo>
                  <a:pt x="1560548" y="17257"/>
                </a:lnTo>
                <a:lnTo>
                  <a:pt x="1579045" y="6097"/>
                </a:lnTo>
                <a:lnTo>
                  <a:pt x="1579045" y="44433"/>
                </a:lnTo>
                <a:lnTo>
                  <a:pt x="1597748" y="44433"/>
                </a:lnTo>
                <a:lnTo>
                  <a:pt x="1597748" y="58900"/>
                </a:lnTo>
                <a:lnTo>
                  <a:pt x="1579045" y="58900"/>
                </a:lnTo>
                <a:lnTo>
                  <a:pt x="1579045" y="123069"/>
                </a:lnTo>
                <a:cubicBezTo>
                  <a:pt x="1579045" y="128374"/>
                  <a:pt x="1579372" y="131784"/>
                  <a:pt x="1580026" y="133299"/>
                </a:cubicBezTo>
                <a:cubicBezTo>
                  <a:pt x="1580681" y="134815"/>
                  <a:pt x="1581749" y="136020"/>
                  <a:pt x="1583230" y="136916"/>
                </a:cubicBezTo>
                <a:cubicBezTo>
                  <a:pt x="1584711" y="137811"/>
                  <a:pt x="1586829" y="138259"/>
                  <a:pt x="1589585" y="138259"/>
                </a:cubicBezTo>
                <a:cubicBezTo>
                  <a:pt x="1591651" y="138259"/>
                  <a:pt x="1594372" y="138018"/>
                  <a:pt x="1597748" y="137536"/>
                </a:cubicBezTo>
                <a:close/>
                <a:moveTo>
                  <a:pt x="1687579" y="140326"/>
                </a:moveTo>
                <a:cubicBezTo>
                  <a:pt x="1680691" y="146295"/>
                  <a:pt x="1674060" y="150509"/>
                  <a:pt x="1667688" y="152968"/>
                </a:cubicBezTo>
                <a:cubicBezTo>
                  <a:pt x="1661316" y="155424"/>
                  <a:pt x="1654479" y="156652"/>
                  <a:pt x="1647176" y="156652"/>
                </a:cubicBezTo>
                <a:cubicBezTo>
                  <a:pt x="1635121" y="156652"/>
                  <a:pt x="1625855" y="153707"/>
                  <a:pt x="1619380" y="147817"/>
                </a:cubicBezTo>
                <a:cubicBezTo>
                  <a:pt x="1612904" y="141927"/>
                  <a:pt x="1609667" y="134401"/>
                  <a:pt x="1609667" y="125239"/>
                </a:cubicBezTo>
                <a:cubicBezTo>
                  <a:pt x="1609667" y="119866"/>
                  <a:pt x="1610889" y="114958"/>
                  <a:pt x="1613335" y="110514"/>
                </a:cubicBezTo>
                <a:cubicBezTo>
                  <a:pt x="1615780" y="106071"/>
                  <a:pt x="1618984" y="102506"/>
                  <a:pt x="1622945" y="99819"/>
                </a:cubicBezTo>
                <a:cubicBezTo>
                  <a:pt x="1626906" y="97133"/>
                  <a:pt x="1631366" y="95101"/>
                  <a:pt x="1636326" y="93723"/>
                </a:cubicBezTo>
                <a:cubicBezTo>
                  <a:pt x="1639977" y="92758"/>
                  <a:pt x="1645489" y="91828"/>
                  <a:pt x="1652860" y="90933"/>
                </a:cubicBezTo>
                <a:cubicBezTo>
                  <a:pt x="1667877" y="89142"/>
                  <a:pt x="1678934" y="87006"/>
                  <a:pt x="1686029" y="84526"/>
                </a:cubicBezTo>
                <a:cubicBezTo>
                  <a:pt x="1686098" y="81988"/>
                  <a:pt x="1686133" y="80376"/>
                  <a:pt x="1686133" y="79689"/>
                </a:cubicBezTo>
                <a:cubicBezTo>
                  <a:pt x="1686133" y="72139"/>
                  <a:pt x="1684376" y="66821"/>
                  <a:pt x="1680863" y="63734"/>
                </a:cubicBezTo>
                <a:cubicBezTo>
                  <a:pt x="1676109" y="59547"/>
                  <a:pt x="1669048" y="57453"/>
                  <a:pt x="1659680" y="57453"/>
                </a:cubicBezTo>
                <a:cubicBezTo>
                  <a:pt x="1650931" y="57453"/>
                  <a:pt x="1644472" y="58986"/>
                  <a:pt x="1640305" y="62051"/>
                </a:cubicBezTo>
                <a:cubicBezTo>
                  <a:pt x="1636137" y="65117"/>
                  <a:pt x="1633054" y="70542"/>
                  <a:pt x="1631056" y="78326"/>
                </a:cubicBezTo>
                <a:lnTo>
                  <a:pt x="1612870" y="75846"/>
                </a:lnTo>
                <a:cubicBezTo>
                  <a:pt x="1614523" y="68038"/>
                  <a:pt x="1617244" y="61733"/>
                  <a:pt x="1621033" y="56930"/>
                </a:cubicBezTo>
                <a:cubicBezTo>
                  <a:pt x="1624822" y="52127"/>
                  <a:pt x="1630299" y="48431"/>
                  <a:pt x="1637463" y="45841"/>
                </a:cubicBezTo>
                <a:cubicBezTo>
                  <a:pt x="1644627" y="43249"/>
                  <a:pt x="1652929" y="41953"/>
                  <a:pt x="1662366" y="41953"/>
                </a:cubicBezTo>
                <a:cubicBezTo>
                  <a:pt x="1671735" y="41953"/>
                  <a:pt x="1679347" y="43060"/>
                  <a:pt x="1685203" y="45273"/>
                </a:cubicBezTo>
                <a:cubicBezTo>
                  <a:pt x="1691058" y="47484"/>
                  <a:pt x="1695364" y="50266"/>
                  <a:pt x="1698119" y="53620"/>
                </a:cubicBezTo>
                <a:cubicBezTo>
                  <a:pt x="1700875" y="56972"/>
                  <a:pt x="1702804" y="61206"/>
                  <a:pt x="1703906" y="66323"/>
                </a:cubicBezTo>
                <a:cubicBezTo>
                  <a:pt x="1704526" y="69503"/>
                  <a:pt x="1704836" y="75214"/>
                  <a:pt x="1704836" y="83457"/>
                </a:cubicBezTo>
                <a:lnTo>
                  <a:pt x="1704836" y="108186"/>
                </a:lnTo>
                <a:cubicBezTo>
                  <a:pt x="1704836" y="125428"/>
                  <a:pt x="1705232" y="136347"/>
                  <a:pt x="1706024" y="140946"/>
                </a:cubicBezTo>
                <a:cubicBezTo>
                  <a:pt x="1706817" y="145544"/>
                  <a:pt x="1708384" y="149953"/>
                  <a:pt x="1710726" y="154172"/>
                </a:cubicBezTo>
                <a:lnTo>
                  <a:pt x="1691299" y="154172"/>
                </a:lnTo>
                <a:cubicBezTo>
                  <a:pt x="1689371" y="150226"/>
                  <a:pt x="1688131" y="145611"/>
                  <a:pt x="1687579" y="140326"/>
                </a:cubicBezTo>
                <a:moveTo>
                  <a:pt x="1686029" y="99199"/>
                </a:moveTo>
                <a:cubicBezTo>
                  <a:pt x="1679278" y="101942"/>
                  <a:pt x="1669152" y="104273"/>
                  <a:pt x="1655650" y="106194"/>
                </a:cubicBezTo>
                <a:cubicBezTo>
                  <a:pt x="1648003" y="107289"/>
                  <a:pt x="1642595" y="108523"/>
                  <a:pt x="1639426" y="109894"/>
                </a:cubicBezTo>
                <a:cubicBezTo>
                  <a:pt x="1636258" y="111266"/>
                  <a:pt x="1633812" y="113271"/>
                  <a:pt x="1632090" y="115910"/>
                </a:cubicBezTo>
                <a:cubicBezTo>
                  <a:pt x="1630368" y="118549"/>
                  <a:pt x="1629506" y="121480"/>
                  <a:pt x="1629506" y="124703"/>
                </a:cubicBezTo>
                <a:cubicBezTo>
                  <a:pt x="1629506" y="129639"/>
                  <a:pt x="1631384" y="133753"/>
                  <a:pt x="1635138" y="137045"/>
                </a:cubicBezTo>
                <a:cubicBezTo>
                  <a:pt x="1638892" y="140334"/>
                  <a:pt x="1644386" y="141979"/>
                  <a:pt x="1651620" y="141979"/>
                </a:cubicBezTo>
                <a:cubicBezTo>
                  <a:pt x="1658784" y="141979"/>
                  <a:pt x="1665156" y="140417"/>
                  <a:pt x="1670736" y="137294"/>
                </a:cubicBezTo>
                <a:cubicBezTo>
                  <a:pt x="1676316" y="134168"/>
                  <a:pt x="1680415" y="129898"/>
                  <a:pt x="1683033" y="124484"/>
                </a:cubicBezTo>
                <a:cubicBezTo>
                  <a:pt x="1685031" y="120305"/>
                  <a:pt x="1686029" y="114138"/>
                  <a:pt x="1686029" y="105984"/>
                </a:cubicBezTo>
                <a:lnTo>
                  <a:pt x="1686029" y="99199"/>
                </a:lnTo>
                <a:close/>
                <a:moveTo>
                  <a:pt x="1805243" y="113873"/>
                </a:moveTo>
                <a:lnTo>
                  <a:pt x="1823533" y="116353"/>
                </a:lnTo>
                <a:cubicBezTo>
                  <a:pt x="1821535" y="128959"/>
                  <a:pt x="1816420" y="138827"/>
                  <a:pt x="1808188" y="145957"/>
                </a:cubicBezTo>
                <a:cubicBezTo>
                  <a:pt x="1799956" y="153087"/>
                  <a:pt x="1789846" y="156652"/>
                  <a:pt x="1777860" y="156652"/>
                </a:cubicBezTo>
                <a:cubicBezTo>
                  <a:pt x="1762842" y="156652"/>
                  <a:pt x="1750769" y="151744"/>
                  <a:pt x="1741642" y="141927"/>
                </a:cubicBezTo>
                <a:cubicBezTo>
                  <a:pt x="1732514" y="132111"/>
                  <a:pt x="1727950" y="118040"/>
                  <a:pt x="1727950" y="99716"/>
                </a:cubicBezTo>
                <a:cubicBezTo>
                  <a:pt x="1727950" y="87867"/>
                  <a:pt x="1729913" y="77500"/>
                  <a:pt x="1733840" y="68613"/>
                </a:cubicBezTo>
                <a:cubicBezTo>
                  <a:pt x="1737767" y="59726"/>
                  <a:pt x="1743743" y="53061"/>
                  <a:pt x="1751768" y="48618"/>
                </a:cubicBezTo>
                <a:cubicBezTo>
                  <a:pt x="1759794" y="44175"/>
                  <a:pt x="1768525" y="41953"/>
                  <a:pt x="1777963" y="41953"/>
                </a:cubicBezTo>
                <a:cubicBezTo>
                  <a:pt x="1789881" y="41953"/>
                  <a:pt x="1799629" y="44950"/>
                  <a:pt x="1807206" y="50943"/>
                </a:cubicBezTo>
                <a:cubicBezTo>
                  <a:pt x="1814784" y="56934"/>
                  <a:pt x="1819641" y="65442"/>
                  <a:pt x="1821776" y="76466"/>
                </a:cubicBezTo>
                <a:lnTo>
                  <a:pt x="1803693" y="79359"/>
                </a:lnTo>
                <a:cubicBezTo>
                  <a:pt x="1801971" y="72023"/>
                  <a:pt x="1798922" y="66503"/>
                  <a:pt x="1794548" y="62800"/>
                </a:cubicBezTo>
                <a:cubicBezTo>
                  <a:pt x="1790174" y="59098"/>
                  <a:pt x="1784886" y="57246"/>
                  <a:pt x="1778686" y="57246"/>
                </a:cubicBezTo>
                <a:cubicBezTo>
                  <a:pt x="1769318" y="57246"/>
                  <a:pt x="1761705" y="60605"/>
                  <a:pt x="1755850" y="67321"/>
                </a:cubicBezTo>
                <a:cubicBezTo>
                  <a:pt x="1749994" y="74038"/>
                  <a:pt x="1747067" y="84664"/>
                  <a:pt x="1747067" y="99199"/>
                </a:cubicBezTo>
                <a:cubicBezTo>
                  <a:pt x="1747067" y="113941"/>
                  <a:pt x="1749891" y="124654"/>
                  <a:pt x="1755540" y="131336"/>
                </a:cubicBezTo>
                <a:cubicBezTo>
                  <a:pt x="1761189" y="138018"/>
                  <a:pt x="1768560" y="141359"/>
                  <a:pt x="1777653" y="141359"/>
                </a:cubicBezTo>
                <a:cubicBezTo>
                  <a:pt x="1784955" y="141359"/>
                  <a:pt x="1791052" y="139112"/>
                  <a:pt x="1795943" y="134617"/>
                </a:cubicBezTo>
                <a:cubicBezTo>
                  <a:pt x="1800834" y="130122"/>
                  <a:pt x="1803934" y="123207"/>
                  <a:pt x="1805243" y="113873"/>
                </a:cubicBezTo>
                <a:close/>
                <a:moveTo>
                  <a:pt x="1839033" y="154172"/>
                </a:moveTo>
                <a:lnTo>
                  <a:pt x="1839033" y="2687"/>
                </a:lnTo>
                <a:lnTo>
                  <a:pt x="1857633" y="2687"/>
                </a:lnTo>
                <a:lnTo>
                  <a:pt x="1857633" y="154172"/>
                </a:lnTo>
                <a:lnTo>
                  <a:pt x="1839033" y="154172"/>
                </a:lnTo>
                <a:close/>
                <a:moveTo>
                  <a:pt x="1961550" y="118626"/>
                </a:moveTo>
                <a:lnTo>
                  <a:pt x="1980770" y="121106"/>
                </a:lnTo>
                <a:cubicBezTo>
                  <a:pt x="1977738" y="132367"/>
                  <a:pt x="1972124" y="141107"/>
                  <a:pt x="1963926" y="147327"/>
                </a:cubicBezTo>
                <a:cubicBezTo>
                  <a:pt x="1955729" y="153544"/>
                  <a:pt x="1945258" y="156652"/>
                  <a:pt x="1932513" y="156652"/>
                </a:cubicBezTo>
                <a:cubicBezTo>
                  <a:pt x="1916462" y="156652"/>
                  <a:pt x="1903735" y="151710"/>
                  <a:pt x="1894332" y="141824"/>
                </a:cubicBezTo>
                <a:cubicBezTo>
                  <a:pt x="1884928" y="131939"/>
                  <a:pt x="1880227" y="118075"/>
                  <a:pt x="1880227" y="100233"/>
                </a:cubicBezTo>
                <a:cubicBezTo>
                  <a:pt x="1880227" y="81771"/>
                  <a:pt x="1884980" y="67442"/>
                  <a:pt x="1894487" y="57246"/>
                </a:cubicBezTo>
                <a:cubicBezTo>
                  <a:pt x="1903993" y="47051"/>
                  <a:pt x="1916324" y="41953"/>
                  <a:pt x="1931480" y="41953"/>
                </a:cubicBezTo>
                <a:cubicBezTo>
                  <a:pt x="1946153" y="41953"/>
                  <a:pt x="1958140" y="46940"/>
                  <a:pt x="1967440" y="56914"/>
                </a:cubicBezTo>
                <a:cubicBezTo>
                  <a:pt x="1976740" y="66885"/>
                  <a:pt x="1981390" y="80915"/>
                  <a:pt x="1981390" y="99002"/>
                </a:cubicBezTo>
                <a:cubicBezTo>
                  <a:pt x="1981390" y="100102"/>
                  <a:pt x="1981355" y="101753"/>
                  <a:pt x="1981286" y="103953"/>
                </a:cubicBezTo>
                <a:lnTo>
                  <a:pt x="1899447" y="103953"/>
                </a:lnTo>
                <a:cubicBezTo>
                  <a:pt x="1900136" y="116043"/>
                  <a:pt x="1903546" y="125299"/>
                  <a:pt x="1909677" y="131723"/>
                </a:cubicBezTo>
                <a:cubicBezTo>
                  <a:pt x="1915808" y="138147"/>
                  <a:pt x="1923454" y="141359"/>
                  <a:pt x="1932617" y="141359"/>
                </a:cubicBezTo>
                <a:cubicBezTo>
                  <a:pt x="1939436" y="141359"/>
                  <a:pt x="1945258" y="139552"/>
                  <a:pt x="1950080" y="135937"/>
                </a:cubicBezTo>
                <a:cubicBezTo>
                  <a:pt x="1954902" y="132321"/>
                  <a:pt x="1958725" y="126550"/>
                  <a:pt x="1961550" y="118626"/>
                </a:cubicBezTo>
                <a:moveTo>
                  <a:pt x="1900480" y="88659"/>
                </a:moveTo>
                <a:lnTo>
                  <a:pt x="1961756" y="88659"/>
                </a:lnTo>
                <a:cubicBezTo>
                  <a:pt x="1960930" y="79459"/>
                  <a:pt x="1958587" y="72558"/>
                  <a:pt x="1954730" y="67957"/>
                </a:cubicBezTo>
                <a:cubicBezTo>
                  <a:pt x="1948805" y="60817"/>
                  <a:pt x="1941124" y="57246"/>
                  <a:pt x="1931687" y="57246"/>
                </a:cubicBezTo>
                <a:cubicBezTo>
                  <a:pt x="1923144" y="57246"/>
                  <a:pt x="1915963" y="60097"/>
                  <a:pt x="1910142" y="65797"/>
                </a:cubicBezTo>
                <a:cubicBezTo>
                  <a:pt x="1904321" y="71495"/>
                  <a:pt x="1901100" y="79116"/>
                  <a:pt x="1900480" y="88659"/>
                </a:cubicBezTo>
                <a:close/>
                <a:moveTo>
                  <a:pt x="2055483" y="121313"/>
                </a:moveTo>
                <a:lnTo>
                  <a:pt x="2073876" y="118419"/>
                </a:lnTo>
                <a:cubicBezTo>
                  <a:pt x="2074909" y="125823"/>
                  <a:pt x="2077785" y="131497"/>
                  <a:pt x="2082504" y="135443"/>
                </a:cubicBezTo>
                <a:cubicBezTo>
                  <a:pt x="2087223" y="139387"/>
                  <a:pt x="2093819" y="141359"/>
                  <a:pt x="2102292" y="141359"/>
                </a:cubicBezTo>
                <a:cubicBezTo>
                  <a:pt x="2110835" y="141359"/>
                  <a:pt x="2117172" y="139620"/>
                  <a:pt x="2121306" y="136141"/>
                </a:cubicBezTo>
                <a:cubicBezTo>
                  <a:pt x="2125439" y="132662"/>
                  <a:pt x="2127506" y="128580"/>
                  <a:pt x="2127506" y="123896"/>
                </a:cubicBezTo>
                <a:cubicBezTo>
                  <a:pt x="2127506" y="119694"/>
                  <a:pt x="2125680" y="116387"/>
                  <a:pt x="2122029" y="113976"/>
                </a:cubicBezTo>
                <a:cubicBezTo>
                  <a:pt x="2119480" y="112323"/>
                  <a:pt x="2113142" y="110222"/>
                  <a:pt x="2103016" y="107673"/>
                </a:cubicBezTo>
                <a:cubicBezTo>
                  <a:pt x="2089376" y="104228"/>
                  <a:pt x="2079921" y="101249"/>
                  <a:pt x="2074651" y="98734"/>
                </a:cubicBezTo>
                <a:cubicBezTo>
                  <a:pt x="2069381" y="96220"/>
                  <a:pt x="2065385" y="92741"/>
                  <a:pt x="2062664" y="88298"/>
                </a:cubicBezTo>
                <a:cubicBezTo>
                  <a:pt x="2059943" y="83854"/>
                  <a:pt x="2058583" y="78946"/>
                  <a:pt x="2058583" y="73573"/>
                </a:cubicBezTo>
                <a:cubicBezTo>
                  <a:pt x="2058583" y="68682"/>
                  <a:pt x="2059702" y="64152"/>
                  <a:pt x="2061941" y="59985"/>
                </a:cubicBezTo>
                <a:cubicBezTo>
                  <a:pt x="2064180" y="55817"/>
                  <a:pt x="2067228" y="52355"/>
                  <a:pt x="2071086" y="49600"/>
                </a:cubicBezTo>
                <a:cubicBezTo>
                  <a:pt x="2073979" y="47464"/>
                  <a:pt x="2077923" y="45656"/>
                  <a:pt x="2082917" y="44175"/>
                </a:cubicBezTo>
                <a:cubicBezTo>
                  <a:pt x="2087912" y="42694"/>
                  <a:pt x="2093268" y="41953"/>
                  <a:pt x="2098986" y="41953"/>
                </a:cubicBezTo>
                <a:cubicBezTo>
                  <a:pt x="2107597" y="41953"/>
                  <a:pt x="2115157" y="43193"/>
                  <a:pt x="2121667" y="45673"/>
                </a:cubicBezTo>
                <a:cubicBezTo>
                  <a:pt x="2128177" y="48153"/>
                  <a:pt x="2132982" y="51511"/>
                  <a:pt x="2136082" y="55748"/>
                </a:cubicBezTo>
                <a:cubicBezTo>
                  <a:pt x="2139182" y="59985"/>
                  <a:pt x="2141318" y="65651"/>
                  <a:pt x="2142489" y="72746"/>
                </a:cubicBezTo>
                <a:lnTo>
                  <a:pt x="2124302" y="75226"/>
                </a:lnTo>
                <a:cubicBezTo>
                  <a:pt x="2123476" y="69577"/>
                  <a:pt x="2121082" y="65168"/>
                  <a:pt x="2117121" y="62000"/>
                </a:cubicBezTo>
                <a:cubicBezTo>
                  <a:pt x="2113159" y="58831"/>
                  <a:pt x="2107562" y="57246"/>
                  <a:pt x="2100329" y="57246"/>
                </a:cubicBezTo>
                <a:cubicBezTo>
                  <a:pt x="2091787" y="57246"/>
                  <a:pt x="2085690" y="58659"/>
                  <a:pt x="2082039" y="61483"/>
                </a:cubicBezTo>
                <a:cubicBezTo>
                  <a:pt x="2078388" y="64307"/>
                  <a:pt x="2076562" y="67614"/>
                  <a:pt x="2076562" y="71403"/>
                </a:cubicBezTo>
                <a:cubicBezTo>
                  <a:pt x="2076562" y="73814"/>
                  <a:pt x="2077320" y="75984"/>
                  <a:pt x="2078836" y="77913"/>
                </a:cubicBezTo>
                <a:cubicBezTo>
                  <a:pt x="2080351" y="79911"/>
                  <a:pt x="2082728" y="81564"/>
                  <a:pt x="2085966" y="82873"/>
                </a:cubicBezTo>
                <a:cubicBezTo>
                  <a:pt x="2087826" y="83562"/>
                  <a:pt x="2093302" y="85146"/>
                  <a:pt x="2102396" y="87626"/>
                </a:cubicBezTo>
                <a:cubicBezTo>
                  <a:pt x="2115553" y="91139"/>
                  <a:pt x="2124733" y="94016"/>
                  <a:pt x="2129934" y="96254"/>
                </a:cubicBezTo>
                <a:cubicBezTo>
                  <a:pt x="2135135" y="98493"/>
                  <a:pt x="2139217" y="101748"/>
                  <a:pt x="2142179" y="106019"/>
                </a:cubicBezTo>
                <a:cubicBezTo>
                  <a:pt x="2145141" y="110290"/>
                  <a:pt x="2146622" y="115595"/>
                  <a:pt x="2146622" y="121933"/>
                </a:cubicBezTo>
                <a:cubicBezTo>
                  <a:pt x="2146622" y="128133"/>
                  <a:pt x="2144814" y="133971"/>
                  <a:pt x="2141197" y="139447"/>
                </a:cubicBezTo>
                <a:cubicBezTo>
                  <a:pt x="2137580" y="144924"/>
                  <a:pt x="2132362" y="149161"/>
                  <a:pt x="2125542" y="152157"/>
                </a:cubicBezTo>
                <a:cubicBezTo>
                  <a:pt x="2118722" y="155154"/>
                  <a:pt x="2111007" y="156652"/>
                  <a:pt x="2102396" y="156652"/>
                </a:cubicBezTo>
                <a:cubicBezTo>
                  <a:pt x="2088136" y="156652"/>
                  <a:pt x="2077269" y="153682"/>
                  <a:pt x="2069794" y="147740"/>
                </a:cubicBezTo>
                <a:cubicBezTo>
                  <a:pt x="2062320" y="141798"/>
                  <a:pt x="2057549" y="132989"/>
                  <a:pt x="2055483" y="121313"/>
                </a:cubicBezTo>
                <a:close/>
                <a:moveTo>
                  <a:pt x="2240345" y="140326"/>
                </a:moveTo>
                <a:cubicBezTo>
                  <a:pt x="2233456" y="146295"/>
                  <a:pt x="2226825" y="150509"/>
                  <a:pt x="2220453" y="152968"/>
                </a:cubicBezTo>
                <a:cubicBezTo>
                  <a:pt x="2214081" y="155424"/>
                  <a:pt x="2207244" y="156652"/>
                  <a:pt x="2199941" y="156652"/>
                </a:cubicBezTo>
                <a:cubicBezTo>
                  <a:pt x="2187886" y="156652"/>
                  <a:pt x="2178620" y="153707"/>
                  <a:pt x="2172145" y="147817"/>
                </a:cubicBezTo>
                <a:cubicBezTo>
                  <a:pt x="2165669" y="141927"/>
                  <a:pt x="2162432" y="134401"/>
                  <a:pt x="2162432" y="125239"/>
                </a:cubicBezTo>
                <a:cubicBezTo>
                  <a:pt x="2162432" y="119866"/>
                  <a:pt x="2163654" y="114958"/>
                  <a:pt x="2166100" y="110514"/>
                </a:cubicBezTo>
                <a:cubicBezTo>
                  <a:pt x="2168546" y="106071"/>
                  <a:pt x="2171749" y="102506"/>
                  <a:pt x="2175710" y="99819"/>
                </a:cubicBezTo>
                <a:cubicBezTo>
                  <a:pt x="2179671" y="97133"/>
                  <a:pt x="2184132" y="95101"/>
                  <a:pt x="2189091" y="93723"/>
                </a:cubicBezTo>
                <a:cubicBezTo>
                  <a:pt x="2192743" y="92758"/>
                  <a:pt x="2198254" y="91828"/>
                  <a:pt x="2205625" y="90933"/>
                </a:cubicBezTo>
                <a:cubicBezTo>
                  <a:pt x="2220642" y="89142"/>
                  <a:pt x="2231699" y="87006"/>
                  <a:pt x="2238795" y="84526"/>
                </a:cubicBezTo>
                <a:cubicBezTo>
                  <a:pt x="2238863" y="81988"/>
                  <a:pt x="2238898" y="80376"/>
                  <a:pt x="2238898" y="79689"/>
                </a:cubicBezTo>
                <a:cubicBezTo>
                  <a:pt x="2238898" y="72139"/>
                  <a:pt x="2237141" y="66821"/>
                  <a:pt x="2233628" y="63734"/>
                </a:cubicBezTo>
                <a:cubicBezTo>
                  <a:pt x="2228875" y="59547"/>
                  <a:pt x="2221814" y="57453"/>
                  <a:pt x="2212445" y="57453"/>
                </a:cubicBezTo>
                <a:cubicBezTo>
                  <a:pt x="2203696" y="57453"/>
                  <a:pt x="2197238" y="58986"/>
                  <a:pt x="2193070" y="62051"/>
                </a:cubicBezTo>
                <a:cubicBezTo>
                  <a:pt x="2188902" y="65117"/>
                  <a:pt x="2185819" y="70542"/>
                  <a:pt x="2183822" y="78326"/>
                </a:cubicBezTo>
                <a:lnTo>
                  <a:pt x="2165635" y="75846"/>
                </a:lnTo>
                <a:cubicBezTo>
                  <a:pt x="2167288" y="68038"/>
                  <a:pt x="2170009" y="61733"/>
                  <a:pt x="2173798" y="56930"/>
                </a:cubicBezTo>
                <a:cubicBezTo>
                  <a:pt x="2177587" y="52127"/>
                  <a:pt x="2183064" y="48431"/>
                  <a:pt x="2190228" y="45841"/>
                </a:cubicBezTo>
                <a:cubicBezTo>
                  <a:pt x="2197393" y="43249"/>
                  <a:pt x="2205694" y="41953"/>
                  <a:pt x="2215131" y="41953"/>
                </a:cubicBezTo>
                <a:cubicBezTo>
                  <a:pt x="2224500" y="41953"/>
                  <a:pt x="2232112" y="43060"/>
                  <a:pt x="2237968" y="45273"/>
                </a:cubicBezTo>
                <a:cubicBezTo>
                  <a:pt x="2243823" y="47484"/>
                  <a:pt x="2248129" y="50266"/>
                  <a:pt x="2250884" y="53620"/>
                </a:cubicBezTo>
                <a:cubicBezTo>
                  <a:pt x="2253640" y="56972"/>
                  <a:pt x="2255569" y="61206"/>
                  <a:pt x="2256671" y="66323"/>
                </a:cubicBezTo>
                <a:cubicBezTo>
                  <a:pt x="2257291" y="69503"/>
                  <a:pt x="2257601" y="75214"/>
                  <a:pt x="2257601" y="83457"/>
                </a:cubicBezTo>
                <a:lnTo>
                  <a:pt x="2257601" y="108186"/>
                </a:lnTo>
                <a:cubicBezTo>
                  <a:pt x="2257601" y="125428"/>
                  <a:pt x="2257997" y="136347"/>
                  <a:pt x="2258789" y="140946"/>
                </a:cubicBezTo>
                <a:cubicBezTo>
                  <a:pt x="2259582" y="145544"/>
                  <a:pt x="2261149" y="149953"/>
                  <a:pt x="2263491" y="154172"/>
                </a:cubicBezTo>
                <a:lnTo>
                  <a:pt x="2244064" y="154172"/>
                </a:lnTo>
                <a:cubicBezTo>
                  <a:pt x="2242136" y="150226"/>
                  <a:pt x="2240896" y="145611"/>
                  <a:pt x="2240345" y="140326"/>
                </a:cubicBezTo>
                <a:moveTo>
                  <a:pt x="2238795" y="99199"/>
                </a:moveTo>
                <a:cubicBezTo>
                  <a:pt x="2232043" y="101942"/>
                  <a:pt x="2221917" y="104273"/>
                  <a:pt x="2208415" y="106194"/>
                </a:cubicBezTo>
                <a:cubicBezTo>
                  <a:pt x="2200768" y="107289"/>
                  <a:pt x="2195360" y="108523"/>
                  <a:pt x="2192191" y="109894"/>
                </a:cubicBezTo>
                <a:cubicBezTo>
                  <a:pt x="2189023" y="111266"/>
                  <a:pt x="2186577" y="113271"/>
                  <a:pt x="2184855" y="115910"/>
                </a:cubicBezTo>
                <a:cubicBezTo>
                  <a:pt x="2183133" y="118549"/>
                  <a:pt x="2182272" y="121480"/>
                  <a:pt x="2182272" y="124703"/>
                </a:cubicBezTo>
                <a:cubicBezTo>
                  <a:pt x="2182272" y="129639"/>
                  <a:pt x="2184149" y="133753"/>
                  <a:pt x="2187903" y="137045"/>
                </a:cubicBezTo>
                <a:cubicBezTo>
                  <a:pt x="2191658" y="140334"/>
                  <a:pt x="2197151" y="141979"/>
                  <a:pt x="2204385" y="141979"/>
                </a:cubicBezTo>
                <a:cubicBezTo>
                  <a:pt x="2211549" y="141979"/>
                  <a:pt x="2217921" y="140417"/>
                  <a:pt x="2223501" y="137294"/>
                </a:cubicBezTo>
                <a:cubicBezTo>
                  <a:pt x="2229081" y="134168"/>
                  <a:pt x="2233180" y="129898"/>
                  <a:pt x="2235798" y="124484"/>
                </a:cubicBezTo>
                <a:cubicBezTo>
                  <a:pt x="2237796" y="120305"/>
                  <a:pt x="2238795" y="114138"/>
                  <a:pt x="2238795" y="105984"/>
                </a:cubicBezTo>
                <a:lnTo>
                  <a:pt x="2238795" y="99199"/>
                </a:lnTo>
                <a:close/>
                <a:moveTo>
                  <a:pt x="2286399" y="154172"/>
                </a:moveTo>
                <a:lnTo>
                  <a:pt x="2286399" y="44433"/>
                </a:lnTo>
                <a:lnTo>
                  <a:pt x="2303035" y="44433"/>
                </a:lnTo>
                <a:lnTo>
                  <a:pt x="2303035" y="59830"/>
                </a:lnTo>
                <a:cubicBezTo>
                  <a:pt x="2306480" y="54456"/>
                  <a:pt x="2311061" y="50134"/>
                  <a:pt x="2316779" y="46861"/>
                </a:cubicBezTo>
                <a:cubicBezTo>
                  <a:pt x="2322496" y="43589"/>
                  <a:pt x="2329006" y="41953"/>
                  <a:pt x="2336308" y="41953"/>
                </a:cubicBezTo>
                <a:cubicBezTo>
                  <a:pt x="2344437" y="41953"/>
                  <a:pt x="2351102" y="43641"/>
                  <a:pt x="2356303" y="47016"/>
                </a:cubicBezTo>
                <a:cubicBezTo>
                  <a:pt x="2361504" y="50392"/>
                  <a:pt x="2365173" y="55111"/>
                  <a:pt x="2367308" y="61173"/>
                </a:cubicBezTo>
                <a:cubicBezTo>
                  <a:pt x="2375988" y="48360"/>
                  <a:pt x="2387286" y="41953"/>
                  <a:pt x="2401201" y="41953"/>
                </a:cubicBezTo>
                <a:cubicBezTo>
                  <a:pt x="2412086" y="41953"/>
                  <a:pt x="2420456" y="44967"/>
                  <a:pt x="2426311" y="50995"/>
                </a:cubicBezTo>
                <a:cubicBezTo>
                  <a:pt x="2432167" y="57022"/>
                  <a:pt x="2435095" y="66305"/>
                  <a:pt x="2435095" y="78843"/>
                </a:cubicBezTo>
                <a:lnTo>
                  <a:pt x="2435095" y="154172"/>
                </a:lnTo>
                <a:lnTo>
                  <a:pt x="2416598" y="154172"/>
                </a:lnTo>
                <a:lnTo>
                  <a:pt x="2416598" y="85043"/>
                </a:lnTo>
                <a:cubicBezTo>
                  <a:pt x="2416598" y="77603"/>
                  <a:pt x="2415995" y="72247"/>
                  <a:pt x="2414790" y="68975"/>
                </a:cubicBezTo>
                <a:cubicBezTo>
                  <a:pt x="2413584" y="65702"/>
                  <a:pt x="2411397" y="63067"/>
                  <a:pt x="2408228" y="61070"/>
                </a:cubicBezTo>
                <a:cubicBezTo>
                  <a:pt x="2405059" y="59072"/>
                  <a:pt x="2401339" y="58073"/>
                  <a:pt x="2397068" y="58073"/>
                </a:cubicBezTo>
                <a:cubicBezTo>
                  <a:pt x="2389353" y="58073"/>
                  <a:pt x="2382946" y="60639"/>
                  <a:pt x="2377848" y="65771"/>
                </a:cubicBezTo>
                <a:cubicBezTo>
                  <a:pt x="2372750" y="70903"/>
                  <a:pt x="2370202" y="79118"/>
                  <a:pt x="2370202" y="90416"/>
                </a:cubicBezTo>
                <a:lnTo>
                  <a:pt x="2370202" y="154172"/>
                </a:lnTo>
                <a:lnTo>
                  <a:pt x="2351602" y="154172"/>
                </a:lnTo>
                <a:lnTo>
                  <a:pt x="2351602" y="82873"/>
                </a:lnTo>
                <a:cubicBezTo>
                  <a:pt x="2351602" y="74606"/>
                  <a:pt x="2350086" y="68406"/>
                  <a:pt x="2347055" y="64273"/>
                </a:cubicBezTo>
                <a:cubicBezTo>
                  <a:pt x="2344024" y="60140"/>
                  <a:pt x="2339064" y="58073"/>
                  <a:pt x="2332175" y="58073"/>
                </a:cubicBezTo>
                <a:cubicBezTo>
                  <a:pt x="2326940" y="58073"/>
                  <a:pt x="2322100" y="59451"/>
                  <a:pt x="2317657" y="62206"/>
                </a:cubicBezTo>
                <a:cubicBezTo>
                  <a:pt x="2313214" y="64962"/>
                  <a:pt x="2309993" y="68992"/>
                  <a:pt x="2307995" y="74296"/>
                </a:cubicBezTo>
                <a:cubicBezTo>
                  <a:pt x="2305998" y="79601"/>
                  <a:pt x="2304999" y="87247"/>
                  <a:pt x="2304999" y="97236"/>
                </a:cubicBezTo>
                <a:lnTo>
                  <a:pt x="2304999" y="154172"/>
                </a:lnTo>
                <a:lnTo>
                  <a:pt x="2286399" y="154172"/>
                </a:lnTo>
                <a:close/>
                <a:moveTo>
                  <a:pt x="2462683" y="196332"/>
                </a:moveTo>
                <a:lnTo>
                  <a:pt x="2462683" y="44433"/>
                </a:lnTo>
                <a:lnTo>
                  <a:pt x="2479629" y="44433"/>
                </a:lnTo>
                <a:lnTo>
                  <a:pt x="2479629" y="58793"/>
                </a:lnTo>
                <a:cubicBezTo>
                  <a:pt x="2483625" y="53179"/>
                  <a:pt x="2488137" y="48969"/>
                  <a:pt x="2493166" y="46164"/>
                </a:cubicBezTo>
                <a:cubicBezTo>
                  <a:pt x="2498195" y="43357"/>
                  <a:pt x="2504291" y="41953"/>
                  <a:pt x="2511456" y="41953"/>
                </a:cubicBezTo>
                <a:cubicBezTo>
                  <a:pt x="2520824" y="41953"/>
                  <a:pt x="2529091" y="44364"/>
                  <a:pt x="2536255" y="49186"/>
                </a:cubicBezTo>
                <a:cubicBezTo>
                  <a:pt x="2543420" y="54009"/>
                  <a:pt x="2548828" y="60811"/>
                  <a:pt x="2552479" y="69595"/>
                </a:cubicBezTo>
                <a:cubicBezTo>
                  <a:pt x="2556130" y="78378"/>
                  <a:pt x="2557955" y="88005"/>
                  <a:pt x="2557955" y="98476"/>
                </a:cubicBezTo>
                <a:cubicBezTo>
                  <a:pt x="2557955" y="109705"/>
                  <a:pt x="2555940" y="119814"/>
                  <a:pt x="2551910" y="128804"/>
                </a:cubicBezTo>
                <a:cubicBezTo>
                  <a:pt x="2547880" y="137794"/>
                  <a:pt x="2542025" y="144683"/>
                  <a:pt x="2534344" y="149471"/>
                </a:cubicBezTo>
                <a:cubicBezTo>
                  <a:pt x="2526663" y="154258"/>
                  <a:pt x="2518586" y="156652"/>
                  <a:pt x="2510112" y="156652"/>
                </a:cubicBezTo>
                <a:cubicBezTo>
                  <a:pt x="2503912" y="156652"/>
                  <a:pt x="2498350" y="155343"/>
                  <a:pt x="2493424" y="152726"/>
                </a:cubicBezTo>
                <a:cubicBezTo>
                  <a:pt x="2488498" y="150108"/>
                  <a:pt x="2484451" y="146801"/>
                  <a:pt x="2481282" y="142806"/>
                </a:cubicBezTo>
                <a:lnTo>
                  <a:pt x="2481282" y="196332"/>
                </a:lnTo>
                <a:lnTo>
                  <a:pt x="2462683" y="196332"/>
                </a:lnTo>
                <a:moveTo>
                  <a:pt x="2479526" y="99974"/>
                </a:moveTo>
                <a:cubicBezTo>
                  <a:pt x="2479526" y="114079"/>
                  <a:pt x="2482385" y="124503"/>
                  <a:pt x="2488102" y="131245"/>
                </a:cubicBezTo>
                <a:cubicBezTo>
                  <a:pt x="2493820" y="137988"/>
                  <a:pt x="2500743" y="141359"/>
                  <a:pt x="2508872" y="141359"/>
                </a:cubicBezTo>
                <a:cubicBezTo>
                  <a:pt x="2517139" y="141359"/>
                  <a:pt x="2524217" y="137867"/>
                  <a:pt x="2530107" y="130884"/>
                </a:cubicBezTo>
                <a:cubicBezTo>
                  <a:pt x="2535997" y="123900"/>
                  <a:pt x="2538942" y="113080"/>
                  <a:pt x="2538942" y="98424"/>
                </a:cubicBezTo>
                <a:cubicBezTo>
                  <a:pt x="2538942" y="84457"/>
                  <a:pt x="2536066" y="73999"/>
                  <a:pt x="2530314" y="67050"/>
                </a:cubicBezTo>
                <a:cubicBezTo>
                  <a:pt x="2524562" y="60101"/>
                  <a:pt x="2517690" y="56626"/>
                  <a:pt x="2509699" y="56626"/>
                </a:cubicBezTo>
                <a:cubicBezTo>
                  <a:pt x="2501777" y="56626"/>
                  <a:pt x="2494767" y="60325"/>
                  <a:pt x="2488671" y="67722"/>
                </a:cubicBezTo>
                <a:cubicBezTo>
                  <a:pt x="2482574" y="75119"/>
                  <a:pt x="2479526" y="85869"/>
                  <a:pt x="2479526" y="99974"/>
                </a:cubicBezTo>
                <a:close/>
                <a:moveTo>
                  <a:pt x="2579933" y="154172"/>
                </a:moveTo>
                <a:lnTo>
                  <a:pt x="2579933" y="2687"/>
                </a:lnTo>
                <a:lnTo>
                  <a:pt x="2598533" y="2687"/>
                </a:lnTo>
                <a:lnTo>
                  <a:pt x="2598533" y="154172"/>
                </a:lnTo>
                <a:lnTo>
                  <a:pt x="2579933" y="154172"/>
                </a:lnTo>
                <a:close/>
                <a:moveTo>
                  <a:pt x="2702450" y="118626"/>
                </a:moveTo>
                <a:lnTo>
                  <a:pt x="2721670" y="121106"/>
                </a:lnTo>
                <a:cubicBezTo>
                  <a:pt x="2718639" y="132367"/>
                  <a:pt x="2713024" y="141107"/>
                  <a:pt x="2704827" y="147327"/>
                </a:cubicBezTo>
                <a:cubicBezTo>
                  <a:pt x="2696629" y="153544"/>
                  <a:pt x="2686158" y="156652"/>
                  <a:pt x="2673414" y="156652"/>
                </a:cubicBezTo>
                <a:cubicBezTo>
                  <a:pt x="2657362" y="156652"/>
                  <a:pt x="2644635" y="151710"/>
                  <a:pt x="2635232" y="141824"/>
                </a:cubicBezTo>
                <a:cubicBezTo>
                  <a:pt x="2625829" y="131939"/>
                  <a:pt x="2621127" y="118075"/>
                  <a:pt x="2621127" y="100233"/>
                </a:cubicBezTo>
                <a:cubicBezTo>
                  <a:pt x="2621127" y="81771"/>
                  <a:pt x="2625880" y="67442"/>
                  <a:pt x="2635387" y="57246"/>
                </a:cubicBezTo>
                <a:cubicBezTo>
                  <a:pt x="2644894" y="47051"/>
                  <a:pt x="2657225" y="41953"/>
                  <a:pt x="2672380" y="41953"/>
                </a:cubicBezTo>
                <a:cubicBezTo>
                  <a:pt x="2687053" y="41953"/>
                  <a:pt x="2699040" y="46940"/>
                  <a:pt x="2708340" y="56914"/>
                </a:cubicBezTo>
                <a:cubicBezTo>
                  <a:pt x="2717640" y="66885"/>
                  <a:pt x="2722290" y="80915"/>
                  <a:pt x="2722290" y="99002"/>
                </a:cubicBezTo>
                <a:cubicBezTo>
                  <a:pt x="2722290" y="100102"/>
                  <a:pt x="2722255" y="101753"/>
                  <a:pt x="2722187" y="103953"/>
                </a:cubicBezTo>
                <a:lnTo>
                  <a:pt x="2640347" y="103953"/>
                </a:lnTo>
                <a:cubicBezTo>
                  <a:pt x="2641036" y="116043"/>
                  <a:pt x="2644446" y="125299"/>
                  <a:pt x="2650577" y="131723"/>
                </a:cubicBezTo>
                <a:cubicBezTo>
                  <a:pt x="2656708" y="138147"/>
                  <a:pt x="2664355" y="141359"/>
                  <a:pt x="2673517" y="141359"/>
                </a:cubicBezTo>
                <a:cubicBezTo>
                  <a:pt x="2680337" y="141359"/>
                  <a:pt x="2686158" y="139552"/>
                  <a:pt x="2690980" y="135937"/>
                </a:cubicBezTo>
                <a:cubicBezTo>
                  <a:pt x="2695802" y="132321"/>
                  <a:pt x="2699626" y="126550"/>
                  <a:pt x="2702450" y="118626"/>
                </a:cubicBezTo>
                <a:moveTo>
                  <a:pt x="2641380" y="88659"/>
                </a:moveTo>
                <a:lnTo>
                  <a:pt x="2702657" y="88659"/>
                </a:lnTo>
                <a:cubicBezTo>
                  <a:pt x="2701830" y="79459"/>
                  <a:pt x="2699488" y="72558"/>
                  <a:pt x="2695630" y="67957"/>
                </a:cubicBezTo>
                <a:cubicBezTo>
                  <a:pt x="2689706" y="60817"/>
                  <a:pt x="2682025" y="57246"/>
                  <a:pt x="2672587" y="57246"/>
                </a:cubicBezTo>
                <a:cubicBezTo>
                  <a:pt x="2664045" y="57246"/>
                  <a:pt x="2656863" y="60097"/>
                  <a:pt x="2651042" y="65797"/>
                </a:cubicBezTo>
                <a:cubicBezTo>
                  <a:pt x="2645221" y="71495"/>
                  <a:pt x="2642000" y="79116"/>
                  <a:pt x="2641380" y="886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41183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2026-09-05T14:21:43.8440000Z</dcterms:created>
  <dcterms:modified xsi:type="dcterms:W3CDTF">2026-09-05T14:21:43.8440000Z</dcterms:modified>
</coreProperties>
</file>